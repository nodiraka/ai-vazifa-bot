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2" r:id="rId16"/>
    <p:sldId id="273" r:id="rId17"/>
    <p:sldId id="274" r:id="rId18"/>
    <p:sldId id="275" r:id="rId19"/>
  </p:sldIdLst>
  <p:sldSz cx="9144000" cy="5143500" type="screen16x9"/>
  <p:notesSz cx="6858000" cy="9144000"/>
  <p:embeddedFontLst>
    <p:embeddedFont>
      <p:font typeface="Roboto" panose="020B0604020202020204" charset="0"/>
      <p:regular r:id="rId21"/>
      <p:bold r:id="rId22"/>
      <p:italic r:id="rId23"/>
      <p:boldItalic r:id="rId24"/>
    </p:embeddedFont>
    <p:embeddedFont>
      <p:font typeface="Abril Fatface" panose="020B0604020202020204" charset="0"/>
      <p:regular r:id="rId25"/>
    </p:embeddedFont>
    <p:embeddedFont>
      <p:font typeface="Raleway" panose="020B0604020202020204" charset="-52"/>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8ECCA00-3423-4D35-A1F8-932C58E7BA36}">
  <a:tblStyle styleId="{28ECCA00-3423-4D35-A1F8-932C58E7BA3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d208d604f6_0_3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d208d604f6_0_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d208d604f6_0_4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d208d604f6_0_4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11a4500e543_0_3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11a4500e543_0_3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d208d604f6_0_5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d208d604f6_0_5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d208d604f6_0_4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d208d604f6_0_4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11dd04e6d50_9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11dd04e6d50_9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d208d604f6_0_5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d208d604f6_0_5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gd208d604f6_0_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9" name="Google Shape;589;gd208d604f6_0_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g11dce265c3e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8" name="Google Shape;628;g11dce265c3e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d208d604f6_0_10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3" name="Google Shape;653;gd208d604f6_0_10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gd208d604f6_0_7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2" name="Google Shape;672;gd208d604f6_0_7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d208d604f6_0_12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1" name="Google Shape;741;gd208d604f6_0_1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d208d604f6_0_12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8" name="Google Shape;758;gd208d604f6_0_12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gd208d604f6_0_1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5" name="Google Shape;885;gd208d604f6_0_1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11a4500e543_0_3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4" name="Google Shape;904;g11a4500e543_0_3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11a4500e543_0_3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0" name="Google Shape;930;g11a4500e543_0_3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11a4500e543_0_3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1" name="Google Shape;951;g11a4500e543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gd208d604f6_0_12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2" name="Google Shape;962;gd208d604f6_0_12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5" Type="http://schemas.openxmlformats.org/officeDocument/2006/relationships/hyperlink" Target="https://storyset.com/?utm_source=slidesgo_template&amp;utm_medium=referral-link&amp;utm_campaign=slidesgo_contents_of_this_template&amp;utm_term=storyset&amp;utm_content=storyset" TargetMode="External"/><Relationship Id="rId4" Type="http://schemas.openxmlformats.org/officeDocument/2006/relationships/hyperlink" Target="http://bit.ly/2TtBDfr" TargetMode="Externa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8"/>
        <p:cNvGrpSpPr/>
        <p:nvPr/>
      </p:nvGrpSpPr>
      <p:grpSpPr>
        <a:xfrm>
          <a:off x="0" y="0"/>
          <a:ext cx="0" cy="0"/>
          <a:chOff x="0" y="0"/>
          <a:chExt cx="0" cy="0"/>
        </a:xfrm>
      </p:grpSpPr>
      <p:sp>
        <p:nvSpPr>
          <p:cNvPr id="9" name="Google Shape;9;p2"/>
          <p:cNvSpPr/>
          <p:nvPr/>
        </p:nvSpPr>
        <p:spPr>
          <a:xfrm>
            <a:off x="-764450" y="4594388"/>
            <a:ext cx="1896430" cy="1347491"/>
          </a:xfrm>
          <a:custGeom>
            <a:avLst/>
            <a:gdLst/>
            <a:ahLst/>
            <a:cxnLst/>
            <a:rect l="l" t="t" r="r" b="b"/>
            <a:pathLst>
              <a:path w="93813" h="66658" extrusionOk="0">
                <a:moveTo>
                  <a:pt x="43746" y="1"/>
                </a:moveTo>
                <a:cubicBezTo>
                  <a:pt x="42454" y="1"/>
                  <a:pt x="41060" y="140"/>
                  <a:pt x="39570" y="472"/>
                </a:cubicBezTo>
                <a:cubicBezTo>
                  <a:pt x="30104" y="2208"/>
                  <a:pt x="26968" y="12373"/>
                  <a:pt x="26968" y="12373"/>
                </a:cubicBezTo>
                <a:cubicBezTo>
                  <a:pt x="26968" y="12373"/>
                  <a:pt x="26609" y="12342"/>
                  <a:pt x="25983" y="12342"/>
                </a:cubicBezTo>
                <a:cubicBezTo>
                  <a:pt x="23643" y="12342"/>
                  <a:pt x="17574" y="12778"/>
                  <a:pt x="12602" y="16910"/>
                </a:cubicBezTo>
                <a:cubicBezTo>
                  <a:pt x="6301" y="22175"/>
                  <a:pt x="7701" y="32312"/>
                  <a:pt x="7701" y="32312"/>
                </a:cubicBezTo>
                <a:cubicBezTo>
                  <a:pt x="7001" y="32676"/>
                  <a:pt x="6665" y="33012"/>
                  <a:pt x="6301" y="33376"/>
                </a:cubicBezTo>
                <a:cubicBezTo>
                  <a:pt x="4201" y="35476"/>
                  <a:pt x="0" y="41413"/>
                  <a:pt x="3865" y="49814"/>
                </a:cubicBezTo>
                <a:cubicBezTo>
                  <a:pt x="6697" y="55882"/>
                  <a:pt x="12333" y="57163"/>
                  <a:pt x="16588" y="57163"/>
                </a:cubicBezTo>
                <a:cubicBezTo>
                  <a:pt x="19696" y="57163"/>
                  <a:pt x="22067" y="56479"/>
                  <a:pt x="22067" y="56479"/>
                </a:cubicBezTo>
                <a:cubicBezTo>
                  <a:pt x="22067" y="56479"/>
                  <a:pt x="24168" y="64516"/>
                  <a:pt x="34305" y="66280"/>
                </a:cubicBezTo>
                <a:cubicBezTo>
                  <a:pt x="35573" y="66543"/>
                  <a:pt x="36760" y="66657"/>
                  <a:pt x="37865" y="66657"/>
                </a:cubicBezTo>
                <a:cubicBezTo>
                  <a:pt x="45617" y="66657"/>
                  <a:pt x="49371" y="61016"/>
                  <a:pt x="49371" y="61016"/>
                </a:cubicBezTo>
                <a:cubicBezTo>
                  <a:pt x="49371" y="61016"/>
                  <a:pt x="54272" y="65916"/>
                  <a:pt x="61273" y="65916"/>
                </a:cubicBezTo>
                <a:cubicBezTo>
                  <a:pt x="65109" y="65916"/>
                  <a:pt x="68974" y="64180"/>
                  <a:pt x="71410" y="61016"/>
                </a:cubicBezTo>
                <a:cubicBezTo>
                  <a:pt x="73656" y="62236"/>
                  <a:pt x="75419" y="62984"/>
                  <a:pt x="77261" y="62984"/>
                </a:cubicBezTo>
                <a:cubicBezTo>
                  <a:pt x="78588" y="62984"/>
                  <a:pt x="79957" y="62596"/>
                  <a:pt x="81575" y="61716"/>
                </a:cubicBezTo>
                <a:cubicBezTo>
                  <a:pt x="85412" y="58915"/>
                  <a:pt x="85412" y="54015"/>
                  <a:pt x="85776" y="52979"/>
                </a:cubicBezTo>
                <a:cubicBezTo>
                  <a:pt x="85776" y="52979"/>
                  <a:pt x="92077" y="50878"/>
                  <a:pt x="92777" y="45978"/>
                </a:cubicBezTo>
                <a:cubicBezTo>
                  <a:pt x="93813" y="41413"/>
                  <a:pt x="89612" y="37213"/>
                  <a:pt x="89612" y="37213"/>
                </a:cubicBezTo>
                <a:cubicBezTo>
                  <a:pt x="89612" y="37213"/>
                  <a:pt x="93477" y="31612"/>
                  <a:pt x="91377" y="25675"/>
                </a:cubicBezTo>
                <a:cubicBezTo>
                  <a:pt x="88912" y="19710"/>
                  <a:pt x="81911" y="17610"/>
                  <a:pt x="81911" y="17610"/>
                </a:cubicBezTo>
                <a:cubicBezTo>
                  <a:pt x="81911" y="17610"/>
                  <a:pt x="82275" y="7809"/>
                  <a:pt x="72474" y="3608"/>
                </a:cubicBezTo>
                <a:cubicBezTo>
                  <a:pt x="69873" y="2477"/>
                  <a:pt x="67042" y="1943"/>
                  <a:pt x="64195" y="1943"/>
                </a:cubicBezTo>
                <a:cubicBezTo>
                  <a:pt x="60912" y="1943"/>
                  <a:pt x="57607" y="2652"/>
                  <a:pt x="54608" y="3972"/>
                </a:cubicBezTo>
                <a:cubicBezTo>
                  <a:pt x="54608" y="3972"/>
                  <a:pt x="50636" y="1"/>
                  <a:pt x="437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6008650" y="-561200"/>
            <a:ext cx="1513625" cy="1160300"/>
          </a:xfrm>
          <a:custGeom>
            <a:avLst/>
            <a:gdLst/>
            <a:ahLst/>
            <a:cxnLst/>
            <a:rect l="l" t="t" r="r" b="b"/>
            <a:pathLst>
              <a:path w="60545" h="46412" extrusionOk="0">
                <a:moveTo>
                  <a:pt x="45293" y="0"/>
                </a:moveTo>
                <a:cubicBezTo>
                  <a:pt x="42214" y="0"/>
                  <a:pt x="38918" y="1518"/>
                  <a:pt x="36405" y="4636"/>
                </a:cubicBezTo>
                <a:cubicBezTo>
                  <a:pt x="34023" y="1884"/>
                  <a:pt x="30616" y="652"/>
                  <a:pt x="27204" y="652"/>
                </a:cubicBezTo>
                <a:cubicBezTo>
                  <a:pt x="21067" y="652"/>
                  <a:pt x="14918" y="4638"/>
                  <a:pt x="14702" y="10937"/>
                </a:cubicBezTo>
                <a:cubicBezTo>
                  <a:pt x="13309" y="10180"/>
                  <a:pt x="11193" y="9605"/>
                  <a:pt x="9022" y="9605"/>
                </a:cubicBezTo>
                <a:cubicBezTo>
                  <a:pt x="5170" y="9605"/>
                  <a:pt x="1148" y="11416"/>
                  <a:pt x="700" y="17237"/>
                </a:cubicBezTo>
                <a:cubicBezTo>
                  <a:pt x="0" y="26675"/>
                  <a:pt x="7701" y="28775"/>
                  <a:pt x="7701" y="28775"/>
                </a:cubicBezTo>
                <a:cubicBezTo>
                  <a:pt x="7701" y="28775"/>
                  <a:pt x="5601" y="35776"/>
                  <a:pt x="9801" y="39976"/>
                </a:cubicBezTo>
                <a:cubicBezTo>
                  <a:pt x="11838" y="42026"/>
                  <a:pt x="14587" y="42591"/>
                  <a:pt x="16997" y="42591"/>
                </a:cubicBezTo>
                <a:cubicBezTo>
                  <a:pt x="19955" y="42591"/>
                  <a:pt x="22403" y="41741"/>
                  <a:pt x="22403" y="41741"/>
                </a:cubicBezTo>
                <a:cubicBezTo>
                  <a:pt x="22403" y="41741"/>
                  <a:pt x="26770" y="46412"/>
                  <a:pt x="32327" y="46412"/>
                </a:cubicBezTo>
                <a:cubicBezTo>
                  <a:pt x="32855" y="46412"/>
                  <a:pt x="33394" y="46370"/>
                  <a:pt x="33941" y="46277"/>
                </a:cubicBezTo>
                <a:cubicBezTo>
                  <a:pt x="37105" y="45577"/>
                  <a:pt x="40241" y="43477"/>
                  <a:pt x="43406" y="38576"/>
                </a:cubicBezTo>
                <a:cubicBezTo>
                  <a:pt x="43406" y="38576"/>
                  <a:pt x="52143" y="38576"/>
                  <a:pt x="55643" y="32275"/>
                </a:cubicBezTo>
                <a:cubicBezTo>
                  <a:pt x="60544" y="23174"/>
                  <a:pt x="53543" y="16173"/>
                  <a:pt x="53543" y="16173"/>
                </a:cubicBezTo>
                <a:cubicBezTo>
                  <a:pt x="56305" y="5588"/>
                  <a:pt x="51199" y="0"/>
                  <a:pt x="452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715100" y="1258250"/>
            <a:ext cx="6342000" cy="2203500"/>
          </a:xfrm>
          <a:prstGeom prst="rect">
            <a:avLst/>
          </a:prstGeom>
          <a:noFill/>
        </p:spPr>
        <p:txBody>
          <a:bodyPr spcFirstLastPara="1" wrap="square" lIns="91425" tIns="91425" rIns="91425" bIns="91425" anchor="ctr" anchorCtr="0">
            <a:noAutofit/>
          </a:bodyPr>
          <a:lstStyle>
            <a:lvl1pPr lvl="0" rtl="0">
              <a:lnSpc>
                <a:spcPct val="90000"/>
              </a:lnSpc>
              <a:spcBef>
                <a:spcPts val="0"/>
              </a:spcBef>
              <a:spcAft>
                <a:spcPts val="0"/>
              </a:spcAft>
              <a:buClr>
                <a:schemeClr val="dk1"/>
              </a:buClr>
              <a:buSzPts val="6500"/>
              <a:buNone/>
              <a:defRPr sz="6500">
                <a:solidFill>
                  <a:schemeClr val="dk1"/>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715100" y="3695075"/>
            <a:ext cx="4024500" cy="66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800"/>
              <a:buFont typeface="Raleway"/>
              <a:buNone/>
              <a:defRPr>
                <a:solidFill>
                  <a:schemeClr val="dk1"/>
                </a:solidFill>
                <a:latin typeface="Raleway"/>
                <a:ea typeface="Raleway"/>
                <a:cs typeface="Raleway"/>
                <a:sym typeface="Raleway"/>
              </a:defRPr>
            </a:lvl1pPr>
            <a:lvl2pPr lvl="1" rtl="0">
              <a:spcBef>
                <a:spcPts val="0"/>
              </a:spcBef>
              <a:spcAft>
                <a:spcPts val="0"/>
              </a:spcAft>
              <a:buClr>
                <a:schemeClr val="dk1"/>
              </a:buClr>
              <a:buSzPts val="1600"/>
              <a:buNone/>
              <a:defRPr sz="1600">
                <a:solidFill>
                  <a:schemeClr val="dk1"/>
                </a:solidFill>
              </a:defRPr>
            </a:lvl2pPr>
            <a:lvl3pPr lvl="2" rtl="0">
              <a:spcBef>
                <a:spcPts val="0"/>
              </a:spcBef>
              <a:spcAft>
                <a:spcPts val="0"/>
              </a:spcAft>
              <a:buClr>
                <a:schemeClr val="dk1"/>
              </a:buClr>
              <a:buSzPts val="1600"/>
              <a:buNone/>
              <a:defRPr sz="1600">
                <a:solidFill>
                  <a:schemeClr val="dk1"/>
                </a:solidFill>
              </a:defRPr>
            </a:lvl3pPr>
            <a:lvl4pPr lvl="3" rtl="0">
              <a:spcBef>
                <a:spcPts val="0"/>
              </a:spcBef>
              <a:spcAft>
                <a:spcPts val="0"/>
              </a:spcAft>
              <a:buClr>
                <a:schemeClr val="dk1"/>
              </a:buClr>
              <a:buSzPts val="1600"/>
              <a:buNone/>
              <a:defRPr sz="1600">
                <a:solidFill>
                  <a:schemeClr val="dk1"/>
                </a:solidFill>
              </a:defRPr>
            </a:lvl4pPr>
            <a:lvl5pPr lvl="4" rtl="0">
              <a:spcBef>
                <a:spcPts val="0"/>
              </a:spcBef>
              <a:spcAft>
                <a:spcPts val="0"/>
              </a:spcAft>
              <a:buClr>
                <a:schemeClr val="dk1"/>
              </a:buClr>
              <a:buSzPts val="1600"/>
              <a:buNone/>
              <a:defRPr sz="1600">
                <a:solidFill>
                  <a:schemeClr val="dk1"/>
                </a:solidFill>
              </a:defRPr>
            </a:lvl5pPr>
            <a:lvl6pPr lvl="5" rtl="0">
              <a:spcBef>
                <a:spcPts val="0"/>
              </a:spcBef>
              <a:spcAft>
                <a:spcPts val="0"/>
              </a:spcAft>
              <a:buClr>
                <a:schemeClr val="dk1"/>
              </a:buClr>
              <a:buSzPts val="1600"/>
              <a:buNone/>
              <a:defRPr sz="1600">
                <a:solidFill>
                  <a:schemeClr val="dk1"/>
                </a:solidFill>
              </a:defRPr>
            </a:lvl6pPr>
            <a:lvl7pPr lvl="6" rtl="0">
              <a:spcBef>
                <a:spcPts val="0"/>
              </a:spcBef>
              <a:spcAft>
                <a:spcPts val="0"/>
              </a:spcAft>
              <a:buClr>
                <a:schemeClr val="dk1"/>
              </a:buClr>
              <a:buSzPts val="1600"/>
              <a:buNone/>
              <a:defRPr sz="1600">
                <a:solidFill>
                  <a:schemeClr val="dk1"/>
                </a:solidFill>
              </a:defRPr>
            </a:lvl7pPr>
            <a:lvl8pPr lvl="7" rtl="0">
              <a:spcBef>
                <a:spcPts val="0"/>
              </a:spcBef>
              <a:spcAft>
                <a:spcPts val="0"/>
              </a:spcAft>
              <a:buClr>
                <a:schemeClr val="dk1"/>
              </a:buClr>
              <a:buSzPts val="1600"/>
              <a:buNone/>
              <a:defRPr sz="1600">
                <a:solidFill>
                  <a:schemeClr val="dk1"/>
                </a:solidFill>
              </a:defRPr>
            </a:lvl8pPr>
            <a:lvl9pPr lvl="8" rtl="0">
              <a:spcBef>
                <a:spcPts val="0"/>
              </a:spcBef>
              <a:spcAft>
                <a:spcPts val="0"/>
              </a:spcAft>
              <a:buClr>
                <a:schemeClr val="dk1"/>
              </a:buClr>
              <a:buSzPts val="1600"/>
              <a:buNone/>
              <a:defRPr sz="1600">
                <a:solidFill>
                  <a:schemeClr val="dk1"/>
                </a:solidFill>
              </a:defRPr>
            </a:lvl9pPr>
          </a:lstStyle>
          <a:p>
            <a:endParaRPr/>
          </a:p>
        </p:txBody>
      </p:sp>
      <p:sp>
        <p:nvSpPr>
          <p:cNvPr id="13" name="Google Shape;13;p2"/>
          <p:cNvSpPr txBox="1">
            <a:spLocks noGrp="1"/>
          </p:cNvSpPr>
          <p:nvPr>
            <p:ph type="subTitle" idx="2"/>
          </p:nvPr>
        </p:nvSpPr>
        <p:spPr>
          <a:xfrm>
            <a:off x="715100" y="660650"/>
            <a:ext cx="4369500" cy="3690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000"/>
              <a:buFont typeface="Abril Fatface"/>
              <a:buNone/>
              <a:defRPr sz="2000" i="1">
                <a:solidFill>
                  <a:schemeClr val="dk2"/>
                </a:solidFill>
                <a:latin typeface="Abril Fatface"/>
                <a:ea typeface="Abril Fatface"/>
                <a:cs typeface="Abril Fatface"/>
                <a:sym typeface="Abril Fatfac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pos="2880">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2"/>
        </a:solidFill>
        <a:effectLst/>
      </p:bgPr>
    </p:bg>
    <p:spTree>
      <p:nvGrpSpPr>
        <p:cNvPr id="1" name="Shape 14"/>
        <p:cNvGrpSpPr/>
        <p:nvPr/>
      </p:nvGrpSpPr>
      <p:grpSpPr>
        <a:xfrm>
          <a:off x="0" y="0"/>
          <a:ext cx="0" cy="0"/>
          <a:chOff x="0" y="0"/>
          <a:chExt cx="0" cy="0"/>
        </a:xfrm>
      </p:grpSpPr>
      <p:sp>
        <p:nvSpPr>
          <p:cNvPr id="15" name="Google Shape;15;p3"/>
          <p:cNvSpPr/>
          <p:nvPr/>
        </p:nvSpPr>
        <p:spPr>
          <a:xfrm rot="-274143">
            <a:off x="7612908" y="220643"/>
            <a:ext cx="1868797" cy="1209568"/>
          </a:xfrm>
          <a:custGeom>
            <a:avLst/>
            <a:gdLst/>
            <a:ahLst/>
            <a:cxnLst/>
            <a:rect l="l" t="t" r="r" b="b"/>
            <a:pathLst>
              <a:path w="75857" h="49098" extrusionOk="0">
                <a:moveTo>
                  <a:pt x="46118" y="0"/>
                </a:moveTo>
                <a:cubicBezTo>
                  <a:pt x="43137" y="0"/>
                  <a:pt x="39514" y="853"/>
                  <a:pt x="35251" y="2976"/>
                </a:cubicBezTo>
                <a:cubicBezTo>
                  <a:pt x="35251" y="2976"/>
                  <a:pt x="31057" y="959"/>
                  <a:pt x="25979" y="959"/>
                </a:cubicBezTo>
                <a:cubicBezTo>
                  <a:pt x="23440" y="959"/>
                  <a:pt x="20680" y="1463"/>
                  <a:pt x="18113" y="2976"/>
                </a:cubicBezTo>
                <a:cubicBezTo>
                  <a:pt x="7947" y="8940"/>
                  <a:pt x="11448" y="19442"/>
                  <a:pt x="11448" y="19442"/>
                </a:cubicBezTo>
                <a:cubicBezTo>
                  <a:pt x="1" y="30301"/>
                  <a:pt x="7040" y="40194"/>
                  <a:pt x="17463" y="40194"/>
                </a:cubicBezTo>
                <a:cubicBezTo>
                  <a:pt x="19458" y="40194"/>
                  <a:pt x="21577" y="39832"/>
                  <a:pt x="23713" y="39044"/>
                </a:cubicBezTo>
                <a:cubicBezTo>
                  <a:pt x="25387" y="45322"/>
                  <a:pt x="32565" y="49098"/>
                  <a:pt x="39414" y="49098"/>
                </a:cubicBezTo>
                <a:cubicBezTo>
                  <a:pt x="44023" y="49098"/>
                  <a:pt x="48483" y="47388"/>
                  <a:pt x="51017" y="43581"/>
                </a:cubicBezTo>
                <a:cubicBezTo>
                  <a:pt x="52955" y="45969"/>
                  <a:pt x="57439" y="49020"/>
                  <a:pt x="61989" y="49020"/>
                </a:cubicBezTo>
                <a:cubicBezTo>
                  <a:pt x="64802" y="49020"/>
                  <a:pt x="67641" y="47854"/>
                  <a:pt x="69920" y="44645"/>
                </a:cubicBezTo>
                <a:cubicBezTo>
                  <a:pt x="75856" y="36244"/>
                  <a:pt x="68855" y="29943"/>
                  <a:pt x="68855" y="29943"/>
                </a:cubicBezTo>
                <a:cubicBezTo>
                  <a:pt x="68855" y="29943"/>
                  <a:pt x="75520" y="24342"/>
                  <a:pt x="73056" y="18378"/>
                </a:cubicBezTo>
                <a:cubicBezTo>
                  <a:pt x="70620" y="11741"/>
                  <a:pt x="60118" y="10677"/>
                  <a:pt x="60118" y="10677"/>
                </a:cubicBezTo>
                <a:cubicBezTo>
                  <a:pt x="60118" y="10677"/>
                  <a:pt x="57654" y="2640"/>
                  <a:pt x="49953" y="539"/>
                </a:cubicBezTo>
                <a:cubicBezTo>
                  <a:pt x="48821" y="195"/>
                  <a:pt x="47543" y="0"/>
                  <a:pt x="46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
          <p:cNvSpPr/>
          <p:nvPr/>
        </p:nvSpPr>
        <p:spPr>
          <a:xfrm rot="3276985">
            <a:off x="3035418" y="40869"/>
            <a:ext cx="794816" cy="809538"/>
          </a:xfrm>
          <a:custGeom>
            <a:avLst/>
            <a:gdLst/>
            <a:ahLst/>
            <a:cxnLst/>
            <a:rect l="l" t="t" r="r" b="b"/>
            <a:pathLst>
              <a:path w="70724" h="72034" extrusionOk="0">
                <a:moveTo>
                  <a:pt x="24800" y="50445"/>
                </a:moveTo>
                <a:cubicBezTo>
                  <a:pt x="24800" y="50445"/>
                  <a:pt x="27715" y="72033"/>
                  <a:pt x="39249" y="68020"/>
                </a:cubicBezTo>
                <a:cubicBezTo>
                  <a:pt x="46642" y="65485"/>
                  <a:pt x="50233" y="57416"/>
                  <a:pt x="50360" y="53909"/>
                </a:cubicBezTo>
                <a:cubicBezTo>
                  <a:pt x="52810" y="55134"/>
                  <a:pt x="55472" y="55768"/>
                  <a:pt x="58218" y="55768"/>
                </a:cubicBezTo>
                <a:cubicBezTo>
                  <a:pt x="63584" y="55768"/>
                  <a:pt x="69160" y="53233"/>
                  <a:pt x="69752" y="45206"/>
                </a:cubicBezTo>
                <a:cubicBezTo>
                  <a:pt x="70724" y="32109"/>
                  <a:pt x="60077" y="29194"/>
                  <a:pt x="60077" y="29194"/>
                </a:cubicBezTo>
                <a:cubicBezTo>
                  <a:pt x="60077" y="29194"/>
                  <a:pt x="67597" y="21843"/>
                  <a:pt x="61767" y="16055"/>
                </a:cubicBezTo>
                <a:cubicBezTo>
                  <a:pt x="47952" y="2240"/>
                  <a:pt x="40643" y="16562"/>
                  <a:pt x="40643" y="16562"/>
                </a:cubicBezTo>
                <a:cubicBezTo>
                  <a:pt x="40643" y="16562"/>
                  <a:pt x="33841" y="1"/>
                  <a:pt x="18928" y="10267"/>
                </a:cubicBezTo>
                <a:cubicBezTo>
                  <a:pt x="8704" y="17280"/>
                  <a:pt x="22519" y="30630"/>
                  <a:pt x="22519" y="30630"/>
                </a:cubicBezTo>
                <a:cubicBezTo>
                  <a:pt x="22519" y="30630"/>
                  <a:pt x="0" y="33968"/>
                  <a:pt x="5788" y="47868"/>
                </a:cubicBezTo>
                <a:cubicBezTo>
                  <a:pt x="11703" y="61978"/>
                  <a:pt x="24800" y="50445"/>
                  <a:pt x="24800" y="5044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txBox="1">
            <a:spLocks noGrp="1"/>
          </p:cNvSpPr>
          <p:nvPr>
            <p:ph type="title"/>
          </p:nvPr>
        </p:nvSpPr>
        <p:spPr>
          <a:xfrm>
            <a:off x="720000" y="2179625"/>
            <a:ext cx="4646100" cy="8418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2"/>
              </a:buClr>
              <a:buSzPts val="3500"/>
              <a:buNone/>
              <a:defRPr sz="3500">
                <a:solidFill>
                  <a:schemeClr val="lt2"/>
                </a:solidFill>
              </a:defRPr>
            </a:lvl1pPr>
            <a:lvl2pPr lvl="1" rtl="0">
              <a:spcBef>
                <a:spcPts val="0"/>
              </a:spcBef>
              <a:spcAft>
                <a:spcPts val="0"/>
              </a:spcAft>
              <a:buClr>
                <a:schemeClr val="lt2"/>
              </a:buClr>
              <a:buSzPts val="3600"/>
              <a:buNone/>
              <a:defRPr sz="3600">
                <a:solidFill>
                  <a:schemeClr val="lt2"/>
                </a:solidFill>
              </a:defRPr>
            </a:lvl2pPr>
            <a:lvl3pPr lvl="2" rtl="0">
              <a:spcBef>
                <a:spcPts val="0"/>
              </a:spcBef>
              <a:spcAft>
                <a:spcPts val="0"/>
              </a:spcAft>
              <a:buClr>
                <a:schemeClr val="lt2"/>
              </a:buClr>
              <a:buSzPts val="3600"/>
              <a:buNone/>
              <a:defRPr sz="3600">
                <a:solidFill>
                  <a:schemeClr val="lt2"/>
                </a:solidFill>
              </a:defRPr>
            </a:lvl3pPr>
            <a:lvl4pPr lvl="3" rtl="0">
              <a:spcBef>
                <a:spcPts val="0"/>
              </a:spcBef>
              <a:spcAft>
                <a:spcPts val="0"/>
              </a:spcAft>
              <a:buClr>
                <a:schemeClr val="lt2"/>
              </a:buClr>
              <a:buSzPts val="3600"/>
              <a:buNone/>
              <a:defRPr sz="3600">
                <a:solidFill>
                  <a:schemeClr val="lt2"/>
                </a:solidFill>
              </a:defRPr>
            </a:lvl4pPr>
            <a:lvl5pPr lvl="4" rtl="0">
              <a:spcBef>
                <a:spcPts val="0"/>
              </a:spcBef>
              <a:spcAft>
                <a:spcPts val="0"/>
              </a:spcAft>
              <a:buClr>
                <a:schemeClr val="lt2"/>
              </a:buClr>
              <a:buSzPts val="3600"/>
              <a:buNone/>
              <a:defRPr sz="3600">
                <a:solidFill>
                  <a:schemeClr val="lt2"/>
                </a:solidFill>
              </a:defRPr>
            </a:lvl5pPr>
            <a:lvl6pPr lvl="5" rtl="0">
              <a:spcBef>
                <a:spcPts val="0"/>
              </a:spcBef>
              <a:spcAft>
                <a:spcPts val="0"/>
              </a:spcAft>
              <a:buClr>
                <a:schemeClr val="lt2"/>
              </a:buClr>
              <a:buSzPts val="3600"/>
              <a:buNone/>
              <a:defRPr sz="3600">
                <a:solidFill>
                  <a:schemeClr val="lt2"/>
                </a:solidFill>
              </a:defRPr>
            </a:lvl6pPr>
            <a:lvl7pPr lvl="6" rtl="0">
              <a:spcBef>
                <a:spcPts val="0"/>
              </a:spcBef>
              <a:spcAft>
                <a:spcPts val="0"/>
              </a:spcAft>
              <a:buClr>
                <a:schemeClr val="lt2"/>
              </a:buClr>
              <a:buSzPts val="3600"/>
              <a:buNone/>
              <a:defRPr sz="3600">
                <a:solidFill>
                  <a:schemeClr val="lt2"/>
                </a:solidFill>
              </a:defRPr>
            </a:lvl7pPr>
            <a:lvl8pPr lvl="7" rtl="0">
              <a:spcBef>
                <a:spcPts val="0"/>
              </a:spcBef>
              <a:spcAft>
                <a:spcPts val="0"/>
              </a:spcAft>
              <a:buClr>
                <a:schemeClr val="lt2"/>
              </a:buClr>
              <a:buSzPts val="3600"/>
              <a:buNone/>
              <a:defRPr sz="3600">
                <a:solidFill>
                  <a:schemeClr val="lt2"/>
                </a:solidFill>
              </a:defRPr>
            </a:lvl8pPr>
            <a:lvl9pPr lvl="8" rtl="0">
              <a:spcBef>
                <a:spcPts val="0"/>
              </a:spcBef>
              <a:spcAft>
                <a:spcPts val="0"/>
              </a:spcAft>
              <a:buClr>
                <a:schemeClr val="lt2"/>
              </a:buClr>
              <a:buSzPts val="3600"/>
              <a:buNone/>
              <a:defRPr sz="3600">
                <a:solidFill>
                  <a:schemeClr val="lt2"/>
                </a:solidFill>
              </a:defRPr>
            </a:lvl9pPr>
          </a:lstStyle>
          <a:p>
            <a:endParaRPr/>
          </a:p>
        </p:txBody>
      </p:sp>
      <p:sp>
        <p:nvSpPr>
          <p:cNvPr id="18" name="Google Shape;18;p3"/>
          <p:cNvSpPr txBox="1">
            <a:spLocks noGrp="1"/>
          </p:cNvSpPr>
          <p:nvPr>
            <p:ph type="title" idx="2" hasCustomPrompt="1"/>
          </p:nvPr>
        </p:nvSpPr>
        <p:spPr>
          <a:xfrm>
            <a:off x="720000" y="1337825"/>
            <a:ext cx="3150900" cy="841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2"/>
              </a:buClr>
              <a:buSzPts val="6000"/>
              <a:buNone/>
              <a:defRPr sz="6000">
                <a:solidFill>
                  <a:schemeClr val="lt2"/>
                </a:solidFill>
              </a:defRPr>
            </a:lvl1pPr>
            <a:lvl2pPr lvl="1" rtl="0">
              <a:spcBef>
                <a:spcPts val="0"/>
              </a:spcBef>
              <a:spcAft>
                <a:spcPts val="0"/>
              </a:spcAft>
              <a:buClr>
                <a:schemeClr val="lt2"/>
              </a:buClr>
              <a:buSzPts val="6000"/>
              <a:buNone/>
              <a:defRPr sz="6000">
                <a:solidFill>
                  <a:schemeClr val="lt2"/>
                </a:solidFill>
              </a:defRPr>
            </a:lvl2pPr>
            <a:lvl3pPr lvl="2" rtl="0">
              <a:spcBef>
                <a:spcPts val="0"/>
              </a:spcBef>
              <a:spcAft>
                <a:spcPts val="0"/>
              </a:spcAft>
              <a:buClr>
                <a:schemeClr val="lt2"/>
              </a:buClr>
              <a:buSzPts val="6000"/>
              <a:buNone/>
              <a:defRPr sz="6000">
                <a:solidFill>
                  <a:schemeClr val="lt2"/>
                </a:solidFill>
              </a:defRPr>
            </a:lvl3pPr>
            <a:lvl4pPr lvl="3" rtl="0">
              <a:spcBef>
                <a:spcPts val="0"/>
              </a:spcBef>
              <a:spcAft>
                <a:spcPts val="0"/>
              </a:spcAft>
              <a:buClr>
                <a:schemeClr val="lt2"/>
              </a:buClr>
              <a:buSzPts val="6000"/>
              <a:buNone/>
              <a:defRPr sz="6000">
                <a:solidFill>
                  <a:schemeClr val="lt2"/>
                </a:solidFill>
              </a:defRPr>
            </a:lvl4pPr>
            <a:lvl5pPr lvl="4" rtl="0">
              <a:spcBef>
                <a:spcPts val="0"/>
              </a:spcBef>
              <a:spcAft>
                <a:spcPts val="0"/>
              </a:spcAft>
              <a:buClr>
                <a:schemeClr val="lt2"/>
              </a:buClr>
              <a:buSzPts val="6000"/>
              <a:buNone/>
              <a:defRPr sz="6000">
                <a:solidFill>
                  <a:schemeClr val="lt2"/>
                </a:solidFill>
              </a:defRPr>
            </a:lvl5pPr>
            <a:lvl6pPr lvl="5" rtl="0">
              <a:spcBef>
                <a:spcPts val="0"/>
              </a:spcBef>
              <a:spcAft>
                <a:spcPts val="0"/>
              </a:spcAft>
              <a:buClr>
                <a:schemeClr val="lt2"/>
              </a:buClr>
              <a:buSzPts val="6000"/>
              <a:buNone/>
              <a:defRPr sz="6000">
                <a:solidFill>
                  <a:schemeClr val="lt2"/>
                </a:solidFill>
              </a:defRPr>
            </a:lvl6pPr>
            <a:lvl7pPr lvl="6" rtl="0">
              <a:spcBef>
                <a:spcPts val="0"/>
              </a:spcBef>
              <a:spcAft>
                <a:spcPts val="0"/>
              </a:spcAft>
              <a:buClr>
                <a:schemeClr val="lt2"/>
              </a:buClr>
              <a:buSzPts val="6000"/>
              <a:buNone/>
              <a:defRPr sz="6000">
                <a:solidFill>
                  <a:schemeClr val="lt2"/>
                </a:solidFill>
              </a:defRPr>
            </a:lvl7pPr>
            <a:lvl8pPr lvl="7" rtl="0">
              <a:spcBef>
                <a:spcPts val="0"/>
              </a:spcBef>
              <a:spcAft>
                <a:spcPts val="0"/>
              </a:spcAft>
              <a:buClr>
                <a:schemeClr val="lt2"/>
              </a:buClr>
              <a:buSzPts val="6000"/>
              <a:buNone/>
              <a:defRPr sz="6000">
                <a:solidFill>
                  <a:schemeClr val="lt2"/>
                </a:solidFill>
              </a:defRPr>
            </a:lvl8pPr>
            <a:lvl9pPr lvl="8" rtl="0">
              <a:spcBef>
                <a:spcPts val="0"/>
              </a:spcBef>
              <a:spcAft>
                <a:spcPts val="0"/>
              </a:spcAft>
              <a:buClr>
                <a:schemeClr val="lt2"/>
              </a:buClr>
              <a:buSzPts val="6000"/>
              <a:buNone/>
              <a:defRPr sz="6000">
                <a:solidFill>
                  <a:schemeClr val="lt2"/>
                </a:solidFill>
              </a:defRPr>
            </a:lvl9pPr>
          </a:lstStyle>
          <a:p>
            <a:r>
              <a:t>xx%</a:t>
            </a:r>
          </a:p>
        </p:txBody>
      </p:sp>
      <p:sp>
        <p:nvSpPr>
          <p:cNvPr id="19" name="Google Shape;19;p3"/>
          <p:cNvSpPr txBox="1">
            <a:spLocks noGrp="1"/>
          </p:cNvSpPr>
          <p:nvPr>
            <p:ph type="subTitle" idx="1"/>
          </p:nvPr>
        </p:nvSpPr>
        <p:spPr>
          <a:xfrm>
            <a:off x="720000" y="3132175"/>
            <a:ext cx="4646100" cy="7134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accent1"/>
              </a:buClr>
              <a:buSzPts val="1400"/>
              <a:buFont typeface="Raleway"/>
              <a:buNone/>
              <a:defRPr>
                <a:solidFill>
                  <a:schemeClr val="accent1"/>
                </a:solidFill>
                <a:latin typeface="Raleway"/>
                <a:ea typeface="Raleway"/>
                <a:cs typeface="Raleway"/>
                <a:sym typeface="Raleway"/>
              </a:defRPr>
            </a:lvl1pPr>
            <a:lvl2pPr lvl="1" rtl="0">
              <a:lnSpc>
                <a:spcPct val="100000"/>
              </a:lnSpc>
              <a:spcBef>
                <a:spcPts val="0"/>
              </a:spcBef>
              <a:spcAft>
                <a:spcPts val="0"/>
              </a:spcAft>
              <a:buClr>
                <a:schemeClr val="lt2"/>
              </a:buClr>
              <a:buSzPts val="1400"/>
              <a:buFont typeface="Raleway"/>
              <a:buNone/>
              <a:defRPr>
                <a:solidFill>
                  <a:schemeClr val="lt2"/>
                </a:solidFill>
                <a:latin typeface="Raleway"/>
                <a:ea typeface="Raleway"/>
                <a:cs typeface="Raleway"/>
                <a:sym typeface="Raleway"/>
              </a:defRPr>
            </a:lvl2pPr>
            <a:lvl3pPr lvl="2" rtl="0">
              <a:lnSpc>
                <a:spcPct val="100000"/>
              </a:lnSpc>
              <a:spcBef>
                <a:spcPts val="0"/>
              </a:spcBef>
              <a:spcAft>
                <a:spcPts val="0"/>
              </a:spcAft>
              <a:buClr>
                <a:schemeClr val="lt2"/>
              </a:buClr>
              <a:buSzPts val="1400"/>
              <a:buFont typeface="Raleway"/>
              <a:buNone/>
              <a:defRPr>
                <a:solidFill>
                  <a:schemeClr val="lt2"/>
                </a:solidFill>
                <a:latin typeface="Raleway"/>
                <a:ea typeface="Raleway"/>
                <a:cs typeface="Raleway"/>
                <a:sym typeface="Raleway"/>
              </a:defRPr>
            </a:lvl3pPr>
            <a:lvl4pPr lvl="3" rtl="0">
              <a:lnSpc>
                <a:spcPct val="100000"/>
              </a:lnSpc>
              <a:spcBef>
                <a:spcPts val="0"/>
              </a:spcBef>
              <a:spcAft>
                <a:spcPts val="0"/>
              </a:spcAft>
              <a:buClr>
                <a:schemeClr val="lt2"/>
              </a:buClr>
              <a:buSzPts val="1400"/>
              <a:buFont typeface="Raleway"/>
              <a:buNone/>
              <a:defRPr>
                <a:solidFill>
                  <a:schemeClr val="lt2"/>
                </a:solidFill>
                <a:latin typeface="Raleway"/>
                <a:ea typeface="Raleway"/>
                <a:cs typeface="Raleway"/>
                <a:sym typeface="Raleway"/>
              </a:defRPr>
            </a:lvl4pPr>
            <a:lvl5pPr lvl="4" rtl="0">
              <a:lnSpc>
                <a:spcPct val="100000"/>
              </a:lnSpc>
              <a:spcBef>
                <a:spcPts val="0"/>
              </a:spcBef>
              <a:spcAft>
                <a:spcPts val="0"/>
              </a:spcAft>
              <a:buClr>
                <a:schemeClr val="lt2"/>
              </a:buClr>
              <a:buSzPts val="1400"/>
              <a:buFont typeface="Raleway"/>
              <a:buNone/>
              <a:defRPr>
                <a:solidFill>
                  <a:schemeClr val="lt2"/>
                </a:solidFill>
                <a:latin typeface="Raleway"/>
                <a:ea typeface="Raleway"/>
                <a:cs typeface="Raleway"/>
                <a:sym typeface="Raleway"/>
              </a:defRPr>
            </a:lvl5pPr>
            <a:lvl6pPr lvl="5" rtl="0">
              <a:lnSpc>
                <a:spcPct val="100000"/>
              </a:lnSpc>
              <a:spcBef>
                <a:spcPts val="0"/>
              </a:spcBef>
              <a:spcAft>
                <a:spcPts val="0"/>
              </a:spcAft>
              <a:buClr>
                <a:schemeClr val="lt2"/>
              </a:buClr>
              <a:buSzPts val="1400"/>
              <a:buFont typeface="Raleway"/>
              <a:buNone/>
              <a:defRPr>
                <a:solidFill>
                  <a:schemeClr val="lt2"/>
                </a:solidFill>
                <a:latin typeface="Raleway"/>
                <a:ea typeface="Raleway"/>
                <a:cs typeface="Raleway"/>
                <a:sym typeface="Raleway"/>
              </a:defRPr>
            </a:lvl6pPr>
            <a:lvl7pPr lvl="6" rtl="0">
              <a:lnSpc>
                <a:spcPct val="100000"/>
              </a:lnSpc>
              <a:spcBef>
                <a:spcPts val="0"/>
              </a:spcBef>
              <a:spcAft>
                <a:spcPts val="0"/>
              </a:spcAft>
              <a:buClr>
                <a:schemeClr val="lt2"/>
              </a:buClr>
              <a:buSzPts val="1400"/>
              <a:buFont typeface="Raleway"/>
              <a:buNone/>
              <a:defRPr>
                <a:solidFill>
                  <a:schemeClr val="lt2"/>
                </a:solidFill>
                <a:latin typeface="Raleway"/>
                <a:ea typeface="Raleway"/>
                <a:cs typeface="Raleway"/>
                <a:sym typeface="Raleway"/>
              </a:defRPr>
            </a:lvl7pPr>
            <a:lvl8pPr lvl="7" rtl="0">
              <a:lnSpc>
                <a:spcPct val="100000"/>
              </a:lnSpc>
              <a:spcBef>
                <a:spcPts val="0"/>
              </a:spcBef>
              <a:spcAft>
                <a:spcPts val="0"/>
              </a:spcAft>
              <a:buClr>
                <a:schemeClr val="lt2"/>
              </a:buClr>
              <a:buSzPts val="1400"/>
              <a:buFont typeface="Raleway"/>
              <a:buNone/>
              <a:defRPr>
                <a:solidFill>
                  <a:schemeClr val="lt2"/>
                </a:solidFill>
                <a:latin typeface="Raleway"/>
                <a:ea typeface="Raleway"/>
                <a:cs typeface="Raleway"/>
                <a:sym typeface="Raleway"/>
              </a:defRPr>
            </a:lvl8pPr>
            <a:lvl9pPr lvl="8" rtl="0">
              <a:lnSpc>
                <a:spcPct val="100000"/>
              </a:lnSpc>
              <a:spcBef>
                <a:spcPts val="0"/>
              </a:spcBef>
              <a:spcAft>
                <a:spcPts val="0"/>
              </a:spcAft>
              <a:buClr>
                <a:schemeClr val="lt2"/>
              </a:buClr>
              <a:buSzPts val="1400"/>
              <a:buFont typeface="Raleway"/>
              <a:buNone/>
              <a:defRPr>
                <a:solidFill>
                  <a:schemeClr val="lt2"/>
                </a:solidFill>
                <a:latin typeface="Raleway"/>
                <a:ea typeface="Raleway"/>
                <a:cs typeface="Raleway"/>
                <a:sym typeface="Raleway"/>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p:nvPr/>
        </p:nvSpPr>
        <p:spPr>
          <a:xfrm>
            <a:off x="69990" y="1216025"/>
            <a:ext cx="752150" cy="766082"/>
          </a:xfrm>
          <a:custGeom>
            <a:avLst/>
            <a:gdLst/>
            <a:ahLst/>
            <a:cxnLst/>
            <a:rect l="l" t="t" r="r" b="b"/>
            <a:pathLst>
              <a:path w="70724" h="72034" extrusionOk="0">
                <a:moveTo>
                  <a:pt x="24800" y="50445"/>
                </a:moveTo>
                <a:cubicBezTo>
                  <a:pt x="24800" y="50445"/>
                  <a:pt x="27715" y="72033"/>
                  <a:pt x="39249" y="68020"/>
                </a:cubicBezTo>
                <a:cubicBezTo>
                  <a:pt x="46642" y="65485"/>
                  <a:pt x="50233" y="57416"/>
                  <a:pt x="50360" y="53909"/>
                </a:cubicBezTo>
                <a:cubicBezTo>
                  <a:pt x="52810" y="55134"/>
                  <a:pt x="55472" y="55768"/>
                  <a:pt x="58218" y="55768"/>
                </a:cubicBezTo>
                <a:cubicBezTo>
                  <a:pt x="63584" y="55768"/>
                  <a:pt x="69160" y="53233"/>
                  <a:pt x="69752" y="45206"/>
                </a:cubicBezTo>
                <a:cubicBezTo>
                  <a:pt x="70724" y="32109"/>
                  <a:pt x="60077" y="29194"/>
                  <a:pt x="60077" y="29194"/>
                </a:cubicBezTo>
                <a:cubicBezTo>
                  <a:pt x="60077" y="29194"/>
                  <a:pt x="67597" y="21843"/>
                  <a:pt x="61767" y="16055"/>
                </a:cubicBezTo>
                <a:cubicBezTo>
                  <a:pt x="47952" y="2240"/>
                  <a:pt x="40643" y="16562"/>
                  <a:pt x="40643" y="16562"/>
                </a:cubicBezTo>
                <a:cubicBezTo>
                  <a:pt x="40643" y="16562"/>
                  <a:pt x="33841" y="1"/>
                  <a:pt x="18928" y="10267"/>
                </a:cubicBezTo>
                <a:cubicBezTo>
                  <a:pt x="8704" y="17280"/>
                  <a:pt x="22519" y="30630"/>
                  <a:pt x="22519" y="30630"/>
                </a:cubicBezTo>
                <a:cubicBezTo>
                  <a:pt x="22519" y="30630"/>
                  <a:pt x="0" y="33968"/>
                  <a:pt x="5788" y="47868"/>
                </a:cubicBezTo>
                <a:cubicBezTo>
                  <a:pt x="11703" y="61978"/>
                  <a:pt x="24800" y="50445"/>
                  <a:pt x="24800" y="5044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5"/>
          <p:cNvSpPr/>
          <p:nvPr/>
        </p:nvSpPr>
        <p:spPr>
          <a:xfrm>
            <a:off x="-263965" y="4487400"/>
            <a:ext cx="1958140" cy="766111"/>
          </a:xfrm>
          <a:custGeom>
            <a:avLst/>
            <a:gdLst/>
            <a:ahLst/>
            <a:cxnLst/>
            <a:rect l="l" t="t" r="r" b="b"/>
            <a:pathLst>
              <a:path w="102013" h="39912" extrusionOk="0">
                <a:moveTo>
                  <a:pt x="62361" y="0"/>
                </a:moveTo>
                <a:cubicBezTo>
                  <a:pt x="62157" y="0"/>
                  <a:pt x="61952" y="2"/>
                  <a:pt x="61743" y="7"/>
                </a:cubicBezTo>
                <a:cubicBezTo>
                  <a:pt x="48441" y="1407"/>
                  <a:pt x="47741" y="11544"/>
                  <a:pt x="47741" y="11544"/>
                </a:cubicBezTo>
                <a:cubicBezTo>
                  <a:pt x="47741" y="11544"/>
                  <a:pt x="40191" y="5790"/>
                  <a:pt x="32276" y="5790"/>
                </a:cubicBezTo>
                <a:cubicBezTo>
                  <a:pt x="29685" y="5790"/>
                  <a:pt x="27055" y="6407"/>
                  <a:pt x="24638" y="8044"/>
                </a:cubicBezTo>
                <a:cubicBezTo>
                  <a:pt x="16937" y="12944"/>
                  <a:pt x="16937" y="22746"/>
                  <a:pt x="16937" y="22746"/>
                </a:cubicBezTo>
                <a:cubicBezTo>
                  <a:pt x="15807" y="22610"/>
                  <a:pt x="14768" y="22546"/>
                  <a:pt x="13815" y="22546"/>
                </a:cubicBezTo>
                <a:cubicBezTo>
                  <a:pt x="1" y="22546"/>
                  <a:pt x="3930" y="35983"/>
                  <a:pt x="2935" y="39912"/>
                </a:cubicBezTo>
                <a:lnTo>
                  <a:pt x="99912" y="39912"/>
                </a:lnTo>
                <a:cubicBezTo>
                  <a:pt x="99912" y="39912"/>
                  <a:pt x="102012" y="21710"/>
                  <a:pt x="89046" y="16109"/>
                </a:cubicBezTo>
                <a:cubicBezTo>
                  <a:pt x="85827" y="14645"/>
                  <a:pt x="83219" y="14220"/>
                  <a:pt x="81275" y="14220"/>
                </a:cubicBezTo>
                <a:cubicBezTo>
                  <a:pt x="78567" y="14220"/>
                  <a:pt x="77145" y="15045"/>
                  <a:pt x="77145" y="15045"/>
                </a:cubicBezTo>
                <a:cubicBezTo>
                  <a:pt x="77145" y="15045"/>
                  <a:pt x="79552" y="0"/>
                  <a:pt x="623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subTitle" idx="1"/>
          </p:nvPr>
        </p:nvSpPr>
        <p:spPr>
          <a:xfrm>
            <a:off x="1181425" y="1982100"/>
            <a:ext cx="2907600" cy="5250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1pPr>
            <a:lvl2pPr lvl="1"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2pPr>
            <a:lvl3pPr lvl="2"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3pPr>
            <a:lvl4pPr lvl="3"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4pPr>
            <a:lvl5pPr lvl="4"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5pPr>
            <a:lvl6pPr lvl="5"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6pPr>
            <a:lvl7pPr lvl="6"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7pPr>
            <a:lvl8pPr lvl="7"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8pPr>
            <a:lvl9pPr lvl="8"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9pPr>
          </a:lstStyle>
          <a:p>
            <a:endParaRPr/>
          </a:p>
        </p:txBody>
      </p:sp>
      <p:sp>
        <p:nvSpPr>
          <p:cNvPr id="29" name="Google Shape;29;p5"/>
          <p:cNvSpPr txBox="1">
            <a:spLocks noGrp="1"/>
          </p:cNvSpPr>
          <p:nvPr>
            <p:ph type="subTitle" idx="2"/>
          </p:nvPr>
        </p:nvSpPr>
        <p:spPr>
          <a:xfrm>
            <a:off x="1181425" y="2551250"/>
            <a:ext cx="2907600" cy="11709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1pPr>
            <a:lvl2pPr lvl="1"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9pPr>
          </a:lstStyle>
          <a:p>
            <a:endParaRPr/>
          </a:p>
        </p:txBody>
      </p:sp>
      <p:sp>
        <p:nvSpPr>
          <p:cNvPr id="30" name="Google Shape;30;p5"/>
          <p:cNvSpPr txBox="1">
            <a:spLocks noGrp="1"/>
          </p:cNvSpPr>
          <p:nvPr>
            <p:ph type="subTitle" idx="3"/>
          </p:nvPr>
        </p:nvSpPr>
        <p:spPr>
          <a:xfrm>
            <a:off x="4836300" y="1982100"/>
            <a:ext cx="2907600" cy="5250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1pPr>
            <a:lvl2pPr lvl="1"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2pPr>
            <a:lvl3pPr lvl="2"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3pPr>
            <a:lvl4pPr lvl="3"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4pPr>
            <a:lvl5pPr lvl="4"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5pPr>
            <a:lvl6pPr lvl="5"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6pPr>
            <a:lvl7pPr lvl="6"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7pPr>
            <a:lvl8pPr lvl="7"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8pPr>
            <a:lvl9pPr lvl="8"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9pPr>
          </a:lstStyle>
          <a:p>
            <a:endParaRPr/>
          </a:p>
        </p:txBody>
      </p:sp>
      <p:sp>
        <p:nvSpPr>
          <p:cNvPr id="31" name="Google Shape;31;p5"/>
          <p:cNvSpPr txBox="1">
            <a:spLocks noGrp="1"/>
          </p:cNvSpPr>
          <p:nvPr>
            <p:ph type="subTitle" idx="4"/>
          </p:nvPr>
        </p:nvSpPr>
        <p:spPr>
          <a:xfrm>
            <a:off x="4836300" y="2551250"/>
            <a:ext cx="2907600" cy="11709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1pPr>
            <a:lvl2pPr lvl="1"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9pPr>
          </a:lstStyle>
          <a:p>
            <a:endParaRPr/>
          </a:p>
        </p:txBody>
      </p:sp>
      <p:sp>
        <p:nvSpPr>
          <p:cNvPr id="32" name="Google Shape;32;p5"/>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3500"/>
              <a:buNone/>
              <a:defRPr sz="3500">
                <a:solidFill>
                  <a:schemeClr val="dk2"/>
                </a:solidFill>
              </a:defRPr>
            </a:lvl1pPr>
            <a:lvl2pPr lvl="1" rtl="0">
              <a:spcBef>
                <a:spcPts val="0"/>
              </a:spcBef>
              <a:spcAft>
                <a:spcPts val="0"/>
              </a:spcAft>
              <a:buSzPts val="3500"/>
              <a:buNone/>
              <a:defRPr sz="3500"/>
            </a:lvl2pPr>
            <a:lvl3pPr lvl="2" rtl="0">
              <a:spcBef>
                <a:spcPts val="0"/>
              </a:spcBef>
              <a:spcAft>
                <a:spcPts val="0"/>
              </a:spcAft>
              <a:buSzPts val="3500"/>
              <a:buNone/>
              <a:defRPr sz="3500"/>
            </a:lvl3pPr>
            <a:lvl4pPr lvl="3" rtl="0">
              <a:spcBef>
                <a:spcPts val="0"/>
              </a:spcBef>
              <a:spcAft>
                <a:spcPts val="0"/>
              </a:spcAft>
              <a:buSzPts val="3500"/>
              <a:buNone/>
              <a:defRPr sz="3500"/>
            </a:lvl4pPr>
            <a:lvl5pPr lvl="4" rtl="0">
              <a:spcBef>
                <a:spcPts val="0"/>
              </a:spcBef>
              <a:spcAft>
                <a:spcPts val="0"/>
              </a:spcAft>
              <a:buSzPts val="3500"/>
              <a:buNone/>
              <a:defRPr sz="3500"/>
            </a:lvl5pPr>
            <a:lvl6pPr lvl="5" rtl="0">
              <a:spcBef>
                <a:spcPts val="0"/>
              </a:spcBef>
              <a:spcAft>
                <a:spcPts val="0"/>
              </a:spcAft>
              <a:buSzPts val="3500"/>
              <a:buNone/>
              <a:defRPr sz="3500"/>
            </a:lvl6pPr>
            <a:lvl7pPr lvl="6" rtl="0">
              <a:spcBef>
                <a:spcPts val="0"/>
              </a:spcBef>
              <a:spcAft>
                <a:spcPts val="0"/>
              </a:spcAft>
              <a:buSzPts val="3500"/>
              <a:buNone/>
              <a:defRPr sz="3500"/>
            </a:lvl7pPr>
            <a:lvl8pPr lvl="7" rtl="0">
              <a:spcBef>
                <a:spcPts val="0"/>
              </a:spcBef>
              <a:spcAft>
                <a:spcPts val="0"/>
              </a:spcAft>
              <a:buSzPts val="3500"/>
              <a:buNone/>
              <a:defRPr sz="3500"/>
            </a:lvl8pPr>
            <a:lvl9pPr lvl="8" rtl="0">
              <a:spcBef>
                <a:spcPts val="0"/>
              </a:spcBef>
              <a:spcAft>
                <a:spcPts val="0"/>
              </a:spcAft>
              <a:buSzPts val="3500"/>
              <a:buNone/>
              <a:defRPr sz="35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p:nvPr/>
        </p:nvSpPr>
        <p:spPr>
          <a:xfrm rot="10113988">
            <a:off x="-658442" y="4096462"/>
            <a:ext cx="1396099" cy="908230"/>
          </a:xfrm>
          <a:custGeom>
            <a:avLst/>
            <a:gdLst/>
            <a:ahLst/>
            <a:cxnLst/>
            <a:rect l="l" t="t" r="r" b="b"/>
            <a:pathLst>
              <a:path w="67500" h="43912" extrusionOk="0">
                <a:moveTo>
                  <a:pt x="21557" y="1"/>
                </a:moveTo>
                <a:cubicBezTo>
                  <a:pt x="17132" y="1"/>
                  <a:pt x="12177" y="2194"/>
                  <a:pt x="8938" y="10276"/>
                </a:cubicBezTo>
                <a:cubicBezTo>
                  <a:pt x="8294" y="9906"/>
                  <a:pt x="7576" y="9722"/>
                  <a:pt x="6836" y="9722"/>
                </a:cubicBezTo>
                <a:cubicBezTo>
                  <a:pt x="3733" y="9722"/>
                  <a:pt x="233" y="12959"/>
                  <a:pt x="99" y="19347"/>
                </a:cubicBezTo>
                <a:cubicBezTo>
                  <a:pt x="0" y="24412"/>
                  <a:pt x="3013" y="25537"/>
                  <a:pt x="5297" y="25637"/>
                </a:cubicBezTo>
                <a:cubicBezTo>
                  <a:pt x="4568" y="28682"/>
                  <a:pt x="5727" y="31860"/>
                  <a:pt x="8210" y="33747"/>
                </a:cubicBezTo>
                <a:cubicBezTo>
                  <a:pt x="8309" y="33846"/>
                  <a:pt x="8375" y="33946"/>
                  <a:pt x="8475" y="34045"/>
                </a:cubicBezTo>
                <a:cubicBezTo>
                  <a:pt x="10310" y="35968"/>
                  <a:pt x="12469" y="36479"/>
                  <a:pt x="14239" y="36479"/>
                </a:cubicBezTo>
                <a:cubicBezTo>
                  <a:pt x="15821" y="36479"/>
                  <a:pt x="17092" y="36071"/>
                  <a:pt x="17545" y="35899"/>
                </a:cubicBezTo>
                <a:lnTo>
                  <a:pt x="17744" y="35866"/>
                </a:lnTo>
                <a:cubicBezTo>
                  <a:pt x="17936" y="36225"/>
                  <a:pt x="18405" y="42343"/>
                  <a:pt x="28679" y="42343"/>
                </a:cubicBezTo>
                <a:cubicBezTo>
                  <a:pt x="32600" y="42343"/>
                  <a:pt x="37948" y="41452"/>
                  <a:pt x="45253" y="39011"/>
                </a:cubicBezTo>
                <a:cubicBezTo>
                  <a:pt x="47056" y="41182"/>
                  <a:pt x="51065" y="43912"/>
                  <a:pt x="55106" y="43912"/>
                </a:cubicBezTo>
                <a:cubicBezTo>
                  <a:pt x="57595" y="43912"/>
                  <a:pt x="60097" y="42876"/>
                  <a:pt x="62103" y="40037"/>
                </a:cubicBezTo>
                <a:cubicBezTo>
                  <a:pt x="67499" y="32423"/>
                  <a:pt x="61210" y="27060"/>
                  <a:pt x="61210" y="27060"/>
                </a:cubicBezTo>
                <a:cubicBezTo>
                  <a:pt x="61210" y="27060"/>
                  <a:pt x="66937" y="22094"/>
                  <a:pt x="64884" y="16566"/>
                </a:cubicBezTo>
                <a:cubicBezTo>
                  <a:pt x="62699" y="10740"/>
                  <a:pt x="53430" y="9780"/>
                  <a:pt x="53430" y="9780"/>
                </a:cubicBezTo>
                <a:cubicBezTo>
                  <a:pt x="53430" y="9780"/>
                  <a:pt x="51212" y="2695"/>
                  <a:pt x="44492" y="808"/>
                </a:cubicBezTo>
                <a:cubicBezTo>
                  <a:pt x="43453" y="512"/>
                  <a:pt x="42306" y="340"/>
                  <a:pt x="41041" y="340"/>
                </a:cubicBezTo>
                <a:cubicBezTo>
                  <a:pt x="38356" y="340"/>
                  <a:pt x="35142" y="1112"/>
                  <a:pt x="31317" y="3093"/>
                </a:cubicBezTo>
                <a:cubicBezTo>
                  <a:pt x="31317" y="3093"/>
                  <a:pt x="26810" y="1"/>
                  <a:pt x="215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3500"/>
              <a:buNone/>
              <a:defRPr sz="3500">
                <a:solidFill>
                  <a:schemeClr val="dk2"/>
                </a:solidFill>
              </a:defRPr>
            </a:lvl1pPr>
            <a:lvl2pPr lvl="1" rtl="0">
              <a:spcBef>
                <a:spcPts val="0"/>
              </a:spcBef>
              <a:spcAft>
                <a:spcPts val="0"/>
              </a:spcAft>
              <a:buSzPts val="3500"/>
              <a:buNone/>
              <a:defRPr sz="3500"/>
            </a:lvl2pPr>
            <a:lvl3pPr lvl="2" rtl="0">
              <a:spcBef>
                <a:spcPts val="0"/>
              </a:spcBef>
              <a:spcAft>
                <a:spcPts val="0"/>
              </a:spcAft>
              <a:buSzPts val="3500"/>
              <a:buNone/>
              <a:defRPr sz="3500"/>
            </a:lvl3pPr>
            <a:lvl4pPr lvl="3" rtl="0">
              <a:spcBef>
                <a:spcPts val="0"/>
              </a:spcBef>
              <a:spcAft>
                <a:spcPts val="0"/>
              </a:spcAft>
              <a:buSzPts val="3500"/>
              <a:buNone/>
              <a:defRPr sz="3500"/>
            </a:lvl4pPr>
            <a:lvl5pPr lvl="4" rtl="0">
              <a:spcBef>
                <a:spcPts val="0"/>
              </a:spcBef>
              <a:spcAft>
                <a:spcPts val="0"/>
              </a:spcAft>
              <a:buSzPts val="3500"/>
              <a:buNone/>
              <a:defRPr sz="3500"/>
            </a:lvl5pPr>
            <a:lvl6pPr lvl="5" rtl="0">
              <a:spcBef>
                <a:spcPts val="0"/>
              </a:spcBef>
              <a:spcAft>
                <a:spcPts val="0"/>
              </a:spcAft>
              <a:buSzPts val="3500"/>
              <a:buNone/>
              <a:defRPr sz="3500"/>
            </a:lvl6pPr>
            <a:lvl7pPr lvl="6" rtl="0">
              <a:spcBef>
                <a:spcPts val="0"/>
              </a:spcBef>
              <a:spcAft>
                <a:spcPts val="0"/>
              </a:spcAft>
              <a:buSzPts val="3500"/>
              <a:buNone/>
              <a:defRPr sz="3500"/>
            </a:lvl7pPr>
            <a:lvl8pPr lvl="7" rtl="0">
              <a:spcBef>
                <a:spcPts val="0"/>
              </a:spcBef>
              <a:spcAft>
                <a:spcPts val="0"/>
              </a:spcAft>
              <a:buSzPts val="3500"/>
              <a:buNone/>
              <a:defRPr sz="3500"/>
            </a:lvl8pPr>
            <a:lvl9pPr lvl="8" rtl="0">
              <a:spcBef>
                <a:spcPts val="0"/>
              </a:spcBef>
              <a:spcAft>
                <a:spcPts val="0"/>
              </a:spcAft>
              <a:buSzPts val="3500"/>
              <a:buNone/>
              <a:defRPr sz="35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36"/>
        <p:cNvGrpSpPr/>
        <p:nvPr/>
      </p:nvGrpSpPr>
      <p:grpSpPr>
        <a:xfrm>
          <a:off x="0" y="0"/>
          <a:ext cx="0" cy="0"/>
          <a:chOff x="0" y="0"/>
          <a:chExt cx="0" cy="0"/>
        </a:xfrm>
      </p:grpSpPr>
      <p:sp>
        <p:nvSpPr>
          <p:cNvPr id="37" name="Google Shape;37;p7"/>
          <p:cNvSpPr/>
          <p:nvPr/>
        </p:nvSpPr>
        <p:spPr>
          <a:xfrm rot="1238632">
            <a:off x="-521911" y="162769"/>
            <a:ext cx="1147523" cy="744469"/>
          </a:xfrm>
          <a:custGeom>
            <a:avLst/>
            <a:gdLst/>
            <a:ahLst/>
            <a:cxnLst/>
            <a:rect l="l" t="t" r="r" b="b"/>
            <a:pathLst>
              <a:path w="115591" h="74991" extrusionOk="0">
                <a:moveTo>
                  <a:pt x="25095" y="72118"/>
                </a:moveTo>
                <a:cubicBezTo>
                  <a:pt x="29362" y="72118"/>
                  <a:pt x="33925" y="70005"/>
                  <a:pt x="37390" y="65696"/>
                </a:cubicBezTo>
                <a:cubicBezTo>
                  <a:pt x="40685" y="69498"/>
                  <a:pt x="41530" y="74991"/>
                  <a:pt x="52895" y="73977"/>
                </a:cubicBezTo>
                <a:cubicBezTo>
                  <a:pt x="66498" y="72751"/>
                  <a:pt x="65696" y="58936"/>
                  <a:pt x="65696" y="58936"/>
                </a:cubicBezTo>
                <a:cubicBezTo>
                  <a:pt x="65696" y="58936"/>
                  <a:pt x="72540" y="69794"/>
                  <a:pt x="84116" y="65780"/>
                </a:cubicBezTo>
                <a:cubicBezTo>
                  <a:pt x="91509" y="63246"/>
                  <a:pt x="95058" y="55176"/>
                  <a:pt x="95227" y="51670"/>
                </a:cubicBezTo>
                <a:cubicBezTo>
                  <a:pt x="97635" y="52895"/>
                  <a:pt x="100339" y="53529"/>
                  <a:pt x="103085" y="53529"/>
                </a:cubicBezTo>
                <a:cubicBezTo>
                  <a:pt x="108408" y="53529"/>
                  <a:pt x="113985" y="50994"/>
                  <a:pt x="114619" y="42967"/>
                </a:cubicBezTo>
                <a:cubicBezTo>
                  <a:pt x="115591" y="29870"/>
                  <a:pt x="104902" y="26955"/>
                  <a:pt x="104902" y="26955"/>
                </a:cubicBezTo>
                <a:cubicBezTo>
                  <a:pt x="104902" y="26955"/>
                  <a:pt x="112464" y="19603"/>
                  <a:pt x="106634" y="13815"/>
                </a:cubicBezTo>
                <a:cubicBezTo>
                  <a:pt x="92819" y="0"/>
                  <a:pt x="85510" y="14322"/>
                  <a:pt x="85510" y="14322"/>
                </a:cubicBezTo>
                <a:cubicBezTo>
                  <a:pt x="85510" y="14322"/>
                  <a:pt x="86482" y="1395"/>
                  <a:pt x="68400" y="1352"/>
                </a:cubicBezTo>
                <a:cubicBezTo>
                  <a:pt x="58176" y="1310"/>
                  <a:pt x="59021" y="10182"/>
                  <a:pt x="59021" y="10182"/>
                </a:cubicBezTo>
                <a:cubicBezTo>
                  <a:pt x="53613" y="5831"/>
                  <a:pt x="46642" y="4056"/>
                  <a:pt x="39840" y="5324"/>
                </a:cubicBezTo>
                <a:cubicBezTo>
                  <a:pt x="33672" y="8323"/>
                  <a:pt x="29574" y="12379"/>
                  <a:pt x="31686" y="22645"/>
                </a:cubicBezTo>
                <a:cubicBezTo>
                  <a:pt x="31686" y="22645"/>
                  <a:pt x="15590" y="18674"/>
                  <a:pt x="10773" y="27377"/>
                </a:cubicBezTo>
                <a:cubicBezTo>
                  <a:pt x="3929" y="40009"/>
                  <a:pt x="20026" y="43347"/>
                  <a:pt x="20026" y="43347"/>
                </a:cubicBezTo>
                <a:cubicBezTo>
                  <a:pt x="0" y="57753"/>
                  <a:pt x="16899" y="72118"/>
                  <a:pt x="25095" y="7211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3500"/>
              <a:buNone/>
              <a:defRPr sz="3500">
                <a:solidFill>
                  <a:schemeClr val="dk2"/>
                </a:solidFill>
              </a:defRPr>
            </a:lvl1pPr>
            <a:lvl2pPr lvl="1" rtl="0">
              <a:spcBef>
                <a:spcPts val="0"/>
              </a:spcBef>
              <a:spcAft>
                <a:spcPts val="0"/>
              </a:spcAft>
              <a:buSzPts val="3500"/>
              <a:buNone/>
              <a:defRPr sz="3500"/>
            </a:lvl2pPr>
            <a:lvl3pPr lvl="2" rtl="0">
              <a:spcBef>
                <a:spcPts val="0"/>
              </a:spcBef>
              <a:spcAft>
                <a:spcPts val="0"/>
              </a:spcAft>
              <a:buSzPts val="3500"/>
              <a:buNone/>
              <a:defRPr sz="3500"/>
            </a:lvl3pPr>
            <a:lvl4pPr lvl="3" rtl="0">
              <a:spcBef>
                <a:spcPts val="0"/>
              </a:spcBef>
              <a:spcAft>
                <a:spcPts val="0"/>
              </a:spcAft>
              <a:buSzPts val="3500"/>
              <a:buNone/>
              <a:defRPr sz="3500"/>
            </a:lvl4pPr>
            <a:lvl5pPr lvl="4" rtl="0">
              <a:spcBef>
                <a:spcPts val="0"/>
              </a:spcBef>
              <a:spcAft>
                <a:spcPts val="0"/>
              </a:spcAft>
              <a:buSzPts val="3500"/>
              <a:buNone/>
              <a:defRPr sz="3500"/>
            </a:lvl5pPr>
            <a:lvl6pPr lvl="5" rtl="0">
              <a:spcBef>
                <a:spcPts val="0"/>
              </a:spcBef>
              <a:spcAft>
                <a:spcPts val="0"/>
              </a:spcAft>
              <a:buSzPts val="3500"/>
              <a:buNone/>
              <a:defRPr sz="3500"/>
            </a:lvl6pPr>
            <a:lvl7pPr lvl="6" rtl="0">
              <a:spcBef>
                <a:spcPts val="0"/>
              </a:spcBef>
              <a:spcAft>
                <a:spcPts val="0"/>
              </a:spcAft>
              <a:buSzPts val="3500"/>
              <a:buNone/>
              <a:defRPr sz="3500"/>
            </a:lvl7pPr>
            <a:lvl8pPr lvl="7" rtl="0">
              <a:spcBef>
                <a:spcPts val="0"/>
              </a:spcBef>
              <a:spcAft>
                <a:spcPts val="0"/>
              </a:spcAft>
              <a:buSzPts val="3500"/>
              <a:buNone/>
              <a:defRPr sz="3500"/>
            </a:lvl8pPr>
            <a:lvl9pPr lvl="8" rtl="0">
              <a:spcBef>
                <a:spcPts val="0"/>
              </a:spcBef>
              <a:spcAft>
                <a:spcPts val="0"/>
              </a:spcAft>
              <a:buSzPts val="3500"/>
              <a:buNone/>
              <a:defRPr sz="3500"/>
            </a:lvl9pPr>
          </a:lstStyle>
          <a:p>
            <a:endParaRPr/>
          </a:p>
        </p:txBody>
      </p:sp>
      <p:sp>
        <p:nvSpPr>
          <p:cNvPr id="39" name="Google Shape;39;p7"/>
          <p:cNvSpPr/>
          <p:nvPr/>
        </p:nvSpPr>
        <p:spPr>
          <a:xfrm rot="8770489">
            <a:off x="8377041" y="4262084"/>
            <a:ext cx="977335" cy="995438"/>
          </a:xfrm>
          <a:custGeom>
            <a:avLst/>
            <a:gdLst/>
            <a:ahLst/>
            <a:cxnLst/>
            <a:rect l="l" t="t" r="r" b="b"/>
            <a:pathLst>
              <a:path w="70724" h="72034" extrusionOk="0">
                <a:moveTo>
                  <a:pt x="24800" y="50445"/>
                </a:moveTo>
                <a:cubicBezTo>
                  <a:pt x="24800" y="50445"/>
                  <a:pt x="27715" y="72033"/>
                  <a:pt x="39249" y="68020"/>
                </a:cubicBezTo>
                <a:cubicBezTo>
                  <a:pt x="46642" y="65485"/>
                  <a:pt x="50233" y="57416"/>
                  <a:pt x="50360" y="53909"/>
                </a:cubicBezTo>
                <a:cubicBezTo>
                  <a:pt x="52810" y="55134"/>
                  <a:pt x="55472" y="55768"/>
                  <a:pt x="58218" y="55768"/>
                </a:cubicBezTo>
                <a:cubicBezTo>
                  <a:pt x="63584" y="55768"/>
                  <a:pt x="69160" y="53233"/>
                  <a:pt x="69752" y="45206"/>
                </a:cubicBezTo>
                <a:cubicBezTo>
                  <a:pt x="70724" y="32109"/>
                  <a:pt x="60077" y="29194"/>
                  <a:pt x="60077" y="29194"/>
                </a:cubicBezTo>
                <a:cubicBezTo>
                  <a:pt x="60077" y="29194"/>
                  <a:pt x="67597" y="21843"/>
                  <a:pt x="61767" y="16055"/>
                </a:cubicBezTo>
                <a:cubicBezTo>
                  <a:pt x="47952" y="2240"/>
                  <a:pt x="40643" y="16562"/>
                  <a:pt x="40643" y="16562"/>
                </a:cubicBezTo>
                <a:cubicBezTo>
                  <a:pt x="40643" y="16562"/>
                  <a:pt x="33841" y="1"/>
                  <a:pt x="18928" y="10267"/>
                </a:cubicBezTo>
                <a:cubicBezTo>
                  <a:pt x="8704" y="17280"/>
                  <a:pt x="22519" y="30630"/>
                  <a:pt x="22519" y="30630"/>
                </a:cubicBezTo>
                <a:cubicBezTo>
                  <a:pt x="22519" y="30630"/>
                  <a:pt x="0" y="33968"/>
                  <a:pt x="5788" y="47868"/>
                </a:cubicBezTo>
                <a:cubicBezTo>
                  <a:pt x="11703" y="61978"/>
                  <a:pt x="24800" y="50445"/>
                  <a:pt x="24800" y="5044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0"/>
        <p:cNvGrpSpPr/>
        <p:nvPr/>
      </p:nvGrpSpPr>
      <p:grpSpPr>
        <a:xfrm>
          <a:off x="0" y="0"/>
          <a:ext cx="0" cy="0"/>
          <a:chOff x="0" y="0"/>
          <a:chExt cx="0" cy="0"/>
        </a:xfrm>
      </p:grpSpPr>
      <p:sp>
        <p:nvSpPr>
          <p:cNvPr id="41" name="Google Shape;41;p8"/>
          <p:cNvSpPr/>
          <p:nvPr/>
        </p:nvSpPr>
        <p:spPr>
          <a:xfrm>
            <a:off x="7882729" y="3863772"/>
            <a:ext cx="1661656" cy="945576"/>
          </a:xfrm>
          <a:custGeom>
            <a:avLst/>
            <a:gdLst/>
            <a:ahLst/>
            <a:cxnLst/>
            <a:rect l="l" t="t" r="r" b="b"/>
            <a:pathLst>
              <a:path w="104016" h="59191" extrusionOk="0">
                <a:moveTo>
                  <a:pt x="46431" y="1"/>
                </a:moveTo>
                <a:cubicBezTo>
                  <a:pt x="30208" y="1"/>
                  <a:pt x="30335" y="11492"/>
                  <a:pt x="30335" y="11492"/>
                </a:cubicBezTo>
                <a:cubicBezTo>
                  <a:pt x="30335" y="11492"/>
                  <a:pt x="21885" y="6465"/>
                  <a:pt x="14914" y="13225"/>
                </a:cubicBezTo>
                <a:cubicBezTo>
                  <a:pt x="8028" y="19900"/>
                  <a:pt x="17703" y="24843"/>
                  <a:pt x="17703" y="24843"/>
                </a:cubicBezTo>
                <a:cubicBezTo>
                  <a:pt x="17703" y="24843"/>
                  <a:pt x="1" y="31138"/>
                  <a:pt x="4310" y="39799"/>
                </a:cubicBezTo>
                <a:cubicBezTo>
                  <a:pt x="7479" y="46051"/>
                  <a:pt x="13816" y="47361"/>
                  <a:pt x="18590" y="47361"/>
                </a:cubicBezTo>
                <a:cubicBezTo>
                  <a:pt x="20660" y="47361"/>
                  <a:pt x="22688" y="47150"/>
                  <a:pt x="24716" y="46643"/>
                </a:cubicBezTo>
                <a:cubicBezTo>
                  <a:pt x="24716" y="46643"/>
                  <a:pt x="27082" y="54966"/>
                  <a:pt x="38446" y="56782"/>
                </a:cubicBezTo>
                <a:cubicBezTo>
                  <a:pt x="48332" y="59190"/>
                  <a:pt x="55345" y="51332"/>
                  <a:pt x="55345" y="51332"/>
                </a:cubicBezTo>
                <a:cubicBezTo>
                  <a:pt x="55345" y="51332"/>
                  <a:pt x="60838" y="56402"/>
                  <a:pt x="68696" y="56402"/>
                </a:cubicBezTo>
                <a:cubicBezTo>
                  <a:pt x="72963" y="56402"/>
                  <a:pt x="77314" y="54585"/>
                  <a:pt x="80061" y="51332"/>
                </a:cubicBezTo>
                <a:cubicBezTo>
                  <a:pt x="82553" y="52600"/>
                  <a:pt x="83863" y="56740"/>
                  <a:pt x="90834" y="53360"/>
                </a:cubicBezTo>
                <a:cubicBezTo>
                  <a:pt x="99072" y="49431"/>
                  <a:pt x="95735" y="44108"/>
                  <a:pt x="96115" y="43052"/>
                </a:cubicBezTo>
                <a:cubicBezTo>
                  <a:pt x="96115" y="43052"/>
                  <a:pt x="103170" y="40897"/>
                  <a:pt x="103973" y="35827"/>
                </a:cubicBezTo>
                <a:cubicBezTo>
                  <a:pt x="104015" y="19266"/>
                  <a:pt x="83863" y="19942"/>
                  <a:pt x="83863" y="19942"/>
                </a:cubicBezTo>
                <a:cubicBezTo>
                  <a:pt x="83863" y="19942"/>
                  <a:pt x="89609" y="8028"/>
                  <a:pt x="78624" y="3719"/>
                </a:cubicBezTo>
                <a:cubicBezTo>
                  <a:pt x="64387" y="2536"/>
                  <a:pt x="61978" y="9929"/>
                  <a:pt x="58599" y="11281"/>
                </a:cubicBezTo>
                <a:cubicBezTo>
                  <a:pt x="58599" y="11281"/>
                  <a:pt x="54120" y="1"/>
                  <a:pt x="464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8"/>
          <p:cNvSpPr/>
          <p:nvPr/>
        </p:nvSpPr>
        <p:spPr>
          <a:xfrm>
            <a:off x="-188300" y="4711474"/>
            <a:ext cx="1477268" cy="572660"/>
          </a:xfrm>
          <a:custGeom>
            <a:avLst/>
            <a:gdLst/>
            <a:ahLst/>
            <a:cxnLst/>
            <a:rect l="l" t="t" r="r" b="b"/>
            <a:pathLst>
              <a:path w="115254" h="44678" extrusionOk="0">
                <a:moveTo>
                  <a:pt x="62956" y="0"/>
                </a:moveTo>
                <a:cubicBezTo>
                  <a:pt x="53193" y="0"/>
                  <a:pt x="49007" y="11073"/>
                  <a:pt x="49007" y="11073"/>
                </a:cubicBezTo>
                <a:cubicBezTo>
                  <a:pt x="49007" y="11073"/>
                  <a:pt x="46237" y="6630"/>
                  <a:pt x="40956" y="6630"/>
                </a:cubicBezTo>
                <a:cubicBezTo>
                  <a:pt x="38976" y="6630"/>
                  <a:pt x="36642" y="7255"/>
                  <a:pt x="33969" y="8973"/>
                </a:cubicBezTo>
                <a:cubicBezTo>
                  <a:pt x="26268" y="14238"/>
                  <a:pt x="28705" y="19839"/>
                  <a:pt x="28705" y="19839"/>
                </a:cubicBezTo>
                <a:cubicBezTo>
                  <a:pt x="27756" y="19743"/>
                  <a:pt x="26860" y="19698"/>
                  <a:pt x="26012" y="19698"/>
                </a:cubicBezTo>
                <a:cubicBezTo>
                  <a:pt x="11202" y="19698"/>
                  <a:pt x="11202" y="33476"/>
                  <a:pt x="11202" y="33476"/>
                </a:cubicBezTo>
                <a:cubicBezTo>
                  <a:pt x="10149" y="33205"/>
                  <a:pt x="9205" y="33081"/>
                  <a:pt x="8357" y="33081"/>
                </a:cubicBezTo>
                <a:cubicBezTo>
                  <a:pt x="1604" y="33081"/>
                  <a:pt x="946" y="40946"/>
                  <a:pt x="1" y="44678"/>
                </a:cubicBezTo>
                <a:lnTo>
                  <a:pt x="114116" y="44678"/>
                </a:lnTo>
                <a:cubicBezTo>
                  <a:pt x="114116" y="44678"/>
                  <a:pt x="115254" y="33028"/>
                  <a:pt x="102925" y="33028"/>
                </a:cubicBezTo>
                <a:cubicBezTo>
                  <a:pt x="101577" y="33028"/>
                  <a:pt x="100068" y="33167"/>
                  <a:pt x="98378" y="33476"/>
                </a:cubicBezTo>
                <a:cubicBezTo>
                  <a:pt x="98378" y="33476"/>
                  <a:pt x="100114" y="25775"/>
                  <a:pt x="94513" y="20875"/>
                </a:cubicBezTo>
                <a:cubicBezTo>
                  <a:pt x="92094" y="18864"/>
                  <a:pt x="89778" y="18245"/>
                  <a:pt x="87842" y="18245"/>
                </a:cubicBezTo>
                <a:cubicBezTo>
                  <a:pt x="84737" y="18245"/>
                  <a:pt x="82612" y="19839"/>
                  <a:pt x="82612" y="19839"/>
                </a:cubicBezTo>
                <a:cubicBezTo>
                  <a:pt x="82612" y="19839"/>
                  <a:pt x="83299" y="231"/>
                  <a:pt x="65952" y="231"/>
                </a:cubicBezTo>
                <a:cubicBezTo>
                  <a:pt x="65794" y="231"/>
                  <a:pt x="65635" y="233"/>
                  <a:pt x="65473" y="236"/>
                </a:cubicBezTo>
                <a:cubicBezTo>
                  <a:pt x="64596" y="75"/>
                  <a:pt x="63757" y="0"/>
                  <a:pt x="629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8"/>
          <p:cNvSpPr txBox="1">
            <a:spLocks noGrp="1"/>
          </p:cNvSpPr>
          <p:nvPr>
            <p:ph type="body" idx="1"/>
          </p:nvPr>
        </p:nvSpPr>
        <p:spPr>
          <a:xfrm>
            <a:off x="720000" y="1464325"/>
            <a:ext cx="3918600" cy="3104700"/>
          </a:xfrm>
          <a:prstGeom prst="rect">
            <a:avLst/>
          </a:prstGeom>
          <a:noFill/>
          <a:ln>
            <a:noFill/>
          </a:ln>
        </p:spPr>
        <p:txBody>
          <a:bodyPr spcFirstLastPara="1" wrap="square" lIns="91425" tIns="91425" rIns="91425" bIns="91425" anchor="t" anchorCtr="0">
            <a:noAutofit/>
          </a:bodyPr>
          <a:lstStyle>
            <a:lvl1pPr marL="457200" lvl="0" indent="-317500" rtl="0">
              <a:spcBef>
                <a:spcPts val="0"/>
              </a:spcBef>
              <a:spcAft>
                <a:spcPts val="0"/>
              </a:spcAft>
              <a:buClr>
                <a:schemeClr val="dk1"/>
              </a:buClr>
              <a:buSzPts val="1400"/>
              <a:buFont typeface="Raleway"/>
              <a:buChar char="●"/>
              <a:defRPr sz="1400">
                <a:solidFill>
                  <a:schemeClr val="dk1"/>
                </a:solidFill>
                <a:latin typeface="Raleway"/>
                <a:ea typeface="Raleway"/>
                <a:cs typeface="Raleway"/>
                <a:sym typeface="Raleway"/>
              </a:defRPr>
            </a:lvl1pPr>
            <a:lvl2pPr marL="914400" lvl="1" indent="-3175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marL="1371600" lvl="2" indent="-3175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marL="1828800" lvl="3" indent="-3175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marL="2286000" lvl="4" indent="-3175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marL="2743200" lvl="5" indent="-3175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marL="3200400" lvl="6" indent="-3175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marL="3657600" lvl="7" indent="-3175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marL="4114800" lvl="8" indent="-3175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9pPr>
          </a:lstStyle>
          <a:p>
            <a:endParaRPr/>
          </a:p>
        </p:txBody>
      </p:sp>
      <p:sp>
        <p:nvSpPr>
          <p:cNvPr id="44" name="Google Shape;44;p8"/>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3500"/>
              <a:buNone/>
              <a:defRPr sz="3500">
                <a:solidFill>
                  <a:schemeClr val="dk2"/>
                </a:solidFill>
              </a:defRPr>
            </a:lvl1pPr>
            <a:lvl2pPr lvl="1" rtl="0">
              <a:spcBef>
                <a:spcPts val="0"/>
              </a:spcBef>
              <a:spcAft>
                <a:spcPts val="0"/>
              </a:spcAft>
              <a:buSzPts val="3500"/>
              <a:buNone/>
              <a:defRPr sz="3500"/>
            </a:lvl2pPr>
            <a:lvl3pPr lvl="2" rtl="0">
              <a:spcBef>
                <a:spcPts val="0"/>
              </a:spcBef>
              <a:spcAft>
                <a:spcPts val="0"/>
              </a:spcAft>
              <a:buSzPts val="3500"/>
              <a:buNone/>
              <a:defRPr sz="3500"/>
            </a:lvl3pPr>
            <a:lvl4pPr lvl="3" rtl="0">
              <a:spcBef>
                <a:spcPts val="0"/>
              </a:spcBef>
              <a:spcAft>
                <a:spcPts val="0"/>
              </a:spcAft>
              <a:buSzPts val="3500"/>
              <a:buNone/>
              <a:defRPr sz="3500"/>
            </a:lvl4pPr>
            <a:lvl5pPr lvl="4" rtl="0">
              <a:spcBef>
                <a:spcPts val="0"/>
              </a:spcBef>
              <a:spcAft>
                <a:spcPts val="0"/>
              </a:spcAft>
              <a:buSzPts val="3500"/>
              <a:buNone/>
              <a:defRPr sz="3500"/>
            </a:lvl5pPr>
            <a:lvl6pPr lvl="5" rtl="0">
              <a:spcBef>
                <a:spcPts val="0"/>
              </a:spcBef>
              <a:spcAft>
                <a:spcPts val="0"/>
              </a:spcAft>
              <a:buSzPts val="3500"/>
              <a:buNone/>
              <a:defRPr sz="3500"/>
            </a:lvl6pPr>
            <a:lvl7pPr lvl="6" rtl="0">
              <a:spcBef>
                <a:spcPts val="0"/>
              </a:spcBef>
              <a:spcAft>
                <a:spcPts val="0"/>
              </a:spcAft>
              <a:buSzPts val="3500"/>
              <a:buNone/>
              <a:defRPr sz="3500"/>
            </a:lvl7pPr>
            <a:lvl8pPr lvl="7" rtl="0">
              <a:spcBef>
                <a:spcPts val="0"/>
              </a:spcBef>
              <a:spcAft>
                <a:spcPts val="0"/>
              </a:spcAft>
              <a:buSzPts val="3500"/>
              <a:buNone/>
              <a:defRPr sz="3500"/>
            </a:lvl8pPr>
            <a:lvl9pPr lvl="8" rtl="0">
              <a:spcBef>
                <a:spcPts val="0"/>
              </a:spcBef>
              <a:spcAft>
                <a:spcPts val="0"/>
              </a:spcAft>
              <a:buSzPts val="3500"/>
              <a:buNone/>
              <a:defRPr sz="35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47"/>
        <p:cNvGrpSpPr/>
        <p:nvPr/>
      </p:nvGrpSpPr>
      <p:grpSpPr>
        <a:xfrm>
          <a:off x="0" y="0"/>
          <a:ext cx="0" cy="0"/>
          <a:chOff x="0" y="0"/>
          <a:chExt cx="0" cy="0"/>
        </a:xfrm>
      </p:grpSpPr>
      <p:sp>
        <p:nvSpPr>
          <p:cNvPr id="48" name="Google Shape;48;p10"/>
          <p:cNvSpPr/>
          <p:nvPr/>
        </p:nvSpPr>
        <p:spPr>
          <a:xfrm>
            <a:off x="1514475" y="4360275"/>
            <a:ext cx="2167063" cy="840058"/>
          </a:xfrm>
          <a:custGeom>
            <a:avLst/>
            <a:gdLst/>
            <a:ahLst/>
            <a:cxnLst/>
            <a:rect l="l" t="t" r="r" b="b"/>
            <a:pathLst>
              <a:path w="115254" h="44678" extrusionOk="0">
                <a:moveTo>
                  <a:pt x="62956" y="0"/>
                </a:moveTo>
                <a:cubicBezTo>
                  <a:pt x="53193" y="0"/>
                  <a:pt x="49007" y="11073"/>
                  <a:pt x="49007" y="11073"/>
                </a:cubicBezTo>
                <a:cubicBezTo>
                  <a:pt x="49007" y="11073"/>
                  <a:pt x="46237" y="6630"/>
                  <a:pt x="40956" y="6630"/>
                </a:cubicBezTo>
                <a:cubicBezTo>
                  <a:pt x="38976" y="6630"/>
                  <a:pt x="36642" y="7255"/>
                  <a:pt x="33969" y="8973"/>
                </a:cubicBezTo>
                <a:cubicBezTo>
                  <a:pt x="26268" y="14238"/>
                  <a:pt x="28705" y="19839"/>
                  <a:pt x="28705" y="19839"/>
                </a:cubicBezTo>
                <a:cubicBezTo>
                  <a:pt x="27756" y="19743"/>
                  <a:pt x="26860" y="19698"/>
                  <a:pt x="26012" y="19698"/>
                </a:cubicBezTo>
                <a:cubicBezTo>
                  <a:pt x="11202" y="19698"/>
                  <a:pt x="11202" y="33476"/>
                  <a:pt x="11202" y="33476"/>
                </a:cubicBezTo>
                <a:cubicBezTo>
                  <a:pt x="10149" y="33205"/>
                  <a:pt x="9205" y="33081"/>
                  <a:pt x="8357" y="33081"/>
                </a:cubicBezTo>
                <a:cubicBezTo>
                  <a:pt x="1604" y="33081"/>
                  <a:pt x="946" y="40946"/>
                  <a:pt x="1" y="44678"/>
                </a:cubicBezTo>
                <a:lnTo>
                  <a:pt x="114116" y="44678"/>
                </a:lnTo>
                <a:cubicBezTo>
                  <a:pt x="114116" y="44678"/>
                  <a:pt x="115254" y="33028"/>
                  <a:pt x="102925" y="33028"/>
                </a:cubicBezTo>
                <a:cubicBezTo>
                  <a:pt x="101577" y="33028"/>
                  <a:pt x="100068" y="33167"/>
                  <a:pt x="98378" y="33476"/>
                </a:cubicBezTo>
                <a:cubicBezTo>
                  <a:pt x="98378" y="33476"/>
                  <a:pt x="100114" y="25775"/>
                  <a:pt x="94513" y="20875"/>
                </a:cubicBezTo>
                <a:cubicBezTo>
                  <a:pt x="92094" y="18864"/>
                  <a:pt x="89778" y="18245"/>
                  <a:pt x="87842" y="18245"/>
                </a:cubicBezTo>
                <a:cubicBezTo>
                  <a:pt x="84737" y="18245"/>
                  <a:pt x="82612" y="19839"/>
                  <a:pt x="82612" y="19839"/>
                </a:cubicBezTo>
                <a:cubicBezTo>
                  <a:pt x="82612" y="19839"/>
                  <a:pt x="83299" y="231"/>
                  <a:pt x="65952" y="231"/>
                </a:cubicBezTo>
                <a:cubicBezTo>
                  <a:pt x="65794" y="231"/>
                  <a:pt x="65635" y="233"/>
                  <a:pt x="65473" y="236"/>
                </a:cubicBezTo>
                <a:cubicBezTo>
                  <a:pt x="64596" y="75"/>
                  <a:pt x="63757" y="0"/>
                  <a:pt x="629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10"/>
          <p:cNvSpPr txBox="1">
            <a:spLocks noGrp="1"/>
          </p:cNvSpPr>
          <p:nvPr>
            <p:ph type="title"/>
          </p:nvPr>
        </p:nvSpPr>
        <p:spPr>
          <a:xfrm>
            <a:off x="720000" y="1162575"/>
            <a:ext cx="7704000" cy="813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2"/>
              </a:buClr>
              <a:buSzPts val="3500"/>
              <a:buNone/>
              <a:defRPr sz="6500">
                <a:solidFill>
                  <a:schemeClr val="lt2"/>
                </a:solidFill>
              </a:defRPr>
            </a:lvl1pPr>
            <a:lvl2pPr lvl="1" algn="ctr" rtl="0">
              <a:spcBef>
                <a:spcPts val="0"/>
              </a:spcBef>
              <a:spcAft>
                <a:spcPts val="0"/>
              </a:spcAft>
              <a:buClr>
                <a:schemeClr val="lt2"/>
              </a:buClr>
              <a:buSzPts val="3600"/>
              <a:buNone/>
              <a:defRPr sz="3600">
                <a:solidFill>
                  <a:schemeClr val="lt2"/>
                </a:solidFill>
              </a:defRPr>
            </a:lvl2pPr>
            <a:lvl3pPr lvl="2" algn="ctr" rtl="0">
              <a:spcBef>
                <a:spcPts val="0"/>
              </a:spcBef>
              <a:spcAft>
                <a:spcPts val="0"/>
              </a:spcAft>
              <a:buClr>
                <a:schemeClr val="lt2"/>
              </a:buClr>
              <a:buSzPts val="3600"/>
              <a:buNone/>
              <a:defRPr sz="3600">
                <a:solidFill>
                  <a:schemeClr val="lt2"/>
                </a:solidFill>
              </a:defRPr>
            </a:lvl3pPr>
            <a:lvl4pPr lvl="3" algn="ctr" rtl="0">
              <a:spcBef>
                <a:spcPts val="0"/>
              </a:spcBef>
              <a:spcAft>
                <a:spcPts val="0"/>
              </a:spcAft>
              <a:buClr>
                <a:schemeClr val="lt2"/>
              </a:buClr>
              <a:buSzPts val="3600"/>
              <a:buNone/>
              <a:defRPr sz="3600">
                <a:solidFill>
                  <a:schemeClr val="lt2"/>
                </a:solidFill>
              </a:defRPr>
            </a:lvl4pPr>
            <a:lvl5pPr lvl="4" algn="ctr" rtl="0">
              <a:spcBef>
                <a:spcPts val="0"/>
              </a:spcBef>
              <a:spcAft>
                <a:spcPts val="0"/>
              </a:spcAft>
              <a:buClr>
                <a:schemeClr val="lt2"/>
              </a:buClr>
              <a:buSzPts val="3600"/>
              <a:buNone/>
              <a:defRPr sz="3600">
                <a:solidFill>
                  <a:schemeClr val="lt2"/>
                </a:solidFill>
              </a:defRPr>
            </a:lvl5pPr>
            <a:lvl6pPr lvl="5" algn="ctr" rtl="0">
              <a:spcBef>
                <a:spcPts val="0"/>
              </a:spcBef>
              <a:spcAft>
                <a:spcPts val="0"/>
              </a:spcAft>
              <a:buClr>
                <a:schemeClr val="lt2"/>
              </a:buClr>
              <a:buSzPts val="3600"/>
              <a:buNone/>
              <a:defRPr sz="3600">
                <a:solidFill>
                  <a:schemeClr val="lt2"/>
                </a:solidFill>
              </a:defRPr>
            </a:lvl6pPr>
            <a:lvl7pPr lvl="6" algn="ctr" rtl="0">
              <a:spcBef>
                <a:spcPts val="0"/>
              </a:spcBef>
              <a:spcAft>
                <a:spcPts val="0"/>
              </a:spcAft>
              <a:buClr>
                <a:schemeClr val="lt2"/>
              </a:buClr>
              <a:buSzPts val="3600"/>
              <a:buNone/>
              <a:defRPr sz="3600">
                <a:solidFill>
                  <a:schemeClr val="lt2"/>
                </a:solidFill>
              </a:defRPr>
            </a:lvl7pPr>
            <a:lvl8pPr lvl="7" algn="ctr" rtl="0">
              <a:spcBef>
                <a:spcPts val="0"/>
              </a:spcBef>
              <a:spcAft>
                <a:spcPts val="0"/>
              </a:spcAft>
              <a:buClr>
                <a:schemeClr val="lt2"/>
              </a:buClr>
              <a:buSzPts val="3600"/>
              <a:buNone/>
              <a:defRPr sz="3600">
                <a:solidFill>
                  <a:schemeClr val="lt2"/>
                </a:solidFill>
              </a:defRPr>
            </a:lvl8pPr>
            <a:lvl9pPr lvl="8" algn="ctr" rtl="0">
              <a:spcBef>
                <a:spcPts val="0"/>
              </a:spcBef>
              <a:spcAft>
                <a:spcPts val="0"/>
              </a:spcAft>
              <a:buClr>
                <a:schemeClr val="lt2"/>
              </a:buClr>
              <a:buSzPts val="3600"/>
              <a:buNone/>
              <a:defRPr sz="3600">
                <a:solidFill>
                  <a:schemeClr val="lt2"/>
                </a:solidFill>
              </a:defRPr>
            </a:lvl9pPr>
          </a:lstStyle>
          <a:p>
            <a:endParaRPr/>
          </a:p>
        </p:txBody>
      </p:sp>
      <p:sp>
        <p:nvSpPr>
          <p:cNvPr id="50" name="Google Shape;50;p10"/>
          <p:cNvSpPr txBox="1">
            <a:spLocks noGrp="1"/>
          </p:cNvSpPr>
          <p:nvPr>
            <p:ph type="subTitle" idx="1"/>
          </p:nvPr>
        </p:nvSpPr>
        <p:spPr>
          <a:xfrm>
            <a:off x="2241450" y="2195425"/>
            <a:ext cx="4661100" cy="12750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Font typeface="Raleway"/>
              <a:buNone/>
              <a:defRPr sz="1600">
                <a:solidFill>
                  <a:schemeClr val="accent1"/>
                </a:solidFill>
                <a:latin typeface="Raleway"/>
                <a:ea typeface="Raleway"/>
                <a:cs typeface="Raleway"/>
                <a:sym typeface="Raleway"/>
              </a:defRPr>
            </a:lvl1pPr>
            <a:lvl2pPr lvl="1" algn="ctr" rtl="0">
              <a:lnSpc>
                <a:spcPct val="100000"/>
              </a:lnSpc>
              <a:spcBef>
                <a:spcPts val="0"/>
              </a:spcBef>
              <a:spcAft>
                <a:spcPts val="0"/>
              </a:spcAft>
              <a:buClr>
                <a:schemeClr val="accent1"/>
              </a:buClr>
              <a:buSzPts val="1400"/>
              <a:buNone/>
              <a:defRPr>
                <a:solidFill>
                  <a:schemeClr val="accent1"/>
                </a:solidFill>
              </a:defRPr>
            </a:lvl2pPr>
            <a:lvl3pPr lvl="2" algn="ctr" rtl="0">
              <a:lnSpc>
                <a:spcPct val="100000"/>
              </a:lnSpc>
              <a:spcBef>
                <a:spcPts val="0"/>
              </a:spcBef>
              <a:spcAft>
                <a:spcPts val="0"/>
              </a:spcAft>
              <a:buClr>
                <a:schemeClr val="accent1"/>
              </a:buClr>
              <a:buSzPts val="1400"/>
              <a:buNone/>
              <a:defRPr>
                <a:solidFill>
                  <a:schemeClr val="accent1"/>
                </a:solidFill>
              </a:defRPr>
            </a:lvl3pPr>
            <a:lvl4pPr lvl="3" algn="ctr" rtl="0">
              <a:lnSpc>
                <a:spcPct val="100000"/>
              </a:lnSpc>
              <a:spcBef>
                <a:spcPts val="0"/>
              </a:spcBef>
              <a:spcAft>
                <a:spcPts val="0"/>
              </a:spcAft>
              <a:buClr>
                <a:schemeClr val="accent1"/>
              </a:buClr>
              <a:buSzPts val="1400"/>
              <a:buNone/>
              <a:defRPr>
                <a:solidFill>
                  <a:schemeClr val="accent1"/>
                </a:solidFill>
              </a:defRPr>
            </a:lvl4pPr>
            <a:lvl5pPr lvl="4" algn="ctr" rtl="0">
              <a:lnSpc>
                <a:spcPct val="100000"/>
              </a:lnSpc>
              <a:spcBef>
                <a:spcPts val="0"/>
              </a:spcBef>
              <a:spcAft>
                <a:spcPts val="0"/>
              </a:spcAft>
              <a:buClr>
                <a:schemeClr val="accent1"/>
              </a:buClr>
              <a:buSzPts val="1400"/>
              <a:buNone/>
              <a:defRPr>
                <a:solidFill>
                  <a:schemeClr val="accent1"/>
                </a:solidFill>
              </a:defRPr>
            </a:lvl5pPr>
            <a:lvl6pPr lvl="5" algn="ctr" rtl="0">
              <a:lnSpc>
                <a:spcPct val="100000"/>
              </a:lnSpc>
              <a:spcBef>
                <a:spcPts val="0"/>
              </a:spcBef>
              <a:spcAft>
                <a:spcPts val="0"/>
              </a:spcAft>
              <a:buClr>
                <a:schemeClr val="accent1"/>
              </a:buClr>
              <a:buSzPts val="1400"/>
              <a:buNone/>
              <a:defRPr>
                <a:solidFill>
                  <a:schemeClr val="accent1"/>
                </a:solidFill>
              </a:defRPr>
            </a:lvl6pPr>
            <a:lvl7pPr lvl="6" algn="ctr" rtl="0">
              <a:lnSpc>
                <a:spcPct val="100000"/>
              </a:lnSpc>
              <a:spcBef>
                <a:spcPts val="0"/>
              </a:spcBef>
              <a:spcAft>
                <a:spcPts val="0"/>
              </a:spcAft>
              <a:buClr>
                <a:schemeClr val="accent1"/>
              </a:buClr>
              <a:buSzPts val="1400"/>
              <a:buNone/>
              <a:defRPr>
                <a:solidFill>
                  <a:schemeClr val="accent1"/>
                </a:solidFill>
              </a:defRPr>
            </a:lvl7pPr>
            <a:lvl8pPr lvl="7" algn="ctr" rtl="0">
              <a:lnSpc>
                <a:spcPct val="100000"/>
              </a:lnSpc>
              <a:spcBef>
                <a:spcPts val="0"/>
              </a:spcBef>
              <a:spcAft>
                <a:spcPts val="0"/>
              </a:spcAft>
              <a:buClr>
                <a:schemeClr val="accent1"/>
              </a:buClr>
              <a:buSzPts val="1400"/>
              <a:buNone/>
              <a:defRPr>
                <a:solidFill>
                  <a:schemeClr val="accent1"/>
                </a:solidFill>
              </a:defRPr>
            </a:lvl8pPr>
            <a:lvl9pPr lvl="8" algn="ctr" rtl="0">
              <a:lnSpc>
                <a:spcPct val="100000"/>
              </a:lnSpc>
              <a:spcBef>
                <a:spcPts val="0"/>
              </a:spcBef>
              <a:spcAft>
                <a:spcPts val="0"/>
              </a:spcAft>
              <a:buClr>
                <a:schemeClr val="accent1"/>
              </a:buClr>
              <a:buSzPts val="1400"/>
              <a:buNone/>
              <a:defRPr>
                <a:solidFill>
                  <a:schemeClr val="accent1"/>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2"/>
        </a:solidFill>
        <a:effectLst/>
      </p:bgPr>
    </p:bg>
    <p:spTree>
      <p:nvGrpSpPr>
        <p:cNvPr id="1" name="Shape 57"/>
        <p:cNvGrpSpPr/>
        <p:nvPr/>
      </p:nvGrpSpPr>
      <p:grpSpPr>
        <a:xfrm>
          <a:off x="0" y="0"/>
          <a:ext cx="0" cy="0"/>
          <a:chOff x="0" y="0"/>
          <a:chExt cx="0" cy="0"/>
        </a:xfrm>
      </p:grpSpPr>
      <p:sp>
        <p:nvSpPr>
          <p:cNvPr id="58" name="Google Shape;58;p12"/>
          <p:cNvSpPr/>
          <p:nvPr/>
        </p:nvSpPr>
        <p:spPr>
          <a:xfrm rot="-193874">
            <a:off x="-394253" y="4116077"/>
            <a:ext cx="1591635" cy="905730"/>
          </a:xfrm>
          <a:custGeom>
            <a:avLst/>
            <a:gdLst/>
            <a:ahLst/>
            <a:cxnLst/>
            <a:rect l="l" t="t" r="r" b="b"/>
            <a:pathLst>
              <a:path w="104016" h="59191" extrusionOk="0">
                <a:moveTo>
                  <a:pt x="46431" y="1"/>
                </a:moveTo>
                <a:cubicBezTo>
                  <a:pt x="30208" y="1"/>
                  <a:pt x="30335" y="11492"/>
                  <a:pt x="30335" y="11492"/>
                </a:cubicBezTo>
                <a:cubicBezTo>
                  <a:pt x="30335" y="11492"/>
                  <a:pt x="21885" y="6465"/>
                  <a:pt x="14914" y="13225"/>
                </a:cubicBezTo>
                <a:cubicBezTo>
                  <a:pt x="8028" y="19900"/>
                  <a:pt x="17703" y="24843"/>
                  <a:pt x="17703" y="24843"/>
                </a:cubicBezTo>
                <a:cubicBezTo>
                  <a:pt x="17703" y="24843"/>
                  <a:pt x="1" y="31138"/>
                  <a:pt x="4310" y="39799"/>
                </a:cubicBezTo>
                <a:cubicBezTo>
                  <a:pt x="7479" y="46051"/>
                  <a:pt x="13816" y="47361"/>
                  <a:pt x="18590" y="47361"/>
                </a:cubicBezTo>
                <a:cubicBezTo>
                  <a:pt x="20660" y="47361"/>
                  <a:pt x="22688" y="47150"/>
                  <a:pt x="24716" y="46643"/>
                </a:cubicBezTo>
                <a:cubicBezTo>
                  <a:pt x="24716" y="46643"/>
                  <a:pt x="27082" y="54966"/>
                  <a:pt x="38446" y="56782"/>
                </a:cubicBezTo>
                <a:cubicBezTo>
                  <a:pt x="48332" y="59190"/>
                  <a:pt x="55345" y="51332"/>
                  <a:pt x="55345" y="51332"/>
                </a:cubicBezTo>
                <a:cubicBezTo>
                  <a:pt x="55345" y="51332"/>
                  <a:pt x="60838" y="56402"/>
                  <a:pt x="68696" y="56402"/>
                </a:cubicBezTo>
                <a:cubicBezTo>
                  <a:pt x="72963" y="56402"/>
                  <a:pt x="77314" y="54585"/>
                  <a:pt x="80061" y="51332"/>
                </a:cubicBezTo>
                <a:cubicBezTo>
                  <a:pt x="82553" y="52600"/>
                  <a:pt x="83863" y="56740"/>
                  <a:pt x="90834" y="53360"/>
                </a:cubicBezTo>
                <a:cubicBezTo>
                  <a:pt x="99072" y="49431"/>
                  <a:pt x="95735" y="44108"/>
                  <a:pt x="96115" y="43052"/>
                </a:cubicBezTo>
                <a:cubicBezTo>
                  <a:pt x="96115" y="43052"/>
                  <a:pt x="103170" y="40897"/>
                  <a:pt x="103973" y="35827"/>
                </a:cubicBezTo>
                <a:cubicBezTo>
                  <a:pt x="104015" y="19266"/>
                  <a:pt x="83863" y="19942"/>
                  <a:pt x="83863" y="19942"/>
                </a:cubicBezTo>
                <a:cubicBezTo>
                  <a:pt x="83863" y="19942"/>
                  <a:pt x="89609" y="8028"/>
                  <a:pt x="78624" y="3719"/>
                </a:cubicBezTo>
                <a:cubicBezTo>
                  <a:pt x="64387" y="2536"/>
                  <a:pt x="61978" y="9929"/>
                  <a:pt x="58599" y="11281"/>
                </a:cubicBezTo>
                <a:cubicBezTo>
                  <a:pt x="58599" y="11281"/>
                  <a:pt x="54120" y="1"/>
                  <a:pt x="46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2"/>
          <p:cNvSpPr txBox="1">
            <a:spLocks noGrp="1"/>
          </p:cNvSpPr>
          <p:nvPr>
            <p:ph type="title" hasCustomPrompt="1"/>
          </p:nvPr>
        </p:nvSpPr>
        <p:spPr>
          <a:xfrm>
            <a:off x="3726150" y="1355007"/>
            <a:ext cx="4515900" cy="1511100"/>
          </a:xfrm>
          <a:prstGeom prst="rect">
            <a:avLst/>
          </a:prstGeom>
        </p:spPr>
        <p:txBody>
          <a:bodyPr spcFirstLastPara="1" wrap="square" lIns="91425" tIns="91425" rIns="91425" bIns="91425" anchor="b" anchorCtr="0">
            <a:normAutofit/>
          </a:bodyPr>
          <a:lstStyle>
            <a:lvl1pPr lvl="0" algn="r">
              <a:lnSpc>
                <a:spcPct val="115000"/>
              </a:lnSpc>
              <a:spcBef>
                <a:spcPts val="0"/>
              </a:spcBef>
              <a:spcAft>
                <a:spcPts val="0"/>
              </a:spcAft>
              <a:buClr>
                <a:schemeClr val="lt2"/>
              </a:buClr>
              <a:buSzPts val="9600"/>
              <a:buNone/>
              <a:defRPr sz="8600">
                <a:solidFill>
                  <a:schemeClr val="lt2"/>
                </a:solidFill>
              </a:defRPr>
            </a:lvl1pPr>
            <a:lvl2pPr lvl="1" algn="ctr">
              <a:spcBef>
                <a:spcPts val="0"/>
              </a:spcBef>
              <a:spcAft>
                <a:spcPts val="0"/>
              </a:spcAft>
              <a:buClr>
                <a:schemeClr val="lt2"/>
              </a:buClr>
              <a:buSzPts val="9600"/>
              <a:buNone/>
              <a:defRPr sz="9600">
                <a:solidFill>
                  <a:schemeClr val="lt2"/>
                </a:solidFill>
              </a:defRPr>
            </a:lvl2pPr>
            <a:lvl3pPr lvl="2" algn="ctr">
              <a:spcBef>
                <a:spcPts val="0"/>
              </a:spcBef>
              <a:spcAft>
                <a:spcPts val="0"/>
              </a:spcAft>
              <a:buClr>
                <a:schemeClr val="lt2"/>
              </a:buClr>
              <a:buSzPts val="9600"/>
              <a:buNone/>
              <a:defRPr sz="9600">
                <a:solidFill>
                  <a:schemeClr val="lt2"/>
                </a:solidFill>
              </a:defRPr>
            </a:lvl3pPr>
            <a:lvl4pPr lvl="3" algn="ctr">
              <a:spcBef>
                <a:spcPts val="0"/>
              </a:spcBef>
              <a:spcAft>
                <a:spcPts val="0"/>
              </a:spcAft>
              <a:buClr>
                <a:schemeClr val="lt2"/>
              </a:buClr>
              <a:buSzPts val="9600"/>
              <a:buNone/>
              <a:defRPr sz="9600">
                <a:solidFill>
                  <a:schemeClr val="lt2"/>
                </a:solidFill>
              </a:defRPr>
            </a:lvl4pPr>
            <a:lvl5pPr lvl="4" algn="ctr">
              <a:spcBef>
                <a:spcPts val="0"/>
              </a:spcBef>
              <a:spcAft>
                <a:spcPts val="0"/>
              </a:spcAft>
              <a:buClr>
                <a:schemeClr val="lt2"/>
              </a:buClr>
              <a:buSzPts val="9600"/>
              <a:buNone/>
              <a:defRPr sz="9600">
                <a:solidFill>
                  <a:schemeClr val="lt2"/>
                </a:solidFill>
              </a:defRPr>
            </a:lvl5pPr>
            <a:lvl6pPr lvl="5" algn="ctr">
              <a:spcBef>
                <a:spcPts val="0"/>
              </a:spcBef>
              <a:spcAft>
                <a:spcPts val="0"/>
              </a:spcAft>
              <a:buClr>
                <a:schemeClr val="lt2"/>
              </a:buClr>
              <a:buSzPts val="9600"/>
              <a:buNone/>
              <a:defRPr sz="9600">
                <a:solidFill>
                  <a:schemeClr val="lt2"/>
                </a:solidFill>
              </a:defRPr>
            </a:lvl6pPr>
            <a:lvl7pPr lvl="6" algn="ctr">
              <a:spcBef>
                <a:spcPts val="0"/>
              </a:spcBef>
              <a:spcAft>
                <a:spcPts val="0"/>
              </a:spcAft>
              <a:buClr>
                <a:schemeClr val="lt2"/>
              </a:buClr>
              <a:buSzPts val="9600"/>
              <a:buNone/>
              <a:defRPr sz="9600">
                <a:solidFill>
                  <a:schemeClr val="lt2"/>
                </a:solidFill>
              </a:defRPr>
            </a:lvl7pPr>
            <a:lvl8pPr lvl="7" algn="ctr">
              <a:spcBef>
                <a:spcPts val="0"/>
              </a:spcBef>
              <a:spcAft>
                <a:spcPts val="0"/>
              </a:spcAft>
              <a:buClr>
                <a:schemeClr val="lt2"/>
              </a:buClr>
              <a:buSzPts val="9600"/>
              <a:buNone/>
              <a:defRPr sz="9600">
                <a:solidFill>
                  <a:schemeClr val="lt2"/>
                </a:solidFill>
              </a:defRPr>
            </a:lvl8pPr>
            <a:lvl9pPr lvl="8" algn="ctr">
              <a:spcBef>
                <a:spcPts val="0"/>
              </a:spcBef>
              <a:spcAft>
                <a:spcPts val="0"/>
              </a:spcAft>
              <a:buClr>
                <a:schemeClr val="lt2"/>
              </a:buClr>
              <a:buSzPts val="9600"/>
              <a:buNone/>
              <a:defRPr sz="9600">
                <a:solidFill>
                  <a:schemeClr val="lt2"/>
                </a:solidFill>
              </a:defRPr>
            </a:lvl9pPr>
          </a:lstStyle>
          <a:p>
            <a:r>
              <a:t>xx%</a:t>
            </a:r>
          </a:p>
        </p:txBody>
      </p:sp>
      <p:sp>
        <p:nvSpPr>
          <p:cNvPr id="60" name="Google Shape;60;p12"/>
          <p:cNvSpPr txBox="1">
            <a:spLocks noGrp="1"/>
          </p:cNvSpPr>
          <p:nvPr>
            <p:ph type="subTitle" idx="1"/>
          </p:nvPr>
        </p:nvSpPr>
        <p:spPr>
          <a:xfrm>
            <a:off x="3726150" y="2866157"/>
            <a:ext cx="4515900" cy="1035300"/>
          </a:xfrm>
          <a:prstGeom prst="rect">
            <a:avLst/>
          </a:prstGeom>
          <a:noFill/>
          <a:ln>
            <a:noFill/>
          </a:ln>
        </p:spPr>
        <p:txBody>
          <a:bodyPr spcFirstLastPara="1" wrap="square" lIns="91425" tIns="91425" rIns="91425" bIns="91425" anchor="t" anchorCtr="0">
            <a:noAutofit/>
          </a:bodyPr>
          <a:lstStyle>
            <a:lvl1pPr lvl="0" algn="r" rtl="0">
              <a:lnSpc>
                <a:spcPct val="100000"/>
              </a:lnSpc>
              <a:spcBef>
                <a:spcPts val="0"/>
              </a:spcBef>
              <a:spcAft>
                <a:spcPts val="0"/>
              </a:spcAft>
              <a:buClr>
                <a:schemeClr val="lt2"/>
              </a:buClr>
              <a:buSzPts val="1600"/>
              <a:buFont typeface="Raleway"/>
              <a:buNone/>
              <a:defRPr sz="1600">
                <a:solidFill>
                  <a:schemeClr val="lt2"/>
                </a:solidFill>
                <a:latin typeface="Raleway"/>
                <a:ea typeface="Raleway"/>
                <a:cs typeface="Raleway"/>
                <a:sym typeface="Raleway"/>
              </a:defRPr>
            </a:lvl1pPr>
            <a:lvl2pPr lvl="1" algn="ctr" rtl="0">
              <a:lnSpc>
                <a:spcPct val="100000"/>
              </a:lnSpc>
              <a:spcBef>
                <a:spcPts val="0"/>
              </a:spcBef>
              <a:spcAft>
                <a:spcPts val="0"/>
              </a:spcAft>
              <a:buClr>
                <a:schemeClr val="lt2"/>
              </a:buClr>
              <a:buSzPts val="1600"/>
              <a:buNone/>
              <a:defRPr sz="1600">
                <a:solidFill>
                  <a:schemeClr val="lt2"/>
                </a:solidFill>
              </a:defRPr>
            </a:lvl2pPr>
            <a:lvl3pPr lvl="2" algn="ctr" rtl="0">
              <a:lnSpc>
                <a:spcPct val="100000"/>
              </a:lnSpc>
              <a:spcBef>
                <a:spcPts val="0"/>
              </a:spcBef>
              <a:spcAft>
                <a:spcPts val="0"/>
              </a:spcAft>
              <a:buClr>
                <a:schemeClr val="lt2"/>
              </a:buClr>
              <a:buSzPts val="1600"/>
              <a:buNone/>
              <a:defRPr sz="1600">
                <a:solidFill>
                  <a:schemeClr val="lt2"/>
                </a:solidFill>
              </a:defRPr>
            </a:lvl3pPr>
            <a:lvl4pPr lvl="3" algn="ctr" rtl="0">
              <a:lnSpc>
                <a:spcPct val="100000"/>
              </a:lnSpc>
              <a:spcBef>
                <a:spcPts val="0"/>
              </a:spcBef>
              <a:spcAft>
                <a:spcPts val="0"/>
              </a:spcAft>
              <a:buClr>
                <a:schemeClr val="lt2"/>
              </a:buClr>
              <a:buSzPts val="1600"/>
              <a:buNone/>
              <a:defRPr sz="1600">
                <a:solidFill>
                  <a:schemeClr val="lt2"/>
                </a:solidFill>
              </a:defRPr>
            </a:lvl4pPr>
            <a:lvl5pPr lvl="4" algn="ctr" rtl="0">
              <a:lnSpc>
                <a:spcPct val="100000"/>
              </a:lnSpc>
              <a:spcBef>
                <a:spcPts val="0"/>
              </a:spcBef>
              <a:spcAft>
                <a:spcPts val="0"/>
              </a:spcAft>
              <a:buClr>
                <a:schemeClr val="lt2"/>
              </a:buClr>
              <a:buSzPts val="1600"/>
              <a:buNone/>
              <a:defRPr sz="1600">
                <a:solidFill>
                  <a:schemeClr val="lt2"/>
                </a:solidFill>
              </a:defRPr>
            </a:lvl5pPr>
            <a:lvl6pPr lvl="5" algn="ctr" rtl="0">
              <a:lnSpc>
                <a:spcPct val="100000"/>
              </a:lnSpc>
              <a:spcBef>
                <a:spcPts val="0"/>
              </a:spcBef>
              <a:spcAft>
                <a:spcPts val="0"/>
              </a:spcAft>
              <a:buClr>
                <a:schemeClr val="lt2"/>
              </a:buClr>
              <a:buSzPts val="1600"/>
              <a:buNone/>
              <a:defRPr sz="1600">
                <a:solidFill>
                  <a:schemeClr val="lt2"/>
                </a:solidFill>
              </a:defRPr>
            </a:lvl6pPr>
            <a:lvl7pPr lvl="6" algn="ctr" rtl="0">
              <a:lnSpc>
                <a:spcPct val="100000"/>
              </a:lnSpc>
              <a:spcBef>
                <a:spcPts val="0"/>
              </a:spcBef>
              <a:spcAft>
                <a:spcPts val="0"/>
              </a:spcAft>
              <a:buClr>
                <a:schemeClr val="lt2"/>
              </a:buClr>
              <a:buSzPts val="1600"/>
              <a:buNone/>
              <a:defRPr sz="1600">
                <a:solidFill>
                  <a:schemeClr val="lt2"/>
                </a:solidFill>
              </a:defRPr>
            </a:lvl7pPr>
            <a:lvl8pPr lvl="7" algn="ctr" rtl="0">
              <a:lnSpc>
                <a:spcPct val="100000"/>
              </a:lnSpc>
              <a:spcBef>
                <a:spcPts val="0"/>
              </a:spcBef>
              <a:spcAft>
                <a:spcPts val="0"/>
              </a:spcAft>
              <a:buClr>
                <a:schemeClr val="lt2"/>
              </a:buClr>
              <a:buSzPts val="1600"/>
              <a:buNone/>
              <a:defRPr sz="1600">
                <a:solidFill>
                  <a:schemeClr val="lt2"/>
                </a:solidFill>
              </a:defRPr>
            </a:lvl8pPr>
            <a:lvl9pPr lvl="8" algn="ctr" rtl="0">
              <a:lnSpc>
                <a:spcPct val="100000"/>
              </a:lnSpc>
              <a:spcBef>
                <a:spcPts val="0"/>
              </a:spcBef>
              <a:spcAft>
                <a:spcPts val="0"/>
              </a:spcAft>
              <a:buClr>
                <a:schemeClr val="lt2"/>
              </a:buClr>
              <a:buSzPts val="1600"/>
              <a:buNone/>
              <a:defRPr sz="1600">
                <a:solidFill>
                  <a:schemeClr val="lt2"/>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1"/>
        </a:solidFill>
        <a:effectLst/>
      </p:bgPr>
    </p:bg>
    <p:spTree>
      <p:nvGrpSpPr>
        <p:cNvPr id="1" name="Shape 61"/>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62"/>
        <p:cNvGrpSpPr/>
        <p:nvPr/>
      </p:nvGrpSpPr>
      <p:grpSpPr>
        <a:xfrm>
          <a:off x="0" y="0"/>
          <a:ext cx="0" cy="0"/>
          <a:chOff x="0" y="0"/>
          <a:chExt cx="0" cy="0"/>
        </a:xfrm>
      </p:grpSpPr>
      <p:sp>
        <p:nvSpPr>
          <p:cNvPr id="63" name="Google Shape;63;p14"/>
          <p:cNvSpPr/>
          <p:nvPr/>
        </p:nvSpPr>
        <p:spPr>
          <a:xfrm>
            <a:off x="-925375" y="4039075"/>
            <a:ext cx="2176462" cy="1546466"/>
          </a:xfrm>
          <a:custGeom>
            <a:avLst/>
            <a:gdLst/>
            <a:ahLst/>
            <a:cxnLst/>
            <a:rect l="l" t="t" r="r" b="b"/>
            <a:pathLst>
              <a:path w="93813" h="66658" extrusionOk="0">
                <a:moveTo>
                  <a:pt x="43746" y="1"/>
                </a:moveTo>
                <a:cubicBezTo>
                  <a:pt x="42454" y="1"/>
                  <a:pt x="41060" y="140"/>
                  <a:pt x="39570" y="472"/>
                </a:cubicBezTo>
                <a:cubicBezTo>
                  <a:pt x="30104" y="2208"/>
                  <a:pt x="26968" y="12373"/>
                  <a:pt x="26968" y="12373"/>
                </a:cubicBezTo>
                <a:cubicBezTo>
                  <a:pt x="26968" y="12373"/>
                  <a:pt x="26609" y="12342"/>
                  <a:pt x="25983" y="12342"/>
                </a:cubicBezTo>
                <a:cubicBezTo>
                  <a:pt x="23643" y="12342"/>
                  <a:pt x="17574" y="12778"/>
                  <a:pt x="12602" y="16910"/>
                </a:cubicBezTo>
                <a:cubicBezTo>
                  <a:pt x="6301" y="22175"/>
                  <a:pt x="7701" y="32312"/>
                  <a:pt x="7701" y="32312"/>
                </a:cubicBezTo>
                <a:cubicBezTo>
                  <a:pt x="7001" y="32676"/>
                  <a:pt x="6665" y="33012"/>
                  <a:pt x="6301" y="33376"/>
                </a:cubicBezTo>
                <a:cubicBezTo>
                  <a:pt x="4201" y="35476"/>
                  <a:pt x="0" y="41413"/>
                  <a:pt x="3865" y="49814"/>
                </a:cubicBezTo>
                <a:cubicBezTo>
                  <a:pt x="6697" y="55882"/>
                  <a:pt x="12333" y="57163"/>
                  <a:pt x="16588" y="57163"/>
                </a:cubicBezTo>
                <a:cubicBezTo>
                  <a:pt x="19696" y="57163"/>
                  <a:pt x="22067" y="56479"/>
                  <a:pt x="22067" y="56479"/>
                </a:cubicBezTo>
                <a:cubicBezTo>
                  <a:pt x="22067" y="56479"/>
                  <a:pt x="24168" y="64516"/>
                  <a:pt x="34305" y="66280"/>
                </a:cubicBezTo>
                <a:cubicBezTo>
                  <a:pt x="35573" y="66543"/>
                  <a:pt x="36760" y="66657"/>
                  <a:pt x="37865" y="66657"/>
                </a:cubicBezTo>
                <a:cubicBezTo>
                  <a:pt x="45617" y="66657"/>
                  <a:pt x="49371" y="61016"/>
                  <a:pt x="49371" y="61016"/>
                </a:cubicBezTo>
                <a:cubicBezTo>
                  <a:pt x="49371" y="61016"/>
                  <a:pt x="54272" y="65916"/>
                  <a:pt x="61273" y="65916"/>
                </a:cubicBezTo>
                <a:cubicBezTo>
                  <a:pt x="65109" y="65916"/>
                  <a:pt x="68974" y="64180"/>
                  <a:pt x="71410" y="61016"/>
                </a:cubicBezTo>
                <a:cubicBezTo>
                  <a:pt x="73656" y="62236"/>
                  <a:pt x="75419" y="62984"/>
                  <a:pt x="77261" y="62984"/>
                </a:cubicBezTo>
                <a:cubicBezTo>
                  <a:pt x="78588" y="62984"/>
                  <a:pt x="79957" y="62596"/>
                  <a:pt x="81575" y="61716"/>
                </a:cubicBezTo>
                <a:cubicBezTo>
                  <a:pt x="85412" y="58915"/>
                  <a:pt x="85412" y="54015"/>
                  <a:pt x="85776" y="52979"/>
                </a:cubicBezTo>
                <a:cubicBezTo>
                  <a:pt x="85776" y="52979"/>
                  <a:pt x="92077" y="50878"/>
                  <a:pt x="92777" y="45978"/>
                </a:cubicBezTo>
                <a:cubicBezTo>
                  <a:pt x="93813" y="41413"/>
                  <a:pt x="89612" y="37213"/>
                  <a:pt x="89612" y="37213"/>
                </a:cubicBezTo>
                <a:cubicBezTo>
                  <a:pt x="89612" y="37213"/>
                  <a:pt x="93477" y="31612"/>
                  <a:pt x="91377" y="25675"/>
                </a:cubicBezTo>
                <a:cubicBezTo>
                  <a:pt x="88912" y="19710"/>
                  <a:pt x="81911" y="17610"/>
                  <a:pt x="81911" y="17610"/>
                </a:cubicBezTo>
                <a:cubicBezTo>
                  <a:pt x="81911" y="17610"/>
                  <a:pt x="82275" y="7809"/>
                  <a:pt x="72474" y="3608"/>
                </a:cubicBezTo>
                <a:cubicBezTo>
                  <a:pt x="69873" y="2477"/>
                  <a:pt x="67042" y="1943"/>
                  <a:pt x="64195" y="1943"/>
                </a:cubicBezTo>
                <a:cubicBezTo>
                  <a:pt x="60912" y="1943"/>
                  <a:pt x="57607" y="2652"/>
                  <a:pt x="54608" y="3972"/>
                </a:cubicBezTo>
                <a:cubicBezTo>
                  <a:pt x="54608" y="3972"/>
                  <a:pt x="50636" y="1"/>
                  <a:pt x="437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4"/>
          <p:cNvSpPr/>
          <p:nvPr/>
        </p:nvSpPr>
        <p:spPr>
          <a:xfrm>
            <a:off x="7763477" y="1112705"/>
            <a:ext cx="2176527" cy="1408744"/>
          </a:xfrm>
          <a:custGeom>
            <a:avLst/>
            <a:gdLst/>
            <a:ahLst/>
            <a:cxnLst/>
            <a:rect l="l" t="t" r="r" b="b"/>
            <a:pathLst>
              <a:path w="75857" h="49098" extrusionOk="0">
                <a:moveTo>
                  <a:pt x="46118" y="0"/>
                </a:moveTo>
                <a:cubicBezTo>
                  <a:pt x="43137" y="0"/>
                  <a:pt x="39514" y="853"/>
                  <a:pt x="35251" y="2976"/>
                </a:cubicBezTo>
                <a:cubicBezTo>
                  <a:pt x="35251" y="2976"/>
                  <a:pt x="31057" y="959"/>
                  <a:pt x="25979" y="959"/>
                </a:cubicBezTo>
                <a:cubicBezTo>
                  <a:pt x="23440" y="959"/>
                  <a:pt x="20680" y="1463"/>
                  <a:pt x="18113" y="2976"/>
                </a:cubicBezTo>
                <a:cubicBezTo>
                  <a:pt x="7947" y="8940"/>
                  <a:pt x="11448" y="19442"/>
                  <a:pt x="11448" y="19442"/>
                </a:cubicBezTo>
                <a:cubicBezTo>
                  <a:pt x="1" y="30301"/>
                  <a:pt x="7040" y="40194"/>
                  <a:pt x="17463" y="40194"/>
                </a:cubicBezTo>
                <a:cubicBezTo>
                  <a:pt x="19458" y="40194"/>
                  <a:pt x="21577" y="39832"/>
                  <a:pt x="23713" y="39044"/>
                </a:cubicBezTo>
                <a:cubicBezTo>
                  <a:pt x="25387" y="45322"/>
                  <a:pt x="32565" y="49098"/>
                  <a:pt x="39414" y="49098"/>
                </a:cubicBezTo>
                <a:cubicBezTo>
                  <a:pt x="44023" y="49098"/>
                  <a:pt x="48483" y="47388"/>
                  <a:pt x="51017" y="43581"/>
                </a:cubicBezTo>
                <a:cubicBezTo>
                  <a:pt x="52955" y="45969"/>
                  <a:pt x="57439" y="49020"/>
                  <a:pt x="61989" y="49020"/>
                </a:cubicBezTo>
                <a:cubicBezTo>
                  <a:pt x="64802" y="49020"/>
                  <a:pt x="67641" y="47854"/>
                  <a:pt x="69920" y="44645"/>
                </a:cubicBezTo>
                <a:cubicBezTo>
                  <a:pt x="75856" y="36244"/>
                  <a:pt x="68855" y="29943"/>
                  <a:pt x="68855" y="29943"/>
                </a:cubicBezTo>
                <a:cubicBezTo>
                  <a:pt x="68855" y="29943"/>
                  <a:pt x="75520" y="24342"/>
                  <a:pt x="73056" y="18378"/>
                </a:cubicBezTo>
                <a:cubicBezTo>
                  <a:pt x="70620" y="11741"/>
                  <a:pt x="60118" y="10677"/>
                  <a:pt x="60118" y="10677"/>
                </a:cubicBezTo>
                <a:cubicBezTo>
                  <a:pt x="60118" y="10677"/>
                  <a:pt x="57654" y="2640"/>
                  <a:pt x="49953" y="539"/>
                </a:cubicBezTo>
                <a:cubicBezTo>
                  <a:pt x="48821" y="195"/>
                  <a:pt x="47543" y="0"/>
                  <a:pt x="461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4"/>
          <p:cNvSpPr txBox="1">
            <a:spLocks noGrp="1"/>
          </p:cNvSpPr>
          <p:nvPr>
            <p:ph type="title"/>
          </p:nvPr>
        </p:nvSpPr>
        <p:spPr>
          <a:xfrm>
            <a:off x="715100" y="540000"/>
            <a:ext cx="7704000" cy="5727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dk2"/>
              </a:buClr>
              <a:buSzPts val="3500"/>
              <a:buNone/>
              <a:defRPr sz="3500">
                <a:solidFill>
                  <a:schemeClr val="dk2"/>
                </a:solidFill>
              </a:defRPr>
            </a:lvl1pPr>
            <a:lvl2pPr lvl="1" rtl="0">
              <a:spcBef>
                <a:spcPts val="0"/>
              </a:spcBef>
              <a:spcAft>
                <a:spcPts val="0"/>
              </a:spcAft>
              <a:buSzPts val="3500"/>
              <a:buFont typeface="Abril Fatface"/>
              <a:buNone/>
              <a:defRPr sz="3500">
                <a:latin typeface="Abril Fatface"/>
                <a:ea typeface="Abril Fatface"/>
                <a:cs typeface="Abril Fatface"/>
                <a:sym typeface="Abril Fatface"/>
              </a:defRPr>
            </a:lvl2pPr>
            <a:lvl3pPr lvl="2" rtl="0">
              <a:spcBef>
                <a:spcPts val="0"/>
              </a:spcBef>
              <a:spcAft>
                <a:spcPts val="0"/>
              </a:spcAft>
              <a:buSzPts val="3500"/>
              <a:buFont typeface="Abril Fatface"/>
              <a:buNone/>
              <a:defRPr sz="3500">
                <a:latin typeface="Abril Fatface"/>
                <a:ea typeface="Abril Fatface"/>
                <a:cs typeface="Abril Fatface"/>
                <a:sym typeface="Abril Fatface"/>
              </a:defRPr>
            </a:lvl3pPr>
            <a:lvl4pPr lvl="3" rtl="0">
              <a:spcBef>
                <a:spcPts val="0"/>
              </a:spcBef>
              <a:spcAft>
                <a:spcPts val="0"/>
              </a:spcAft>
              <a:buSzPts val="3500"/>
              <a:buFont typeface="Abril Fatface"/>
              <a:buNone/>
              <a:defRPr sz="3500">
                <a:latin typeface="Abril Fatface"/>
                <a:ea typeface="Abril Fatface"/>
                <a:cs typeface="Abril Fatface"/>
                <a:sym typeface="Abril Fatface"/>
              </a:defRPr>
            </a:lvl4pPr>
            <a:lvl5pPr lvl="4" rtl="0">
              <a:spcBef>
                <a:spcPts val="0"/>
              </a:spcBef>
              <a:spcAft>
                <a:spcPts val="0"/>
              </a:spcAft>
              <a:buSzPts val="3500"/>
              <a:buFont typeface="Abril Fatface"/>
              <a:buNone/>
              <a:defRPr sz="3500">
                <a:latin typeface="Abril Fatface"/>
                <a:ea typeface="Abril Fatface"/>
                <a:cs typeface="Abril Fatface"/>
                <a:sym typeface="Abril Fatface"/>
              </a:defRPr>
            </a:lvl5pPr>
            <a:lvl6pPr lvl="5" rtl="0">
              <a:spcBef>
                <a:spcPts val="0"/>
              </a:spcBef>
              <a:spcAft>
                <a:spcPts val="0"/>
              </a:spcAft>
              <a:buSzPts val="3500"/>
              <a:buFont typeface="Abril Fatface"/>
              <a:buNone/>
              <a:defRPr sz="3500">
                <a:latin typeface="Abril Fatface"/>
                <a:ea typeface="Abril Fatface"/>
                <a:cs typeface="Abril Fatface"/>
                <a:sym typeface="Abril Fatface"/>
              </a:defRPr>
            </a:lvl6pPr>
            <a:lvl7pPr lvl="6" rtl="0">
              <a:spcBef>
                <a:spcPts val="0"/>
              </a:spcBef>
              <a:spcAft>
                <a:spcPts val="0"/>
              </a:spcAft>
              <a:buSzPts val="3500"/>
              <a:buFont typeface="Abril Fatface"/>
              <a:buNone/>
              <a:defRPr sz="3500">
                <a:latin typeface="Abril Fatface"/>
                <a:ea typeface="Abril Fatface"/>
                <a:cs typeface="Abril Fatface"/>
                <a:sym typeface="Abril Fatface"/>
              </a:defRPr>
            </a:lvl7pPr>
            <a:lvl8pPr lvl="7" rtl="0">
              <a:spcBef>
                <a:spcPts val="0"/>
              </a:spcBef>
              <a:spcAft>
                <a:spcPts val="0"/>
              </a:spcAft>
              <a:buSzPts val="3500"/>
              <a:buFont typeface="Abril Fatface"/>
              <a:buNone/>
              <a:defRPr sz="3500">
                <a:latin typeface="Abril Fatface"/>
                <a:ea typeface="Abril Fatface"/>
                <a:cs typeface="Abril Fatface"/>
                <a:sym typeface="Abril Fatface"/>
              </a:defRPr>
            </a:lvl8pPr>
            <a:lvl9pPr lvl="8" rtl="0">
              <a:spcBef>
                <a:spcPts val="0"/>
              </a:spcBef>
              <a:spcAft>
                <a:spcPts val="0"/>
              </a:spcAft>
              <a:buSzPts val="3500"/>
              <a:buFont typeface="Abril Fatface"/>
              <a:buNone/>
              <a:defRPr sz="3500">
                <a:latin typeface="Abril Fatface"/>
                <a:ea typeface="Abril Fatface"/>
                <a:cs typeface="Abril Fatface"/>
                <a:sym typeface="Abril Fatface"/>
              </a:defRPr>
            </a:lvl9pPr>
          </a:lstStyle>
          <a:p>
            <a:endParaRPr/>
          </a:p>
        </p:txBody>
      </p:sp>
      <p:sp>
        <p:nvSpPr>
          <p:cNvPr id="66" name="Google Shape;66;p14"/>
          <p:cNvSpPr txBox="1">
            <a:spLocks noGrp="1"/>
          </p:cNvSpPr>
          <p:nvPr>
            <p:ph type="title" idx="2" hasCustomPrompt="1"/>
          </p:nvPr>
        </p:nvSpPr>
        <p:spPr>
          <a:xfrm>
            <a:off x="787350" y="1676625"/>
            <a:ext cx="475500" cy="391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3500"/>
              <a:buNone/>
              <a:defRPr sz="3500">
                <a:solidFill>
                  <a:schemeClr val="dk2"/>
                </a:solidFill>
              </a:defRPr>
            </a:lvl1pPr>
            <a:lvl2pPr lvl="1" algn="ctr" rtl="0">
              <a:spcBef>
                <a:spcPts val="0"/>
              </a:spcBef>
              <a:spcAft>
                <a:spcPts val="0"/>
              </a:spcAft>
              <a:buClr>
                <a:schemeClr val="dk2"/>
              </a:buClr>
              <a:buSzPts val="3500"/>
              <a:buNone/>
              <a:defRPr sz="3500">
                <a:solidFill>
                  <a:schemeClr val="dk2"/>
                </a:solidFill>
              </a:defRPr>
            </a:lvl2pPr>
            <a:lvl3pPr lvl="2" algn="ctr" rtl="0">
              <a:spcBef>
                <a:spcPts val="0"/>
              </a:spcBef>
              <a:spcAft>
                <a:spcPts val="0"/>
              </a:spcAft>
              <a:buClr>
                <a:schemeClr val="dk2"/>
              </a:buClr>
              <a:buSzPts val="3500"/>
              <a:buNone/>
              <a:defRPr sz="3500">
                <a:solidFill>
                  <a:schemeClr val="dk2"/>
                </a:solidFill>
              </a:defRPr>
            </a:lvl3pPr>
            <a:lvl4pPr lvl="3" algn="ctr" rtl="0">
              <a:spcBef>
                <a:spcPts val="0"/>
              </a:spcBef>
              <a:spcAft>
                <a:spcPts val="0"/>
              </a:spcAft>
              <a:buClr>
                <a:schemeClr val="dk2"/>
              </a:buClr>
              <a:buSzPts val="3500"/>
              <a:buNone/>
              <a:defRPr sz="3500">
                <a:solidFill>
                  <a:schemeClr val="dk2"/>
                </a:solidFill>
              </a:defRPr>
            </a:lvl4pPr>
            <a:lvl5pPr lvl="4" algn="ctr" rtl="0">
              <a:spcBef>
                <a:spcPts val="0"/>
              </a:spcBef>
              <a:spcAft>
                <a:spcPts val="0"/>
              </a:spcAft>
              <a:buClr>
                <a:schemeClr val="dk2"/>
              </a:buClr>
              <a:buSzPts val="3500"/>
              <a:buNone/>
              <a:defRPr sz="3500">
                <a:solidFill>
                  <a:schemeClr val="dk2"/>
                </a:solidFill>
              </a:defRPr>
            </a:lvl5pPr>
            <a:lvl6pPr lvl="5" algn="ctr" rtl="0">
              <a:spcBef>
                <a:spcPts val="0"/>
              </a:spcBef>
              <a:spcAft>
                <a:spcPts val="0"/>
              </a:spcAft>
              <a:buClr>
                <a:schemeClr val="dk2"/>
              </a:buClr>
              <a:buSzPts val="3500"/>
              <a:buNone/>
              <a:defRPr sz="3500">
                <a:solidFill>
                  <a:schemeClr val="dk2"/>
                </a:solidFill>
              </a:defRPr>
            </a:lvl6pPr>
            <a:lvl7pPr lvl="6" algn="ctr" rtl="0">
              <a:spcBef>
                <a:spcPts val="0"/>
              </a:spcBef>
              <a:spcAft>
                <a:spcPts val="0"/>
              </a:spcAft>
              <a:buClr>
                <a:schemeClr val="dk2"/>
              </a:buClr>
              <a:buSzPts val="3500"/>
              <a:buNone/>
              <a:defRPr sz="3500">
                <a:solidFill>
                  <a:schemeClr val="dk2"/>
                </a:solidFill>
              </a:defRPr>
            </a:lvl7pPr>
            <a:lvl8pPr lvl="7" algn="ctr" rtl="0">
              <a:spcBef>
                <a:spcPts val="0"/>
              </a:spcBef>
              <a:spcAft>
                <a:spcPts val="0"/>
              </a:spcAft>
              <a:buClr>
                <a:schemeClr val="dk2"/>
              </a:buClr>
              <a:buSzPts val="3500"/>
              <a:buNone/>
              <a:defRPr sz="3500">
                <a:solidFill>
                  <a:schemeClr val="dk2"/>
                </a:solidFill>
              </a:defRPr>
            </a:lvl8pPr>
            <a:lvl9pPr lvl="8" algn="ctr" rtl="0">
              <a:spcBef>
                <a:spcPts val="0"/>
              </a:spcBef>
              <a:spcAft>
                <a:spcPts val="0"/>
              </a:spcAft>
              <a:buClr>
                <a:schemeClr val="dk2"/>
              </a:buClr>
              <a:buSzPts val="3500"/>
              <a:buNone/>
              <a:defRPr sz="3500">
                <a:solidFill>
                  <a:schemeClr val="dk2"/>
                </a:solidFill>
              </a:defRPr>
            </a:lvl9pPr>
          </a:lstStyle>
          <a:p>
            <a:r>
              <a:t>xx%</a:t>
            </a:r>
          </a:p>
        </p:txBody>
      </p:sp>
      <p:sp>
        <p:nvSpPr>
          <p:cNvPr id="67" name="Google Shape;67;p14"/>
          <p:cNvSpPr txBox="1">
            <a:spLocks noGrp="1"/>
          </p:cNvSpPr>
          <p:nvPr>
            <p:ph type="subTitle" idx="1"/>
          </p:nvPr>
        </p:nvSpPr>
        <p:spPr>
          <a:xfrm>
            <a:off x="1486500" y="2084526"/>
            <a:ext cx="2471400" cy="4848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Raleway"/>
              <a:buNone/>
              <a:defRPr sz="1400">
                <a:solidFill>
                  <a:schemeClr val="dk1"/>
                </a:solidFill>
                <a:latin typeface="Raleway"/>
                <a:ea typeface="Raleway"/>
                <a:cs typeface="Raleway"/>
                <a:sym typeface="Raleway"/>
              </a:defRPr>
            </a:lvl1pPr>
            <a:lvl2pPr lvl="1"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2pPr>
            <a:lvl3pPr lvl="2"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3pPr>
            <a:lvl4pPr lvl="3"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4pPr>
            <a:lvl5pPr lvl="4"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5pPr>
            <a:lvl6pPr lvl="5"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6pPr>
            <a:lvl7pPr lvl="6"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7pPr>
            <a:lvl8pPr lvl="7"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8pPr>
            <a:lvl9pPr lvl="8"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9pPr>
          </a:lstStyle>
          <a:p>
            <a:endParaRPr/>
          </a:p>
        </p:txBody>
      </p:sp>
      <p:sp>
        <p:nvSpPr>
          <p:cNvPr id="68" name="Google Shape;68;p14"/>
          <p:cNvSpPr txBox="1">
            <a:spLocks noGrp="1"/>
          </p:cNvSpPr>
          <p:nvPr>
            <p:ph type="subTitle" idx="3"/>
          </p:nvPr>
        </p:nvSpPr>
        <p:spPr>
          <a:xfrm>
            <a:off x="1486500" y="1676625"/>
            <a:ext cx="2624400" cy="3912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1pPr>
            <a:lvl2pPr lvl="1"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2pPr>
            <a:lvl3pPr lvl="2"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3pPr>
            <a:lvl4pPr lvl="3"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4pPr>
            <a:lvl5pPr lvl="4"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5pPr>
            <a:lvl6pPr lvl="5"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6pPr>
            <a:lvl7pPr lvl="6"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7pPr>
            <a:lvl8pPr lvl="7"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8pPr>
            <a:lvl9pPr lvl="8"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9pPr>
          </a:lstStyle>
          <a:p>
            <a:endParaRPr/>
          </a:p>
        </p:txBody>
      </p:sp>
      <p:sp>
        <p:nvSpPr>
          <p:cNvPr id="69" name="Google Shape;69;p14"/>
          <p:cNvSpPr txBox="1">
            <a:spLocks noGrp="1"/>
          </p:cNvSpPr>
          <p:nvPr>
            <p:ph type="subTitle" idx="4"/>
          </p:nvPr>
        </p:nvSpPr>
        <p:spPr>
          <a:xfrm>
            <a:off x="5358725" y="2084526"/>
            <a:ext cx="2471400" cy="4848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Raleway"/>
              <a:buNone/>
              <a:defRPr sz="1400">
                <a:solidFill>
                  <a:schemeClr val="dk1"/>
                </a:solidFill>
                <a:latin typeface="Raleway"/>
                <a:ea typeface="Raleway"/>
                <a:cs typeface="Raleway"/>
                <a:sym typeface="Raleway"/>
              </a:defRPr>
            </a:lvl1pPr>
            <a:lvl2pPr lvl="1"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2pPr>
            <a:lvl3pPr lvl="2"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3pPr>
            <a:lvl4pPr lvl="3"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4pPr>
            <a:lvl5pPr lvl="4"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5pPr>
            <a:lvl6pPr lvl="5"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6pPr>
            <a:lvl7pPr lvl="6"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7pPr>
            <a:lvl8pPr lvl="7"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8pPr>
            <a:lvl9pPr lvl="8"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9pPr>
          </a:lstStyle>
          <a:p>
            <a:endParaRPr/>
          </a:p>
        </p:txBody>
      </p:sp>
      <p:sp>
        <p:nvSpPr>
          <p:cNvPr id="70" name="Google Shape;70;p14"/>
          <p:cNvSpPr txBox="1">
            <a:spLocks noGrp="1"/>
          </p:cNvSpPr>
          <p:nvPr>
            <p:ph type="subTitle" idx="5"/>
          </p:nvPr>
        </p:nvSpPr>
        <p:spPr>
          <a:xfrm>
            <a:off x="5358725" y="1676625"/>
            <a:ext cx="2624400" cy="3912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000"/>
              <a:buFont typeface="Abril Fatface"/>
              <a:buNone/>
              <a:defRPr sz="2000">
                <a:solidFill>
                  <a:schemeClr val="dk2"/>
                </a:solidFill>
                <a:latin typeface="Abril Fatface"/>
                <a:ea typeface="Abril Fatface"/>
                <a:cs typeface="Abril Fatface"/>
                <a:sym typeface="Abril Fatface"/>
              </a:defRPr>
            </a:lvl1pPr>
            <a:lvl2pPr lvl="1"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2pPr>
            <a:lvl3pPr lvl="2"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3pPr>
            <a:lvl4pPr lvl="3"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4pPr>
            <a:lvl5pPr lvl="4"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5pPr>
            <a:lvl6pPr lvl="5"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6pPr>
            <a:lvl7pPr lvl="6"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7pPr>
            <a:lvl8pPr lvl="7"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8pPr>
            <a:lvl9pPr lvl="8"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9pPr>
          </a:lstStyle>
          <a:p>
            <a:endParaRPr/>
          </a:p>
        </p:txBody>
      </p:sp>
      <p:sp>
        <p:nvSpPr>
          <p:cNvPr id="71" name="Google Shape;71;p14"/>
          <p:cNvSpPr txBox="1">
            <a:spLocks noGrp="1"/>
          </p:cNvSpPr>
          <p:nvPr>
            <p:ph type="subTitle" idx="6"/>
          </p:nvPr>
        </p:nvSpPr>
        <p:spPr>
          <a:xfrm>
            <a:off x="2060750" y="3834169"/>
            <a:ext cx="2471400" cy="4848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Raleway"/>
              <a:buNone/>
              <a:defRPr sz="1400">
                <a:solidFill>
                  <a:schemeClr val="dk1"/>
                </a:solidFill>
                <a:latin typeface="Raleway"/>
                <a:ea typeface="Raleway"/>
                <a:cs typeface="Raleway"/>
                <a:sym typeface="Raleway"/>
              </a:defRPr>
            </a:lvl1pPr>
            <a:lvl2pPr lvl="1"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2pPr>
            <a:lvl3pPr lvl="2"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3pPr>
            <a:lvl4pPr lvl="3"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4pPr>
            <a:lvl5pPr lvl="4"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5pPr>
            <a:lvl6pPr lvl="5"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6pPr>
            <a:lvl7pPr lvl="6"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7pPr>
            <a:lvl8pPr lvl="7"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8pPr>
            <a:lvl9pPr lvl="8"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9pPr>
          </a:lstStyle>
          <a:p>
            <a:endParaRPr/>
          </a:p>
        </p:txBody>
      </p:sp>
      <p:sp>
        <p:nvSpPr>
          <p:cNvPr id="72" name="Google Shape;72;p14"/>
          <p:cNvSpPr txBox="1">
            <a:spLocks noGrp="1"/>
          </p:cNvSpPr>
          <p:nvPr>
            <p:ph type="subTitle" idx="7"/>
          </p:nvPr>
        </p:nvSpPr>
        <p:spPr>
          <a:xfrm>
            <a:off x="2060750" y="3421625"/>
            <a:ext cx="2622300" cy="3912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000"/>
              <a:buFont typeface="Abril Fatface"/>
              <a:buNone/>
              <a:defRPr sz="2000">
                <a:solidFill>
                  <a:schemeClr val="dk2"/>
                </a:solidFill>
                <a:latin typeface="Abril Fatface"/>
                <a:ea typeface="Abril Fatface"/>
                <a:cs typeface="Abril Fatface"/>
                <a:sym typeface="Abril Fatface"/>
              </a:defRPr>
            </a:lvl1pPr>
            <a:lvl2pPr lvl="1"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2pPr>
            <a:lvl3pPr lvl="2"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3pPr>
            <a:lvl4pPr lvl="3"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4pPr>
            <a:lvl5pPr lvl="4"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5pPr>
            <a:lvl6pPr lvl="5"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6pPr>
            <a:lvl7pPr lvl="6"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7pPr>
            <a:lvl8pPr lvl="7"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8pPr>
            <a:lvl9pPr lvl="8"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9pPr>
          </a:lstStyle>
          <a:p>
            <a:endParaRPr/>
          </a:p>
        </p:txBody>
      </p:sp>
      <p:sp>
        <p:nvSpPr>
          <p:cNvPr id="73" name="Google Shape;73;p14"/>
          <p:cNvSpPr txBox="1">
            <a:spLocks noGrp="1"/>
          </p:cNvSpPr>
          <p:nvPr>
            <p:ph type="subTitle" idx="8"/>
          </p:nvPr>
        </p:nvSpPr>
        <p:spPr>
          <a:xfrm>
            <a:off x="5932975" y="3834169"/>
            <a:ext cx="2471400" cy="4848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Raleway"/>
              <a:buNone/>
              <a:defRPr sz="1400">
                <a:solidFill>
                  <a:schemeClr val="dk1"/>
                </a:solidFill>
                <a:latin typeface="Raleway"/>
                <a:ea typeface="Raleway"/>
                <a:cs typeface="Raleway"/>
                <a:sym typeface="Raleway"/>
              </a:defRPr>
            </a:lvl1pPr>
            <a:lvl2pPr lvl="1"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2pPr>
            <a:lvl3pPr lvl="2"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3pPr>
            <a:lvl4pPr lvl="3"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4pPr>
            <a:lvl5pPr lvl="4"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5pPr>
            <a:lvl6pPr lvl="5"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6pPr>
            <a:lvl7pPr lvl="6"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7pPr>
            <a:lvl8pPr lvl="7"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8pPr>
            <a:lvl9pPr lvl="8"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9pPr>
          </a:lstStyle>
          <a:p>
            <a:endParaRPr/>
          </a:p>
        </p:txBody>
      </p:sp>
      <p:sp>
        <p:nvSpPr>
          <p:cNvPr id="74" name="Google Shape;74;p14"/>
          <p:cNvSpPr txBox="1">
            <a:spLocks noGrp="1"/>
          </p:cNvSpPr>
          <p:nvPr>
            <p:ph type="subTitle" idx="9"/>
          </p:nvPr>
        </p:nvSpPr>
        <p:spPr>
          <a:xfrm>
            <a:off x="5932975" y="3421625"/>
            <a:ext cx="2624400" cy="3912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000"/>
              <a:buFont typeface="Abril Fatface"/>
              <a:buNone/>
              <a:defRPr sz="2000">
                <a:solidFill>
                  <a:schemeClr val="dk2"/>
                </a:solidFill>
                <a:latin typeface="Abril Fatface"/>
                <a:ea typeface="Abril Fatface"/>
                <a:cs typeface="Abril Fatface"/>
                <a:sym typeface="Abril Fatface"/>
              </a:defRPr>
            </a:lvl1pPr>
            <a:lvl2pPr lvl="1"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2pPr>
            <a:lvl3pPr lvl="2"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3pPr>
            <a:lvl4pPr lvl="3"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4pPr>
            <a:lvl5pPr lvl="4"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5pPr>
            <a:lvl6pPr lvl="5"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6pPr>
            <a:lvl7pPr lvl="6"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7pPr>
            <a:lvl8pPr lvl="7"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8pPr>
            <a:lvl9pPr lvl="8" rtl="0">
              <a:lnSpc>
                <a:spcPct val="100000"/>
              </a:lnSpc>
              <a:spcBef>
                <a:spcPts val="0"/>
              </a:spcBef>
              <a:spcAft>
                <a:spcPts val="0"/>
              </a:spcAft>
              <a:buClr>
                <a:schemeClr val="dk1"/>
              </a:buClr>
              <a:buSzPts val="2000"/>
              <a:buFont typeface="Abril Fatface"/>
              <a:buNone/>
              <a:defRPr sz="2000">
                <a:solidFill>
                  <a:schemeClr val="dk1"/>
                </a:solidFill>
                <a:latin typeface="Abril Fatface"/>
                <a:ea typeface="Abril Fatface"/>
                <a:cs typeface="Abril Fatface"/>
                <a:sym typeface="Abril Fatface"/>
              </a:defRPr>
            </a:lvl9pPr>
          </a:lstStyle>
          <a:p>
            <a:endParaRPr/>
          </a:p>
        </p:txBody>
      </p:sp>
      <p:sp>
        <p:nvSpPr>
          <p:cNvPr id="75" name="Google Shape;75;p14"/>
          <p:cNvSpPr txBox="1">
            <a:spLocks noGrp="1"/>
          </p:cNvSpPr>
          <p:nvPr>
            <p:ph type="title" idx="13" hasCustomPrompt="1"/>
          </p:nvPr>
        </p:nvSpPr>
        <p:spPr>
          <a:xfrm>
            <a:off x="4647700" y="1667225"/>
            <a:ext cx="475800" cy="4173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3500"/>
              <a:buNone/>
              <a:defRPr sz="3500">
                <a:solidFill>
                  <a:schemeClr val="dk2"/>
                </a:solidFill>
              </a:defRPr>
            </a:lvl1pPr>
            <a:lvl2pPr lvl="1" algn="ctr" rtl="0">
              <a:spcBef>
                <a:spcPts val="0"/>
              </a:spcBef>
              <a:spcAft>
                <a:spcPts val="0"/>
              </a:spcAft>
              <a:buClr>
                <a:schemeClr val="dk2"/>
              </a:buClr>
              <a:buSzPts val="3500"/>
              <a:buNone/>
              <a:defRPr sz="3500">
                <a:solidFill>
                  <a:schemeClr val="dk2"/>
                </a:solidFill>
              </a:defRPr>
            </a:lvl2pPr>
            <a:lvl3pPr lvl="2" algn="ctr" rtl="0">
              <a:spcBef>
                <a:spcPts val="0"/>
              </a:spcBef>
              <a:spcAft>
                <a:spcPts val="0"/>
              </a:spcAft>
              <a:buClr>
                <a:schemeClr val="dk2"/>
              </a:buClr>
              <a:buSzPts val="3500"/>
              <a:buNone/>
              <a:defRPr sz="3500">
                <a:solidFill>
                  <a:schemeClr val="dk2"/>
                </a:solidFill>
              </a:defRPr>
            </a:lvl3pPr>
            <a:lvl4pPr lvl="3" algn="ctr" rtl="0">
              <a:spcBef>
                <a:spcPts val="0"/>
              </a:spcBef>
              <a:spcAft>
                <a:spcPts val="0"/>
              </a:spcAft>
              <a:buClr>
                <a:schemeClr val="dk2"/>
              </a:buClr>
              <a:buSzPts val="3500"/>
              <a:buNone/>
              <a:defRPr sz="3500">
                <a:solidFill>
                  <a:schemeClr val="dk2"/>
                </a:solidFill>
              </a:defRPr>
            </a:lvl4pPr>
            <a:lvl5pPr lvl="4" algn="ctr" rtl="0">
              <a:spcBef>
                <a:spcPts val="0"/>
              </a:spcBef>
              <a:spcAft>
                <a:spcPts val="0"/>
              </a:spcAft>
              <a:buClr>
                <a:schemeClr val="dk2"/>
              </a:buClr>
              <a:buSzPts val="3500"/>
              <a:buNone/>
              <a:defRPr sz="3500">
                <a:solidFill>
                  <a:schemeClr val="dk2"/>
                </a:solidFill>
              </a:defRPr>
            </a:lvl5pPr>
            <a:lvl6pPr lvl="5" algn="ctr" rtl="0">
              <a:spcBef>
                <a:spcPts val="0"/>
              </a:spcBef>
              <a:spcAft>
                <a:spcPts val="0"/>
              </a:spcAft>
              <a:buClr>
                <a:schemeClr val="dk2"/>
              </a:buClr>
              <a:buSzPts val="3500"/>
              <a:buNone/>
              <a:defRPr sz="3500">
                <a:solidFill>
                  <a:schemeClr val="dk2"/>
                </a:solidFill>
              </a:defRPr>
            </a:lvl6pPr>
            <a:lvl7pPr lvl="6" algn="ctr" rtl="0">
              <a:spcBef>
                <a:spcPts val="0"/>
              </a:spcBef>
              <a:spcAft>
                <a:spcPts val="0"/>
              </a:spcAft>
              <a:buClr>
                <a:schemeClr val="dk2"/>
              </a:buClr>
              <a:buSzPts val="3500"/>
              <a:buNone/>
              <a:defRPr sz="3500">
                <a:solidFill>
                  <a:schemeClr val="dk2"/>
                </a:solidFill>
              </a:defRPr>
            </a:lvl7pPr>
            <a:lvl8pPr lvl="7" algn="ctr" rtl="0">
              <a:spcBef>
                <a:spcPts val="0"/>
              </a:spcBef>
              <a:spcAft>
                <a:spcPts val="0"/>
              </a:spcAft>
              <a:buClr>
                <a:schemeClr val="dk2"/>
              </a:buClr>
              <a:buSzPts val="3500"/>
              <a:buNone/>
              <a:defRPr sz="3500">
                <a:solidFill>
                  <a:schemeClr val="dk2"/>
                </a:solidFill>
              </a:defRPr>
            </a:lvl8pPr>
            <a:lvl9pPr lvl="8" algn="ctr" rtl="0">
              <a:spcBef>
                <a:spcPts val="0"/>
              </a:spcBef>
              <a:spcAft>
                <a:spcPts val="0"/>
              </a:spcAft>
              <a:buClr>
                <a:schemeClr val="dk2"/>
              </a:buClr>
              <a:buSzPts val="3500"/>
              <a:buNone/>
              <a:defRPr sz="3500">
                <a:solidFill>
                  <a:schemeClr val="dk2"/>
                </a:solidFill>
              </a:defRPr>
            </a:lvl9pPr>
          </a:lstStyle>
          <a:p>
            <a:r>
              <a:t>xx%</a:t>
            </a:r>
          </a:p>
        </p:txBody>
      </p:sp>
      <p:sp>
        <p:nvSpPr>
          <p:cNvPr id="76" name="Google Shape;76;p14"/>
          <p:cNvSpPr txBox="1">
            <a:spLocks noGrp="1"/>
          </p:cNvSpPr>
          <p:nvPr>
            <p:ph type="title" idx="14" hasCustomPrompt="1"/>
          </p:nvPr>
        </p:nvSpPr>
        <p:spPr>
          <a:xfrm>
            <a:off x="1366875" y="3408625"/>
            <a:ext cx="475800" cy="4173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3500"/>
              <a:buNone/>
              <a:defRPr sz="3500">
                <a:solidFill>
                  <a:schemeClr val="dk2"/>
                </a:solidFill>
              </a:defRPr>
            </a:lvl1pPr>
            <a:lvl2pPr lvl="1" algn="ctr" rtl="0">
              <a:spcBef>
                <a:spcPts val="0"/>
              </a:spcBef>
              <a:spcAft>
                <a:spcPts val="0"/>
              </a:spcAft>
              <a:buClr>
                <a:schemeClr val="dk2"/>
              </a:buClr>
              <a:buSzPts val="3500"/>
              <a:buNone/>
              <a:defRPr sz="3500">
                <a:solidFill>
                  <a:schemeClr val="dk2"/>
                </a:solidFill>
              </a:defRPr>
            </a:lvl2pPr>
            <a:lvl3pPr lvl="2" algn="ctr" rtl="0">
              <a:spcBef>
                <a:spcPts val="0"/>
              </a:spcBef>
              <a:spcAft>
                <a:spcPts val="0"/>
              </a:spcAft>
              <a:buClr>
                <a:schemeClr val="dk2"/>
              </a:buClr>
              <a:buSzPts val="3500"/>
              <a:buNone/>
              <a:defRPr sz="3500">
                <a:solidFill>
                  <a:schemeClr val="dk2"/>
                </a:solidFill>
              </a:defRPr>
            </a:lvl3pPr>
            <a:lvl4pPr lvl="3" algn="ctr" rtl="0">
              <a:spcBef>
                <a:spcPts val="0"/>
              </a:spcBef>
              <a:spcAft>
                <a:spcPts val="0"/>
              </a:spcAft>
              <a:buClr>
                <a:schemeClr val="dk2"/>
              </a:buClr>
              <a:buSzPts val="3500"/>
              <a:buNone/>
              <a:defRPr sz="3500">
                <a:solidFill>
                  <a:schemeClr val="dk2"/>
                </a:solidFill>
              </a:defRPr>
            </a:lvl4pPr>
            <a:lvl5pPr lvl="4" algn="ctr" rtl="0">
              <a:spcBef>
                <a:spcPts val="0"/>
              </a:spcBef>
              <a:spcAft>
                <a:spcPts val="0"/>
              </a:spcAft>
              <a:buClr>
                <a:schemeClr val="dk2"/>
              </a:buClr>
              <a:buSzPts val="3500"/>
              <a:buNone/>
              <a:defRPr sz="3500">
                <a:solidFill>
                  <a:schemeClr val="dk2"/>
                </a:solidFill>
              </a:defRPr>
            </a:lvl5pPr>
            <a:lvl6pPr lvl="5" algn="ctr" rtl="0">
              <a:spcBef>
                <a:spcPts val="0"/>
              </a:spcBef>
              <a:spcAft>
                <a:spcPts val="0"/>
              </a:spcAft>
              <a:buClr>
                <a:schemeClr val="dk2"/>
              </a:buClr>
              <a:buSzPts val="3500"/>
              <a:buNone/>
              <a:defRPr sz="3500">
                <a:solidFill>
                  <a:schemeClr val="dk2"/>
                </a:solidFill>
              </a:defRPr>
            </a:lvl6pPr>
            <a:lvl7pPr lvl="6" algn="ctr" rtl="0">
              <a:spcBef>
                <a:spcPts val="0"/>
              </a:spcBef>
              <a:spcAft>
                <a:spcPts val="0"/>
              </a:spcAft>
              <a:buClr>
                <a:schemeClr val="dk2"/>
              </a:buClr>
              <a:buSzPts val="3500"/>
              <a:buNone/>
              <a:defRPr sz="3500">
                <a:solidFill>
                  <a:schemeClr val="dk2"/>
                </a:solidFill>
              </a:defRPr>
            </a:lvl7pPr>
            <a:lvl8pPr lvl="7" algn="ctr" rtl="0">
              <a:spcBef>
                <a:spcPts val="0"/>
              </a:spcBef>
              <a:spcAft>
                <a:spcPts val="0"/>
              </a:spcAft>
              <a:buClr>
                <a:schemeClr val="dk2"/>
              </a:buClr>
              <a:buSzPts val="3500"/>
              <a:buNone/>
              <a:defRPr sz="3500">
                <a:solidFill>
                  <a:schemeClr val="dk2"/>
                </a:solidFill>
              </a:defRPr>
            </a:lvl8pPr>
            <a:lvl9pPr lvl="8" algn="ctr" rtl="0">
              <a:spcBef>
                <a:spcPts val="0"/>
              </a:spcBef>
              <a:spcAft>
                <a:spcPts val="0"/>
              </a:spcAft>
              <a:buClr>
                <a:schemeClr val="dk2"/>
              </a:buClr>
              <a:buSzPts val="3500"/>
              <a:buNone/>
              <a:defRPr sz="3500">
                <a:solidFill>
                  <a:schemeClr val="dk2"/>
                </a:solidFill>
              </a:defRPr>
            </a:lvl9pPr>
          </a:lstStyle>
          <a:p>
            <a:r>
              <a:t>xx%</a:t>
            </a:r>
          </a:p>
        </p:txBody>
      </p:sp>
      <p:sp>
        <p:nvSpPr>
          <p:cNvPr id="77" name="Google Shape;77;p14"/>
          <p:cNvSpPr txBox="1">
            <a:spLocks noGrp="1"/>
          </p:cNvSpPr>
          <p:nvPr>
            <p:ph type="title" idx="15" hasCustomPrompt="1"/>
          </p:nvPr>
        </p:nvSpPr>
        <p:spPr>
          <a:xfrm>
            <a:off x="5221950" y="3408625"/>
            <a:ext cx="475800" cy="4173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3500"/>
              <a:buNone/>
              <a:defRPr sz="3500">
                <a:solidFill>
                  <a:schemeClr val="dk2"/>
                </a:solidFill>
              </a:defRPr>
            </a:lvl1pPr>
            <a:lvl2pPr lvl="1" algn="ctr" rtl="0">
              <a:spcBef>
                <a:spcPts val="0"/>
              </a:spcBef>
              <a:spcAft>
                <a:spcPts val="0"/>
              </a:spcAft>
              <a:buClr>
                <a:schemeClr val="dk2"/>
              </a:buClr>
              <a:buSzPts val="3500"/>
              <a:buNone/>
              <a:defRPr sz="3500">
                <a:solidFill>
                  <a:schemeClr val="dk2"/>
                </a:solidFill>
              </a:defRPr>
            </a:lvl2pPr>
            <a:lvl3pPr lvl="2" algn="ctr" rtl="0">
              <a:spcBef>
                <a:spcPts val="0"/>
              </a:spcBef>
              <a:spcAft>
                <a:spcPts val="0"/>
              </a:spcAft>
              <a:buClr>
                <a:schemeClr val="dk2"/>
              </a:buClr>
              <a:buSzPts val="3500"/>
              <a:buNone/>
              <a:defRPr sz="3500">
                <a:solidFill>
                  <a:schemeClr val="dk2"/>
                </a:solidFill>
              </a:defRPr>
            </a:lvl3pPr>
            <a:lvl4pPr lvl="3" algn="ctr" rtl="0">
              <a:spcBef>
                <a:spcPts val="0"/>
              </a:spcBef>
              <a:spcAft>
                <a:spcPts val="0"/>
              </a:spcAft>
              <a:buClr>
                <a:schemeClr val="dk2"/>
              </a:buClr>
              <a:buSzPts val="3500"/>
              <a:buNone/>
              <a:defRPr sz="3500">
                <a:solidFill>
                  <a:schemeClr val="dk2"/>
                </a:solidFill>
              </a:defRPr>
            </a:lvl4pPr>
            <a:lvl5pPr lvl="4" algn="ctr" rtl="0">
              <a:spcBef>
                <a:spcPts val="0"/>
              </a:spcBef>
              <a:spcAft>
                <a:spcPts val="0"/>
              </a:spcAft>
              <a:buClr>
                <a:schemeClr val="dk2"/>
              </a:buClr>
              <a:buSzPts val="3500"/>
              <a:buNone/>
              <a:defRPr sz="3500">
                <a:solidFill>
                  <a:schemeClr val="dk2"/>
                </a:solidFill>
              </a:defRPr>
            </a:lvl5pPr>
            <a:lvl6pPr lvl="5" algn="ctr" rtl="0">
              <a:spcBef>
                <a:spcPts val="0"/>
              </a:spcBef>
              <a:spcAft>
                <a:spcPts val="0"/>
              </a:spcAft>
              <a:buClr>
                <a:schemeClr val="dk2"/>
              </a:buClr>
              <a:buSzPts val="3500"/>
              <a:buNone/>
              <a:defRPr sz="3500">
                <a:solidFill>
                  <a:schemeClr val="dk2"/>
                </a:solidFill>
              </a:defRPr>
            </a:lvl6pPr>
            <a:lvl7pPr lvl="6" algn="ctr" rtl="0">
              <a:spcBef>
                <a:spcPts val="0"/>
              </a:spcBef>
              <a:spcAft>
                <a:spcPts val="0"/>
              </a:spcAft>
              <a:buClr>
                <a:schemeClr val="dk2"/>
              </a:buClr>
              <a:buSzPts val="3500"/>
              <a:buNone/>
              <a:defRPr sz="3500">
                <a:solidFill>
                  <a:schemeClr val="dk2"/>
                </a:solidFill>
              </a:defRPr>
            </a:lvl7pPr>
            <a:lvl8pPr lvl="7" algn="ctr" rtl="0">
              <a:spcBef>
                <a:spcPts val="0"/>
              </a:spcBef>
              <a:spcAft>
                <a:spcPts val="0"/>
              </a:spcAft>
              <a:buClr>
                <a:schemeClr val="dk2"/>
              </a:buClr>
              <a:buSzPts val="3500"/>
              <a:buNone/>
              <a:defRPr sz="3500">
                <a:solidFill>
                  <a:schemeClr val="dk2"/>
                </a:solidFill>
              </a:defRPr>
            </a:lvl8pPr>
            <a:lvl9pPr lvl="8" algn="ctr" rtl="0">
              <a:spcBef>
                <a:spcPts val="0"/>
              </a:spcBef>
              <a:spcAft>
                <a:spcPts val="0"/>
              </a:spcAft>
              <a:buClr>
                <a:schemeClr val="dk2"/>
              </a:buClr>
              <a:buSzPts val="3500"/>
              <a:buNone/>
              <a:defRPr sz="3500">
                <a:solidFill>
                  <a:schemeClr val="dk2"/>
                </a:solidFill>
              </a:defRPr>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78"/>
        <p:cNvGrpSpPr/>
        <p:nvPr/>
      </p:nvGrpSpPr>
      <p:grpSpPr>
        <a:xfrm>
          <a:off x="0" y="0"/>
          <a:ext cx="0" cy="0"/>
          <a:chOff x="0" y="0"/>
          <a:chExt cx="0" cy="0"/>
        </a:xfrm>
      </p:grpSpPr>
      <p:sp>
        <p:nvSpPr>
          <p:cNvPr id="79" name="Google Shape;79;p15"/>
          <p:cNvSpPr/>
          <p:nvPr/>
        </p:nvSpPr>
        <p:spPr>
          <a:xfrm>
            <a:off x="7176569" y="4272307"/>
            <a:ext cx="1044110" cy="1154785"/>
          </a:xfrm>
          <a:custGeom>
            <a:avLst/>
            <a:gdLst/>
            <a:ahLst/>
            <a:cxnLst/>
            <a:rect l="l" t="t" r="r" b="b"/>
            <a:pathLst>
              <a:path w="65359" h="72287" extrusionOk="0">
                <a:moveTo>
                  <a:pt x="1818" y="25687"/>
                </a:moveTo>
                <a:cubicBezTo>
                  <a:pt x="2029" y="29954"/>
                  <a:pt x="4310" y="34433"/>
                  <a:pt x="8788" y="37728"/>
                </a:cubicBezTo>
                <a:cubicBezTo>
                  <a:pt x="5155" y="41192"/>
                  <a:pt x="1" y="49008"/>
                  <a:pt x="1226" y="53571"/>
                </a:cubicBezTo>
                <a:cubicBezTo>
                  <a:pt x="4733" y="66752"/>
                  <a:pt x="21294" y="55388"/>
                  <a:pt x="21294" y="55388"/>
                </a:cubicBezTo>
                <a:cubicBezTo>
                  <a:pt x="21294" y="55388"/>
                  <a:pt x="27673" y="72287"/>
                  <a:pt x="42418" y="65738"/>
                </a:cubicBezTo>
                <a:cubicBezTo>
                  <a:pt x="51712" y="61556"/>
                  <a:pt x="45967" y="51416"/>
                  <a:pt x="45967" y="51416"/>
                </a:cubicBezTo>
                <a:cubicBezTo>
                  <a:pt x="45967" y="51416"/>
                  <a:pt x="65358" y="58303"/>
                  <a:pt x="65358" y="37601"/>
                </a:cubicBezTo>
                <a:cubicBezTo>
                  <a:pt x="65358" y="31560"/>
                  <a:pt x="60838" y="23871"/>
                  <a:pt x="50698" y="26448"/>
                </a:cubicBezTo>
                <a:cubicBezTo>
                  <a:pt x="50698" y="26448"/>
                  <a:pt x="54839" y="13773"/>
                  <a:pt x="45882" y="9337"/>
                </a:cubicBezTo>
                <a:cubicBezTo>
                  <a:pt x="32997" y="3127"/>
                  <a:pt x="30377" y="19308"/>
                  <a:pt x="30377" y="19308"/>
                </a:cubicBezTo>
                <a:cubicBezTo>
                  <a:pt x="15041" y="0"/>
                  <a:pt x="1480" y="17533"/>
                  <a:pt x="1818" y="2568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5"/>
          <p:cNvSpPr/>
          <p:nvPr/>
        </p:nvSpPr>
        <p:spPr>
          <a:xfrm>
            <a:off x="1981090" y="4225462"/>
            <a:ext cx="752150" cy="766082"/>
          </a:xfrm>
          <a:custGeom>
            <a:avLst/>
            <a:gdLst/>
            <a:ahLst/>
            <a:cxnLst/>
            <a:rect l="l" t="t" r="r" b="b"/>
            <a:pathLst>
              <a:path w="70724" h="72034" extrusionOk="0">
                <a:moveTo>
                  <a:pt x="24800" y="50445"/>
                </a:moveTo>
                <a:cubicBezTo>
                  <a:pt x="24800" y="50445"/>
                  <a:pt x="27715" y="72033"/>
                  <a:pt x="39249" y="68020"/>
                </a:cubicBezTo>
                <a:cubicBezTo>
                  <a:pt x="46642" y="65485"/>
                  <a:pt x="50233" y="57416"/>
                  <a:pt x="50360" y="53909"/>
                </a:cubicBezTo>
                <a:cubicBezTo>
                  <a:pt x="52810" y="55134"/>
                  <a:pt x="55472" y="55768"/>
                  <a:pt x="58218" y="55768"/>
                </a:cubicBezTo>
                <a:cubicBezTo>
                  <a:pt x="63584" y="55768"/>
                  <a:pt x="69160" y="53233"/>
                  <a:pt x="69752" y="45206"/>
                </a:cubicBezTo>
                <a:cubicBezTo>
                  <a:pt x="70724" y="32109"/>
                  <a:pt x="60077" y="29194"/>
                  <a:pt x="60077" y="29194"/>
                </a:cubicBezTo>
                <a:cubicBezTo>
                  <a:pt x="60077" y="29194"/>
                  <a:pt x="67597" y="21843"/>
                  <a:pt x="61767" y="16055"/>
                </a:cubicBezTo>
                <a:cubicBezTo>
                  <a:pt x="47952" y="2240"/>
                  <a:pt x="40643" y="16562"/>
                  <a:pt x="40643" y="16562"/>
                </a:cubicBezTo>
                <a:cubicBezTo>
                  <a:pt x="40643" y="16562"/>
                  <a:pt x="33841" y="1"/>
                  <a:pt x="18928" y="10267"/>
                </a:cubicBezTo>
                <a:cubicBezTo>
                  <a:pt x="8704" y="17280"/>
                  <a:pt x="22519" y="30630"/>
                  <a:pt x="22519" y="30630"/>
                </a:cubicBezTo>
                <a:cubicBezTo>
                  <a:pt x="22519" y="30630"/>
                  <a:pt x="0" y="33968"/>
                  <a:pt x="5788" y="47868"/>
                </a:cubicBezTo>
                <a:cubicBezTo>
                  <a:pt x="11703" y="61978"/>
                  <a:pt x="24800" y="50445"/>
                  <a:pt x="24800" y="5044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5"/>
          <p:cNvSpPr/>
          <p:nvPr/>
        </p:nvSpPr>
        <p:spPr>
          <a:xfrm rot="10800000">
            <a:off x="8220685" y="659504"/>
            <a:ext cx="1157015" cy="886933"/>
          </a:xfrm>
          <a:custGeom>
            <a:avLst/>
            <a:gdLst/>
            <a:ahLst/>
            <a:cxnLst/>
            <a:rect l="l" t="t" r="r" b="b"/>
            <a:pathLst>
              <a:path w="60545" h="46412" extrusionOk="0">
                <a:moveTo>
                  <a:pt x="45293" y="0"/>
                </a:moveTo>
                <a:cubicBezTo>
                  <a:pt x="42214" y="0"/>
                  <a:pt x="38918" y="1518"/>
                  <a:pt x="36405" y="4636"/>
                </a:cubicBezTo>
                <a:cubicBezTo>
                  <a:pt x="34023" y="1884"/>
                  <a:pt x="30616" y="652"/>
                  <a:pt x="27204" y="652"/>
                </a:cubicBezTo>
                <a:cubicBezTo>
                  <a:pt x="21067" y="652"/>
                  <a:pt x="14918" y="4638"/>
                  <a:pt x="14702" y="10937"/>
                </a:cubicBezTo>
                <a:cubicBezTo>
                  <a:pt x="13309" y="10180"/>
                  <a:pt x="11193" y="9605"/>
                  <a:pt x="9022" y="9605"/>
                </a:cubicBezTo>
                <a:cubicBezTo>
                  <a:pt x="5170" y="9605"/>
                  <a:pt x="1148" y="11416"/>
                  <a:pt x="700" y="17237"/>
                </a:cubicBezTo>
                <a:cubicBezTo>
                  <a:pt x="0" y="26675"/>
                  <a:pt x="7701" y="28775"/>
                  <a:pt x="7701" y="28775"/>
                </a:cubicBezTo>
                <a:cubicBezTo>
                  <a:pt x="7701" y="28775"/>
                  <a:pt x="5601" y="35776"/>
                  <a:pt x="9801" y="39976"/>
                </a:cubicBezTo>
                <a:cubicBezTo>
                  <a:pt x="11838" y="42026"/>
                  <a:pt x="14587" y="42591"/>
                  <a:pt x="16997" y="42591"/>
                </a:cubicBezTo>
                <a:cubicBezTo>
                  <a:pt x="19955" y="42591"/>
                  <a:pt x="22403" y="41741"/>
                  <a:pt x="22403" y="41741"/>
                </a:cubicBezTo>
                <a:cubicBezTo>
                  <a:pt x="22403" y="41741"/>
                  <a:pt x="26770" y="46412"/>
                  <a:pt x="32327" y="46412"/>
                </a:cubicBezTo>
                <a:cubicBezTo>
                  <a:pt x="32855" y="46412"/>
                  <a:pt x="33394" y="46370"/>
                  <a:pt x="33941" y="46277"/>
                </a:cubicBezTo>
                <a:cubicBezTo>
                  <a:pt x="37105" y="45577"/>
                  <a:pt x="40241" y="43477"/>
                  <a:pt x="43406" y="38576"/>
                </a:cubicBezTo>
                <a:cubicBezTo>
                  <a:pt x="43406" y="38576"/>
                  <a:pt x="52143" y="38576"/>
                  <a:pt x="55643" y="32275"/>
                </a:cubicBezTo>
                <a:cubicBezTo>
                  <a:pt x="60544" y="23174"/>
                  <a:pt x="53543" y="16173"/>
                  <a:pt x="53543" y="16173"/>
                </a:cubicBezTo>
                <a:cubicBezTo>
                  <a:pt x="56305" y="5588"/>
                  <a:pt x="51199" y="0"/>
                  <a:pt x="452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5"/>
          <p:cNvSpPr/>
          <p:nvPr/>
        </p:nvSpPr>
        <p:spPr>
          <a:xfrm>
            <a:off x="-664501" y="3789525"/>
            <a:ext cx="1575355" cy="1119354"/>
          </a:xfrm>
          <a:custGeom>
            <a:avLst/>
            <a:gdLst/>
            <a:ahLst/>
            <a:cxnLst/>
            <a:rect l="l" t="t" r="r" b="b"/>
            <a:pathLst>
              <a:path w="93813" h="66658" extrusionOk="0">
                <a:moveTo>
                  <a:pt x="43746" y="1"/>
                </a:moveTo>
                <a:cubicBezTo>
                  <a:pt x="42454" y="1"/>
                  <a:pt x="41060" y="140"/>
                  <a:pt x="39570" y="472"/>
                </a:cubicBezTo>
                <a:cubicBezTo>
                  <a:pt x="30104" y="2208"/>
                  <a:pt x="26968" y="12373"/>
                  <a:pt x="26968" y="12373"/>
                </a:cubicBezTo>
                <a:cubicBezTo>
                  <a:pt x="26968" y="12373"/>
                  <a:pt x="26609" y="12342"/>
                  <a:pt x="25983" y="12342"/>
                </a:cubicBezTo>
                <a:cubicBezTo>
                  <a:pt x="23643" y="12342"/>
                  <a:pt x="17574" y="12778"/>
                  <a:pt x="12602" y="16910"/>
                </a:cubicBezTo>
                <a:cubicBezTo>
                  <a:pt x="6301" y="22175"/>
                  <a:pt x="7701" y="32312"/>
                  <a:pt x="7701" y="32312"/>
                </a:cubicBezTo>
                <a:cubicBezTo>
                  <a:pt x="7001" y="32676"/>
                  <a:pt x="6665" y="33012"/>
                  <a:pt x="6301" y="33376"/>
                </a:cubicBezTo>
                <a:cubicBezTo>
                  <a:pt x="4201" y="35476"/>
                  <a:pt x="0" y="41413"/>
                  <a:pt x="3865" y="49814"/>
                </a:cubicBezTo>
                <a:cubicBezTo>
                  <a:pt x="6697" y="55882"/>
                  <a:pt x="12333" y="57163"/>
                  <a:pt x="16588" y="57163"/>
                </a:cubicBezTo>
                <a:cubicBezTo>
                  <a:pt x="19696" y="57163"/>
                  <a:pt x="22067" y="56479"/>
                  <a:pt x="22067" y="56479"/>
                </a:cubicBezTo>
                <a:cubicBezTo>
                  <a:pt x="22067" y="56479"/>
                  <a:pt x="24168" y="64516"/>
                  <a:pt x="34305" y="66280"/>
                </a:cubicBezTo>
                <a:cubicBezTo>
                  <a:pt x="35573" y="66543"/>
                  <a:pt x="36760" y="66657"/>
                  <a:pt x="37865" y="66657"/>
                </a:cubicBezTo>
                <a:cubicBezTo>
                  <a:pt x="45617" y="66657"/>
                  <a:pt x="49371" y="61016"/>
                  <a:pt x="49371" y="61016"/>
                </a:cubicBezTo>
                <a:cubicBezTo>
                  <a:pt x="49371" y="61016"/>
                  <a:pt x="54272" y="65916"/>
                  <a:pt x="61273" y="65916"/>
                </a:cubicBezTo>
                <a:cubicBezTo>
                  <a:pt x="65109" y="65916"/>
                  <a:pt x="68974" y="64180"/>
                  <a:pt x="71410" y="61016"/>
                </a:cubicBezTo>
                <a:cubicBezTo>
                  <a:pt x="73656" y="62236"/>
                  <a:pt x="75419" y="62984"/>
                  <a:pt x="77261" y="62984"/>
                </a:cubicBezTo>
                <a:cubicBezTo>
                  <a:pt x="78588" y="62984"/>
                  <a:pt x="79957" y="62596"/>
                  <a:pt x="81575" y="61716"/>
                </a:cubicBezTo>
                <a:cubicBezTo>
                  <a:pt x="85412" y="58915"/>
                  <a:pt x="85412" y="54015"/>
                  <a:pt x="85776" y="52979"/>
                </a:cubicBezTo>
                <a:cubicBezTo>
                  <a:pt x="85776" y="52979"/>
                  <a:pt x="92077" y="50878"/>
                  <a:pt x="92777" y="45978"/>
                </a:cubicBezTo>
                <a:cubicBezTo>
                  <a:pt x="93813" y="41413"/>
                  <a:pt x="89612" y="37213"/>
                  <a:pt x="89612" y="37213"/>
                </a:cubicBezTo>
                <a:cubicBezTo>
                  <a:pt x="89612" y="37213"/>
                  <a:pt x="93477" y="31612"/>
                  <a:pt x="91377" y="25675"/>
                </a:cubicBezTo>
                <a:cubicBezTo>
                  <a:pt x="88912" y="19710"/>
                  <a:pt x="81911" y="17610"/>
                  <a:pt x="81911" y="17610"/>
                </a:cubicBezTo>
                <a:cubicBezTo>
                  <a:pt x="81911" y="17610"/>
                  <a:pt x="82275" y="7809"/>
                  <a:pt x="72474" y="3608"/>
                </a:cubicBezTo>
                <a:cubicBezTo>
                  <a:pt x="69873" y="2477"/>
                  <a:pt x="67042" y="1943"/>
                  <a:pt x="64195" y="1943"/>
                </a:cubicBezTo>
                <a:cubicBezTo>
                  <a:pt x="60912" y="1943"/>
                  <a:pt x="57607" y="2652"/>
                  <a:pt x="54608" y="3972"/>
                </a:cubicBezTo>
                <a:cubicBezTo>
                  <a:pt x="54608" y="3972"/>
                  <a:pt x="50636" y="1"/>
                  <a:pt x="437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5"/>
          <p:cNvSpPr txBox="1">
            <a:spLocks noGrp="1"/>
          </p:cNvSpPr>
          <p:nvPr>
            <p:ph type="body" idx="1"/>
          </p:nvPr>
        </p:nvSpPr>
        <p:spPr>
          <a:xfrm>
            <a:off x="720000" y="2502275"/>
            <a:ext cx="3038100" cy="1407000"/>
          </a:xfrm>
          <a:prstGeom prst="rect">
            <a:avLst/>
          </a:prstGeom>
          <a:noFill/>
          <a:ln>
            <a:noFill/>
          </a:ln>
        </p:spPr>
        <p:txBody>
          <a:bodyPr spcFirstLastPara="1" wrap="square" lIns="91425" tIns="91425" rIns="91425" bIns="91425" anchor="t" anchorCtr="0">
            <a:noAutofit/>
          </a:bodyPr>
          <a:lstStyle>
            <a:lvl1pPr marL="457200" lvl="0" indent="-317500" rtl="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1pPr>
            <a:lvl2pPr marL="914400" lvl="1" indent="-317500" rtl="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marL="1371600" lvl="2" indent="-317500" rtl="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marL="1828800" lvl="3" indent="-317500" rtl="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marL="2286000" lvl="4" indent="-317500" rtl="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marL="2743200" lvl="5" indent="-317500" rtl="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marL="3200400" lvl="6" indent="-317500" rtl="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marL="3657600" lvl="7" indent="-317500" rtl="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marL="4114800" lvl="8" indent="-317500" rtl="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9pPr>
          </a:lstStyle>
          <a:p>
            <a:endParaRPr/>
          </a:p>
        </p:txBody>
      </p:sp>
      <p:sp>
        <p:nvSpPr>
          <p:cNvPr id="84" name="Google Shape;84;p15"/>
          <p:cNvSpPr txBox="1">
            <a:spLocks noGrp="1"/>
          </p:cNvSpPr>
          <p:nvPr>
            <p:ph type="title"/>
          </p:nvPr>
        </p:nvSpPr>
        <p:spPr>
          <a:xfrm>
            <a:off x="720000" y="1292425"/>
            <a:ext cx="2868600" cy="10203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3500"/>
              <a:buNone/>
              <a:defRPr sz="3500">
                <a:solidFill>
                  <a:schemeClr val="dk2"/>
                </a:solidFill>
              </a:defRPr>
            </a:lvl1pPr>
            <a:lvl2pPr lvl="1" rtl="0">
              <a:spcBef>
                <a:spcPts val="0"/>
              </a:spcBef>
              <a:spcAft>
                <a:spcPts val="0"/>
              </a:spcAft>
              <a:buSzPts val="3500"/>
              <a:buNone/>
              <a:defRPr sz="3500"/>
            </a:lvl2pPr>
            <a:lvl3pPr lvl="2" rtl="0">
              <a:spcBef>
                <a:spcPts val="0"/>
              </a:spcBef>
              <a:spcAft>
                <a:spcPts val="0"/>
              </a:spcAft>
              <a:buSzPts val="3500"/>
              <a:buNone/>
              <a:defRPr sz="3500"/>
            </a:lvl3pPr>
            <a:lvl4pPr lvl="3" rtl="0">
              <a:spcBef>
                <a:spcPts val="0"/>
              </a:spcBef>
              <a:spcAft>
                <a:spcPts val="0"/>
              </a:spcAft>
              <a:buSzPts val="3500"/>
              <a:buNone/>
              <a:defRPr sz="3500"/>
            </a:lvl4pPr>
            <a:lvl5pPr lvl="4" rtl="0">
              <a:spcBef>
                <a:spcPts val="0"/>
              </a:spcBef>
              <a:spcAft>
                <a:spcPts val="0"/>
              </a:spcAft>
              <a:buSzPts val="3500"/>
              <a:buNone/>
              <a:defRPr sz="3500"/>
            </a:lvl5pPr>
            <a:lvl6pPr lvl="5" rtl="0">
              <a:spcBef>
                <a:spcPts val="0"/>
              </a:spcBef>
              <a:spcAft>
                <a:spcPts val="0"/>
              </a:spcAft>
              <a:buSzPts val="3500"/>
              <a:buNone/>
              <a:defRPr sz="3500"/>
            </a:lvl6pPr>
            <a:lvl7pPr lvl="6" rtl="0">
              <a:spcBef>
                <a:spcPts val="0"/>
              </a:spcBef>
              <a:spcAft>
                <a:spcPts val="0"/>
              </a:spcAft>
              <a:buSzPts val="3500"/>
              <a:buNone/>
              <a:defRPr sz="3500"/>
            </a:lvl7pPr>
            <a:lvl8pPr lvl="7" rtl="0">
              <a:spcBef>
                <a:spcPts val="0"/>
              </a:spcBef>
              <a:spcAft>
                <a:spcPts val="0"/>
              </a:spcAft>
              <a:buSzPts val="3500"/>
              <a:buNone/>
              <a:defRPr sz="3500"/>
            </a:lvl8pPr>
            <a:lvl9pPr lvl="8" rtl="0">
              <a:spcBef>
                <a:spcPts val="0"/>
              </a:spcBef>
              <a:spcAft>
                <a:spcPts val="0"/>
              </a:spcAft>
              <a:buSzPts val="3500"/>
              <a:buNone/>
              <a:defRPr sz="3500"/>
            </a:lvl9pPr>
          </a:lstStyle>
          <a:p>
            <a:endParaRPr/>
          </a:p>
        </p:txBody>
      </p:sp>
      <p:sp>
        <p:nvSpPr>
          <p:cNvPr id="85" name="Google Shape;85;p15"/>
          <p:cNvSpPr/>
          <p:nvPr/>
        </p:nvSpPr>
        <p:spPr>
          <a:xfrm>
            <a:off x="299997" y="157329"/>
            <a:ext cx="525303" cy="535033"/>
          </a:xfrm>
          <a:custGeom>
            <a:avLst/>
            <a:gdLst/>
            <a:ahLst/>
            <a:cxnLst/>
            <a:rect l="l" t="t" r="r" b="b"/>
            <a:pathLst>
              <a:path w="70724" h="72034" extrusionOk="0">
                <a:moveTo>
                  <a:pt x="24800" y="50445"/>
                </a:moveTo>
                <a:cubicBezTo>
                  <a:pt x="24800" y="50445"/>
                  <a:pt x="27715" y="72033"/>
                  <a:pt x="39249" y="68020"/>
                </a:cubicBezTo>
                <a:cubicBezTo>
                  <a:pt x="46642" y="65485"/>
                  <a:pt x="50233" y="57416"/>
                  <a:pt x="50360" y="53909"/>
                </a:cubicBezTo>
                <a:cubicBezTo>
                  <a:pt x="52810" y="55134"/>
                  <a:pt x="55472" y="55768"/>
                  <a:pt x="58218" y="55768"/>
                </a:cubicBezTo>
                <a:cubicBezTo>
                  <a:pt x="63584" y="55768"/>
                  <a:pt x="69160" y="53233"/>
                  <a:pt x="69752" y="45206"/>
                </a:cubicBezTo>
                <a:cubicBezTo>
                  <a:pt x="70724" y="32109"/>
                  <a:pt x="60077" y="29194"/>
                  <a:pt x="60077" y="29194"/>
                </a:cubicBezTo>
                <a:cubicBezTo>
                  <a:pt x="60077" y="29194"/>
                  <a:pt x="67597" y="21843"/>
                  <a:pt x="61767" y="16055"/>
                </a:cubicBezTo>
                <a:cubicBezTo>
                  <a:pt x="47952" y="2240"/>
                  <a:pt x="40643" y="16562"/>
                  <a:pt x="40643" y="16562"/>
                </a:cubicBezTo>
                <a:cubicBezTo>
                  <a:pt x="40643" y="16562"/>
                  <a:pt x="33841" y="1"/>
                  <a:pt x="18928" y="10267"/>
                </a:cubicBezTo>
                <a:cubicBezTo>
                  <a:pt x="8704" y="17280"/>
                  <a:pt x="22519" y="30630"/>
                  <a:pt x="22519" y="30630"/>
                </a:cubicBezTo>
                <a:cubicBezTo>
                  <a:pt x="22519" y="30630"/>
                  <a:pt x="0" y="33968"/>
                  <a:pt x="5788" y="47868"/>
                </a:cubicBezTo>
                <a:cubicBezTo>
                  <a:pt x="11703" y="61978"/>
                  <a:pt x="24800" y="50445"/>
                  <a:pt x="24800" y="5044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BLANK_1_1_1_2_2">
    <p:spTree>
      <p:nvGrpSpPr>
        <p:cNvPr id="1" name="Shape 86"/>
        <p:cNvGrpSpPr/>
        <p:nvPr/>
      </p:nvGrpSpPr>
      <p:grpSpPr>
        <a:xfrm>
          <a:off x="0" y="0"/>
          <a:ext cx="0" cy="0"/>
          <a:chOff x="0" y="0"/>
          <a:chExt cx="0" cy="0"/>
        </a:xfrm>
      </p:grpSpPr>
      <p:sp>
        <p:nvSpPr>
          <p:cNvPr id="87" name="Google Shape;87;p16"/>
          <p:cNvSpPr/>
          <p:nvPr/>
        </p:nvSpPr>
        <p:spPr>
          <a:xfrm>
            <a:off x="8315618" y="7"/>
            <a:ext cx="1994089" cy="1350900"/>
          </a:xfrm>
          <a:custGeom>
            <a:avLst/>
            <a:gdLst/>
            <a:ahLst/>
            <a:cxnLst/>
            <a:rect l="l" t="t" r="r" b="b"/>
            <a:pathLst>
              <a:path w="103107" h="69841" extrusionOk="0">
                <a:moveTo>
                  <a:pt x="56893" y="0"/>
                </a:moveTo>
                <a:cubicBezTo>
                  <a:pt x="48242" y="0"/>
                  <a:pt x="44532" y="9771"/>
                  <a:pt x="44532" y="9771"/>
                </a:cubicBezTo>
                <a:cubicBezTo>
                  <a:pt x="44532" y="9771"/>
                  <a:pt x="42056" y="5858"/>
                  <a:pt x="37443" y="5858"/>
                </a:cubicBezTo>
                <a:cubicBezTo>
                  <a:pt x="35677" y="5858"/>
                  <a:pt x="33598" y="6431"/>
                  <a:pt x="31224" y="8016"/>
                </a:cubicBezTo>
                <a:cubicBezTo>
                  <a:pt x="24438" y="12552"/>
                  <a:pt x="26524" y="17815"/>
                  <a:pt x="26524" y="17815"/>
                </a:cubicBezTo>
                <a:cubicBezTo>
                  <a:pt x="25549" y="17699"/>
                  <a:pt x="24635" y="17644"/>
                  <a:pt x="23779" y="17644"/>
                </a:cubicBezTo>
                <a:cubicBezTo>
                  <a:pt x="10998" y="17644"/>
                  <a:pt x="10998" y="29799"/>
                  <a:pt x="10998" y="29799"/>
                </a:cubicBezTo>
                <a:cubicBezTo>
                  <a:pt x="10319" y="29628"/>
                  <a:pt x="9685" y="29550"/>
                  <a:pt x="9092" y="29550"/>
                </a:cubicBezTo>
                <a:cubicBezTo>
                  <a:pt x="2311" y="29550"/>
                  <a:pt x="967" y="39796"/>
                  <a:pt x="967" y="39796"/>
                </a:cubicBezTo>
                <a:cubicBezTo>
                  <a:pt x="967" y="39796"/>
                  <a:pt x="0" y="50270"/>
                  <a:pt x="10863" y="50270"/>
                </a:cubicBezTo>
                <a:cubicBezTo>
                  <a:pt x="12060" y="50270"/>
                  <a:pt x="13402" y="50143"/>
                  <a:pt x="14904" y="49860"/>
                </a:cubicBezTo>
                <a:lnTo>
                  <a:pt x="14904" y="49860"/>
                </a:lnTo>
                <a:cubicBezTo>
                  <a:pt x="14904" y="49860"/>
                  <a:pt x="13414" y="56746"/>
                  <a:pt x="18380" y="60983"/>
                </a:cubicBezTo>
                <a:cubicBezTo>
                  <a:pt x="20519" y="62829"/>
                  <a:pt x="22555" y="63397"/>
                  <a:pt x="24251" y="63397"/>
                </a:cubicBezTo>
                <a:cubicBezTo>
                  <a:pt x="26965" y="63397"/>
                  <a:pt x="28808" y="61943"/>
                  <a:pt x="28808" y="61943"/>
                </a:cubicBezTo>
                <a:cubicBezTo>
                  <a:pt x="28808" y="61943"/>
                  <a:pt x="30845" y="69841"/>
                  <a:pt x="49921" y="69841"/>
                </a:cubicBezTo>
                <a:cubicBezTo>
                  <a:pt x="50451" y="69841"/>
                  <a:pt x="50994" y="69834"/>
                  <a:pt x="51550" y="69822"/>
                </a:cubicBezTo>
                <a:cubicBezTo>
                  <a:pt x="75418" y="69325"/>
                  <a:pt x="76610" y="61811"/>
                  <a:pt x="76610" y="61811"/>
                </a:cubicBezTo>
                <a:cubicBezTo>
                  <a:pt x="77564" y="61923"/>
                  <a:pt x="78460" y="61975"/>
                  <a:pt x="79300" y="61975"/>
                </a:cubicBezTo>
                <a:cubicBezTo>
                  <a:pt x="92103" y="61975"/>
                  <a:pt x="92103" y="49761"/>
                  <a:pt x="92103" y="49761"/>
                </a:cubicBezTo>
                <a:cubicBezTo>
                  <a:pt x="92791" y="49936"/>
                  <a:pt x="93434" y="50017"/>
                  <a:pt x="94035" y="50017"/>
                </a:cubicBezTo>
                <a:cubicBezTo>
                  <a:pt x="100798" y="50017"/>
                  <a:pt x="102166" y="39796"/>
                  <a:pt x="102166" y="39796"/>
                </a:cubicBezTo>
                <a:cubicBezTo>
                  <a:pt x="102166" y="39796"/>
                  <a:pt x="103106" y="29323"/>
                  <a:pt x="92263" y="29323"/>
                </a:cubicBezTo>
                <a:cubicBezTo>
                  <a:pt x="91068" y="29323"/>
                  <a:pt x="89729" y="29450"/>
                  <a:pt x="88230" y="29733"/>
                </a:cubicBezTo>
                <a:cubicBezTo>
                  <a:pt x="88230" y="29733"/>
                  <a:pt x="89686" y="22814"/>
                  <a:pt x="84754" y="18576"/>
                </a:cubicBezTo>
                <a:cubicBezTo>
                  <a:pt x="82624" y="16751"/>
                  <a:pt x="80596" y="16188"/>
                  <a:pt x="78904" y="16188"/>
                </a:cubicBezTo>
                <a:cubicBezTo>
                  <a:pt x="76179" y="16188"/>
                  <a:pt x="74326" y="17650"/>
                  <a:pt x="74326" y="17650"/>
                </a:cubicBezTo>
                <a:cubicBezTo>
                  <a:pt x="74326" y="17650"/>
                  <a:pt x="74817" y="202"/>
                  <a:pt x="59361" y="202"/>
                </a:cubicBezTo>
                <a:cubicBezTo>
                  <a:pt x="59274" y="202"/>
                  <a:pt x="59186" y="203"/>
                  <a:pt x="59098" y="204"/>
                </a:cubicBezTo>
                <a:cubicBezTo>
                  <a:pt x="58330" y="64"/>
                  <a:pt x="57595" y="0"/>
                  <a:pt x="568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6"/>
          <p:cNvSpPr/>
          <p:nvPr/>
        </p:nvSpPr>
        <p:spPr>
          <a:xfrm>
            <a:off x="-1063500" y="955325"/>
            <a:ext cx="1687500" cy="1097800"/>
          </a:xfrm>
          <a:custGeom>
            <a:avLst/>
            <a:gdLst/>
            <a:ahLst/>
            <a:cxnLst/>
            <a:rect l="l" t="t" r="r" b="b"/>
            <a:pathLst>
              <a:path w="67500" h="43912" extrusionOk="0">
                <a:moveTo>
                  <a:pt x="21557" y="1"/>
                </a:moveTo>
                <a:cubicBezTo>
                  <a:pt x="17132" y="1"/>
                  <a:pt x="12177" y="2194"/>
                  <a:pt x="8938" y="10276"/>
                </a:cubicBezTo>
                <a:cubicBezTo>
                  <a:pt x="8294" y="9906"/>
                  <a:pt x="7576" y="9722"/>
                  <a:pt x="6836" y="9722"/>
                </a:cubicBezTo>
                <a:cubicBezTo>
                  <a:pt x="3733" y="9722"/>
                  <a:pt x="233" y="12959"/>
                  <a:pt x="99" y="19347"/>
                </a:cubicBezTo>
                <a:cubicBezTo>
                  <a:pt x="0" y="24412"/>
                  <a:pt x="3013" y="25537"/>
                  <a:pt x="5297" y="25637"/>
                </a:cubicBezTo>
                <a:cubicBezTo>
                  <a:pt x="4568" y="28682"/>
                  <a:pt x="5727" y="31860"/>
                  <a:pt x="8210" y="33747"/>
                </a:cubicBezTo>
                <a:cubicBezTo>
                  <a:pt x="8309" y="33846"/>
                  <a:pt x="8375" y="33946"/>
                  <a:pt x="8475" y="34045"/>
                </a:cubicBezTo>
                <a:cubicBezTo>
                  <a:pt x="10310" y="35968"/>
                  <a:pt x="12469" y="36479"/>
                  <a:pt x="14239" y="36479"/>
                </a:cubicBezTo>
                <a:cubicBezTo>
                  <a:pt x="15821" y="36479"/>
                  <a:pt x="17092" y="36071"/>
                  <a:pt x="17545" y="35899"/>
                </a:cubicBezTo>
                <a:lnTo>
                  <a:pt x="17744" y="35866"/>
                </a:lnTo>
                <a:cubicBezTo>
                  <a:pt x="17936" y="36225"/>
                  <a:pt x="18405" y="42343"/>
                  <a:pt x="28679" y="42343"/>
                </a:cubicBezTo>
                <a:cubicBezTo>
                  <a:pt x="32600" y="42343"/>
                  <a:pt x="37948" y="41452"/>
                  <a:pt x="45253" y="39011"/>
                </a:cubicBezTo>
                <a:cubicBezTo>
                  <a:pt x="47056" y="41182"/>
                  <a:pt x="51065" y="43912"/>
                  <a:pt x="55106" y="43912"/>
                </a:cubicBezTo>
                <a:cubicBezTo>
                  <a:pt x="57595" y="43912"/>
                  <a:pt x="60097" y="42876"/>
                  <a:pt x="62103" y="40037"/>
                </a:cubicBezTo>
                <a:cubicBezTo>
                  <a:pt x="67499" y="32423"/>
                  <a:pt x="61210" y="27060"/>
                  <a:pt x="61210" y="27060"/>
                </a:cubicBezTo>
                <a:cubicBezTo>
                  <a:pt x="61210" y="27060"/>
                  <a:pt x="66937" y="22094"/>
                  <a:pt x="64884" y="16566"/>
                </a:cubicBezTo>
                <a:cubicBezTo>
                  <a:pt x="62699" y="10740"/>
                  <a:pt x="53430" y="9780"/>
                  <a:pt x="53430" y="9780"/>
                </a:cubicBezTo>
                <a:cubicBezTo>
                  <a:pt x="53430" y="9780"/>
                  <a:pt x="51212" y="2695"/>
                  <a:pt x="44492" y="808"/>
                </a:cubicBezTo>
                <a:cubicBezTo>
                  <a:pt x="43453" y="512"/>
                  <a:pt x="42306" y="340"/>
                  <a:pt x="41041" y="340"/>
                </a:cubicBezTo>
                <a:cubicBezTo>
                  <a:pt x="38356" y="340"/>
                  <a:pt x="35142" y="1112"/>
                  <a:pt x="31317" y="3093"/>
                </a:cubicBezTo>
                <a:cubicBezTo>
                  <a:pt x="31317" y="3093"/>
                  <a:pt x="26810" y="1"/>
                  <a:pt x="215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6"/>
          <p:cNvSpPr/>
          <p:nvPr/>
        </p:nvSpPr>
        <p:spPr>
          <a:xfrm>
            <a:off x="8058119" y="3957745"/>
            <a:ext cx="1044110" cy="1154785"/>
          </a:xfrm>
          <a:custGeom>
            <a:avLst/>
            <a:gdLst/>
            <a:ahLst/>
            <a:cxnLst/>
            <a:rect l="l" t="t" r="r" b="b"/>
            <a:pathLst>
              <a:path w="65359" h="72287" extrusionOk="0">
                <a:moveTo>
                  <a:pt x="1818" y="25687"/>
                </a:moveTo>
                <a:cubicBezTo>
                  <a:pt x="2029" y="29954"/>
                  <a:pt x="4310" y="34433"/>
                  <a:pt x="8788" y="37728"/>
                </a:cubicBezTo>
                <a:cubicBezTo>
                  <a:pt x="5155" y="41192"/>
                  <a:pt x="1" y="49008"/>
                  <a:pt x="1226" y="53571"/>
                </a:cubicBezTo>
                <a:cubicBezTo>
                  <a:pt x="4733" y="66752"/>
                  <a:pt x="21294" y="55388"/>
                  <a:pt x="21294" y="55388"/>
                </a:cubicBezTo>
                <a:cubicBezTo>
                  <a:pt x="21294" y="55388"/>
                  <a:pt x="27673" y="72287"/>
                  <a:pt x="42418" y="65738"/>
                </a:cubicBezTo>
                <a:cubicBezTo>
                  <a:pt x="51712" y="61556"/>
                  <a:pt x="45967" y="51416"/>
                  <a:pt x="45967" y="51416"/>
                </a:cubicBezTo>
                <a:cubicBezTo>
                  <a:pt x="45967" y="51416"/>
                  <a:pt x="65358" y="58303"/>
                  <a:pt x="65358" y="37601"/>
                </a:cubicBezTo>
                <a:cubicBezTo>
                  <a:pt x="65358" y="31560"/>
                  <a:pt x="60838" y="23871"/>
                  <a:pt x="50698" y="26448"/>
                </a:cubicBezTo>
                <a:cubicBezTo>
                  <a:pt x="50698" y="26448"/>
                  <a:pt x="54839" y="13773"/>
                  <a:pt x="45882" y="9337"/>
                </a:cubicBezTo>
                <a:cubicBezTo>
                  <a:pt x="32997" y="3127"/>
                  <a:pt x="30377" y="19308"/>
                  <a:pt x="30377" y="19308"/>
                </a:cubicBezTo>
                <a:cubicBezTo>
                  <a:pt x="15041" y="0"/>
                  <a:pt x="1480" y="17533"/>
                  <a:pt x="1818" y="2568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6"/>
          <p:cNvSpPr txBox="1">
            <a:spLocks noGrp="1"/>
          </p:cNvSpPr>
          <p:nvPr>
            <p:ph type="subTitle" idx="1"/>
          </p:nvPr>
        </p:nvSpPr>
        <p:spPr>
          <a:xfrm>
            <a:off x="720000" y="2608625"/>
            <a:ext cx="2336400" cy="4848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1pPr>
            <a:lvl2pPr lvl="1"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2pPr>
            <a:lvl3pPr lvl="2"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3pPr>
            <a:lvl4pPr lvl="3"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4pPr>
            <a:lvl5pPr lvl="4"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5pPr>
            <a:lvl6pPr lvl="5"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6pPr>
            <a:lvl7pPr lvl="6"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7pPr>
            <a:lvl8pPr lvl="7"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8pPr>
            <a:lvl9pPr lvl="8"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9pPr>
          </a:lstStyle>
          <a:p>
            <a:endParaRPr/>
          </a:p>
        </p:txBody>
      </p:sp>
      <p:sp>
        <p:nvSpPr>
          <p:cNvPr id="91" name="Google Shape;91;p16"/>
          <p:cNvSpPr txBox="1">
            <a:spLocks noGrp="1"/>
          </p:cNvSpPr>
          <p:nvPr>
            <p:ph type="subTitle" idx="2"/>
          </p:nvPr>
        </p:nvSpPr>
        <p:spPr>
          <a:xfrm>
            <a:off x="720000" y="3267329"/>
            <a:ext cx="2336400" cy="6390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Font typeface="Raleway"/>
              <a:buNone/>
              <a:defRPr sz="1400">
                <a:solidFill>
                  <a:schemeClr val="dk1"/>
                </a:solidFill>
                <a:latin typeface="Raleway"/>
                <a:ea typeface="Raleway"/>
                <a:cs typeface="Raleway"/>
                <a:sym typeface="Raleway"/>
              </a:defRPr>
            </a:lvl1pPr>
            <a:lvl2pPr lvl="1"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9pPr>
          </a:lstStyle>
          <a:p>
            <a:endParaRPr/>
          </a:p>
        </p:txBody>
      </p:sp>
      <p:sp>
        <p:nvSpPr>
          <p:cNvPr id="92" name="Google Shape;92;p16"/>
          <p:cNvSpPr txBox="1">
            <a:spLocks noGrp="1"/>
          </p:cNvSpPr>
          <p:nvPr>
            <p:ph type="subTitle" idx="3"/>
          </p:nvPr>
        </p:nvSpPr>
        <p:spPr>
          <a:xfrm>
            <a:off x="3403800" y="3267329"/>
            <a:ext cx="2336400" cy="6390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Font typeface="Raleway"/>
              <a:buNone/>
              <a:defRPr sz="1400">
                <a:solidFill>
                  <a:schemeClr val="dk1"/>
                </a:solidFill>
                <a:latin typeface="Raleway"/>
                <a:ea typeface="Raleway"/>
                <a:cs typeface="Raleway"/>
                <a:sym typeface="Raleway"/>
              </a:defRPr>
            </a:lvl1pPr>
            <a:lvl2pPr lvl="1"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9pPr>
          </a:lstStyle>
          <a:p>
            <a:endParaRPr/>
          </a:p>
        </p:txBody>
      </p:sp>
      <p:sp>
        <p:nvSpPr>
          <p:cNvPr id="93" name="Google Shape;93;p16"/>
          <p:cNvSpPr txBox="1">
            <a:spLocks noGrp="1"/>
          </p:cNvSpPr>
          <p:nvPr>
            <p:ph type="subTitle" idx="4"/>
          </p:nvPr>
        </p:nvSpPr>
        <p:spPr>
          <a:xfrm>
            <a:off x="6087600" y="3267329"/>
            <a:ext cx="2336400" cy="6390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Font typeface="Raleway"/>
              <a:buNone/>
              <a:defRPr sz="1400">
                <a:solidFill>
                  <a:schemeClr val="dk1"/>
                </a:solidFill>
                <a:latin typeface="Raleway"/>
                <a:ea typeface="Raleway"/>
                <a:cs typeface="Raleway"/>
                <a:sym typeface="Raleway"/>
              </a:defRPr>
            </a:lvl1pPr>
            <a:lvl2pPr lvl="1"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9pPr>
          </a:lstStyle>
          <a:p>
            <a:endParaRPr/>
          </a:p>
        </p:txBody>
      </p:sp>
      <p:sp>
        <p:nvSpPr>
          <p:cNvPr id="94" name="Google Shape;94;p16"/>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3500"/>
              <a:buNone/>
              <a:defRPr sz="3500">
                <a:solidFill>
                  <a:schemeClr val="dk2"/>
                </a:solidFill>
              </a:defRPr>
            </a:lvl1pPr>
            <a:lvl2pPr lvl="1" rtl="0">
              <a:spcBef>
                <a:spcPts val="0"/>
              </a:spcBef>
              <a:spcAft>
                <a:spcPts val="0"/>
              </a:spcAft>
              <a:buSzPts val="2800"/>
              <a:buFont typeface="Abril Fatface"/>
              <a:buNone/>
              <a:defRPr>
                <a:latin typeface="Abril Fatface"/>
                <a:ea typeface="Abril Fatface"/>
                <a:cs typeface="Abril Fatface"/>
                <a:sym typeface="Abril Fatface"/>
              </a:defRPr>
            </a:lvl2pPr>
            <a:lvl3pPr lvl="2" rtl="0">
              <a:spcBef>
                <a:spcPts val="0"/>
              </a:spcBef>
              <a:spcAft>
                <a:spcPts val="0"/>
              </a:spcAft>
              <a:buSzPts val="2800"/>
              <a:buFont typeface="Abril Fatface"/>
              <a:buNone/>
              <a:defRPr>
                <a:latin typeface="Abril Fatface"/>
                <a:ea typeface="Abril Fatface"/>
                <a:cs typeface="Abril Fatface"/>
                <a:sym typeface="Abril Fatface"/>
              </a:defRPr>
            </a:lvl3pPr>
            <a:lvl4pPr lvl="3" rtl="0">
              <a:spcBef>
                <a:spcPts val="0"/>
              </a:spcBef>
              <a:spcAft>
                <a:spcPts val="0"/>
              </a:spcAft>
              <a:buSzPts val="2800"/>
              <a:buFont typeface="Abril Fatface"/>
              <a:buNone/>
              <a:defRPr>
                <a:latin typeface="Abril Fatface"/>
                <a:ea typeface="Abril Fatface"/>
                <a:cs typeface="Abril Fatface"/>
                <a:sym typeface="Abril Fatface"/>
              </a:defRPr>
            </a:lvl4pPr>
            <a:lvl5pPr lvl="4" rtl="0">
              <a:spcBef>
                <a:spcPts val="0"/>
              </a:spcBef>
              <a:spcAft>
                <a:spcPts val="0"/>
              </a:spcAft>
              <a:buSzPts val="2800"/>
              <a:buFont typeface="Abril Fatface"/>
              <a:buNone/>
              <a:defRPr>
                <a:latin typeface="Abril Fatface"/>
                <a:ea typeface="Abril Fatface"/>
                <a:cs typeface="Abril Fatface"/>
                <a:sym typeface="Abril Fatface"/>
              </a:defRPr>
            </a:lvl5pPr>
            <a:lvl6pPr lvl="5" rtl="0">
              <a:spcBef>
                <a:spcPts val="0"/>
              </a:spcBef>
              <a:spcAft>
                <a:spcPts val="0"/>
              </a:spcAft>
              <a:buSzPts val="2800"/>
              <a:buFont typeface="Abril Fatface"/>
              <a:buNone/>
              <a:defRPr>
                <a:latin typeface="Abril Fatface"/>
                <a:ea typeface="Abril Fatface"/>
                <a:cs typeface="Abril Fatface"/>
                <a:sym typeface="Abril Fatface"/>
              </a:defRPr>
            </a:lvl6pPr>
            <a:lvl7pPr lvl="6" rtl="0">
              <a:spcBef>
                <a:spcPts val="0"/>
              </a:spcBef>
              <a:spcAft>
                <a:spcPts val="0"/>
              </a:spcAft>
              <a:buSzPts val="2800"/>
              <a:buFont typeface="Abril Fatface"/>
              <a:buNone/>
              <a:defRPr>
                <a:latin typeface="Abril Fatface"/>
                <a:ea typeface="Abril Fatface"/>
                <a:cs typeface="Abril Fatface"/>
                <a:sym typeface="Abril Fatface"/>
              </a:defRPr>
            </a:lvl7pPr>
            <a:lvl8pPr lvl="7" rtl="0">
              <a:spcBef>
                <a:spcPts val="0"/>
              </a:spcBef>
              <a:spcAft>
                <a:spcPts val="0"/>
              </a:spcAft>
              <a:buSzPts val="2800"/>
              <a:buFont typeface="Abril Fatface"/>
              <a:buNone/>
              <a:defRPr>
                <a:latin typeface="Abril Fatface"/>
                <a:ea typeface="Abril Fatface"/>
                <a:cs typeface="Abril Fatface"/>
                <a:sym typeface="Abril Fatface"/>
              </a:defRPr>
            </a:lvl8pPr>
            <a:lvl9pPr lvl="8" rtl="0">
              <a:spcBef>
                <a:spcPts val="0"/>
              </a:spcBef>
              <a:spcAft>
                <a:spcPts val="0"/>
              </a:spcAft>
              <a:buSzPts val="2800"/>
              <a:buFont typeface="Abril Fatface"/>
              <a:buNone/>
              <a:defRPr>
                <a:latin typeface="Abril Fatface"/>
                <a:ea typeface="Abril Fatface"/>
                <a:cs typeface="Abril Fatface"/>
                <a:sym typeface="Abril Fatface"/>
              </a:defRPr>
            </a:lvl9pPr>
          </a:lstStyle>
          <a:p>
            <a:endParaRPr/>
          </a:p>
        </p:txBody>
      </p:sp>
      <p:sp>
        <p:nvSpPr>
          <p:cNvPr id="95" name="Google Shape;95;p16"/>
          <p:cNvSpPr txBox="1">
            <a:spLocks noGrp="1"/>
          </p:cNvSpPr>
          <p:nvPr>
            <p:ph type="subTitle" idx="5"/>
          </p:nvPr>
        </p:nvSpPr>
        <p:spPr>
          <a:xfrm>
            <a:off x="3403800" y="2608625"/>
            <a:ext cx="2336400" cy="4848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1pPr>
            <a:lvl2pPr lvl="1"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2pPr>
            <a:lvl3pPr lvl="2"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3pPr>
            <a:lvl4pPr lvl="3"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4pPr>
            <a:lvl5pPr lvl="4"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5pPr>
            <a:lvl6pPr lvl="5"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6pPr>
            <a:lvl7pPr lvl="6"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7pPr>
            <a:lvl8pPr lvl="7"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8pPr>
            <a:lvl9pPr lvl="8"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9pPr>
          </a:lstStyle>
          <a:p>
            <a:endParaRPr/>
          </a:p>
        </p:txBody>
      </p:sp>
      <p:sp>
        <p:nvSpPr>
          <p:cNvPr id="96" name="Google Shape;96;p16"/>
          <p:cNvSpPr txBox="1">
            <a:spLocks noGrp="1"/>
          </p:cNvSpPr>
          <p:nvPr>
            <p:ph type="subTitle" idx="6"/>
          </p:nvPr>
        </p:nvSpPr>
        <p:spPr>
          <a:xfrm>
            <a:off x="6087600" y="2608625"/>
            <a:ext cx="2336400" cy="4848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1pPr>
            <a:lvl2pPr lvl="1"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2pPr>
            <a:lvl3pPr lvl="2"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3pPr>
            <a:lvl4pPr lvl="3"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4pPr>
            <a:lvl5pPr lvl="4"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5pPr>
            <a:lvl6pPr lvl="5"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6pPr>
            <a:lvl7pPr lvl="6"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7pPr>
            <a:lvl8pPr lvl="7"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8pPr>
            <a:lvl9pPr lvl="8"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97"/>
        <p:cNvGrpSpPr/>
        <p:nvPr/>
      </p:nvGrpSpPr>
      <p:grpSpPr>
        <a:xfrm>
          <a:off x="0" y="0"/>
          <a:ext cx="0" cy="0"/>
          <a:chOff x="0" y="0"/>
          <a:chExt cx="0" cy="0"/>
        </a:xfrm>
      </p:grpSpPr>
      <p:sp>
        <p:nvSpPr>
          <p:cNvPr id="98" name="Google Shape;98;p17"/>
          <p:cNvSpPr/>
          <p:nvPr/>
        </p:nvSpPr>
        <p:spPr>
          <a:xfrm rot="595659">
            <a:off x="-812125" y="1494198"/>
            <a:ext cx="1513585" cy="1160269"/>
          </a:xfrm>
          <a:custGeom>
            <a:avLst/>
            <a:gdLst/>
            <a:ahLst/>
            <a:cxnLst/>
            <a:rect l="l" t="t" r="r" b="b"/>
            <a:pathLst>
              <a:path w="60545" h="46412" extrusionOk="0">
                <a:moveTo>
                  <a:pt x="45293" y="0"/>
                </a:moveTo>
                <a:cubicBezTo>
                  <a:pt x="42214" y="0"/>
                  <a:pt x="38918" y="1518"/>
                  <a:pt x="36405" y="4636"/>
                </a:cubicBezTo>
                <a:cubicBezTo>
                  <a:pt x="34023" y="1884"/>
                  <a:pt x="30616" y="652"/>
                  <a:pt x="27204" y="652"/>
                </a:cubicBezTo>
                <a:cubicBezTo>
                  <a:pt x="21067" y="652"/>
                  <a:pt x="14918" y="4638"/>
                  <a:pt x="14702" y="10937"/>
                </a:cubicBezTo>
                <a:cubicBezTo>
                  <a:pt x="13309" y="10180"/>
                  <a:pt x="11193" y="9605"/>
                  <a:pt x="9022" y="9605"/>
                </a:cubicBezTo>
                <a:cubicBezTo>
                  <a:pt x="5170" y="9605"/>
                  <a:pt x="1148" y="11416"/>
                  <a:pt x="700" y="17237"/>
                </a:cubicBezTo>
                <a:cubicBezTo>
                  <a:pt x="0" y="26675"/>
                  <a:pt x="7701" y="28775"/>
                  <a:pt x="7701" y="28775"/>
                </a:cubicBezTo>
                <a:cubicBezTo>
                  <a:pt x="7701" y="28775"/>
                  <a:pt x="5601" y="35776"/>
                  <a:pt x="9801" y="39976"/>
                </a:cubicBezTo>
                <a:cubicBezTo>
                  <a:pt x="11838" y="42026"/>
                  <a:pt x="14587" y="42591"/>
                  <a:pt x="16997" y="42591"/>
                </a:cubicBezTo>
                <a:cubicBezTo>
                  <a:pt x="19955" y="42591"/>
                  <a:pt x="22403" y="41741"/>
                  <a:pt x="22403" y="41741"/>
                </a:cubicBezTo>
                <a:cubicBezTo>
                  <a:pt x="22403" y="41741"/>
                  <a:pt x="26770" y="46412"/>
                  <a:pt x="32327" y="46412"/>
                </a:cubicBezTo>
                <a:cubicBezTo>
                  <a:pt x="32855" y="46412"/>
                  <a:pt x="33394" y="46370"/>
                  <a:pt x="33941" y="46277"/>
                </a:cubicBezTo>
                <a:cubicBezTo>
                  <a:pt x="37105" y="45577"/>
                  <a:pt x="40241" y="43477"/>
                  <a:pt x="43406" y="38576"/>
                </a:cubicBezTo>
                <a:cubicBezTo>
                  <a:pt x="43406" y="38576"/>
                  <a:pt x="52143" y="38576"/>
                  <a:pt x="55643" y="32275"/>
                </a:cubicBezTo>
                <a:cubicBezTo>
                  <a:pt x="60544" y="23174"/>
                  <a:pt x="53543" y="16173"/>
                  <a:pt x="53543" y="16173"/>
                </a:cubicBezTo>
                <a:cubicBezTo>
                  <a:pt x="56305" y="5588"/>
                  <a:pt x="51199" y="0"/>
                  <a:pt x="452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E49D"/>
              </a:solidFill>
            </a:endParaRPr>
          </a:p>
        </p:txBody>
      </p:sp>
      <p:sp>
        <p:nvSpPr>
          <p:cNvPr id="99" name="Google Shape;99;p17"/>
          <p:cNvSpPr/>
          <p:nvPr/>
        </p:nvSpPr>
        <p:spPr>
          <a:xfrm>
            <a:off x="8423999" y="3884474"/>
            <a:ext cx="1890751" cy="1075944"/>
          </a:xfrm>
          <a:custGeom>
            <a:avLst/>
            <a:gdLst/>
            <a:ahLst/>
            <a:cxnLst/>
            <a:rect l="l" t="t" r="r" b="b"/>
            <a:pathLst>
              <a:path w="104016" h="59191" extrusionOk="0">
                <a:moveTo>
                  <a:pt x="46431" y="1"/>
                </a:moveTo>
                <a:cubicBezTo>
                  <a:pt x="30208" y="1"/>
                  <a:pt x="30335" y="11492"/>
                  <a:pt x="30335" y="11492"/>
                </a:cubicBezTo>
                <a:cubicBezTo>
                  <a:pt x="30335" y="11492"/>
                  <a:pt x="21885" y="6465"/>
                  <a:pt x="14914" y="13225"/>
                </a:cubicBezTo>
                <a:cubicBezTo>
                  <a:pt x="8028" y="19900"/>
                  <a:pt x="17703" y="24843"/>
                  <a:pt x="17703" y="24843"/>
                </a:cubicBezTo>
                <a:cubicBezTo>
                  <a:pt x="17703" y="24843"/>
                  <a:pt x="1" y="31138"/>
                  <a:pt x="4310" y="39799"/>
                </a:cubicBezTo>
                <a:cubicBezTo>
                  <a:pt x="7479" y="46051"/>
                  <a:pt x="13816" y="47361"/>
                  <a:pt x="18590" y="47361"/>
                </a:cubicBezTo>
                <a:cubicBezTo>
                  <a:pt x="20660" y="47361"/>
                  <a:pt x="22688" y="47150"/>
                  <a:pt x="24716" y="46643"/>
                </a:cubicBezTo>
                <a:cubicBezTo>
                  <a:pt x="24716" y="46643"/>
                  <a:pt x="27082" y="54966"/>
                  <a:pt x="38446" y="56782"/>
                </a:cubicBezTo>
                <a:cubicBezTo>
                  <a:pt x="48332" y="59190"/>
                  <a:pt x="55345" y="51332"/>
                  <a:pt x="55345" y="51332"/>
                </a:cubicBezTo>
                <a:cubicBezTo>
                  <a:pt x="55345" y="51332"/>
                  <a:pt x="60838" y="56402"/>
                  <a:pt x="68696" y="56402"/>
                </a:cubicBezTo>
                <a:cubicBezTo>
                  <a:pt x="72963" y="56402"/>
                  <a:pt x="77314" y="54585"/>
                  <a:pt x="80061" y="51332"/>
                </a:cubicBezTo>
                <a:cubicBezTo>
                  <a:pt x="82553" y="52600"/>
                  <a:pt x="83863" y="56740"/>
                  <a:pt x="90834" y="53360"/>
                </a:cubicBezTo>
                <a:cubicBezTo>
                  <a:pt x="99072" y="49431"/>
                  <a:pt x="95735" y="44108"/>
                  <a:pt x="96115" y="43052"/>
                </a:cubicBezTo>
                <a:cubicBezTo>
                  <a:pt x="96115" y="43052"/>
                  <a:pt x="103170" y="40897"/>
                  <a:pt x="103973" y="35827"/>
                </a:cubicBezTo>
                <a:cubicBezTo>
                  <a:pt x="104015" y="19266"/>
                  <a:pt x="83863" y="19942"/>
                  <a:pt x="83863" y="19942"/>
                </a:cubicBezTo>
                <a:cubicBezTo>
                  <a:pt x="83863" y="19942"/>
                  <a:pt x="89609" y="8028"/>
                  <a:pt x="78624" y="3719"/>
                </a:cubicBezTo>
                <a:cubicBezTo>
                  <a:pt x="64387" y="2536"/>
                  <a:pt x="61978" y="9929"/>
                  <a:pt x="58599" y="11281"/>
                </a:cubicBezTo>
                <a:cubicBezTo>
                  <a:pt x="58599" y="11281"/>
                  <a:pt x="54120" y="1"/>
                  <a:pt x="464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7"/>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3500"/>
              <a:buNone/>
              <a:defRPr sz="3500">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1" name="Google Shape;101;p17"/>
          <p:cNvSpPr txBox="1">
            <a:spLocks noGrp="1"/>
          </p:cNvSpPr>
          <p:nvPr>
            <p:ph type="subTitle" idx="1"/>
          </p:nvPr>
        </p:nvSpPr>
        <p:spPr>
          <a:xfrm>
            <a:off x="720000" y="2291461"/>
            <a:ext cx="2336400" cy="4848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Font typeface="Raleway"/>
              <a:buNone/>
              <a:defRPr sz="1400">
                <a:solidFill>
                  <a:schemeClr val="dk1"/>
                </a:solidFill>
                <a:latin typeface="Raleway"/>
                <a:ea typeface="Raleway"/>
                <a:cs typeface="Raleway"/>
                <a:sym typeface="Raleway"/>
              </a:defRPr>
            </a:lvl1pPr>
            <a:lvl2pPr lvl="1"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9pPr>
          </a:lstStyle>
          <a:p>
            <a:endParaRPr/>
          </a:p>
        </p:txBody>
      </p:sp>
      <p:sp>
        <p:nvSpPr>
          <p:cNvPr id="102" name="Google Shape;102;p17"/>
          <p:cNvSpPr txBox="1">
            <a:spLocks noGrp="1"/>
          </p:cNvSpPr>
          <p:nvPr>
            <p:ph type="subTitle" idx="2"/>
          </p:nvPr>
        </p:nvSpPr>
        <p:spPr>
          <a:xfrm>
            <a:off x="3403800" y="2291461"/>
            <a:ext cx="2336400" cy="4848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Font typeface="Raleway"/>
              <a:buNone/>
              <a:defRPr sz="1400">
                <a:solidFill>
                  <a:schemeClr val="dk1"/>
                </a:solidFill>
                <a:latin typeface="Raleway"/>
                <a:ea typeface="Raleway"/>
                <a:cs typeface="Raleway"/>
                <a:sym typeface="Raleway"/>
              </a:defRPr>
            </a:lvl1pPr>
            <a:lvl2pPr lvl="1"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9pPr>
          </a:lstStyle>
          <a:p>
            <a:endParaRPr/>
          </a:p>
        </p:txBody>
      </p:sp>
      <p:sp>
        <p:nvSpPr>
          <p:cNvPr id="103" name="Google Shape;103;p17"/>
          <p:cNvSpPr txBox="1">
            <a:spLocks noGrp="1"/>
          </p:cNvSpPr>
          <p:nvPr>
            <p:ph type="subTitle" idx="3"/>
          </p:nvPr>
        </p:nvSpPr>
        <p:spPr>
          <a:xfrm>
            <a:off x="6087600" y="2291461"/>
            <a:ext cx="2336400" cy="4848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Font typeface="Raleway"/>
              <a:buNone/>
              <a:defRPr sz="1400">
                <a:solidFill>
                  <a:schemeClr val="dk1"/>
                </a:solidFill>
                <a:latin typeface="Raleway"/>
                <a:ea typeface="Raleway"/>
                <a:cs typeface="Raleway"/>
                <a:sym typeface="Raleway"/>
              </a:defRPr>
            </a:lvl1pPr>
            <a:lvl2pPr lvl="1"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9pPr>
          </a:lstStyle>
          <a:p>
            <a:endParaRPr/>
          </a:p>
        </p:txBody>
      </p:sp>
      <p:sp>
        <p:nvSpPr>
          <p:cNvPr id="104" name="Google Shape;104;p17"/>
          <p:cNvSpPr txBox="1">
            <a:spLocks noGrp="1"/>
          </p:cNvSpPr>
          <p:nvPr>
            <p:ph type="subTitle" idx="4"/>
          </p:nvPr>
        </p:nvSpPr>
        <p:spPr>
          <a:xfrm>
            <a:off x="720000" y="3946078"/>
            <a:ext cx="2336400" cy="4848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Font typeface="Raleway"/>
              <a:buNone/>
              <a:defRPr sz="1400">
                <a:solidFill>
                  <a:schemeClr val="dk1"/>
                </a:solidFill>
                <a:latin typeface="Raleway"/>
                <a:ea typeface="Raleway"/>
                <a:cs typeface="Raleway"/>
                <a:sym typeface="Raleway"/>
              </a:defRPr>
            </a:lvl1pPr>
            <a:lvl2pPr lvl="1"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9pPr>
          </a:lstStyle>
          <a:p>
            <a:endParaRPr/>
          </a:p>
        </p:txBody>
      </p:sp>
      <p:sp>
        <p:nvSpPr>
          <p:cNvPr id="105" name="Google Shape;105;p17"/>
          <p:cNvSpPr txBox="1">
            <a:spLocks noGrp="1"/>
          </p:cNvSpPr>
          <p:nvPr>
            <p:ph type="subTitle" idx="5"/>
          </p:nvPr>
        </p:nvSpPr>
        <p:spPr>
          <a:xfrm>
            <a:off x="3403800" y="3946078"/>
            <a:ext cx="2336400" cy="4848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Font typeface="Raleway"/>
              <a:buNone/>
              <a:defRPr sz="1400">
                <a:solidFill>
                  <a:schemeClr val="dk1"/>
                </a:solidFill>
                <a:latin typeface="Raleway"/>
                <a:ea typeface="Raleway"/>
                <a:cs typeface="Raleway"/>
                <a:sym typeface="Raleway"/>
              </a:defRPr>
            </a:lvl1pPr>
            <a:lvl2pPr lvl="1"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9pPr>
          </a:lstStyle>
          <a:p>
            <a:endParaRPr/>
          </a:p>
        </p:txBody>
      </p:sp>
      <p:sp>
        <p:nvSpPr>
          <p:cNvPr id="106" name="Google Shape;106;p17"/>
          <p:cNvSpPr txBox="1">
            <a:spLocks noGrp="1"/>
          </p:cNvSpPr>
          <p:nvPr>
            <p:ph type="subTitle" idx="6"/>
          </p:nvPr>
        </p:nvSpPr>
        <p:spPr>
          <a:xfrm>
            <a:off x="6087600" y="3946078"/>
            <a:ext cx="2336400" cy="4848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Font typeface="Raleway"/>
              <a:buNone/>
              <a:defRPr sz="1400">
                <a:solidFill>
                  <a:schemeClr val="dk1"/>
                </a:solidFill>
                <a:latin typeface="Raleway"/>
                <a:ea typeface="Raleway"/>
                <a:cs typeface="Raleway"/>
                <a:sym typeface="Raleway"/>
              </a:defRPr>
            </a:lvl1pPr>
            <a:lvl2pPr lvl="1"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9pPr>
          </a:lstStyle>
          <a:p>
            <a:endParaRPr/>
          </a:p>
        </p:txBody>
      </p:sp>
      <p:sp>
        <p:nvSpPr>
          <p:cNvPr id="107" name="Google Shape;107;p17"/>
          <p:cNvSpPr txBox="1">
            <a:spLocks noGrp="1"/>
          </p:cNvSpPr>
          <p:nvPr>
            <p:ph type="subTitle" idx="7"/>
          </p:nvPr>
        </p:nvSpPr>
        <p:spPr>
          <a:xfrm>
            <a:off x="715100" y="1651950"/>
            <a:ext cx="2336400" cy="4401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1pPr>
            <a:lvl2pPr lvl="1"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2pPr>
            <a:lvl3pPr lvl="2"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3pPr>
            <a:lvl4pPr lvl="3"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4pPr>
            <a:lvl5pPr lvl="4"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5pPr>
            <a:lvl6pPr lvl="5"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6pPr>
            <a:lvl7pPr lvl="6"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7pPr>
            <a:lvl8pPr lvl="7"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8pPr>
            <a:lvl9pPr lvl="8"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9pPr>
          </a:lstStyle>
          <a:p>
            <a:endParaRPr/>
          </a:p>
        </p:txBody>
      </p:sp>
      <p:sp>
        <p:nvSpPr>
          <p:cNvPr id="108" name="Google Shape;108;p17"/>
          <p:cNvSpPr txBox="1">
            <a:spLocks noGrp="1"/>
          </p:cNvSpPr>
          <p:nvPr>
            <p:ph type="subTitle" idx="8"/>
          </p:nvPr>
        </p:nvSpPr>
        <p:spPr>
          <a:xfrm>
            <a:off x="3403800" y="1651950"/>
            <a:ext cx="2336400" cy="4401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1pPr>
            <a:lvl2pPr lvl="1"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2pPr>
            <a:lvl3pPr lvl="2"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3pPr>
            <a:lvl4pPr lvl="3"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4pPr>
            <a:lvl5pPr lvl="4"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5pPr>
            <a:lvl6pPr lvl="5"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6pPr>
            <a:lvl7pPr lvl="6"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7pPr>
            <a:lvl8pPr lvl="7"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8pPr>
            <a:lvl9pPr lvl="8"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9pPr>
          </a:lstStyle>
          <a:p>
            <a:endParaRPr/>
          </a:p>
        </p:txBody>
      </p:sp>
      <p:sp>
        <p:nvSpPr>
          <p:cNvPr id="109" name="Google Shape;109;p17"/>
          <p:cNvSpPr txBox="1">
            <a:spLocks noGrp="1"/>
          </p:cNvSpPr>
          <p:nvPr>
            <p:ph type="subTitle" idx="9"/>
          </p:nvPr>
        </p:nvSpPr>
        <p:spPr>
          <a:xfrm>
            <a:off x="6092500" y="1651950"/>
            <a:ext cx="2336400" cy="4401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1pPr>
            <a:lvl2pPr lvl="1"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2pPr>
            <a:lvl3pPr lvl="2"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3pPr>
            <a:lvl4pPr lvl="3"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4pPr>
            <a:lvl5pPr lvl="4"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5pPr>
            <a:lvl6pPr lvl="5"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6pPr>
            <a:lvl7pPr lvl="6"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7pPr>
            <a:lvl8pPr lvl="7"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8pPr>
            <a:lvl9pPr lvl="8"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9pPr>
          </a:lstStyle>
          <a:p>
            <a:endParaRPr/>
          </a:p>
        </p:txBody>
      </p:sp>
      <p:sp>
        <p:nvSpPr>
          <p:cNvPr id="110" name="Google Shape;110;p17"/>
          <p:cNvSpPr txBox="1">
            <a:spLocks noGrp="1"/>
          </p:cNvSpPr>
          <p:nvPr>
            <p:ph type="subTitle" idx="13"/>
          </p:nvPr>
        </p:nvSpPr>
        <p:spPr>
          <a:xfrm>
            <a:off x="715100" y="3367225"/>
            <a:ext cx="2336400" cy="4401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1pPr>
            <a:lvl2pPr lvl="1"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2pPr>
            <a:lvl3pPr lvl="2"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3pPr>
            <a:lvl4pPr lvl="3"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4pPr>
            <a:lvl5pPr lvl="4"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5pPr>
            <a:lvl6pPr lvl="5"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6pPr>
            <a:lvl7pPr lvl="6"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7pPr>
            <a:lvl8pPr lvl="7"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8pPr>
            <a:lvl9pPr lvl="8"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9pPr>
          </a:lstStyle>
          <a:p>
            <a:endParaRPr/>
          </a:p>
        </p:txBody>
      </p:sp>
      <p:sp>
        <p:nvSpPr>
          <p:cNvPr id="111" name="Google Shape;111;p17"/>
          <p:cNvSpPr txBox="1">
            <a:spLocks noGrp="1"/>
          </p:cNvSpPr>
          <p:nvPr>
            <p:ph type="subTitle" idx="14"/>
          </p:nvPr>
        </p:nvSpPr>
        <p:spPr>
          <a:xfrm>
            <a:off x="3403800" y="3367225"/>
            <a:ext cx="2336400" cy="4401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1pPr>
            <a:lvl2pPr lvl="1"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2pPr>
            <a:lvl3pPr lvl="2"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3pPr>
            <a:lvl4pPr lvl="3"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4pPr>
            <a:lvl5pPr lvl="4"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5pPr>
            <a:lvl6pPr lvl="5"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6pPr>
            <a:lvl7pPr lvl="6"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7pPr>
            <a:lvl8pPr lvl="7"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8pPr>
            <a:lvl9pPr lvl="8"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9pPr>
          </a:lstStyle>
          <a:p>
            <a:endParaRPr/>
          </a:p>
        </p:txBody>
      </p:sp>
      <p:sp>
        <p:nvSpPr>
          <p:cNvPr id="112" name="Google Shape;112;p17"/>
          <p:cNvSpPr txBox="1">
            <a:spLocks noGrp="1"/>
          </p:cNvSpPr>
          <p:nvPr>
            <p:ph type="subTitle" idx="15"/>
          </p:nvPr>
        </p:nvSpPr>
        <p:spPr>
          <a:xfrm>
            <a:off x="6092500" y="3367225"/>
            <a:ext cx="2336400" cy="4401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1pPr>
            <a:lvl2pPr lvl="1"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2pPr>
            <a:lvl3pPr lvl="2"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3pPr>
            <a:lvl4pPr lvl="3"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4pPr>
            <a:lvl5pPr lvl="4"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5pPr>
            <a:lvl6pPr lvl="5"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6pPr>
            <a:lvl7pPr lvl="6"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7pPr>
            <a:lvl8pPr lvl="7"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8pPr>
            <a:lvl9pPr lvl="8" algn="ctr" rtl="0">
              <a:lnSpc>
                <a:spcPct val="100000"/>
              </a:lnSpc>
              <a:spcBef>
                <a:spcPts val="0"/>
              </a:spcBef>
              <a:spcAft>
                <a:spcPts val="0"/>
              </a:spcAft>
              <a:buClr>
                <a:schemeClr val="dk2"/>
              </a:buClr>
              <a:buSzPts val="2000"/>
              <a:buFont typeface="Abril Fatface"/>
              <a:buNone/>
              <a:defRPr sz="2000">
                <a:solidFill>
                  <a:schemeClr val="dk2"/>
                </a:solidFill>
                <a:latin typeface="Abril Fatface"/>
                <a:ea typeface="Abril Fatface"/>
                <a:cs typeface="Abril Fatface"/>
                <a:sym typeface="Abril Fatfac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119"/>
        <p:cNvGrpSpPr/>
        <p:nvPr/>
      </p:nvGrpSpPr>
      <p:grpSpPr>
        <a:xfrm>
          <a:off x="0" y="0"/>
          <a:ext cx="0" cy="0"/>
          <a:chOff x="0" y="0"/>
          <a:chExt cx="0" cy="0"/>
        </a:xfrm>
      </p:grpSpPr>
      <p:sp>
        <p:nvSpPr>
          <p:cNvPr id="120" name="Google Shape;120;p19"/>
          <p:cNvSpPr/>
          <p:nvPr/>
        </p:nvSpPr>
        <p:spPr>
          <a:xfrm>
            <a:off x="-1444925" y="464275"/>
            <a:ext cx="2577675" cy="1746025"/>
          </a:xfrm>
          <a:custGeom>
            <a:avLst/>
            <a:gdLst/>
            <a:ahLst/>
            <a:cxnLst/>
            <a:rect l="l" t="t" r="r" b="b"/>
            <a:pathLst>
              <a:path w="103107" h="69841" extrusionOk="0">
                <a:moveTo>
                  <a:pt x="56893" y="0"/>
                </a:moveTo>
                <a:cubicBezTo>
                  <a:pt x="48242" y="0"/>
                  <a:pt x="44532" y="9771"/>
                  <a:pt x="44532" y="9771"/>
                </a:cubicBezTo>
                <a:cubicBezTo>
                  <a:pt x="44532" y="9771"/>
                  <a:pt x="42056" y="5858"/>
                  <a:pt x="37443" y="5858"/>
                </a:cubicBezTo>
                <a:cubicBezTo>
                  <a:pt x="35677" y="5858"/>
                  <a:pt x="33598" y="6431"/>
                  <a:pt x="31224" y="8016"/>
                </a:cubicBezTo>
                <a:cubicBezTo>
                  <a:pt x="24438" y="12552"/>
                  <a:pt x="26524" y="17815"/>
                  <a:pt x="26524" y="17815"/>
                </a:cubicBezTo>
                <a:cubicBezTo>
                  <a:pt x="25549" y="17699"/>
                  <a:pt x="24635" y="17644"/>
                  <a:pt x="23779" y="17644"/>
                </a:cubicBezTo>
                <a:cubicBezTo>
                  <a:pt x="10998" y="17644"/>
                  <a:pt x="10998" y="29799"/>
                  <a:pt x="10998" y="29799"/>
                </a:cubicBezTo>
                <a:cubicBezTo>
                  <a:pt x="10319" y="29628"/>
                  <a:pt x="9685" y="29550"/>
                  <a:pt x="9092" y="29550"/>
                </a:cubicBezTo>
                <a:cubicBezTo>
                  <a:pt x="2311" y="29550"/>
                  <a:pt x="967" y="39796"/>
                  <a:pt x="967" y="39796"/>
                </a:cubicBezTo>
                <a:cubicBezTo>
                  <a:pt x="967" y="39796"/>
                  <a:pt x="0" y="50270"/>
                  <a:pt x="10863" y="50270"/>
                </a:cubicBezTo>
                <a:cubicBezTo>
                  <a:pt x="12060" y="50270"/>
                  <a:pt x="13402" y="50143"/>
                  <a:pt x="14904" y="49860"/>
                </a:cubicBezTo>
                <a:lnTo>
                  <a:pt x="14904" y="49860"/>
                </a:lnTo>
                <a:cubicBezTo>
                  <a:pt x="14904" y="49860"/>
                  <a:pt x="13414" y="56746"/>
                  <a:pt x="18380" y="60983"/>
                </a:cubicBezTo>
                <a:cubicBezTo>
                  <a:pt x="20519" y="62829"/>
                  <a:pt x="22555" y="63397"/>
                  <a:pt x="24251" y="63397"/>
                </a:cubicBezTo>
                <a:cubicBezTo>
                  <a:pt x="26965" y="63397"/>
                  <a:pt x="28808" y="61943"/>
                  <a:pt x="28808" y="61943"/>
                </a:cubicBezTo>
                <a:cubicBezTo>
                  <a:pt x="28808" y="61943"/>
                  <a:pt x="30845" y="69841"/>
                  <a:pt x="49921" y="69841"/>
                </a:cubicBezTo>
                <a:cubicBezTo>
                  <a:pt x="50451" y="69841"/>
                  <a:pt x="50994" y="69834"/>
                  <a:pt x="51550" y="69822"/>
                </a:cubicBezTo>
                <a:cubicBezTo>
                  <a:pt x="75418" y="69325"/>
                  <a:pt x="76610" y="61811"/>
                  <a:pt x="76610" y="61811"/>
                </a:cubicBezTo>
                <a:cubicBezTo>
                  <a:pt x="77564" y="61923"/>
                  <a:pt x="78460" y="61975"/>
                  <a:pt x="79300" y="61975"/>
                </a:cubicBezTo>
                <a:cubicBezTo>
                  <a:pt x="92103" y="61975"/>
                  <a:pt x="92103" y="49761"/>
                  <a:pt x="92103" y="49761"/>
                </a:cubicBezTo>
                <a:cubicBezTo>
                  <a:pt x="92791" y="49936"/>
                  <a:pt x="93434" y="50017"/>
                  <a:pt x="94035" y="50017"/>
                </a:cubicBezTo>
                <a:cubicBezTo>
                  <a:pt x="100798" y="50017"/>
                  <a:pt x="102166" y="39796"/>
                  <a:pt x="102166" y="39796"/>
                </a:cubicBezTo>
                <a:cubicBezTo>
                  <a:pt x="102166" y="39796"/>
                  <a:pt x="103106" y="29323"/>
                  <a:pt x="92263" y="29323"/>
                </a:cubicBezTo>
                <a:cubicBezTo>
                  <a:pt x="91068" y="29323"/>
                  <a:pt x="89729" y="29450"/>
                  <a:pt x="88230" y="29733"/>
                </a:cubicBezTo>
                <a:cubicBezTo>
                  <a:pt x="88230" y="29733"/>
                  <a:pt x="89686" y="22814"/>
                  <a:pt x="84754" y="18576"/>
                </a:cubicBezTo>
                <a:cubicBezTo>
                  <a:pt x="82624" y="16751"/>
                  <a:pt x="80596" y="16188"/>
                  <a:pt x="78904" y="16188"/>
                </a:cubicBezTo>
                <a:cubicBezTo>
                  <a:pt x="76179" y="16188"/>
                  <a:pt x="74326" y="17650"/>
                  <a:pt x="74326" y="17650"/>
                </a:cubicBezTo>
                <a:cubicBezTo>
                  <a:pt x="74326" y="17650"/>
                  <a:pt x="74817" y="202"/>
                  <a:pt x="59361" y="202"/>
                </a:cubicBezTo>
                <a:cubicBezTo>
                  <a:pt x="59274" y="202"/>
                  <a:pt x="59186" y="203"/>
                  <a:pt x="59098" y="204"/>
                </a:cubicBezTo>
                <a:cubicBezTo>
                  <a:pt x="58330" y="64"/>
                  <a:pt x="57595" y="0"/>
                  <a:pt x="568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9"/>
          <p:cNvSpPr/>
          <p:nvPr/>
        </p:nvSpPr>
        <p:spPr>
          <a:xfrm>
            <a:off x="8093450" y="2557525"/>
            <a:ext cx="2252919" cy="1600792"/>
          </a:xfrm>
          <a:custGeom>
            <a:avLst/>
            <a:gdLst/>
            <a:ahLst/>
            <a:cxnLst/>
            <a:rect l="l" t="t" r="r" b="b"/>
            <a:pathLst>
              <a:path w="93813" h="66658" extrusionOk="0">
                <a:moveTo>
                  <a:pt x="43746" y="1"/>
                </a:moveTo>
                <a:cubicBezTo>
                  <a:pt x="42454" y="1"/>
                  <a:pt x="41060" y="140"/>
                  <a:pt x="39570" y="472"/>
                </a:cubicBezTo>
                <a:cubicBezTo>
                  <a:pt x="30104" y="2208"/>
                  <a:pt x="26968" y="12373"/>
                  <a:pt x="26968" y="12373"/>
                </a:cubicBezTo>
                <a:cubicBezTo>
                  <a:pt x="26968" y="12373"/>
                  <a:pt x="26609" y="12342"/>
                  <a:pt x="25983" y="12342"/>
                </a:cubicBezTo>
                <a:cubicBezTo>
                  <a:pt x="23643" y="12342"/>
                  <a:pt x="17574" y="12778"/>
                  <a:pt x="12602" y="16910"/>
                </a:cubicBezTo>
                <a:cubicBezTo>
                  <a:pt x="6301" y="22175"/>
                  <a:pt x="7701" y="32312"/>
                  <a:pt x="7701" y="32312"/>
                </a:cubicBezTo>
                <a:cubicBezTo>
                  <a:pt x="7001" y="32676"/>
                  <a:pt x="6665" y="33012"/>
                  <a:pt x="6301" y="33376"/>
                </a:cubicBezTo>
                <a:cubicBezTo>
                  <a:pt x="4201" y="35476"/>
                  <a:pt x="0" y="41413"/>
                  <a:pt x="3865" y="49814"/>
                </a:cubicBezTo>
                <a:cubicBezTo>
                  <a:pt x="6697" y="55882"/>
                  <a:pt x="12333" y="57163"/>
                  <a:pt x="16588" y="57163"/>
                </a:cubicBezTo>
                <a:cubicBezTo>
                  <a:pt x="19696" y="57163"/>
                  <a:pt x="22067" y="56479"/>
                  <a:pt x="22067" y="56479"/>
                </a:cubicBezTo>
                <a:cubicBezTo>
                  <a:pt x="22067" y="56479"/>
                  <a:pt x="24168" y="64516"/>
                  <a:pt x="34305" y="66280"/>
                </a:cubicBezTo>
                <a:cubicBezTo>
                  <a:pt x="35573" y="66543"/>
                  <a:pt x="36760" y="66657"/>
                  <a:pt x="37865" y="66657"/>
                </a:cubicBezTo>
                <a:cubicBezTo>
                  <a:pt x="45617" y="66657"/>
                  <a:pt x="49371" y="61016"/>
                  <a:pt x="49371" y="61016"/>
                </a:cubicBezTo>
                <a:cubicBezTo>
                  <a:pt x="49371" y="61016"/>
                  <a:pt x="54272" y="65916"/>
                  <a:pt x="61273" y="65916"/>
                </a:cubicBezTo>
                <a:cubicBezTo>
                  <a:pt x="65109" y="65916"/>
                  <a:pt x="68974" y="64180"/>
                  <a:pt x="71410" y="61016"/>
                </a:cubicBezTo>
                <a:cubicBezTo>
                  <a:pt x="73656" y="62236"/>
                  <a:pt x="75419" y="62984"/>
                  <a:pt x="77261" y="62984"/>
                </a:cubicBezTo>
                <a:cubicBezTo>
                  <a:pt x="78588" y="62984"/>
                  <a:pt x="79957" y="62596"/>
                  <a:pt x="81575" y="61716"/>
                </a:cubicBezTo>
                <a:cubicBezTo>
                  <a:pt x="85412" y="58915"/>
                  <a:pt x="85412" y="54015"/>
                  <a:pt x="85776" y="52979"/>
                </a:cubicBezTo>
                <a:cubicBezTo>
                  <a:pt x="85776" y="52979"/>
                  <a:pt x="92077" y="50878"/>
                  <a:pt x="92777" y="45978"/>
                </a:cubicBezTo>
                <a:cubicBezTo>
                  <a:pt x="93813" y="41413"/>
                  <a:pt x="89612" y="37213"/>
                  <a:pt x="89612" y="37213"/>
                </a:cubicBezTo>
                <a:cubicBezTo>
                  <a:pt x="89612" y="37213"/>
                  <a:pt x="93477" y="31612"/>
                  <a:pt x="91377" y="25675"/>
                </a:cubicBezTo>
                <a:cubicBezTo>
                  <a:pt x="88912" y="19710"/>
                  <a:pt x="81911" y="17610"/>
                  <a:pt x="81911" y="17610"/>
                </a:cubicBezTo>
                <a:cubicBezTo>
                  <a:pt x="81911" y="17610"/>
                  <a:pt x="82275" y="7809"/>
                  <a:pt x="72474" y="3608"/>
                </a:cubicBezTo>
                <a:cubicBezTo>
                  <a:pt x="69873" y="2477"/>
                  <a:pt x="67042" y="1943"/>
                  <a:pt x="64195" y="1943"/>
                </a:cubicBezTo>
                <a:cubicBezTo>
                  <a:pt x="60912" y="1943"/>
                  <a:pt x="57607" y="2652"/>
                  <a:pt x="54608" y="3972"/>
                </a:cubicBezTo>
                <a:cubicBezTo>
                  <a:pt x="54608" y="3972"/>
                  <a:pt x="50636" y="1"/>
                  <a:pt x="437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9"/>
          <p:cNvSpPr txBox="1">
            <a:spLocks noGrp="1"/>
          </p:cNvSpPr>
          <p:nvPr>
            <p:ph type="title" hasCustomPrompt="1"/>
          </p:nvPr>
        </p:nvSpPr>
        <p:spPr>
          <a:xfrm>
            <a:off x="1284000" y="540000"/>
            <a:ext cx="6576000" cy="705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6200"/>
              <a:buNone/>
              <a:defRPr sz="6200">
                <a:solidFill>
                  <a:schemeClr val="dk2"/>
                </a:solidFill>
              </a:defRPr>
            </a:lvl1pPr>
            <a:lvl2pPr lvl="1" algn="ctr" rtl="0">
              <a:spcBef>
                <a:spcPts val="0"/>
              </a:spcBef>
              <a:spcAft>
                <a:spcPts val="0"/>
              </a:spcAft>
              <a:buClr>
                <a:schemeClr val="dk2"/>
              </a:buClr>
              <a:buSzPts val="6200"/>
              <a:buFont typeface="Abril Fatface"/>
              <a:buNone/>
              <a:defRPr sz="6200">
                <a:solidFill>
                  <a:schemeClr val="dk2"/>
                </a:solidFill>
                <a:latin typeface="Abril Fatface"/>
                <a:ea typeface="Abril Fatface"/>
                <a:cs typeface="Abril Fatface"/>
                <a:sym typeface="Abril Fatface"/>
              </a:defRPr>
            </a:lvl2pPr>
            <a:lvl3pPr lvl="2" algn="ctr" rtl="0">
              <a:spcBef>
                <a:spcPts val="0"/>
              </a:spcBef>
              <a:spcAft>
                <a:spcPts val="0"/>
              </a:spcAft>
              <a:buClr>
                <a:schemeClr val="dk2"/>
              </a:buClr>
              <a:buSzPts val="6200"/>
              <a:buFont typeface="Abril Fatface"/>
              <a:buNone/>
              <a:defRPr sz="6200">
                <a:solidFill>
                  <a:schemeClr val="dk2"/>
                </a:solidFill>
                <a:latin typeface="Abril Fatface"/>
                <a:ea typeface="Abril Fatface"/>
                <a:cs typeface="Abril Fatface"/>
                <a:sym typeface="Abril Fatface"/>
              </a:defRPr>
            </a:lvl3pPr>
            <a:lvl4pPr lvl="3" algn="ctr" rtl="0">
              <a:spcBef>
                <a:spcPts val="0"/>
              </a:spcBef>
              <a:spcAft>
                <a:spcPts val="0"/>
              </a:spcAft>
              <a:buClr>
                <a:schemeClr val="dk2"/>
              </a:buClr>
              <a:buSzPts val="6200"/>
              <a:buFont typeface="Abril Fatface"/>
              <a:buNone/>
              <a:defRPr sz="6200">
                <a:solidFill>
                  <a:schemeClr val="dk2"/>
                </a:solidFill>
                <a:latin typeface="Abril Fatface"/>
                <a:ea typeface="Abril Fatface"/>
                <a:cs typeface="Abril Fatface"/>
                <a:sym typeface="Abril Fatface"/>
              </a:defRPr>
            </a:lvl4pPr>
            <a:lvl5pPr lvl="4" algn="ctr" rtl="0">
              <a:spcBef>
                <a:spcPts val="0"/>
              </a:spcBef>
              <a:spcAft>
                <a:spcPts val="0"/>
              </a:spcAft>
              <a:buClr>
                <a:schemeClr val="dk2"/>
              </a:buClr>
              <a:buSzPts val="6200"/>
              <a:buFont typeface="Abril Fatface"/>
              <a:buNone/>
              <a:defRPr sz="6200">
                <a:solidFill>
                  <a:schemeClr val="dk2"/>
                </a:solidFill>
                <a:latin typeface="Abril Fatface"/>
                <a:ea typeface="Abril Fatface"/>
                <a:cs typeface="Abril Fatface"/>
                <a:sym typeface="Abril Fatface"/>
              </a:defRPr>
            </a:lvl5pPr>
            <a:lvl6pPr lvl="5" algn="ctr" rtl="0">
              <a:spcBef>
                <a:spcPts val="0"/>
              </a:spcBef>
              <a:spcAft>
                <a:spcPts val="0"/>
              </a:spcAft>
              <a:buClr>
                <a:schemeClr val="dk2"/>
              </a:buClr>
              <a:buSzPts val="6200"/>
              <a:buFont typeface="Abril Fatface"/>
              <a:buNone/>
              <a:defRPr sz="6200">
                <a:solidFill>
                  <a:schemeClr val="dk2"/>
                </a:solidFill>
                <a:latin typeface="Abril Fatface"/>
                <a:ea typeface="Abril Fatface"/>
                <a:cs typeface="Abril Fatface"/>
                <a:sym typeface="Abril Fatface"/>
              </a:defRPr>
            </a:lvl6pPr>
            <a:lvl7pPr lvl="6" algn="ctr" rtl="0">
              <a:spcBef>
                <a:spcPts val="0"/>
              </a:spcBef>
              <a:spcAft>
                <a:spcPts val="0"/>
              </a:spcAft>
              <a:buClr>
                <a:schemeClr val="dk2"/>
              </a:buClr>
              <a:buSzPts val="6200"/>
              <a:buFont typeface="Abril Fatface"/>
              <a:buNone/>
              <a:defRPr sz="6200">
                <a:solidFill>
                  <a:schemeClr val="dk2"/>
                </a:solidFill>
                <a:latin typeface="Abril Fatface"/>
                <a:ea typeface="Abril Fatface"/>
                <a:cs typeface="Abril Fatface"/>
                <a:sym typeface="Abril Fatface"/>
              </a:defRPr>
            </a:lvl7pPr>
            <a:lvl8pPr lvl="7" algn="ctr" rtl="0">
              <a:spcBef>
                <a:spcPts val="0"/>
              </a:spcBef>
              <a:spcAft>
                <a:spcPts val="0"/>
              </a:spcAft>
              <a:buClr>
                <a:schemeClr val="dk2"/>
              </a:buClr>
              <a:buSzPts val="6200"/>
              <a:buFont typeface="Abril Fatface"/>
              <a:buNone/>
              <a:defRPr sz="6200">
                <a:solidFill>
                  <a:schemeClr val="dk2"/>
                </a:solidFill>
                <a:latin typeface="Abril Fatface"/>
                <a:ea typeface="Abril Fatface"/>
                <a:cs typeface="Abril Fatface"/>
                <a:sym typeface="Abril Fatface"/>
              </a:defRPr>
            </a:lvl8pPr>
            <a:lvl9pPr lvl="8" algn="ctr" rtl="0">
              <a:spcBef>
                <a:spcPts val="0"/>
              </a:spcBef>
              <a:spcAft>
                <a:spcPts val="0"/>
              </a:spcAft>
              <a:buClr>
                <a:schemeClr val="dk2"/>
              </a:buClr>
              <a:buSzPts val="6200"/>
              <a:buFont typeface="Abril Fatface"/>
              <a:buNone/>
              <a:defRPr sz="6200">
                <a:solidFill>
                  <a:schemeClr val="dk2"/>
                </a:solidFill>
                <a:latin typeface="Abril Fatface"/>
                <a:ea typeface="Abril Fatface"/>
                <a:cs typeface="Abril Fatface"/>
                <a:sym typeface="Abril Fatface"/>
              </a:defRPr>
            </a:lvl9pPr>
          </a:lstStyle>
          <a:p>
            <a:r>
              <a:t>xx%</a:t>
            </a:r>
          </a:p>
        </p:txBody>
      </p:sp>
      <p:sp>
        <p:nvSpPr>
          <p:cNvPr id="123" name="Google Shape;123;p19"/>
          <p:cNvSpPr txBox="1">
            <a:spLocks noGrp="1"/>
          </p:cNvSpPr>
          <p:nvPr>
            <p:ph type="subTitle" idx="1"/>
          </p:nvPr>
        </p:nvSpPr>
        <p:spPr>
          <a:xfrm>
            <a:off x="1284000" y="1246025"/>
            <a:ext cx="6576000" cy="4452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Font typeface="Raleway"/>
              <a:buNone/>
              <a:defRPr sz="1400">
                <a:solidFill>
                  <a:schemeClr val="dk1"/>
                </a:solidFill>
                <a:latin typeface="Raleway"/>
                <a:ea typeface="Raleway"/>
                <a:cs typeface="Raleway"/>
                <a:sym typeface="Raleway"/>
              </a:defRPr>
            </a:lvl1pPr>
            <a:lvl2pPr lvl="1"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9pPr>
          </a:lstStyle>
          <a:p>
            <a:endParaRPr/>
          </a:p>
        </p:txBody>
      </p:sp>
      <p:sp>
        <p:nvSpPr>
          <p:cNvPr id="124" name="Google Shape;124;p19"/>
          <p:cNvSpPr txBox="1">
            <a:spLocks noGrp="1"/>
          </p:cNvSpPr>
          <p:nvPr>
            <p:ph type="title" idx="2" hasCustomPrompt="1"/>
          </p:nvPr>
        </p:nvSpPr>
        <p:spPr>
          <a:xfrm>
            <a:off x="1284000" y="1996150"/>
            <a:ext cx="6576000" cy="705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6200"/>
              <a:buNone/>
              <a:defRPr sz="6200">
                <a:solidFill>
                  <a:schemeClr val="dk2"/>
                </a:solidFill>
              </a:defRPr>
            </a:lvl1pPr>
            <a:lvl2pPr lvl="1" algn="ctr" rtl="0">
              <a:spcBef>
                <a:spcPts val="0"/>
              </a:spcBef>
              <a:spcAft>
                <a:spcPts val="0"/>
              </a:spcAft>
              <a:buClr>
                <a:schemeClr val="dk2"/>
              </a:buClr>
              <a:buSzPts val="6200"/>
              <a:buFont typeface="Abril Fatface"/>
              <a:buNone/>
              <a:defRPr sz="6200">
                <a:solidFill>
                  <a:schemeClr val="dk2"/>
                </a:solidFill>
                <a:latin typeface="Abril Fatface"/>
                <a:ea typeface="Abril Fatface"/>
                <a:cs typeface="Abril Fatface"/>
                <a:sym typeface="Abril Fatface"/>
              </a:defRPr>
            </a:lvl2pPr>
            <a:lvl3pPr lvl="2" algn="ctr" rtl="0">
              <a:spcBef>
                <a:spcPts val="0"/>
              </a:spcBef>
              <a:spcAft>
                <a:spcPts val="0"/>
              </a:spcAft>
              <a:buClr>
                <a:schemeClr val="dk2"/>
              </a:buClr>
              <a:buSzPts val="6200"/>
              <a:buFont typeface="Abril Fatface"/>
              <a:buNone/>
              <a:defRPr sz="6200">
                <a:solidFill>
                  <a:schemeClr val="dk2"/>
                </a:solidFill>
                <a:latin typeface="Abril Fatface"/>
                <a:ea typeface="Abril Fatface"/>
                <a:cs typeface="Abril Fatface"/>
                <a:sym typeface="Abril Fatface"/>
              </a:defRPr>
            </a:lvl3pPr>
            <a:lvl4pPr lvl="3" algn="ctr" rtl="0">
              <a:spcBef>
                <a:spcPts val="0"/>
              </a:spcBef>
              <a:spcAft>
                <a:spcPts val="0"/>
              </a:spcAft>
              <a:buClr>
                <a:schemeClr val="dk2"/>
              </a:buClr>
              <a:buSzPts val="6200"/>
              <a:buFont typeface="Abril Fatface"/>
              <a:buNone/>
              <a:defRPr sz="6200">
                <a:solidFill>
                  <a:schemeClr val="dk2"/>
                </a:solidFill>
                <a:latin typeface="Abril Fatface"/>
                <a:ea typeface="Abril Fatface"/>
                <a:cs typeface="Abril Fatface"/>
                <a:sym typeface="Abril Fatface"/>
              </a:defRPr>
            </a:lvl4pPr>
            <a:lvl5pPr lvl="4" algn="ctr" rtl="0">
              <a:spcBef>
                <a:spcPts val="0"/>
              </a:spcBef>
              <a:spcAft>
                <a:spcPts val="0"/>
              </a:spcAft>
              <a:buClr>
                <a:schemeClr val="dk2"/>
              </a:buClr>
              <a:buSzPts val="6200"/>
              <a:buFont typeface="Abril Fatface"/>
              <a:buNone/>
              <a:defRPr sz="6200">
                <a:solidFill>
                  <a:schemeClr val="dk2"/>
                </a:solidFill>
                <a:latin typeface="Abril Fatface"/>
                <a:ea typeface="Abril Fatface"/>
                <a:cs typeface="Abril Fatface"/>
                <a:sym typeface="Abril Fatface"/>
              </a:defRPr>
            </a:lvl5pPr>
            <a:lvl6pPr lvl="5" algn="ctr" rtl="0">
              <a:spcBef>
                <a:spcPts val="0"/>
              </a:spcBef>
              <a:spcAft>
                <a:spcPts val="0"/>
              </a:spcAft>
              <a:buClr>
                <a:schemeClr val="dk2"/>
              </a:buClr>
              <a:buSzPts val="6200"/>
              <a:buFont typeface="Abril Fatface"/>
              <a:buNone/>
              <a:defRPr sz="6200">
                <a:solidFill>
                  <a:schemeClr val="dk2"/>
                </a:solidFill>
                <a:latin typeface="Abril Fatface"/>
                <a:ea typeface="Abril Fatface"/>
                <a:cs typeface="Abril Fatface"/>
                <a:sym typeface="Abril Fatface"/>
              </a:defRPr>
            </a:lvl6pPr>
            <a:lvl7pPr lvl="6" algn="ctr" rtl="0">
              <a:spcBef>
                <a:spcPts val="0"/>
              </a:spcBef>
              <a:spcAft>
                <a:spcPts val="0"/>
              </a:spcAft>
              <a:buClr>
                <a:schemeClr val="dk2"/>
              </a:buClr>
              <a:buSzPts val="6200"/>
              <a:buFont typeface="Abril Fatface"/>
              <a:buNone/>
              <a:defRPr sz="6200">
                <a:solidFill>
                  <a:schemeClr val="dk2"/>
                </a:solidFill>
                <a:latin typeface="Abril Fatface"/>
                <a:ea typeface="Abril Fatface"/>
                <a:cs typeface="Abril Fatface"/>
                <a:sym typeface="Abril Fatface"/>
              </a:defRPr>
            </a:lvl7pPr>
            <a:lvl8pPr lvl="7" algn="ctr" rtl="0">
              <a:spcBef>
                <a:spcPts val="0"/>
              </a:spcBef>
              <a:spcAft>
                <a:spcPts val="0"/>
              </a:spcAft>
              <a:buClr>
                <a:schemeClr val="dk2"/>
              </a:buClr>
              <a:buSzPts val="6200"/>
              <a:buFont typeface="Abril Fatface"/>
              <a:buNone/>
              <a:defRPr sz="6200">
                <a:solidFill>
                  <a:schemeClr val="dk2"/>
                </a:solidFill>
                <a:latin typeface="Abril Fatface"/>
                <a:ea typeface="Abril Fatface"/>
                <a:cs typeface="Abril Fatface"/>
                <a:sym typeface="Abril Fatface"/>
              </a:defRPr>
            </a:lvl8pPr>
            <a:lvl9pPr lvl="8" algn="ctr" rtl="0">
              <a:spcBef>
                <a:spcPts val="0"/>
              </a:spcBef>
              <a:spcAft>
                <a:spcPts val="0"/>
              </a:spcAft>
              <a:buClr>
                <a:schemeClr val="dk2"/>
              </a:buClr>
              <a:buSzPts val="6200"/>
              <a:buFont typeface="Abril Fatface"/>
              <a:buNone/>
              <a:defRPr sz="6200">
                <a:solidFill>
                  <a:schemeClr val="dk2"/>
                </a:solidFill>
                <a:latin typeface="Abril Fatface"/>
                <a:ea typeface="Abril Fatface"/>
                <a:cs typeface="Abril Fatface"/>
                <a:sym typeface="Abril Fatface"/>
              </a:defRPr>
            </a:lvl9pPr>
          </a:lstStyle>
          <a:p>
            <a:r>
              <a:t>xx%</a:t>
            </a:r>
          </a:p>
        </p:txBody>
      </p:sp>
      <p:sp>
        <p:nvSpPr>
          <p:cNvPr id="125" name="Google Shape;125;p19"/>
          <p:cNvSpPr txBox="1">
            <a:spLocks noGrp="1"/>
          </p:cNvSpPr>
          <p:nvPr>
            <p:ph type="subTitle" idx="3"/>
          </p:nvPr>
        </p:nvSpPr>
        <p:spPr>
          <a:xfrm>
            <a:off x="1284000" y="2702163"/>
            <a:ext cx="6576000" cy="4452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Font typeface="Raleway"/>
              <a:buNone/>
              <a:defRPr sz="1400">
                <a:solidFill>
                  <a:schemeClr val="dk1"/>
                </a:solidFill>
                <a:latin typeface="Raleway"/>
                <a:ea typeface="Raleway"/>
                <a:cs typeface="Raleway"/>
                <a:sym typeface="Raleway"/>
              </a:defRPr>
            </a:lvl1pPr>
            <a:lvl2pPr lvl="1"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9pPr>
          </a:lstStyle>
          <a:p>
            <a:endParaRPr/>
          </a:p>
        </p:txBody>
      </p:sp>
      <p:sp>
        <p:nvSpPr>
          <p:cNvPr id="126" name="Google Shape;126;p19"/>
          <p:cNvSpPr txBox="1">
            <a:spLocks noGrp="1"/>
          </p:cNvSpPr>
          <p:nvPr>
            <p:ph type="title" idx="4" hasCustomPrompt="1"/>
          </p:nvPr>
        </p:nvSpPr>
        <p:spPr>
          <a:xfrm>
            <a:off x="1284000" y="3452298"/>
            <a:ext cx="6576000" cy="705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6200"/>
              <a:buNone/>
              <a:defRPr sz="6200">
                <a:solidFill>
                  <a:schemeClr val="dk2"/>
                </a:solidFill>
              </a:defRPr>
            </a:lvl1pPr>
            <a:lvl2pPr lvl="1" algn="ctr" rtl="0">
              <a:spcBef>
                <a:spcPts val="0"/>
              </a:spcBef>
              <a:spcAft>
                <a:spcPts val="0"/>
              </a:spcAft>
              <a:buClr>
                <a:schemeClr val="dk2"/>
              </a:buClr>
              <a:buSzPts val="6200"/>
              <a:buFont typeface="Abril Fatface"/>
              <a:buNone/>
              <a:defRPr sz="6200">
                <a:solidFill>
                  <a:schemeClr val="dk2"/>
                </a:solidFill>
                <a:latin typeface="Abril Fatface"/>
                <a:ea typeface="Abril Fatface"/>
                <a:cs typeface="Abril Fatface"/>
                <a:sym typeface="Abril Fatface"/>
              </a:defRPr>
            </a:lvl2pPr>
            <a:lvl3pPr lvl="2" algn="ctr" rtl="0">
              <a:spcBef>
                <a:spcPts val="0"/>
              </a:spcBef>
              <a:spcAft>
                <a:spcPts val="0"/>
              </a:spcAft>
              <a:buClr>
                <a:schemeClr val="dk2"/>
              </a:buClr>
              <a:buSzPts val="6200"/>
              <a:buFont typeface="Abril Fatface"/>
              <a:buNone/>
              <a:defRPr sz="6200">
                <a:solidFill>
                  <a:schemeClr val="dk2"/>
                </a:solidFill>
                <a:latin typeface="Abril Fatface"/>
                <a:ea typeface="Abril Fatface"/>
                <a:cs typeface="Abril Fatface"/>
                <a:sym typeface="Abril Fatface"/>
              </a:defRPr>
            </a:lvl3pPr>
            <a:lvl4pPr lvl="3" algn="ctr" rtl="0">
              <a:spcBef>
                <a:spcPts val="0"/>
              </a:spcBef>
              <a:spcAft>
                <a:spcPts val="0"/>
              </a:spcAft>
              <a:buClr>
                <a:schemeClr val="dk2"/>
              </a:buClr>
              <a:buSzPts val="6200"/>
              <a:buFont typeface="Abril Fatface"/>
              <a:buNone/>
              <a:defRPr sz="6200">
                <a:solidFill>
                  <a:schemeClr val="dk2"/>
                </a:solidFill>
                <a:latin typeface="Abril Fatface"/>
                <a:ea typeface="Abril Fatface"/>
                <a:cs typeface="Abril Fatface"/>
                <a:sym typeface="Abril Fatface"/>
              </a:defRPr>
            </a:lvl4pPr>
            <a:lvl5pPr lvl="4" algn="ctr" rtl="0">
              <a:spcBef>
                <a:spcPts val="0"/>
              </a:spcBef>
              <a:spcAft>
                <a:spcPts val="0"/>
              </a:spcAft>
              <a:buClr>
                <a:schemeClr val="dk2"/>
              </a:buClr>
              <a:buSzPts val="6200"/>
              <a:buFont typeface="Abril Fatface"/>
              <a:buNone/>
              <a:defRPr sz="6200">
                <a:solidFill>
                  <a:schemeClr val="dk2"/>
                </a:solidFill>
                <a:latin typeface="Abril Fatface"/>
                <a:ea typeface="Abril Fatface"/>
                <a:cs typeface="Abril Fatface"/>
                <a:sym typeface="Abril Fatface"/>
              </a:defRPr>
            </a:lvl5pPr>
            <a:lvl6pPr lvl="5" algn="ctr" rtl="0">
              <a:spcBef>
                <a:spcPts val="0"/>
              </a:spcBef>
              <a:spcAft>
                <a:spcPts val="0"/>
              </a:spcAft>
              <a:buClr>
                <a:schemeClr val="dk2"/>
              </a:buClr>
              <a:buSzPts val="6200"/>
              <a:buFont typeface="Abril Fatface"/>
              <a:buNone/>
              <a:defRPr sz="6200">
                <a:solidFill>
                  <a:schemeClr val="dk2"/>
                </a:solidFill>
                <a:latin typeface="Abril Fatface"/>
                <a:ea typeface="Abril Fatface"/>
                <a:cs typeface="Abril Fatface"/>
                <a:sym typeface="Abril Fatface"/>
              </a:defRPr>
            </a:lvl6pPr>
            <a:lvl7pPr lvl="6" algn="ctr" rtl="0">
              <a:spcBef>
                <a:spcPts val="0"/>
              </a:spcBef>
              <a:spcAft>
                <a:spcPts val="0"/>
              </a:spcAft>
              <a:buClr>
                <a:schemeClr val="dk2"/>
              </a:buClr>
              <a:buSzPts val="6200"/>
              <a:buFont typeface="Abril Fatface"/>
              <a:buNone/>
              <a:defRPr sz="6200">
                <a:solidFill>
                  <a:schemeClr val="dk2"/>
                </a:solidFill>
                <a:latin typeface="Abril Fatface"/>
                <a:ea typeface="Abril Fatface"/>
                <a:cs typeface="Abril Fatface"/>
                <a:sym typeface="Abril Fatface"/>
              </a:defRPr>
            </a:lvl7pPr>
            <a:lvl8pPr lvl="7" algn="ctr" rtl="0">
              <a:spcBef>
                <a:spcPts val="0"/>
              </a:spcBef>
              <a:spcAft>
                <a:spcPts val="0"/>
              </a:spcAft>
              <a:buClr>
                <a:schemeClr val="dk2"/>
              </a:buClr>
              <a:buSzPts val="6200"/>
              <a:buFont typeface="Abril Fatface"/>
              <a:buNone/>
              <a:defRPr sz="6200">
                <a:solidFill>
                  <a:schemeClr val="dk2"/>
                </a:solidFill>
                <a:latin typeface="Abril Fatface"/>
                <a:ea typeface="Abril Fatface"/>
                <a:cs typeface="Abril Fatface"/>
                <a:sym typeface="Abril Fatface"/>
              </a:defRPr>
            </a:lvl8pPr>
            <a:lvl9pPr lvl="8" algn="ctr" rtl="0">
              <a:spcBef>
                <a:spcPts val="0"/>
              </a:spcBef>
              <a:spcAft>
                <a:spcPts val="0"/>
              </a:spcAft>
              <a:buClr>
                <a:schemeClr val="dk2"/>
              </a:buClr>
              <a:buSzPts val="6200"/>
              <a:buFont typeface="Abril Fatface"/>
              <a:buNone/>
              <a:defRPr sz="6200">
                <a:solidFill>
                  <a:schemeClr val="dk2"/>
                </a:solidFill>
                <a:latin typeface="Abril Fatface"/>
                <a:ea typeface="Abril Fatface"/>
                <a:cs typeface="Abril Fatface"/>
                <a:sym typeface="Abril Fatface"/>
              </a:defRPr>
            </a:lvl9pPr>
          </a:lstStyle>
          <a:p>
            <a:r>
              <a:t>xx%</a:t>
            </a:r>
          </a:p>
        </p:txBody>
      </p:sp>
      <p:sp>
        <p:nvSpPr>
          <p:cNvPr id="127" name="Google Shape;127;p19"/>
          <p:cNvSpPr txBox="1">
            <a:spLocks noGrp="1"/>
          </p:cNvSpPr>
          <p:nvPr>
            <p:ph type="subTitle" idx="5"/>
          </p:nvPr>
        </p:nvSpPr>
        <p:spPr>
          <a:xfrm>
            <a:off x="1284000" y="4158313"/>
            <a:ext cx="6576000" cy="4452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Font typeface="Raleway"/>
              <a:buNone/>
              <a:defRPr sz="1400">
                <a:solidFill>
                  <a:schemeClr val="dk1"/>
                </a:solidFill>
                <a:latin typeface="Raleway"/>
                <a:ea typeface="Raleway"/>
                <a:cs typeface="Raleway"/>
                <a:sym typeface="Raleway"/>
              </a:defRPr>
            </a:lvl1pPr>
            <a:lvl2pPr lvl="1"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1400"/>
              <a:buFont typeface="Raleway"/>
              <a:buNone/>
              <a:defRPr>
                <a:solidFill>
                  <a:schemeClr val="dk1"/>
                </a:solidFill>
                <a:latin typeface="Raleway"/>
                <a:ea typeface="Raleway"/>
                <a:cs typeface="Raleway"/>
                <a:sym typeface="Raleway"/>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anks">
  <p:cSld name="BLANK_1_1_1_1_1_1_2">
    <p:bg>
      <p:bgPr>
        <a:solidFill>
          <a:schemeClr val="dk2"/>
        </a:solidFill>
        <a:effectLst/>
      </p:bgPr>
    </p:bg>
    <p:spTree>
      <p:nvGrpSpPr>
        <p:cNvPr id="1" name="Shape 128"/>
        <p:cNvGrpSpPr/>
        <p:nvPr/>
      </p:nvGrpSpPr>
      <p:grpSpPr>
        <a:xfrm>
          <a:off x="0" y="0"/>
          <a:ext cx="0" cy="0"/>
          <a:chOff x="0" y="0"/>
          <a:chExt cx="0" cy="0"/>
        </a:xfrm>
      </p:grpSpPr>
      <p:sp>
        <p:nvSpPr>
          <p:cNvPr id="129" name="Google Shape;129;p20"/>
          <p:cNvSpPr/>
          <p:nvPr/>
        </p:nvSpPr>
        <p:spPr>
          <a:xfrm>
            <a:off x="8145924" y="-253800"/>
            <a:ext cx="1575355" cy="1119354"/>
          </a:xfrm>
          <a:custGeom>
            <a:avLst/>
            <a:gdLst/>
            <a:ahLst/>
            <a:cxnLst/>
            <a:rect l="l" t="t" r="r" b="b"/>
            <a:pathLst>
              <a:path w="93813" h="66658" extrusionOk="0">
                <a:moveTo>
                  <a:pt x="43746" y="1"/>
                </a:moveTo>
                <a:cubicBezTo>
                  <a:pt x="42454" y="1"/>
                  <a:pt x="41060" y="140"/>
                  <a:pt x="39570" y="472"/>
                </a:cubicBezTo>
                <a:cubicBezTo>
                  <a:pt x="30104" y="2208"/>
                  <a:pt x="26968" y="12373"/>
                  <a:pt x="26968" y="12373"/>
                </a:cubicBezTo>
                <a:cubicBezTo>
                  <a:pt x="26968" y="12373"/>
                  <a:pt x="26609" y="12342"/>
                  <a:pt x="25983" y="12342"/>
                </a:cubicBezTo>
                <a:cubicBezTo>
                  <a:pt x="23643" y="12342"/>
                  <a:pt x="17574" y="12778"/>
                  <a:pt x="12602" y="16910"/>
                </a:cubicBezTo>
                <a:cubicBezTo>
                  <a:pt x="6301" y="22175"/>
                  <a:pt x="7701" y="32312"/>
                  <a:pt x="7701" y="32312"/>
                </a:cubicBezTo>
                <a:cubicBezTo>
                  <a:pt x="7001" y="32676"/>
                  <a:pt x="6665" y="33012"/>
                  <a:pt x="6301" y="33376"/>
                </a:cubicBezTo>
                <a:cubicBezTo>
                  <a:pt x="4201" y="35476"/>
                  <a:pt x="0" y="41413"/>
                  <a:pt x="3865" y="49814"/>
                </a:cubicBezTo>
                <a:cubicBezTo>
                  <a:pt x="6697" y="55882"/>
                  <a:pt x="12333" y="57163"/>
                  <a:pt x="16588" y="57163"/>
                </a:cubicBezTo>
                <a:cubicBezTo>
                  <a:pt x="19696" y="57163"/>
                  <a:pt x="22067" y="56479"/>
                  <a:pt x="22067" y="56479"/>
                </a:cubicBezTo>
                <a:cubicBezTo>
                  <a:pt x="22067" y="56479"/>
                  <a:pt x="24168" y="64516"/>
                  <a:pt x="34305" y="66280"/>
                </a:cubicBezTo>
                <a:cubicBezTo>
                  <a:pt x="35573" y="66543"/>
                  <a:pt x="36760" y="66657"/>
                  <a:pt x="37865" y="66657"/>
                </a:cubicBezTo>
                <a:cubicBezTo>
                  <a:pt x="45617" y="66657"/>
                  <a:pt x="49371" y="61016"/>
                  <a:pt x="49371" y="61016"/>
                </a:cubicBezTo>
                <a:cubicBezTo>
                  <a:pt x="49371" y="61016"/>
                  <a:pt x="54272" y="65916"/>
                  <a:pt x="61273" y="65916"/>
                </a:cubicBezTo>
                <a:cubicBezTo>
                  <a:pt x="65109" y="65916"/>
                  <a:pt x="68974" y="64180"/>
                  <a:pt x="71410" y="61016"/>
                </a:cubicBezTo>
                <a:cubicBezTo>
                  <a:pt x="73656" y="62236"/>
                  <a:pt x="75419" y="62984"/>
                  <a:pt x="77261" y="62984"/>
                </a:cubicBezTo>
                <a:cubicBezTo>
                  <a:pt x="78588" y="62984"/>
                  <a:pt x="79957" y="62596"/>
                  <a:pt x="81575" y="61716"/>
                </a:cubicBezTo>
                <a:cubicBezTo>
                  <a:pt x="85412" y="58915"/>
                  <a:pt x="85412" y="54015"/>
                  <a:pt x="85776" y="52979"/>
                </a:cubicBezTo>
                <a:cubicBezTo>
                  <a:pt x="85776" y="52979"/>
                  <a:pt x="92077" y="50878"/>
                  <a:pt x="92777" y="45978"/>
                </a:cubicBezTo>
                <a:cubicBezTo>
                  <a:pt x="93813" y="41413"/>
                  <a:pt x="89612" y="37213"/>
                  <a:pt x="89612" y="37213"/>
                </a:cubicBezTo>
                <a:cubicBezTo>
                  <a:pt x="89612" y="37213"/>
                  <a:pt x="93477" y="31612"/>
                  <a:pt x="91377" y="25675"/>
                </a:cubicBezTo>
                <a:cubicBezTo>
                  <a:pt x="88912" y="19710"/>
                  <a:pt x="81911" y="17610"/>
                  <a:pt x="81911" y="17610"/>
                </a:cubicBezTo>
                <a:cubicBezTo>
                  <a:pt x="81911" y="17610"/>
                  <a:pt x="82275" y="7809"/>
                  <a:pt x="72474" y="3608"/>
                </a:cubicBezTo>
                <a:cubicBezTo>
                  <a:pt x="69873" y="2477"/>
                  <a:pt x="67042" y="1943"/>
                  <a:pt x="64195" y="1943"/>
                </a:cubicBezTo>
                <a:cubicBezTo>
                  <a:pt x="60912" y="1943"/>
                  <a:pt x="57607" y="2652"/>
                  <a:pt x="54608" y="3972"/>
                </a:cubicBezTo>
                <a:cubicBezTo>
                  <a:pt x="54608" y="3972"/>
                  <a:pt x="50636" y="1"/>
                  <a:pt x="437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0"/>
          <p:cNvSpPr txBox="1">
            <a:spLocks noGrp="1"/>
          </p:cNvSpPr>
          <p:nvPr>
            <p:ph type="ctrTitle"/>
          </p:nvPr>
        </p:nvSpPr>
        <p:spPr>
          <a:xfrm>
            <a:off x="3717250" y="540000"/>
            <a:ext cx="4686900" cy="10842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lt2"/>
              </a:buClr>
              <a:buSzPts val="6000"/>
              <a:buNone/>
              <a:defRPr sz="8000">
                <a:solidFill>
                  <a:schemeClr val="lt2"/>
                </a:solidFill>
              </a:defRPr>
            </a:lvl1pPr>
            <a:lvl2pPr lvl="1" algn="ctr" rtl="0">
              <a:spcBef>
                <a:spcPts val="0"/>
              </a:spcBef>
              <a:spcAft>
                <a:spcPts val="0"/>
              </a:spcAft>
              <a:buClr>
                <a:schemeClr val="accent1"/>
              </a:buClr>
              <a:buSzPts val="6000"/>
              <a:buFont typeface="Abril Fatface"/>
              <a:buNone/>
              <a:defRPr sz="6000">
                <a:solidFill>
                  <a:schemeClr val="accent1"/>
                </a:solidFill>
                <a:latin typeface="Abril Fatface"/>
                <a:ea typeface="Abril Fatface"/>
                <a:cs typeface="Abril Fatface"/>
                <a:sym typeface="Abril Fatface"/>
              </a:defRPr>
            </a:lvl2pPr>
            <a:lvl3pPr lvl="2" algn="ctr" rtl="0">
              <a:spcBef>
                <a:spcPts val="0"/>
              </a:spcBef>
              <a:spcAft>
                <a:spcPts val="0"/>
              </a:spcAft>
              <a:buClr>
                <a:schemeClr val="accent1"/>
              </a:buClr>
              <a:buSzPts val="6000"/>
              <a:buFont typeface="Abril Fatface"/>
              <a:buNone/>
              <a:defRPr sz="6000">
                <a:solidFill>
                  <a:schemeClr val="accent1"/>
                </a:solidFill>
                <a:latin typeface="Abril Fatface"/>
                <a:ea typeface="Abril Fatface"/>
                <a:cs typeface="Abril Fatface"/>
                <a:sym typeface="Abril Fatface"/>
              </a:defRPr>
            </a:lvl3pPr>
            <a:lvl4pPr lvl="3" algn="ctr" rtl="0">
              <a:spcBef>
                <a:spcPts val="0"/>
              </a:spcBef>
              <a:spcAft>
                <a:spcPts val="0"/>
              </a:spcAft>
              <a:buClr>
                <a:schemeClr val="accent1"/>
              </a:buClr>
              <a:buSzPts val="6000"/>
              <a:buFont typeface="Abril Fatface"/>
              <a:buNone/>
              <a:defRPr sz="6000">
                <a:solidFill>
                  <a:schemeClr val="accent1"/>
                </a:solidFill>
                <a:latin typeface="Abril Fatface"/>
                <a:ea typeface="Abril Fatface"/>
                <a:cs typeface="Abril Fatface"/>
                <a:sym typeface="Abril Fatface"/>
              </a:defRPr>
            </a:lvl4pPr>
            <a:lvl5pPr lvl="4" algn="ctr" rtl="0">
              <a:spcBef>
                <a:spcPts val="0"/>
              </a:spcBef>
              <a:spcAft>
                <a:spcPts val="0"/>
              </a:spcAft>
              <a:buClr>
                <a:schemeClr val="accent1"/>
              </a:buClr>
              <a:buSzPts val="6000"/>
              <a:buFont typeface="Abril Fatface"/>
              <a:buNone/>
              <a:defRPr sz="6000">
                <a:solidFill>
                  <a:schemeClr val="accent1"/>
                </a:solidFill>
                <a:latin typeface="Abril Fatface"/>
                <a:ea typeface="Abril Fatface"/>
                <a:cs typeface="Abril Fatface"/>
                <a:sym typeface="Abril Fatface"/>
              </a:defRPr>
            </a:lvl5pPr>
            <a:lvl6pPr lvl="5" algn="ctr" rtl="0">
              <a:spcBef>
                <a:spcPts val="0"/>
              </a:spcBef>
              <a:spcAft>
                <a:spcPts val="0"/>
              </a:spcAft>
              <a:buClr>
                <a:schemeClr val="accent1"/>
              </a:buClr>
              <a:buSzPts val="6000"/>
              <a:buFont typeface="Abril Fatface"/>
              <a:buNone/>
              <a:defRPr sz="6000">
                <a:solidFill>
                  <a:schemeClr val="accent1"/>
                </a:solidFill>
                <a:latin typeface="Abril Fatface"/>
                <a:ea typeface="Abril Fatface"/>
                <a:cs typeface="Abril Fatface"/>
                <a:sym typeface="Abril Fatface"/>
              </a:defRPr>
            </a:lvl6pPr>
            <a:lvl7pPr lvl="6" algn="ctr" rtl="0">
              <a:spcBef>
                <a:spcPts val="0"/>
              </a:spcBef>
              <a:spcAft>
                <a:spcPts val="0"/>
              </a:spcAft>
              <a:buClr>
                <a:schemeClr val="accent1"/>
              </a:buClr>
              <a:buSzPts val="6000"/>
              <a:buFont typeface="Abril Fatface"/>
              <a:buNone/>
              <a:defRPr sz="6000">
                <a:solidFill>
                  <a:schemeClr val="accent1"/>
                </a:solidFill>
                <a:latin typeface="Abril Fatface"/>
                <a:ea typeface="Abril Fatface"/>
                <a:cs typeface="Abril Fatface"/>
                <a:sym typeface="Abril Fatface"/>
              </a:defRPr>
            </a:lvl7pPr>
            <a:lvl8pPr lvl="7" algn="ctr" rtl="0">
              <a:spcBef>
                <a:spcPts val="0"/>
              </a:spcBef>
              <a:spcAft>
                <a:spcPts val="0"/>
              </a:spcAft>
              <a:buClr>
                <a:schemeClr val="accent1"/>
              </a:buClr>
              <a:buSzPts val="6000"/>
              <a:buFont typeface="Abril Fatface"/>
              <a:buNone/>
              <a:defRPr sz="6000">
                <a:solidFill>
                  <a:schemeClr val="accent1"/>
                </a:solidFill>
                <a:latin typeface="Abril Fatface"/>
                <a:ea typeface="Abril Fatface"/>
                <a:cs typeface="Abril Fatface"/>
                <a:sym typeface="Abril Fatface"/>
              </a:defRPr>
            </a:lvl8pPr>
            <a:lvl9pPr lvl="8" algn="ctr" rtl="0">
              <a:spcBef>
                <a:spcPts val="0"/>
              </a:spcBef>
              <a:spcAft>
                <a:spcPts val="0"/>
              </a:spcAft>
              <a:buClr>
                <a:schemeClr val="accent1"/>
              </a:buClr>
              <a:buSzPts val="6000"/>
              <a:buFont typeface="Abril Fatface"/>
              <a:buNone/>
              <a:defRPr sz="6000">
                <a:solidFill>
                  <a:schemeClr val="accent1"/>
                </a:solidFill>
                <a:latin typeface="Abril Fatface"/>
                <a:ea typeface="Abril Fatface"/>
                <a:cs typeface="Abril Fatface"/>
                <a:sym typeface="Abril Fatface"/>
              </a:defRPr>
            </a:lvl9pPr>
          </a:lstStyle>
          <a:p>
            <a:endParaRPr/>
          </a:p>
        </p:txBody>
      </p:sp>
      <p:sp>
        <p:nvSpPr>
          <p:cNvPr id="131" name="Google Shape;131;p20"/>
          <p:cNvSpPr txBox="1"/>
          <p:nvPr/>
        </p:nvSpPr>
        <p:spPr>
          <a:xfrm>
            <a:off x="5007425" y="3787050"/>
            <a:ext cx="3397200" cy="584700"/>
          </a:xfrm>
          <a:prstGeom prst="rect">
            <a:avLst/>
          </a:prstGeom>
          <a:noFill/>
          <a:ln>
            <a:noFill/>
          </a:ln>
        </p:spPr>
        <p:txBody>
          <a:bodyPr spcFirstLastPara="1" wrap="square" lIns="91425" tIns="91425" rIns="91425" bIns="91425" anchor="b" anchorCtr="0">
            <a:noAutofit/>
          </a:bodyPr>
          <a:lstStyle/>
          <a:p>
            <a:pPr marL="0" lvl="0" indent="0" algn="just" rtl="0">
              <a:lnSpc>
                <a:spcPct val="100000"/>
              </a:lnSpc>
              <a:spcBef>
                <a:spcPts val="300"/>
              </a:spcBef>
              <a:spcAft>
                <a:spcPts val="0"/>
              </a:spcAft>
              <a:buNone/>
            </a:pPr>
            <a:r>
              <a:rPr lang="en" sz="900">
                <a:solidFill>
                  <a:schemeClr val="accent1"/>
                </a:solidFill>
                <a:latin typeface="Raleway"/>
                <a:ea typeface="Raleway"/>
                <a:cs typeface="Raleway"/>
                <a:sym typeface="Raleway"/>
              </a:rPr>
              <a:t>CREDITS: This presentation template was created by </a:t>
            </a:r>
            <a:r>
              <a:rPr lang="en" sz="900" b="1">
                <a:solidFill>
                  <a:schemeClr val="accent1"/>
                </a:solidFill>
                <a:uFill>
                  <a:noFill/>
                </a:uFill>
                <a:latin typeface="Raleway"/>
                <a:ea typeface="Raleway"/>
                <a:cs typeface="Raleway"/>
                <a:sym typeface="Raleway"/>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900">
                <a:solidFill>
                  <a:schemeClr val="accent1"/>
                </a:solidFill>
                <a:latin typeface="Raleway"/>
                <a:ea typeface="Raleway"/>
                <a:cs typeface="Raleway"/>
                <a:sym typeface="Raleway"/>
              </a:rPr>
              <a:t>, and it includes icons by </a:t>
            </a:r>
            <a:r>
              <a:rPr lang="en" sz="900" b="1">
                <a:solidFill>
                  <a:schemeClr val="accent1"/>
                </a:solidFill>
                <a:uFill>
                  <a:noFill/>
                </a:uFill>
                <a:latin typeface="Raleway"/>
                <a:ea typeface="Raleway"/>
                <a:cs typeface="Raleway"/>
                <a:sym typeface="Raleway"/>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900">
                <a:solidFill>
                  <a:schemeClr val="accent1"/>
                </a:solidFill>
                <a:latin typeface="Raleway"/>
                <a:ea typeface="Raleway"/>
                <a:cs typeface="Raleway"/>
                <a:sym typeface="Raleway"/>
              </a:rPr>
              <a:t>, infographics &amp; images by </a:t>
            </a:r>
            <a:r>
              <a:rPr lang="en" sz="900" b="1">
                <a:solidFill>
                  <a:schemeClr val="accent1"/>
                </a:solidFill>
                <a:uFill>
                  <a:noFill/>
                </a:uFill>
                <a:latin typeface="Raleway"/>
                <a:ea typeface="Raleway"/>
                <a:cs typeface="Raleway"/>
                <a:sym typeface="Raleway"/>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900" b="1">
                <a:solidFill>
                  <a:schemeClr val="accent1"/>
                </a:solidFill>
                <a:latin typeface="Raleway"/>
                <a:ea typeface="Raleway"/>
                <a:cs typeface="Raleway"/>
                <a:sym typeface="Raleway"/>
              </a:rPr>
              <a:t> </a:t>
            </a:r>
            <a:r>
              <a:rPr lang="en" sz="900">
                <a:solidFill>
                  <a:schemeClr val="accent1"/>
                </a:solidFill>
                <a:latin typeface="Raleway"/>
                <a:ea typeface="Raleway"/>
                <a:cs typeface="Raleway"/>
                <a:sym typeface="Raleway"/>
              </a:rPr>
              <a:t>and illustrations by </a:t>
            </a:r>
            <a:r>
              <a:rPr lang="en" sz="900" b="1">
                <a:solidFill>
                  <a:schemeClr val="accent1"/>
                </a:solidFill>
                <a:uFill>
                  <a:noFill/>
                </a:uFill>
                <a:latin typeface="Raleway"/>
                <a:ea typeface="Raleway"/>
                <a:cs typeface="Raleway"/>
                <a:sym typeface="Raleway"/>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endParaRPr sz="900" b="1">
              <a:solidFill>
                <a:schemeClr val="accent1"/>
              </a:solidFill>
              <a:latin typeface="Raleway"/>
              <a:ea typeface="Raleway"/>
              <a:cs typeface="Raleway"/>
              <a:sym typeface="Raleway"/>
            </a:endParaRPr>
          </a:p>
        </p:txBody>
      </p:sp>
      <p:sp>
        <p:nvSpPr>
          <p:cNvPr id="132" name="Google Shape;132;p20"/>
          <p:cNvSpPr txBox="1">
            <a:spLocks noGrp="1"/>
          </p:cNvSpPr>
          <p:nvPr>
            <p:ph type="subTitle" idx="1"/>
          </p:nvPr>
        </p:nvSpPr>
        <p:spPr>
          <a:xfrm>
            <a:off x="4892875" y="1801125"/>
            <a:ext cx="3511200" cy="1218300"/>
          </a:xfrm>
          <a:prstGeom prst="rect">
            <a:avLst/>
          </a:prstGeom>
          <a:noFill/>
          <a:ln>
            <a:noFill/>
          </a:ln>
        </p:spPr>
        <p:txBody>
          <a:bodyPr spcFirstLastPara="1" wrap="square" lIns="91425" tIns="91425" rIns="91425" bIns="91425" anchor="ctr" anchorCtr="0">
            <a:noAutofit/>
          </a:bodyPr>
          <a:lstStyle>
            <a:lvl1pPr lvl="0" algn="r">
              <a:spcBef>
                <a:spcPts val="0"/>
              </a:spcBef>
              <a:spcAft>
                <a:spcPts val="0"/>
              </a:spcAft>
              <a:buClr>
                <a:schemeClr val="accent1"/>
              </a:buClr>
              <a:buSzPts val="1600"/>
              <a:buFont typeface="Raleway"/>
              <a:buNone/>
              <a:defRPr>
                <a:solidFill>
                  <a:schemeClr val="accent1"/>
                </a:solidFill>
                <a:latin typeface="Raleway"/>
                <a:ea typeface="Raleway"/>
                <a:cs typeface="Raleway"/>
                <a:sym typeface="Raleway"/>
              </a:defRPr>
            </a:lvl1pPr>
            <a:lvl2pPr lvl="1" algn="r">
              <a:spcBef>
                <a:spcPts val="0"/>
              </a:spcBef>
              <a:spcAft>
                <a:spcPts val="0"/>
              </a:spcAft>
              <a:buSzPts val="1600"/>
              <a:buFont typeface="Raleway"/>
              <a:buNone/>
              <a:defRPr sz="1600">
                <a:latin typeface="Raleway"/>
                <a:ea typeface="Raleway"/>
                <a:cs typeface="Raleway"/>
                <a:sym typeface="Raleway"/>
              </a:defRPr>
            </a:lvl2pPr>
            <a:lvl3pPr lvl="2" algn="r">
              <a:spcBef>
                <a:spcPts val="0"/>
              </a:spcBef>
              <a:spcAft>
                <a:spcPts val="0"/>
              </a:spcAft>
              <a:buSzPts val="1600"/>
              <a:buFont typeface="Raleway"/>
              <a:buNone/>
              <a:defRPr sz="1600">
                <a:latin typeface="Raleway"/>
                <a:ea typeface="Raleway"/>
                <a:cs typeface="Raleway"/>
                <a:sym typeface="Raleway"/>
              </a:defRPr>
            </a:lvl3pPr>
            <a:lvl4pPr lvl="3" algn="r">
              <a:spcBef>
                <a:spcPts val="0"/>
              </a:spcBef>
              <a:spcAft>
                <a:spcPts val="0"/>
              </a:spcAft>
              <a:buSzPts val="1600"/>
              <a:buFont typeface="Raleway"/>
              <a:buNone/>
              <a:defRPr sz="1600">
                <a:latin typeface="Raleway"/>
                <a:ea typeface="Raleway"/>
                <a:cs typeface="Raleway"/>
                <a:sym typeface="Raleway"/>
              </a:defRPr>
            </a:lvl4pPr>
            <a:lvl5pPr lvl="4" algn="r">
              <a:spcBef>
                <a:spcPts val="0"/>
              </a:spcBef>
              <a:spcAft>
                <a:spcPts val="0"/>
              </a:spcAft>
              <a:buSzPts val="1600"/>
              <a:buFont typeface="Raleway"/>
              <a:buNone/>
              <a:defRPr sz="1600">
                <a:latin typeface="Raleway"/>
                <a:ea typeface="Raleway"/>
                <a:cs typeface="Raleway"/>
                <a:sym typeface="Raleway"/>
              </a:defRPr>
            </a:lvl5pPr>
            <a:lvl6pPr lvl="5" algn="r">
              <a:spcBef>
                <a:spcPts val="0"/>
              </a:spcBef>
              <a:spcAft>
                <a:spcPts val="0"/>
              </a:spcAft>
              <a:buSzPts val="1600"/>
              <a:buFont typeface="Raleway"/>
              <a:buNone/>
              <a:defRPr sz="1600">
                <a:latin typeface="Raleway"/>
                <a:ea typeface="Raleway"/>
                <a:cs typeface="Raleway"/>
                <a:sym typeface="Raleway"/>
              </a:defRPr>
            </a:lvl6pPr>
            <a:lvl7pPr lvl="6" algn="r">
              <a:spcBef>
                <a:spcPts val="0"/>
              </a:spcBef>
              <a:spcAft>
                <a:spcPts val="0"/>
              </a:spcAft>
              <a:buSzPts val="1600"/>
              <a:buFont typeface="Raleway"/>
              <a:buNone/>
              <a:defRPr sz="1600">
                <a:latin typeface="Raleway"/>
                <a:ea typeface="Raleway"/>
                <a:cs typeface="Raleway"/>
                <a:sym typeface="Raleway"/>
              </a:defRPr>
            </a:lvl7pPr>
            <a:lvl8pPr lvl="7" algn="r">
              <a:spcBef>
                <a:spcPts val="0"/>
              </a:spcBef>
              <a:spcAft>
                <a:spcPts val="0"/>
              </a:spcAft>
              <a:buSzPts val="1600"/>
              <a:buFont typeface="Raleway"/>
              <a:buNone/>
              <a:defRPr sz="1600">
                <a:latin typeface="Raleway"/>
                <a:ea typeface="Raleway"/>
                <a:cs typeface="Raleway"/>
                <a:sym typeface="Raleway"/>
              </a:defRPr>
            </a:lvl8pPr>
            <a:lvl9pPr lvl="8" algn="r">
              <a:spcBef>
                <a:spcPts val="0"/>
              </a:spcBef>
              <a:spcAft>
                <a:spcPts val="0"/>
              </a:spcAft>
              <a:buSzPts val="1600"/>
              <a:buFont typeface="Raleway"/>
              <a:buNone/>
              <a:defRPr sz="1600">
                <a:latin typeface="Raleway"/>
                <a:ea typeface="Raleway"/>
                <a:cs typeface="Raleway"/>
                <a:sym typeface="Raleway"/>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p:cSld name="BLANK_1_1_1_1_1_1_1">
    <p:bg>
      <p:bgPr>
        <a:solidFill>
          <a:schemeClr val="lt2"/>
        </a:solidFill>
        <a:effectLst/>
      </p:bgPr>
    </p:bg>
    <p:spTree>
      <p:nvGrpSpPr>
        <p:cNvPr id="1" name="Shape 133"/>
        <p:cNvGrpSpPr/>
        <p:nvPr/>
      </p:nvGrpSpPr>
      <p:grpSpPr>
        <a:xfrm>
          <a:off x="0" y="0"/>
          <a:ext cx="0" cy="0"/>
          <a:chOff x="0" y="0"/>
          <a:chExt cx="0" cy="0"/>
        </a:xfrm>
      </p:grpSpPr>
      <p:sp>
        <p:nvSpPr>
          <p:cNvPr id="134" name="Google Shape;134;p21"/>
          <p:cNvSpPr/>
          <p:nvPr/>
        </p:nvSpPr>
        <p:spPr>
          <a:xfrm>
            <a:off x="-553701" y="3949073"/>
            <a:ext cx="2022331" cy="1150821"/>
          </a:xfrm>
          <a:custGeom>
            <a:avLst/>
            <a:gdLst/>
            <a:ahLst/>
            <a:cxnLst/>
            <a:rect l="l" t="t" r="r" b="b"/>
            <a:pathLst>
              <a:path w="104016" h="59191" extrusionOk="0">
                <a:moveTo>
                  <a:pt x="46431" y="1"/>
                </a:moveTo>
                <a:cubicBezTo>
                  <a:pt x="30208" y="1"/>
                  <a:pt x="30335" y="11492"/>
                  <a:pt x="30335" y="11492"/>
                </a:cubicBezTo>
                <a:cubicBezTo>
                  <a:pt x="30335" y="11492"/>
                  <a:pt x="21885" y="6465"/>
                  <a:pt x="14914" y="13225"/>
                </a:cubicBezTo>
                <a:cubicBezTo>
                  <a:pt x="8028" y="19900"/>
                  <a:pt x="17703" y="24843"/>
                  <a:pt x="17703" y="24843"/>
                </a:cubicBezTo>
                <a:cubicBezTo>
                  <a:pt x="17703" y="24843"/>
                  <a:pt x="1" y="31138"/>
                  <a:pt x="4310" y="39799"/>
                </a:cubicBezTo>
                <a:cubicBezTo>
                  <a:pt x="7479" y="46051"/>
                  <a:pt x="13816" y="47361"/>
                  <a:pt x="18590" y="47361"/>
                </a:cubicBezTo>
                <a:cubicBezTo>
                  <a:pt x="20660" y="47361"/>
                  <a:pt x="22688" y="47150"/>
                  <a:pt x="24716" y="46643"/>
                </a:cubicBezTo>
                <a:cubicBezTo>
                  <a:pt x="24716" y="46643"/>
                  <a:pt x="27082" y="54966"/>
                  <a:pt x="38446" y="56782"/>
                </a:cubicBezTo>
                <a:cubicBezTo>
                  <a:pt x="48332" y="59190"/>
                  <a:pt x="55345" y="51332"/>
                  <a:pt x="55345" y="51332"/>
                </a:cubicBezTo>
                <a:cubicBezTo>
                  <a:pt x="55345" y="51332"/>
                  <a:pt x="60838" y="56402"/>
                  <a:pt x="68696" y="56402"/>
                </a:cubicBezTo>
                <a:cubicBezTo>
                  <a:pt x="72963" y="56402"/>
                  <a:pt x="77314" y="54585"/>
                  <a:pt x="80061" y="51332"/>
                </a:cubicBezTo>
                <a:cubicBezTo>
                  <a:pt x="82553" y="52600"/>
                  <a:pt x="83863" y="56740"/>
                  <a:pt x="90834" y="53360"/>
                </a:cubicBezTo>
                <a:cubicBezTo>
                  <a:pt x="99072" y="49431"/>
                  <a:pt x="95735" y="44108"/>
                  <a:pt x="96115" y="43052"/>
                </a:cubicBezTo>
                <a:cubicBezTo>
                  <a:pt x="96115" y="43052"/>
                  <a:pt x="103170" y="40897"/>
                  <a:pt x="103973" y="35827"/>
                </a:cubicBezTo>
                <a:cubicBezTo>
                  <a:pt x="104015" y="19266"/>
                  <a:pt x="83863" y="19942"/>
                  <a:pt x="83863" y="19942"/>
                </a:cubicBezTo>
                <a:cubicBezTo>
                  <a:pt x="83863" y="19942"/>
                  <a:pt x="89609" y="8028"/>
                  <a:pt x="78624" y="3719"/>
                </a:cubicBezTo>
                <a:cubicBezTo>
                  <a:pt x="64387" y="2536"/>
                  <a:pt x="61978" y="9929"/>
                  <a:pt x="58599" y="11281"/>
                </a:cubicBezTo>
                <a:cubicBezTo>
                  <a:pt x="58599" y="11281"/>
                  <a:pt x="54120" y="1"/>
                  <a:pt x="464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1"/>
          <p:cNvSpPr/>
          <p:nvPr/>
        </p:nvSpPr>
        <p:spPr>
          <a:xfrm>
            <a:off x="8263854" y="639847"/>
            <a:ext cx="1846566" cy="1197981"/>
          </a:xfrm>
          <a:custGeom>
            <a:avLst/>
            <a:gdLst/>
            <a:ahLst/>
            <a:cxnLst/>
            <a:rect l="l" t="t" r="r" b="b"/>
            <a:pathLst>
              <a:path w="115591" h="74991" extrusionOk="0">
                <a:moveTo>
                  <a:pt x="25095" y="72118"/>
                </a:moveTo>
                <a:cubicBezTo>
                  <a:pt x="29362" y="72118"/>
                  <a:pt x="33925" y="70005"/>
                  <a:pt x="37390" y="65696"/>
                </a:cubicBezTo>
                <a:cubicBezTo>
                  <a:pt x="40685" y="69498"/>
                  <a:pt x="41530" y="74991"/>
                  <a:pt x="52895" y="73977"/>
                </a:cubicBezTo>
                <a:cubicBezTo>
                  <a:pt x="66498" y="72751"/>
                  <a:pt x="65696" y="58936"/>
                  <a:pt x="65696" y="58936"/>
                </a:cubicBezTo>
                <a:cubicBezTo>
                  <a:pt x="65696" y="58936"/>
                  <a:pt x="72540" y="69794"/>
                  <a:pt x="84116" y="65780"/>
                </a:cubicBezTo>
                <a:cubicBezTo>
                  <a:pt x="91509" y="63246"/>
                  <a:pt x="95058" y="55176"/>
                  <a:pt x="95227" y="51670"/>
                </a:cubicBezTo>
                <a:cubicBezTo>
                  <a:pt x="97635" y="52895"/>
                  <a:pt x="100339" y="53529"/>
                  <a:pt x="103085" y="53529"/>
                </a:cubicBezTo>
                <a:cubicBezTo>
                  <a:pt x="108408" y="53529"/>
                  <a:pt x="113985" y="50994"/>
                  <a:pt x="114619" y="42967"/>
                </a:cubicBezTo>
                <a:cubicBezTo>
                  <a:pt x="115591" y="29870"/>
                  <a:pt x="104902" y="26955"/>
                  <a:pt x="104902" y="26955"/>
                </a:cubicBezTo>
                <a:cubicBezTo>
                  <a:pt x="104902" y="26955"/>
                  <a:pt x="112464" y="19603"/>
                  <a:pt x="106634" y="13815"/>
                </a:cubicBezTo>
                <a:cubicBezTo>
                  <a:pt x="92819" y="0"/>
                  <a:pt x="85510" y="14322"/>
                  <a:pt x="85510" y="14322"/>
                </a:cubicBezTo>
                <a:cubicBezTo>
                  <a:pt x="85510" y="14322"/>
                  <a:pt x="86482" y="1395"/>
                  <a:pt x="68400" y="1352"/>
                </a:cubicBezTo>
                <a:cubicBezTo>
                  <a:pt x="58176" y="1310"/>
                  <a:pt x="59021" y="10182"/>
                  <a:pt x="59021" y="10182"/>
                </a:cubicBezTo>
                <a:cubicBezTo>
                  <a:pt x="53613" y="5831"/>
                  <a:pt x="46642" y="4056"/>
                  <a:pt x="39840" y="5324"/>
                </a:cubicBezTo>
                <a:cubicBezTo>
                  <a:pt x="33672" y="8323"/>
                  <a:pt x="29574" y="12379"/>
                  <a:pt x="31686" y="22645"/>
                </a:cubicBezTo>
                <a:cubicBezTo>
                  <a:pt x="31686" y="22645"/>
                  <a:pt x="15590" y="18674"/>
                  <a:pt x="10773" y="27377"/>
                </a:cubicBezTo>
                <a:cubicBezTo>
                  <a:pt x="3929" y="40009"/>
                  <a:pt x="20026" y="43347"/>
                  <a:pt x="20026" y="43347"/>
                </a:cubicBezTo>
                <a:cubicBezTo>
                  <a:pt x="0" y="57753"/>
                  <a:pt x="16899" y="72118"/>
                  <a:pt x="25095" y="7211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1"/>
          <p:cNvSpPr/>
          <p:nvPr/>
        </p:nvSpPr>
        <p:spPr>
          <a:xfrm>
            <a:off x="8465295" y="3803595"/>
            <a:ext cx="1129816" cy="1150743"/>
          </a:xfrm>
          <a:custGeom>
            <a:avLst/>
            <a:gdLst/>
            <a:ahLst/>
            <a:cxnLst/>
            <a:rect l="l" t="t" r="r" b="b"/>
            <a:pathLst>
              <a:path w="70724" h="72034" extrusionOk="0">
                <a:moveTo>
                  <a:pt x="24800" y="50445"/>
                </a:moveTo>
                <a:cubicBezTo>
                  <a:pt x="24800" y="50445"/>
                  <a:pt x="27715" y="72033"/>
                  <a:pt x="39249" y="68020"/>
                </a:cubicBezTo>
                <a:cubicBezTo>
                  <a:pt x="46642" y="65485"/>
                  <a:pt x="50233" y="57416"/>
                  <a:pt x="50360" y="53909"/>
                </a:cubicBezTo>
                <a:cubicBezTo>
                  <a:pt x="52810" y="55134"/>
                  <a:pt x="55472" y="55768"/>
                  <a:pt x="58218" y="55768"/>
                </a:cubicBezTo>
                <a:cubicBezTo>
                  <a:pt x="63584" y="55768"/>
                  <a:pt x="69160" y="53233"/>
                  <a:pt x="69752" y="45206"/>
                </a:cubicBezTo>
                <a:cubicBezTo>
                  <a:pt x="70724" y="32109"/>
                  <a:pt x="60077" y="29194"/>
                  <a:pt x="60077" y="29194"/>
                </a:cubicBezTo>
                <a:cubicBezTo>
                  <a:pt x="60077" y="29194"/>
                  <a:pt x="67597" y="21843"/>
                  <a:pt x="61767" y="16055"/>
                </a:cubicBezTo>
                <a:cubicBezTo>
                  <a:pt x="47952" y="2240"/>
                  <a:pt x="40643" y="16562"/>
                  <a:pt x="40643" y="16562"/>
                </a:cubicBezTo>
                <a:cubicBezTo>
                  <a:pt x="40643" y="16562"/>
                  <a:pt x="33841" y="1"/>
                  <a:pt x="18928" y="10267"/>
                </a:cubicBezTo>
                <a:cubicBezTo>
                  <a:pt x="8704" y="17280"/>
                  <a:pt x="22519" y="30630"/>
                  <a:pt x="22519" y="30630"/>
                </a:cubicBezTo>
                <a:cubicBezTo>
                  <a:pt x="22519" y="30630"/>
                  <a:pt x="0" y="33968"/>
                  <a:pt x="5788" y="47868"/>
                </a:cubicBezTo>
                <a:cubicBezTo>
                  <a:pt x="11703" y="61978"/>
                  <a:pt x="24800" y="50445"/>
                  <a:pt x="24800" y="5044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1"/>
          <p:cNvSpPr/>
          <p:nvPr/>
        </p:nvSpPr>
        <p:spPr>
          <a:xfrm>
            <a:off x="-381144" y="-5"/>
            <a:ext cx="1044110" cy="1154785"/>
          </a:xfrm>
          <a:custGeom>
            <a:avLst/>
            <a:gdLst/>
            <a:ahLst/>
            <a:cxnLst/>
            <a:rect l="l" t="t" r="r" b="b"/>
            <a:pathLst>
              <a:path w="65359" h="72287" extrusionOk="0">
                <a:moveTo>
                  <a:pt x="1818" y="25687"/>
                </a:moveTo>
                <a:cubicBezTo>
                  <a:pt x="2029" y="29954"/>
                  <a:pt x="4310" y="34433"/>
                  <a:pt x="8788" y="37728"/>
                </a:cubicBezTo>
                <a:cubicBezTo>
                  <a:pt x="5155" y="41192"/>
                  <a:pt x="1" y="49008"/>
                  <a:pt x="1226" y="53571"/>
                </a:cubicBezTo>
                <a:cubicBezTo>
                  <a:pt x="4733" y="66752"/>
                  <a:pt x="21294" y="55388"/>
                  <a:pt x="21294" y="55388"/>
                </a:cubicBezTo>
                <a:cubicBezTo>
                  <a:pt x="21294" y="55388"/>
                  <a:pt x="27673" y="72287"/>
                  <a:pt x="42418" y="65738"/>
                </a:cubicBezTo>
                <a:cubicBezTo>
                  <a:pt x="51712" y="61556"/>
                  <a:pt x="45967" y="51416"/>
                  <a:pt x="45967" y="51416"/>
                </a:cubicBezTo>
                <a:cubicBezTo>
                  <a:pt x="45967" y="51416"/>
                  <a:pt x="65358" y="58303"/>
                  <a:pt x="65358" y="37601"/>
                </a:cubicBezTo>
                <a:cubicBezTo>
                  <a:pt x="65358" y="31560"/>
                  <a:pt x="60838" y="23871"/>
                  <a:pt x="50698" y="26448"/>
                </a:cubicBezTo>
                <a:cubicBezTo>
                  <a:pt x="50698" y="26448"/>
                  <a:pt x="54839" y="13773"/>
                  <a:pt x="45882" y="9337"/>
                </a:cubicBezTo>
                <a:cubicBezTo>
                  <a:pt x="32997" y="3127"/>
                  <a:pt x="30377" y="19308"/>
                  <a:pt x="30377" y="19308"/>
                </a:cubicBezTo>
                <a:cubicBezTo>
                  <a:pt x="15041" y="0"/>
                  <a:pt x="1480" y="17533"/>
                  <a:pt x="1818" y="2568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1"/>
          <p:cNvSpPr/>
          <p:nvPr/>
        </p:nvSpPr>
        <p:spPr>
          <a:xfrm>
            <a:off x="8173074" y="-253604"/>
            <a:ext cx="803955" cy="818846"/>
          </a:xfrm>
          <a:custGeom>
            <a:avLst/>
            <a:gdLst/>
            <a:ahLst/>
            <a:cxnLst/>
            <a:rect l="l" t="t" r="r" b="b"/>
            <a:pathLst>
              <a:path w="70724" h="72034" extrusionOk="0">
                <a:moveTo>
                  <a:pt x="24800" y="50445"/>
                </a:moveTo>
                <a:cubicBezTo>
                  <a:pt x="24800" y="50445"/>
                  <a:pt x="27715" y="72033"/>
                  <a:pt x="39249" y="68020"/>
                </a:cubicBezTo>
                <a:cubicBezTo>
                  <a:pt x="46642" y="65485"/>
                  <a:pt x="50233" y="57416"/>
                  <a:pt x="50360" y="53909"/>
                </a:cubicBezTo>
                <a:cubicBezTo>
                  <a:pt x="52810" y="55134"/>
                  <a:pt x="55472" y="55768"/>
                  <a:pt x="58218" y="55768"/>
                </a:cubicBezTo>
                <a:cubicBezTo>
                  <a:pt x="63584" y="55768"/>
                  <a:pt x="69160" y="53233"/>
                  <a:pt x="69752" y="45206"/>
                </a:cubicBezTo>
                <a:cubicBezTo>
                  <a:pt x="70724" y="32109"/>
                  <a:pt x="60077" y="29194"/>
                  <a:pt x="60077" y="29194"/>
                </a:cubicBezTo>
                <a:cubicBezTo>
                  <a:pt x="60077" y="29194"/>
                  <a:pt x="67597" y="21843"/>
                  <a:pt x="61767" y="16055"/>
                </a:cubicBezTo>
                <a:cubicBezTo>
                  <a:pt x="47952" y="2240"/>
                  <a:pt x="40643" y="16562"/>
                  <a:pt x="40643" y="16562"/>
                </a:cubicBezTo>
                <a:cubicBezTo>
                  <a:pt x="40643" y="16562"/>
                  <a:pt x="33841" y="1"/>
                  <a:pt x="18928" y="10267"/>
                </a:cubicBezTo>
                <a:cubicBezTo>
                  <a:pt x="8704" y="17280"/>
                  <a:pt x="22519" y="30630"/>
                  <a:pt x="22519" y="30630"/>
                </a:cubicBezTo>
                <a:cubicBezTo>
                  <a:pt x="22519" y="30630"/>
                  <a:pt x="0" y="33968"/>
                  <a:pt x="5788" y="47868"/>
                </a:cubicBezTo>
                <a:cubicBezTo>
                  <a:pt x="11703" y="61978"/>
                  <a:pt x="24800" y="50445"/>
                  <a:pt x="24800" y="5044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solidFill>
          <a:schemeClr val="accent2"/>
        </a:solidFill>
        <a:effectLst/>
      </p:bgPr>
    </p:bg>
    <p:spTree>
      <p:nvGrpSpPr>
        <p:cNvPr id="1" name="Shape 139"/>
        <p:cNvGrpSpPr/>
        <p:nvPr/>
      </p:nvGrpSpPr>
      <p:grpSpPr>
        <a:xfrm>
          <a:off x="0" y="0"/>
          <a:ext cx="0" cy="0"/>
          <a:chOff x="0" y="0"/>
          <a:chExt cx="0" cy="0"/>
        </a:xfrm>
      </p:grpSpPr>
      <p:sp>
        <p:nvSpPr>
          <p:cNvPr id="140" name="Google Shape;140;p22"/>
          <p:cNvSpPr/>
          <p:nvPr/>
        </p:nvSpPr>
        <p:spPr>
          <a:xfrm rot="9900005">
            <a:off x="7826107" y="4133806"/>
            <a:ext cx="1052097" cy="806506"/>
          </a:xfrm>
          <a:custGeom>
            <a:avLst/>
            <a:gdLst/>
            <a:ahLst/>
            <a:cxnLst/>
            <a:rect l="l" t="t" r="r" b="b"/>
            <a:pathLst>
              <a:path w="60545" h="46412" extrusionOk="0">
                <a:moveTo>
                  <a:pt x="45293" y="0"/>
                </a:moveTo>
                <a:cubicBezTo>
                  <a:pt x="42214" y="0"/>
                  <a:pt x="38918" y="1518"/>
                  <a:pt x="36405" y="4636"/>
                </a:cubicBezTo>
                <a:cubicBezTo>
                  <a:pt x="34023" y="1884"/>
                  <a:pt x="30616" y="652"/>
                  <a:pt x="27204" y="652"/>
                </a:cubicBezTo>
                <a:cubicBezTo>
                  <a:pt x="21067" y="652"/>
                  <a:pt x="14918" y="4638"/>
                  <a:pt x="14702" y="10937"/>
                </a:cubicBezTo>
                <a:cubicBezTo>
                  <a:pt x="13309" y="10180"/>
                  <a:pt x="11193" y="9605"/>
                  <a:pt x="9022" y="9605"/>
                </a:cubicBezTo>
                <a:cubicBezTo>
                  <a:pt x="5170" y="9605"/>
                  <a:pt x="1148" y="11416"/>
                  <a:pt x="700" y="17237"/>
                </a:cubicBezTo>
                <a:cubicBezTo>
                  <a:pt x="0" y="26675"/>
                  <a:pt x="7701" y="28775"/>
                  <a:pt x="7701" y="28775"/>
                </a:cubicBezTo>
                <a:cubicBezTo>
                  <a:pt x="7701" y="28775"/>
                  <a:pt x="5601" y="35776"/>
                  <a:pt x="9801" y="39976"/>
                </a:cubicBezTo>
                <a:cubicBezTo>
                  <a:pt x="11838" y="42026"/>
                  <a:pt x="14587" y="42591"/>
                  <a:pt x="16997" y="42591"/>
                </a:cubicBezTo>
                <a:cubicBezTo>
                  <a:pt x="19955" y="42591"/>
                  <a:pt x="22403" y="41741"/>
                  <a:pt x="22403" y="41741"/>
                </a:cubicBezTo>
                <a:cubicBezTo>
                  <a:pt x="22403" y="41741"/>
                  <a:pt x="26770" y="46412"/>
                  <a:pt x="32327" y="46412"/>
                </a:cubicBezTo>
                <a:cubicBezTo>
                  <a:pt x="32855" y="46412"/>
                  <a:pt x="33394" y="46370"/>
                  <a:pt x="33941" y="46277"/>
                </a:cubicBezTo>
                <a:cubicBezTo>
                  <a:pt x="37105" y="45577"/>
                  <a:pt x="40241" y="43477"/>
                  <a:pt x="43406" y="38576"/>
                </a:cubicBezTo>
                <a:cubicBezTo>
                  <a:pt x="43406" y="38576"/>
                  <a:pt x="52143" y="38576"/>
                  <a:pt x="55643" y="32275"/>
                </a:cubicBezTo>
                <a:cubicBezTo>
                  <a:pt x="60544" y="23174"/>
                  <a:pt x="53543" y="16173"/>
                  <a:pt x="53543" y="16173"/>
                </a:cubicBezTo>
                <a:cubicBezTo>
                  <a:pt x="56305" y="5588"/>
                  <a:pt x="51199" y="0"/>
                  <a:pt x="452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2"/>
          <p:cNvSpPr/>
          <p:nvPr/>
        </p:nvSpPr>
        <p:spPr>
          <a:xfrm>
            <a:off x="91772" y="42713"/>
            <a:ext cx="919602" cy="653415"/>
          </a:xfrm>
          <a:custGeom>
            <a:avLst/>
            <a:gdLst/>
            <a:ahLst/>
            <a:cxnLst/>
            <a:rect l="l" t="t" r="r" b="b"/>
            <a:pathLst>
              <a:path w="93813" h="66658" extrusionOk="0">
                <a:moveTo>
                  <a:pt x="43746" y="1"/>
                </a:moveTo>
                <a:cubicBezTo>
                  <a:pt x="42454" y="1"/>
                  <a:pt x="41060" y="140"/>
                  <a:pt x="39570" y="472"/>
                </a:cubicBezTo>
                <a:cubicBezTo>
                  <a:pt x="30104" y="2208"/>
                  <a:pt x="26968" y="12373"/>
                  <a:pt x="26968" y="12373"/>
                </a:cubicBezTo>
                <a:cubicBezTo>
                  <a:pt x="26968" y="12373"/>
                  <a:pt x="26609" y="12342"/>
                  <a:pt x="25983" y="12342"/>
                </a:cubicBezTo>
                <a:cubicBezTo>
                  <a:pt x="23643" y="12342"/>
                  <a:pt x="17574" y="12778"/>
                  <a:pt x="12602" y="16910"/>
                </a:cubicBezTo>
                <a:cubicBezTo>
                  <a:pt x="6301" y="22175"/>
                  <a:pt x="7701" y="32312"/>
                  <a:pt x="7701" y="32312"/>
                </a:cubicBezTo>
                <a:cubicBezTo>
                  <a:pt x="7001" y="32676"/>
                  <a:pt x="6665" y="33012"/>
                  <a:pt x="6301" y="33376"/>
                </a:cubicBezTo>
                <a:cubicBezTo>
                  <a:pt x="4201" y="35476"/>
                  <a:pt x="0" y="41413"/>
                  <a:pt x="3865" y="49814"/>
                </a:cubicBezTo>
                <a:cubicBezTo>
                  <a:pt x="6697" y="55882"/>
                  <a:pt x="12333" y="57163"/>
                  <a:pt x="16588" y="57163"/>
                </a:cubicBezTo>
                <a:cubicBezTo>
                  <a:pt x="19696" y="57163"/>
                  <a:pt x="22067" y="56479"/>
                  <a:pt x="22067" y="56479"/>
                </a:cubicBezTo>
                <a:cubicBezTo>
                  <a:pt x="22067" y="56479"/>
                  <a:pt x="24168" y="64516"/>
                  <a:pt x="34305" y="66280"/>
                </a:cubicBezTo>
                <a:cubicBezTo>
                  <a:pt x="35573" y="66543"/>
                  <a:pt x="36760" y="66657"/>
                  <a:pt x="37865" y="66657"/>
                </a:cubicBezTo>
                <a:cubicBezTo>
                  <a:pt x="45617" y="66657"/>
                  <a:pt x="49371" y="61016"/>
                  <a:pt x="49371" y="61016"/>
                </a:cubicBezTo>
                <a:cubicBezTo>
                  <a:pt x="49371" y="61016"/>
                  <a:pt x="54272" y="65916"/>
                  <a:pt x="61273" y="65916"/>
                </a:cubicBezTo>
                <a:cubicBezTo>
                  <a:pt x="65109" y="65916"/>
                  <a:pt x="68974" y="64180"/>
                  <a:pt x="71410" y="61016"/>
                </a:cubicBezTo>
                <a:cubicBezTo>
                  <a:pt x="73656" y="62236"/>
                  <a:pt x="75419" y="62984"/>
                  <a:pt x="77261" y="62984"/>
                </a:cubicBezTo>
                <a:cubicBezTo>
                  <a:pt x="78588" y="62984"/>
                  <a:pt x="79957" y="62596"/>
                  <a:pt x="81575" y="61716"/>
                </a:cubicBezTo>
                <a:cubicBezTo>
                  <a:pt x="85412" y="58915"/>
                  <a:pt x="85412" y="54015"/>
                  <a:pt x="85776" y="52979"/>
                </a:cubicBezTo>
                <a:cubicBezTo>
                  <a:pt x="85776" y="52979"/>
                  <a:pt x="92077" y="50878"/>
                  <a:pt x="92777" y="45978"/>
                </a:cubicBezTo>
                <a:cubicBezTo>
                  <a:pt x="93813" y="41413"/>
                  <a:pt x="89612" y="37213"/>
                  <a:pt x="89612" y="37213"/>
                </a:cubicBezTo>
                <a:cubicBezTo>
                  <a:pt x="89612" y="37213"/>
                  <a:pt x="93477" y="31612"/>
                  <a:pt x="91377" y="25675"/>
                </a:cubicBezTo>
                <a:cubicBezTo>
                  <a:pt x="88912" y="19710"/>
                  <a:pt x="81911" y="17610"/>
                  <a:pt x="81911" y="17610"/>
                </a:cubicBezTo>
                <a:cubicBezTo>
                  <a:pt x="81911" y="17610"/>
                  <a:pt x="82275" y="7809"/>
                  <a:pt x="72474" y="3608"/>
                </a:cubicBezTo>
                <a:cubicBezTo>
                  <a:pt x="69873" y="2477"/>
                  <a:pt x="67042" y="1943"/>
                  <a:pt x="64195" y="1943"/>
                </a:cubicBezTo>
                <a:cubicBezTo>
                  <a:pt x="60912" y="1943"/>
                  <a:pt x="57607" y="2652"/>
                  <a:pt x="54608" y="3972"/>
                </a:cubicBezTo>
                <a:cubicBezTo>
                  <a:pt x="54608" y="3972"/>
                  <a:pt x="50636" y="1"/>
                  <a:pt x="437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2"/>
          <p:cNvSpPr/>
          <p:nvPr/>
        </p:nvSpPr>
        <p:spPr>
          <a:xfrm rot="629128">
            <a:off x="7826082" y="131733"/>
            <a:ext cx="1052132" cy="806533"/>
          </a:xfrm>
          <a:custGeom>
            <a:avLst/>
            <a:gdLst/>
            <a:ahLst/>
            <a:cxnLst/>
            <a:rect l="l" t="t" r="r" b="b"/>
            <a:pathLst>
              <a:path w="60545" h="46412" extrusionOk="0">
                <a:moveTo>
                  <a:pt x="45293" y="0"/>
                </a:moveTo>
                <a:cubicBezTo>
                  <a:pt x="42214" y="0"/>
                  <a:pt x="38918" y="1518"/>
                  <a:pt x="36405" y="4636"/>
                </a:cubicBezTo>
                <a:cubicBezTo>
                  <a:pt x="34023" y="1884"/>
                  <a:pt x="30616" y="652"/>
                  <a:pt x="27204" y="652"/>
                </a:cubicBezTo>
                <a:cubicBezTo>
                  <a:pt x="21067" y="652"/>
                  <a:pt x="14918" y="4638"/>
                  <a:pt x="14702" y="10937"/>
                </a:cubicBezTo>
                <a:cubicBezTo>
                  <a:pt x="13309" y="10180"/>
                  <a:pt x="11193" y="9605"/>
                  <a:pt x="9022" y="9605"/>
                </a:cubicBezTo>
                <a:cubicBezTo>
                  <a:pt x="5170" y="9605"/>
                  <a:pt x="1148" y="11416"/>
                  <a:pt x="700" y="17237"/>
                </a:cubicBezTo>
                <a:cubicBezTo>
                  <a:pt x="0" y="26675"/>
                  <a:pt x="7701" y="28775"/>
                  <a:pt x="7701" y="28775"/>
                </a:cubicBezTo>
                <a:cubicBezTo>
                  <a:pt x="7701" y="28775"/>
                  <a:pt x="5601" y="35776"/>
                  <a:pt x="9801" y="39976"/>
                </a:cubicBezTo>
                <a:cubicBezTo>
                  <a:pt x="11838" y="42026"/>
                  <a:pt x="14587" y="42591"/>
                  <a:pt x="16997" y="42591"/>
                </a:cubicBezTo>
                <a:cubicBezTo>
                  <a:pt x="19955" y="42591"/>
                  <a:pt x="22403" y="41741"/>
                  <a:pt x="22403" y="41741"/>
                </a:cubicBezTo>
                <a:cubicBezTo>
                  <a:pt x="22403" y="41741"/>
                  <a:pt x="26770" y="46412"/>
                  <a:pt x="32327" y="46412"/>
                </a:cubicBezTo>
                <a:cubicBezTo>
                  <a:pt x="32855" y="46412"/>
                  <a:pt x="33394" y="46370"/>
                  <a:pt x="33941" y="46277"/>
                </a:cubicBezTo>
                <a:cubicBezTo>
                  <a:pt x="37105" y="45577"/>
                  <a:pt x="40241" y="43477"/>
                  <a:pt x="43406" y="38576"/>
                </a:cubicBezTo>
                <a:cubicBezTo>
                  <a:pt x="43406" y="38576"/>
                  <a:pt x="52143" y="38576"/>
                  <a:pt x="55643" y="32275"/>
                </a:cubicBezTo>
                <a:cubicBezTo>
                  <a:pt x="60544" y="23174"/>
                  <a:pt x="53543" y="16173"/>
                  <a:pt x="53543" y="16173"/>
                </a:cubicBezTo>
                <a:cubicBezTo>
                  <a:pt x="56305" y="5588"/>
                  <a:pt x="51199" y="0"/>
                  <a:pt x="452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2"/>
          <p:cNvSpPr/>
          <p:nvPr/>
        </p:nvSpPr>
        <p:spPr>
          <a:xfrm>
            <a:off x="195775" y="4110116"/>
            <a:ext cx="919657" cy="996772"/>
          </a:xfrm>
          <a:custGeom>
            <a:avLst/>
            <a:gdLst/>
            <a:ahLst/>
            <a:cxnLst/>
            <a:rect l="l" t="t" r="r" b="b"/>
            <a:pathLst>
              <a:path w="60965" h="66077" extrusionOk="0">
                <a:moveTo>
                  <a:pt x="20660" y="46347"/>
                </a:moveTo>
                <a:cubicBezTo>
                  <a:pt x="20660" y="46347"/>
                  <a:pt x="17956" y="66077"/>
                  <a:pt x="29489" y="62063"/>
                </a:cubicBezTo>
                <a:cubicBezTo>
                  <a:pt x="36883" y="59528"/>
                  <a:pt x="40432" y="51501"/>
                  <a:pt x="40601" y="47952"/>
                </a:cubicBezTo>
                <a:cubicBezTo>
                  <a:pt x="43009" y="49177"/>
                  <a:pt x="45713" y="49811"/>
                  <a:pt x="48459" y="49811"/>
                </a:cubicBezTo>
                <a:cubicBezTo>
                  <a:pt x="53782" y="49811"/>
                  <a:pt x="59359" y="47276"/>
                  <a:pt x="59992" y="39249"/>
                </a:cubicBezTo>
                <a:cubicBezTo>
                  <a:pt x="60964" y="26152"/>
                  <a:pt x="48881" y="29490"/>
                  <a:pt x="48881" y="29490"/>
                </a:cubicBezTo>
                <a:cubicBezTo>
                  <a:pt x="48881" y="29490"/>
                  <a:pt x="58134" y="21716"/>
                  <a:pt x="52346" y="15886"/>
                </a:cubicBezTo>
                <a:cubicBezTo>
                  <a:pt x="43051" y="1733"/>
                  <a:pt x="34221" y="17534"/>
                  <a:pt x="34221" y="17534"/>
                </a:cubicBezTo>
                <a:cubicBezTo>
                  <a:pt x="34221" y="17534"/>
                  <a:pt x="31729" y="1"/>
                  <a:pt x="15252" y="4310"/>
                </a:cubicBezTo>
                <a:cubicBezTo>
                  <a:pt x="3254" y="7436"/>
                  <a:pt x="12675" y="24716"/>
                  <a:pt x="12675" y="24716"/>
                </a:cubicBezTo>
                <a:cubicBezTo>
                  <a:pt x="12675" y="24716"/>
                  <a:pt x="0" y="23406"/>
                  <a:pt x="254" y="37306"/>
                </a:cubicBezTo>
                <a:cubicBezTo>
                  <a:pt x="465" y="52599"/>
                  <a:pt x="20660" y="46347"/>
                  <a:pt x="20660" y="4634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40000" y="540000"/>
            <a:ext cx="80640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Font typeface="Abril Fatface"/>
              <a:buNone/>
              <a:defRPr sz="2800">
                <a:solidFill>
                  <a:schemeClr val="dk1"/>
                </a:solidFill>
                <a:latin typeface="Abril Fatface"/>
                <a:ea typeface="Abril Fatface"/>
                <a:cs typeface="Abril Fatface"/>
                <a:sym typeface="Abril Fatface"/>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540000" y="1247450"/>
            <a:ext cx="80640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1"/>
              </a:buClr>
              <a:buSzPts val="1800"/>
              <a:buFont typeface="Raleway"/>
              <a:buChar char="●"/>
              <a:defRPr sz="1800">
                <a:solidFill>
                  <a:schemeClr val="dk1"/>
                </a:solidFill>
                <a:latin typeface="Raleway"/>
                <a:ea typeface="Raleway"/>
                <a:cs typeface="Raleway"/>
                <a:sym typeface="Raleway"/>
              </a:defRPr>
            </a:lvl1pPr>
            <a:lvl2pPr marL="914400" lvl="1" indent="-3175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marL="1371600" lvl="2" indent="-3175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marL="1828800" lvl="3" indent="-3175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marL="2286000" lvl="4" indent="-3175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marL="2743200" lvl="5" indent="-3175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marL="3200400" lvl="6" indent="-3175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marL="3657600" lvl="7" indent="-3175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marL="4114800" lvl="8" indent="-3175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6" r:id="rId7"/>
    <p:sldLayoutId id="2147483658" r:id="rId8"/>
    <p:sldLayoutId id="2147483659" r:id="rId9"/>
    <p:sldLayoutId id="2147483660" r:id="rId10"/>
    <p:sldLayoutId id="2147483661" r:id="rId11"/>
    <p:sldLayoutId id="2147483662" r:id="rId12"/>
    <p:sldLayoutId id="2147483663" r:id="rId13"/>
    <p:sldLayoutId id="2147483665" r:id="rId14"/>
    <p:sldLayoutId id="2147483666" r:id="rId15"/>
    <p:sldLayoutId id="2147483667" r:id="rId16"/>
    <p:sldLayoutId id="2147483668"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50">
          <p15:clr>
            <a:srgbClr val="EA4335"/>
          </p15:clr>
        </p15:guide>
        <p15:guide id="2" orient="horz" pos="337">
          <p15:clr>
            <a:srgbClr val="EA4335"/>
          </p15:clr>
        </p15:guide>
        <p15:guide id="3" pos="5310">
          <p15:clr>
            <a:srgbClr val="EA4335"/>
          </p15:clr>
        </p15:guide>
        <p15:guide id="4" orient="horz" pos="2903">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hyperlink" Target="https://www.flaticon.com/?utm_source=slidesgo_template&amp;utm_medium=referral-link&amp;utm_campaign=promo-slide&amp;utm_term=slidesgo&amp;utm_content=flaticon" TargetMode="External"/><Relationship Id="rId3" Type="http://schemas.openxmlformats.org/officeDocument/2006/relationships/slide" Target="slide18.xml"/><Relationship Id="rId7" Type="http://schemas.openxmlformats.org/officeDocument/2006/relationships/hyperlink" Target="https://www.freepik.com/?utm_source=slidesgo_template&amp;utm_medium=referral-link&amp;utm_campaign=promo-slide&amp;utm_term=slidesgo&amp;utm_content=freepik"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hyperlink" Target="http://bit.ly/33VAFh3" TargetMode="External"/><Relationship Id="rId11" Type="http://schemas.openxmlformats.org/officeDocument/2006/relationships/hyperlink" Target="https://vidfy.com/?utm_source=slidesgo_template&amp;utm_medium=referral-link&amp;utm_campaign=promo-slide&amp;utm_term=slidesgo&amp;utm_content=vidfy" TargetMode="External"/><Relationship Id="rId5" Type="http://schemas.openxmlformats.org/officeDocument/2006/relationships/hyperlink" Target="http://bit.ly/30B07Gq" TargetMode="External"/><Relationship Id="rId10" Type="http://schemas.openxmlformats.org/officeDocument/2006/relationships/hyperlink" Target="https://wepik.com/?utm_source=slidesgo_template&amp;utm_medium=referral-link&amp;utm_campaign=promo-slide&amp;utm_term=slidesgo&amp;utm_content=wepik" TargetMode="External"/><Relationship Id="rId4" Type="http://schemas.openxmlformats.org/officeDocument/2006/relationships/hyperlink" Target="http://bit.ly/2Tynxth" TargetMode="External"/><Relationship Id="rId9" Type="http://schemas.openxmlformats.org/officeDocument/2006/relationships/hyperlink" Target="https://storyset.com/?utm_source=slidesgo_template&amp;utm_medium=referral-link&amp;utm_campaign=promo-slide&amp;utm_term=slidesgo&amp;utm_content=storyset"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docs.google.com/spreadsheets/d/1aTNHGHiuVXXQpb33vqiOmOpWoeJ6J2un-cZttZvZeU8/copy" TargetMode="External"/><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53"/>
        <p:cNvGrpSpPr/>
        <p:nvPr/>
      </p:nvGrpSpPr>
      <p:grpSpPr>
        <a:xfrm>
          <a:off x="0" y="0"/>
          <a:ext cx="0" cy="0"/>
          <a:chOff x="0" y="0"/>
          <a:chExt cx="0" cy="0"/>
        </a:xfrm>
      </p:grpSpPr>
      <p:sp>
        <p:nvSpPr>
          <p:cNvPr id="154" name="Google Shape;154;p26"/>
          <p:cNvSpPr/>
          <p:nvPr/>
        </p:nvSpPr>
        <p:spPr>
          <a:xfrm>
            <a:off x="7522263" y="1029650"/>
            <a:ext cx="1896425" cy="1227450"/>
          </a:xfrm>
          <a:custGeom>
            <a:avLst/>
            <a:gdLst/>
            <a:ahLst/>
            <a:cxnLst/>
            <a:rect l="l" t="t" r="r" b="b"/>
            <a:pathLst>
              <a:path w="75857" h="49098" extrusionOk="0">
                <a:moveTo>
                  <a:pt x="46118" y="0"/>
                </a:moveTo>
                <a:cubicBezTo>
                  <a:pt x="43137" y="0"/>
                  <a:pt x="39514" y="853"/>
                  <a:pt x="35251" y="2976"/>
                </a:cubicBezTo>
                <a:cubicBezTo>
                  <a:pt x="35251" y="2976"/>
                  <a:pt x="31057" y="959"/>
                  <a:pt x="25979" y="959"/>
                </a:cubicBezTo>
                <a:cubicBezTo>
                  <a:pt x="23440" y="959"/>
                  <a:pt x="20680" y="1463"/>
                  <a:pt x="18113" y="2976"/>
                </a:cubicBezTo>
                <a:cubicBezTo>
                  <a:pt x="7947" y="8940"/>
                  <a:pt x="11448" y="19442"/>
                  <a:pt x="11448" y="19442"/>
                </a:cubicBezTo>
                <a:cubicBezTo>
                  <a:pt x="1" y="30301"/>
                  <a:pt x="7040" y="40194"/>
                  <a:pt x="17463" y="40194"/>
                </a:cubicBezTo>
                <a:cubicBezTo>
                  <a:pt x="19458" y="40194"/>
                  <a:pt x="21577" y="39832"/>
                  <a:pt x="23713" y="39044"/>
                </a:cubicBezTo>
                <a:cubicBezTo>
                  <a:pt x="25387" y="45322"/>
                  <a:pt x="32565" y="49098"/>
                  <a:pt x="39414" y="49098"/>
                </a:cubicBezTo>
                <a:cubicBezTo>
                  <a:pt x="44023" y="49098"/>
                  <a:pt x="48483" y="47388"/>
                  <a:pt x="51017" y="43581"/>
                </a:cubicBezTo>
                <a:cubicBezTo>
                  <a:pt x="52955" y="45969"/>
                  <a:pt x="57439" y="49020"/>
                  <a:pt x="61989" y="49020"/>
                </a:cubicBezTo>
                <a:cubicBezTo>
                  <a:pt x="64802" y="49020"/>
                  <a:pt x="67641" y="47854"/>
                  <a:pt x="69920" y="44645"/>
                </a:cubicBezTo>
                <a:cubicBezTo>
                  <a:pt x="75856" y="36244"/>
                  <a:pt x="68855" y="29943"/>
                  <a:pt x="68855" y="29943"/>
                </a:cubicBezTo>
                <a:cubicBezTo>
                  <a:pt x="68855" y="29943"/>
                  <a:pt x="75520" y="24342"/>
                  <a:pt x="73056" y="18378"/>
                </a:cubicBezTo>
                <a:cubicBezTo>
                  <a:pt x="70620" y="11741"/>
                  <a:pt x="60118" y="10677"/>
                  <a:pt x="60118" y="10677"/>
                </a:cubicBezTo>
                <a:cubicBezTo>
                  <a:pt x="60118" y="10677"/>
                  <a:pt x="57654" y="2640"/>
                  <a:pt x="49953" y="539"/>
                </a:cubicBezTo>
                <a:cubicBezTo>
                  <a:pt x="48821" y="195"/>
                  <a:pt x="47543" y="0"/>
                  <a:pt x="461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6"/>
          <p:cNvSpPr txBox="1">
            <a:spLocks noGrp="1"/>
          </p:cNvSpPr>
          <p:nvPr>
            <p:ph type="subTitle" idx="1"/>
          </p:nvPr>
        </p:nvSpPr>
        <p:spPr>
          <a:xfrm>
            <a:off x="715100" y="3695075"/>
            <a:ext cx="4024500" cy="66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is where your presentation begins</a:t>
            </a:r>
            <a:endParaRPr/>
          </a:p>
        </p:txBody>
      </p:sp>
      <p:sp>
        <p:nvSpPr>
          <p:cNvPr id="156" name="Google Shape;156;p26"/>
          <p:cNvSpPr txBox="1">
            <a:spLocks noGrp="1"/>
          </p:cNvSpPr>
          <p:nvPr>
            <p:ph type="ctrTitle"/>
          </p:nvPr>
        </p:nvSpPr>
        <p:spPr>
          <a:xfrm>
            <a:off x="715100" y="1258250"/>
            <a:ext cx="6342000" cy="220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5800"/>
              <a:t>Mental </a:t>
            </a:r>
            <a:r>
              <a:rPr lang="en" sz="5800">
                <a:solidFill>
                  <a:schemeClr val="dk1"/>
                </a:solidFill>
                <a:latin typeface="Abril Fatface"/>
                <a:ea typeface="Abril Fatface"/>
                <a:cs typeface="Abril Fatface"/>
                <a:sym typeface="Abril Fatface"/>
              </a:rPr>
              <a:t>Health </a:t>
            </a:r>
            <a:r>
              <a:rPr lang="en" sz="5800"/>
              <a:t>Tips </a:t>
            </a:r>
            <a:endParaRPr sz="5800"/>
          </a:p>
          <a:p>
            <a:pPr marL="0" lvl="0" indent="0" algn="l" rtl="0">
              <a:spcBef>
                <a:spcPts val="0"/>
              </a:spcBef>
              <a:spcAft>
                <a:spcPts val="0"/>
              </a:spcAft>
              <a:buNone/>
            </a:pPr>
            <a:r>
              <a:rPr lang="en" sz="5800">
                <a:solidFill>
                  <a:schemeClr val="dk1"/>
                </a:solidFill>
              </a:rPr>
              <a:t>Minith</a:t>
            </a:r>
            <a:r>
              <a:rPr lang="en" sz="5800"/>
              <a:t>eme</a:t>
            </a:r>
            <a:endParaRPr sz="5800">
              <a:solidFill>
                <a:schemeClr val="dk1"/>
              </a:solidFill>
            </a:endParaRPr>
          </a:p>
        </p:txBody>
      </p:sp>
      <p:sp>
        <p:nvSpPr>
          <p:cNvPr id="157" name="Google Shape;157;p26"/>
          <p:cNvSpPr txBox="1">
            <a:spLocks noGrp="1"/>
          </p:cNvSpPr>
          <p:nvPr>
            <p:ph type="subTitle" idx="2"/>
          </p:nvPr>
        </p:nvSpPr>
        <p:spPr>
          <a:xfrm>
            <a:off x="715100" y="660650"/>
            <a:ext cx="4369500" cy="36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October, 10</a:t>
            </a:r>
            <a:endParaRPr/>
          </a:p>
        </p:txBody>
      </p:sp>
      <p:grpSp>
        <p:nvGrpSpPr>
          <p:cNvPr id="158" name="Google Shape;158;p26"/>
          <p:cNvGrpSpPr/>
          <p:nvPr/>
        </p:nvGrpSpPr>
        <p:grpSpPr>
          <a:xfrm>
            <a:off x="4700869" y="1704526"/>
            <a:ext cx="4187566" cy="3582326"/>
            <a:chOff x="4266325" y="1223446"/>
            <a:chExt cx="4343498" cy="3920252"/>
          </a:xfrm>
        </p:grpSpPr>
        <p:grpSp>
          <p:nvGrpSpPr>
            <p:cNvPr id="159" name="Google Shape;159;p26"/>
            <p:cNvGrpSpPr/>
            <p:nvPr/>
          </p:nvGrpSpPr>
          <p:grpSpPr>
            <a:xfrm>
              <a:off x="4266325" y="1338772"/>
              <a:ext cx="4343498" cy="3804926"/>
              <a:chOff x="4266325" y="1338772"/>
              <a:chExt cx="4343498" cy="3804926"/>
            </a:xfrm>
          </p:grpSpPr>
          <p:sp>
            <p:nvSpPr>
              <p:cNvPr id="160" name="Google Shape;160;p26"/>
              <p:cNvSpPr/>
              <p:nvPr/>
            </p:nvSpPr>
            <p:spPr>
              <a:xfrm>
                <a:off x="4266325" y="1773116"/>
                <a:ext cx="2742432" cy="3370582"/>
              </a:xfrm>
              <a:custGeom>
                <a:avLst/>
                <a:gdLst/>
                <a:ahLst/>
                <a:cxnLst/>
                <a:rect l="l" t="t" r="r" b="b"/>
                <a:pathLst>
                  <a:path w="104275" h="128159" extrusionOk="0">
                    <a:moveTo>
                      <a:pt x="51737" y="0"/>
                    </a:moveTo>
                    <a:cubicBezTo>
                      <a:pt x="27853" y="0"/>
                      <a:pt x="11108" y="22049"/>
                      <a:pt x="8773" y="37794"/>
                    </a:cubicBezTo>
                    <a:lnTo>
                      <a:pt x="0" y="73253"/>
                    </a:lnTo>
                    <a:lnTo>
                      <a:pt x="11475" y="74854"/>
                    </a:lnTo>
                    <a:cubicBezTo>
                      <a:pt x="11475" y="74854"/>
                      <a:pt x="11942" y="98838"/>
                      <a:pt x="18146" y="105009"/>
                    </a:cubicBezTo>
                    <a:cubicBezTo>
                      <a:pt x="20850" y="107698"/>
                      <a:pt x="27676" y="108453"/>
                      <a:pt x="34495" y="108453"/>
                    </a:cubicBezTo>
                    <a:cubicBezTo>
                      <a:pt x="43239" y="108453"/>
                      <a:pt x="51970" y="107210"/>
                      <a:pt x="51971" y="107210"/>
                    </a:cubicBezTo>
                    <a:lnTo>
                      <a:pt x="51971" y="107210"/>
                    </a:lnTo>
                    <a:lnTo>
                      <a:pt x="50136" y="128159"/>
                    </a:lnTo>
                    <a:lnTo>
                      <a:pt x="99738" y="128159"/>
                    </a:lnTo>
                    <a:cubicBezTo>
                      <a:pt x="99738" y="128159"/>
                      <a:pt x="94201" y="86295"/>
                      <a:pt x="94201" y="85928"/>
                    </a:cubicBezTo>
                    <a:cubicBezTo>
                      <a:pt x="94201" y="85561"/>
                      <a:pt x="104275" y="72752"/>
                      <a:pt x="102073" y="45533"/>
                    </a:cubicBezTo>
                    <a:cubicBezTo>
                      <a:pt x="99304" y="11675"/>
                      <a:pt x="75587" y="0"/>
                      <a:pt x="5173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6"/>
              <p:cNvSpPr/>
              <p:nvPr/>
            </p:nvSpPr>
            <p:spPr>
              <a:xfrm>
                <a:off x="4266325" y="1773116"/>
                <a:ext cx="2742432" cy="3370582"/>
              </a:xfrm>
              <a:custGeom>
                <a:avLst/>
                <a:gdLst/>
                <a:ahLst/>
                <a:cxnLst/>
                <a:rect l="l" t="t" r="r" b="b"/>
                <a:pathLst>
                  <a:path w="104275" h="128159" extrusionOk="0">
                    <a:moveTo>
                      <a:pt x="51737" y="0"/>
                    </a:moveTo>
                    <a:cubicBezTo>
                      <a:pt x="27853" y="0"/>
                      <a:pt x="11108" y="22049"/>
                      <a:pt x="8773" y="37794"/>
                    </a:cubicBezTo>
                    <a:lnTo>
                      <a:pt x="0" y="73253"/>
                    </a:lnTo>
                    <a:lnTo>
                      <a:pt x="11475" y="74854"/>
                    </a:lnTo>
                    <a:cubicBezTo>
                      <a:pt x="11475" y="74854"/>
                      <a:pt x="11942" y="98838"/>
                      <a:pt x="18146" y="105009"/>
                    </a:cubicBezTo>
                    <a:cubicBezTo>
                      <a:pt x="20850" y="107698"/>
                      <a:pt x="27676" y="108453"/>
                      <a:pt x="34495" y="108453"/>
                    </a:cubicBezTo>
                    <a:cubicBezTo>
                      <a:pt x="43239" y="108453"/>
                      <a:pt x="51970" y="107210"/>
                      <a:pt x="51971" y="107210"/>
                    </a:cubicBezTo>
                    <a:lnTo>
                      <a:pt x="51971" y="107210"/>
                    </a:lnTo>
                    <a:lnTo>
                      <a:pt x="50136" y="128159"/>
                    </a:lnTo>
                    <a:lnTo>
                      <a:pt x="99738" y="128159"/>
                    </a:lnTo>
                    <a:cubicBezTo>
                      <a:pt x="99738" y="128159"/>
                      <a:pt x="94201" y="86295"/>
                      <a:pt x="94201" y="85928"/>
                    </a:cubicBezTo>
                    <a:cubicBezTo>
                      <a:pt x="94201" y="85561"/>
                      <a:pt x="104275" y="72752"/>
                      <a:pt x="102073" y="45533"/>
                    </a:cubicBezTo>
                    <a:cubicBezTo>
                      <a:pt x="99304" y="11675"/>
                      <a:pt x="75587" y="0"/>
                      <a:pt x="517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6"/>
              <p:cNvSpPr/>
              <p:nvPr/>
            </p:nvSpPr>
            <p:spPr>
              <a:xfrm>
                <a:off x="4583898" y="1912427"/>
                <a:ext cx="2207306" cy="1748819"/>
              </a:xfrm>
              <a:custGeom>
                <a:avLst/>
                <a:gdLst/>
                <a:ahLst/>
                <a:cxnLst/>
                <a:rect l="l" t="t" r="r" b="b"/>
                <a:pathLst>
                  <a:path w="83928" h="66495" extrusionOk="0">
                    <a:moveTo>
                      <a:pt x="38892" y="0"/>
                    </a:moveTo>
                    <a:cubicBezTo>
                      <a:pt x="37782" y="0"/>
                      <a:pt x="36591" y="112"/>
                      <a:pt x="35326" y="374"/>
                    </a:cubicBezTo>
                    <a:cubicBezTo>
                      <a:pt x="26920" y="2142"/>
                      <a:pt x="23984" y="11148"/>
                      <a:pt x="23984" y="11148"/>
                    </a:cubicBezTo>
                    <a:cubicBezTo>
                      <a:pt x="23984" y="11148"/>
                      <a:pt x="23705" y="11126"/>
                      <a:pt x="23214" y="11126"/>
                    </a:cubicBezTo>
                    <a:cubicBezTo>
                      <a:pt x="21206" y="11126"/>
                      <a:pt x="15664" y="11492"/>
                      <a:pt x="11242" y="15218"/>
                    </a:cubicBezTo>
                    <a:cubicBezTo>
                      <a:pt x="5771" y="19888"/>
                      <a:pt x="6739" y="28761"/>
                      <a:pt x="6739" y="28761"/>
                    </a:cubicBezTo>
                    <a:cubicBezTo>
                      <a:pt x="6372" y="29094"/>
                      <a:pt x="6038" y="29395"/>
                      <a:pt x="5738" y="29762"/>
                    </a:cubicBezTo>
                    <a:cubicBezTo>
                      <a:pt x="3770" y="31830"/>
                      <a:pt x="0" y="37167"/>
                      <a:pt x="3436" y="44506"/>
                    </a:cubicBezTo>
                    <a:cubicBezTo>
                      <a:pt x="6026" y="50012"/>
                      <a:pt x="11000" y="51181"/>
                      <a:pt x="14758" y="51181"/>
                    </a:cubicBezTo>
                    <a:cubicBezTo>
                      <a:pt x="17534" y="51181"/>
                      <a:pt x="19648" y="50543"/>
                      <a:pt x="19648" y="50543"/>
                    </a:cubicBezTo>
                    <a:cubicBezTo>
                      <a:pt x="19648" y="50543"/>
                      <a:pt x="21583" y="57682"/>
                      <a:pt x="30622" y="59349"/>
                    </a:cubicBezTo>
                    <a:cubicBezTo>
                      <a:pt x="31654" y="59535"/>
                      <a:pt x="32624" y="59618"/>
                      <a:pt x="33534" y="59618"/>
                    </a:cubicBezTo>
                    <a:cubicBezTo>
                      <a:pt x="40625" y="59618"/>
                      <a:pt x="44032" y="54613"/>
                      <a:pt x="44032" y="54613"/>
                    </a:cubicBezTo>
                    <a:cubicBezTo>
                      <a:pt x="44032" y="54613"/>
                      <a:pt x="48368" y="58852"/>
                      <a:pt x="54332" y="58852"/>
                    </a:cubicBezTo>
                    <a:cubicBezTo>
                      <a:pt x="54423" y="58852"/>
                      <a:pt x="54514" y="58851"/>
                      <a:pt x="54606" y="58849"/>
                    </a:cubicBezTo>
                    <a:cubicBezTo>
                      <a:pt x="58175" y="58782"/>
                      <a:pt x="61544" y="57248"/>
                      <a:pt x="63879" y="54546"/>
                    </a:cubicBezTo>
                    <a:cubicBezTo>
                      <a:pt x="71518" y="56281"/>
                      <a:pt x="75154" y="65954"/>
                      <a:pt x="75588" y="66421"/>
                    </a:cubicBezTo>
                    <a:cubicBezTo>
                      <a:pt x="75628" y="66471"/>
                      <a:pt x="75695" y="66494"/>
                      <a:pt x="75784" y="66494"/>
                    </a:cubicBezTo>
                    <a:cubicBezTo>
                      <a:pt x="76579" y="66494"/>
                      <a:pt x="79070" y="64636"/>
                      <a:pt x="78590" y="63886"/>
                    </a:cubicBezTo>
                    <a:cubicBezTo>
                      <a:pt x="78090" y="63052"/>
                      <a:pt x="76188" y="48208"/>
                      <a:pt x="76522" y="47441"/>
                    </a:cubicBezTo>
                    <a:cubicBezTo>
                      <a:pt x="76522" y="47441"/>
                      <a:pt x="82092" y="45406"/>
                      <a:pt x="82993" y="41203"/>
                    </a:cubicBezTo>
                    <a:cubicBezTo>
                      <a:pt x="83927" y="37000"/>
                      <a:pt x="80191" y="33331"/>
                      <a:pt x="80191" y="33331"/>
                    </a:cubicBezTo>
                    <a:cubicBezTo>
                      <a:pt x="80191" y="33331"/>
                      <a:pt x="83627" y="28127"/>
                      <a:pt x="81525" y="22957"/>
                    </a:cubicBezTo>
                    <a:cubicBezTo>
                      <a:pt x="79424" y="17786"/>
                      <a:pt x="73086" y="15718"/>
                      <a:pt x="73086" y="15718"/>
                    </a:cubicBezTo>
                    <a:cubicBezTo>
                      <a:pt x="73086" y="15718"/>
                      <a:pt x="73353" y="7045"/>
                      <a:pt x="64647" y="3409"/>
                    </a:cubicBezTo>
                    <a:cubicBezTo>
                      <a:pt x="62150" y="2342"/>
                      <a:pt x="59491" y="1808"/>
                      <a:pt x="56834" y="1808"/>
                    </a:cubicBezTo>
                    <a:cubicBezTo>
                      <a:pt x="54096" y="1808"/>
                      <a:pt x="51359" y="2375"/>
                      <a:pt x="48802" y="3509"/>
                    </a:cubicBezTo>
                    <a:cubicBezTo>
                      <a:pt x="48802" y="3509"/>
                      <a:pt x="45125" y="0"/>
                      <a:pt x="388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6"/>
              <p:cNvSpPr/>
              <p:nvPr/>
            </p:nvSpPr>
            <p:spPr>
              <a:xfrm>
                <a:off x="4583898" y="2668815"/>
                <a:ext cx="1680044" cy="811565"/>
              </a:xfrm>
              <a:custGeom>
                <a:avLst/>
                <a:gdLst/>
                <a:ahLst/>
                <a:cxnLst/>
                <a:rect l="l" t="t" r="r" b="b"/>
                <a:pathLst>
                  <a:path w="63880" h="30858" extrusionOk="0">
                    <a:moveTo>
                      <a:pt x="6739" y="1"/>
                    </a:moveTo>
                    <a:lnTo>
                      <a:pt x="5738" y="1002"/>
                    </a:lnTo>
                    <a:cubicBezTo>
                      <a:pt x="3770" y="3070"/>
                      <a:pt x="0" y="8407"/>
                      <a:pt x="3436" y="15746"/>
                    </a:cubicBezTo>
                    <a:cubicBezTo>
                      <a:pt x="6026" y="21252"/>
                      <a:pt x="11000" y="22421"/>
                      <a:pt x="14758" y="22421"/>
                    </a:cubicBezTo>
                    <a:cubicBezTo>
                      <a:pt x="17534" y="22421"/>
                      <a:pt x="19648" y="21783"/>
                      <a:pt x="19648" y="21783"/>
                    </a:cubicBezTo>
                    <a:cubicBezTo>
                      <a:pt x="19648" y="21783"/>
                      <a:pt x="21583" y="28922"/>
                      <a:pt x="30622" y="30589"/>
                    </a:cubicBezTo>
                    <a:cubicBezTo>
                      <a:pt x="31654" y="30775"/>
                      <a:pt x="32624" y="30858"/>
                      <a:pt x="33534" y="30858"/>
                    </a:cubicBezTo>
                    <a:cubicBezTo>
                      <a:pt x="40625" y="30858"/>
                      <a:pt x="44032" y="25853"/>
                      <a:pt x="44032" y="25853"/>
                    </a:cubicBezTo>
                    <a:cubicBezTo>
                      <a:pt x="44032" y="25853"/>
                      <a:pt x="48368" y="30092"/>
                      <a:pt x="54332" y="30092"/>
                    </a:cubicBezTo>
                    <a:cubicBezTo>
                      <a:pt x="54423" y="30092"/>
                      <a:pt x="54514" y="30091"/>
                      <a:pt x="54606" y="30089"/>
                    </a:cubicBezTo>
                    <a:cubicBezTo>
                      <a:pt x="58175" y="30022"/>
                      <a:pt x="61544" y="28488"/>
                      <a:pt x="63879" y="25786"/>
                    </a:cubicBezTo>
                    <a:lnTo>
                      <a:pt x="63879" y="25786"/>
                    </a:lnTo>
                    <a:cubicBezTo>
                      <a:pt x="60831" y="28062"/>
                      <a:pt x="57909" y="28876"/>
                      <a:pt x="55288" y="28876"/>
                    </a:cubicBezTo>
                    <a:cubicBezTo>
                      <a:pt x="48731" y="28876"/>
                      <a:pt x="44065" y="23785"/>
                      <a:pt x="44065" y="23785"/>
                    </a:cubicBezTo>
                    <a:cubicBezTo>
                      <a:pt x="44065" y="23785"/>
                      <a:pt x="40484" y="28001"/>
                      <a:pt x="34689" y="28001"/>
                    </a:cubicBezTo>
                    <a:cubicBezTo>
                      <a:pt x="33588" y="28001"/>
                      <a:pt x="32407" y="27849"/>
                      <a:pt x="31156" y="27487"/>
                    </a:cubicBezTo>
                    <a:cubicBezTo>
                      <a:pt x="24118" y="25486"/>
                      <a:pt x="23084" y="16646"/>
                      <a:pt x="23084" y="16646"/>
                    </a:cubicBezTo>
                    <a:cubicBezTo>
                      <a:pt x="23084" y="16646"/>
                      <a:pt x="20456" y="17806"/>
                      <a:pt x="17147" y="17806"/>
                    </a:cubicBezTo>
                    <a:cubicBezTo>
                      <a:pt x="14596" y="17806"/>
                      <a:pt x="11642" y="17117"/>
                      <a:pt x="9174" y="14678"/>
                    </a:cubicBezTo>
                    <a:cubicBezTo>
                      <a:pt x="3470" y="9107"/>
                      <a:pt x="6672" y="168"/>
                      <a:pt x="6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6"/>
              <p:cNvSpPr/>
              <p:nvPr/>
            </p:nvSpPr>
            <p:spPr>
              <a:xfrm>
                <a:off x="6264783" y="3294019"/>
                <a:ext cx="315863" cy="365307"/>
              </a:xfrm>
              <a:custGeom>
                <a:avLst/>
                <a:gdLst/>
                <a:ahLst/>
                <a:cxnLst/>
                <a:rect l="l" t="t" r="r" b="b"/>
                <a:pathLst>
                  <a:path w="12010" h="13890" extrusionOk="0">
                    <a:moveTo>
                      <a:pt x="6378" y="1"/>
                    </a:moveTo>
                    <a:cubicBezTo>
                      <a:pt x="3423" y="1"/>
                      <a:pt x="1" y="2014"/>
                      <a:pt x="1" y="2014"/>
                    </a:cubicBezTo>
                    <a:cubicBezTo>
                      <a:pt x="7606" y="3749"/>
                      <a:pt x="11275" y="13389"/>
                      <a:pt x="11709" y="13889"/>
                    </a:cubicBezTo>
                    <a:cubicBezTo>
                      <a:pt x="11709" y="13889"/>
                      <a:pt x="12009" y="3482"/>
                      <a:pt x="9141" y="913"/>
                    </a:cubicBezTo>
                    <a:cubicBezTo>
                      <a:pt x="8388" y="247"/>
                      <a:pt x="7412" y="1"/>
                      <a:pt x="63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6"/>
              <p:cNvSpPr/>
              <p:nvPr/>
            </p:nvSpPr>
            <p:spPr>
              <a:xfrm>
                <a:off x="6294607" y="1811830"/>
                <a:ext cx="117587" cy="66802"/>
              </a:xfrm>
              <a:custGeom>
                <a:avLst/>
                <a:gdLst/>
                <a:ahLst/>
                <a:cxnLst/>
                <a:rect l="l" t="t" r="r" b="b"/>
                <a:pathLst>
                  <a:path w="4471" h="2540" extrusionOk="0">
                    <a:moveTo>
                      <a:pt x="3692" y="1"/>
                    </a:moveTo>
                    <a:cubicBezTo>
                      <a:pt x="3195" y="1"/>
                      <a:pt x="2606" y="302"/>
                      <a:pt x="2236" y="530"/>
                    </a:cubicBezTo>
                    <a:cubicBezTo>
                      <a:pt x="1902" y="730"/>
                      <a:pt x="1" y="2097"/>
                      <a:pt x="835" y="2464"/>
                    </a:cubicBezTo>
                    <a:lnTo>
                      <a:pt x="902" y="2464"/>
                    </a:lnTo>
                    <a:cubicBezTo>
                      <a:pt x="902" y="2531"/>
                      <a:pt x="968" y="2531"/>
                      <a:pt x="1002" y="2531"/>
                    </a:cubicBezTo>
                    <a:lnTo>
                      <a:pt x="1068" y="2531"/>
                    </a:lnTo>
                    <a:cubicBezTo>
                      <a:pt x="1131" y="2537"/>
                      <a:pt x="1193" y="2540"/>
                      <a:pt x="1255" y="2540"/>
                    </a:cubicBezTo>
                    <a:cubicBezTo>
                      <a:pt x="1551" y="2540"/>
                      <a:pt x="1832" y="2475"/>
                      <a:pt x="2136" y="2364"/>
                    </a:cubicBezTo>
                    <a:cubicBezTo>
                      <a:pt x="2436" y="2331"/>
                      <a:pt x="2736" y="2231"/>
                      <a:pt x="3003" y="2097"/>
                    </a:cubicBezTo>
                    <a:cubicBezTo>
                      <a:pt x="3537" y="1831"/>
                      <a:pt x="4004" y="1430"/>
                      <a:pt x="4304" y="897"/>
                    </a:cubicBezTo>
                    <a:cubicBezTo>
                      <a:pt x="4471" y="563"/>
                      <a:pt x="4304" y="129"/>
                      <a:pt x="3937" y="29"/>
                    </a:cubicBezTo>
                    <a:cubicBezTo>
                      <a:pt x="3859" y="10"/>
                      <a:pt x="3777" y="1"/>
                      <a:pt x="3692" y="1"/>
                    </a:cubicBezTo>
                    <a:close/>
                  </a:path>
                </a:pathLst>
              </a:custGeom>
              <a:solidFill>
                <a:srgbClr val="757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6"/>
              <p:cNvSpPr/>
              <p:nvPr/>
            </p:nvSpPr>
            <p:spPr>
              <a:xfrm>
                <a:off x="6294607" y="1811830"/>
                <a:ext cx="117587" cy="66802"/>
              </a:xfrm>
              <a:custGeom>
                <a:avLst/>
                <a:gdLst/>
                <a:ahLst/>
                <a:cxnLst/>
                <a:rect l="l" t="t" r="r" b="b"/>
                <a:pathLst>
                  <a:path w="4471" h="2540" extrusionOk="0">
                    <a:moveTo>
                      <a:pt x="3692" y="1"/>
                    </a:moveTo>
                    <a:cubicBezTo>
                      <a:pt x="3195" y="1"/>
                      <a:pt x="2606" y="302"/>
                      <a:pt x="2236" y="530"/>
                    </a:cubicBezTo>
                    <a:cubicBezTo>
                      <a:pt x="1902" y="730"/>
                      <a:pt x="1" y="2097"/>
                      <a:pt x="835" y="2464"/>
                    </a:cubicBezTo>
                    <a:lnTo>
                      <a:pt x="902" y="2464"/>
                    </a:lnTo>
                    <a:cubicBezTo>
                      <a:pt x="902" y="2531"/>
                      <a:pt x="968" y="2531"/>
                      <a:pt x="1002" y="2531"/>
                    </a:cubicBezTo>
                    <a:lnTo>
                      <a:pt x="1068" y="2531"/>
                    </a:lnTo>
                    <a:cubicBezTo>
                      <a:pt x="1131" y="2537"/>
                      <a:pt x="1193" y="2540"/>
                      <a:pt x="1255" y="2540"/>
                    </a:cubicBezTo>
                    <a:cubicBezTo>
                      <a:pt x="1551" y="2540"/>
                      <a:pt x="1832" y="2475"/>
                      <a:pt x="2136" y="2364"/>
                    </a:cubicBezTo>
                    <a:cubicBezTo>
                      <a:pt x="2436" y="2331"/>
                      <a:pt x="2736" y="2231"/>
                      <a:pt x="3003" y="2097"/>
                    </a:cubicBezTo>
                    <a:cubicBezTo>
                      <a:pt x="3537" y="1831"/>
                      <a:pt x="4004" y="1430"/>
                      <a:pt x="4304" y="897"/>
                    </a:cubicBezTo>
                    <a:cubicBezTo>
                      <a:pt x="4471" y="563"/>
                      <a:pt x="4304" y="129"/>
                      <a:pt x="3937" y="29"/>
                    </a:cubicBezTo>
                    <a:cubicBezTo>
                      <a:pt x="3859" y="10"/>
                      <a:pt x="3777" y="1"/>
                      <a:pt x="36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6"/>
              <p:cNvSpPr/>
              <p:nvPr/>
            </p:nvSpPr>
            <p:spPr>
              <a:xfrm>
                <a:off x="6098094" y="1837157"/>
                <a:ext cx="66723" cy="91261"/>
              </a:xfrm>
              <a:custGeom>
                <a:avLst/>
                <a:gdLst/>
                <a:ahLst/>
                <a:cxnLst/>
                <a:rect l="l" t="t" r="r" b="b"/>
                <a:pathLst>
                  <a:path w="2537" h="3470" extrusionOk="0">
                    <a:moveTo>
                      <a:pt x="1669" y="0"/>
                    </a:moveTo>
                    <a:cubicBezTo>
                      <a:pt x="1068" y="0"/>
                      <a:pt x="735" y="834"/>
                      <a:pt x="568" y="1301"/>
                    </a:cubicBezTo>
                    <a:cubicBezTo>
                      <a:pt x="334" y="1868"/>
                      <a:pt x="1" y="2802"/>
                      <a:pt x="401" y="3369"/>
                    </a:cubicBezTo>
                    <a:cubicBezTo>
                      <a:pt x="468" y="3436"/>
                      <a:pt x="535" y="3469"/>
                      <a:pt x="635" y="3469"/>
                    </a:cubicBezTo>
                    <a:cubicBezTo>
                      <a:pt x="868" y="3403"/>
                      <a:pt x="1068" y="3236"/>
                      <a:pt x="1202" y="3036"/>
                    </a:cubicBezTo>
                    <a:cubicBezTo>
                      <a:pt x="1735" y="2502"/>
                      <a:pt x="2136" y="1868"/>
                      <a:pt x="2369" y="1201"/>
                    </a:cubicBezTo>
                    <a:cubicBezTo>
                      <a:pt x="2536" y="701"/>
                      <a:pt x="2303" y="0"/>
                      <a:pt x="1669" y="0"/>
                    </a:cubicBezTo>
                    <a:close/>
                  </a:path>
                </a:pathLst>
              </a:custGeom>
              <a:solidFill>
                <a:srgbClr val="757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6"/>
              <p:cNvSpPr/>
              <p:nvPr/>
            </p:nvSpPr>
            <p:spPr>
              <a:xfrm>
                <a:off x="6098094" y="1837157"/>
                <a:ext cx="66723" cy="91261"/>
              </a:xfrm>
              <a:custGeom>
                <a:avLst/>
                <a:gdLst/>
                <a:ahLst/>
                <a:cxnLst/>
                <a:rect l="l" t="t" r="r" b="b"/>
                <a:pathLst>
                  <a:path w="2537" h="3470" extrusionOk="0">
                    <a:moveTo>
                      <a:pt x="1669" y="0"/>
                    </a:moveTo>
                    <a:cubicBezTo>
                      <a:pt x="1068" y="0"/>
                      <a:pt x="735" y="834"/>
                      <a:pt x="568" y="1301"/>
                    </a:cubicBezTo>
                    <a:cubicBezTo>
                      <a:pt x="334" y="1868"/>
                      <a:pt x="1" y="2802"/>
                      <a:pt x="401" y="3369"/>
                    </a:cubicBezTo>
                    <a:cubicBezTo>
                      <a:pt x="468" y="3436"/>
                      <a:pt x="535" y="3469"/>
                      <a:pt x="635" y="3469"/>
                    </a:cubicBezTo>
                    <a:cubicBezTo>
                      <a:pt x="868" y="3403"/>
                      <a:pt x="1068" y="3236"/>
                      <a:pt x="1202" y="3036"/>
                    </a:cubicBezTo>
                    <a:cubicBezTo>
                      <a:pt x="1735" y="2502"/>
                      <a:pt x="2136" y="1868"/>
                      <a:pt x="2369" y="1201"/>
                    </a:cubicBezTo>
                    <a:cubicBezTo>
                      <a:pt x="2536" y="701"/>
                      <a:pt x="2303" y="0"/>
                      <a:pt x="16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6"/>
              <p:cNvSpPr/>
              <p:nvPr/>
            </p:nvSpPr>
            <p:spPr>
              <a:xfrm>
                <a:off x="5976167" y="1915715"/>
                <a:ext cx="62305" cy="95048"/>
              </a:xfrm>
              <a:custGeom>
                <a:avLst/>
                <a:gdLst/>
                <a:ahLst/>
                <a:cxnLst/>
                <a:rect l="l" t="t" r="r" b="b"/>
                <a:pathLst>
                  <a:path w="2369" h="3614" extrusionOk="0">
                    <a:moveTo>
                      <a:pt x="1294" y="1"/>
                    </a:moveTo>
                    <a:cubicBezTo>
                      <a:pt x="1061" y="1"/>
                      <a:pt x="819" y="118"/>
                      <a:pt x="634" y="349"/>
                    </a:cubicBezTo>
                    <a:cubicBezTo>
                      <a:pt x="0" y="1016"/>
                      <a:pt x="334" y="2184"/>
                      <a:pt x="567" y="2951"/>
                    </a:cubicBezTo>
                    <a:cubicBezTo>
                      <a:pt x="678" y="3260"/>
                      <a:pt x="934" y="3613"/>
                      <a:pt x="1182" y="3613"/>
                    </a:cubicBezTo>
                    <a:cubicBezTo>
                      <a:pt x="1309" y="3613"/>
                      <a:pt x="1433" y="3521"/>
                      <a:pt x="1535" y="3284"/>
                    </a:cubicBezTo>
                    <a:cubicBezTo>
                      <a:pt x="1568" y="3218"/>
                      <a:pt x="1568" y="3184"/>
                      <a:pt x="1535" y="3151"/>
                    </a:cubicBezTo>
                    <a:cubicBezTo>
                      <a:pt x="1968" y="2317"/>
                      <a:pt x="2369" y="1416"/>
                      <a:pt x="1968" y="482"/>
                    </a:cubicBezTo>
                    <a:cubicBezTo>
                      <a:pt x="1825" y="159"/>
                      <a:pt x="1565" y="1"/>
                      <a:pt x="1294" y="1"/>
                    </a:cubicBezTo>
                    <a:close/>
                  </a:path>
                </a:pathLst>
              </a:custGeom>
              <a:solidFill>
                <a:srgbClr val="757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6"/>
              <p:cNvSpPr/>
              <p:nvPr/>
            </p:nvSpPr>
            <p:spPr>
              <a:xfrm>
                <a:off x="5976167" y="1915715"/>
                <a:ext cx="62305" cy="95048"/>
              </a:xfrm>
              <a:custGeom>
                <a:avLst/>
                <a:gdLst/>
                <a:ahLst/>
                <a:cxnLst/>
                <a:rect l="l" t="t" r="r" b="b"/>
                <a:pathLst>
                  <a:path w="2369" h="3614" extrusionOk="0">
                    <a:moveTo>
                      <a:pt x="1294" y="1"/>
                    </a:moveTo>
                    <a:cubicBezTo>
                      <a:pt x="1061" y="1"/>
                      <a:pt x="819" y="118"/>
                      <a:pt x="634" y="349"/>
                    </a:cubicBezTo>
                    <a:cubicBezTo>
                      <a:pt x="0" y="1016"/>
                      <a:pt x="334" y="2184"/>
                      <a:pt x="567" y="2951"/>
                    </a:cubicBezTo>
                    <a:cubicBezTo>
                      <a:pt x="678" y="3260"/>
                      <a:pt x="934" y="3613"/>
                      <a:pt x="1182" y="3613"/>
                    </a:cubicBezTo>
                    <a:cubicBezTo>
                      <a:pt x="1309" y="3613"/>
                      <a:pt x="1433" y="3521"/>
                      <a:pt x="1535" y="3284"/>
                    </a:cubicBezTo>
                    <a:cubicBezTo>
                      <a:pt x="1568" y="3218"/>
                      <a:pt x="1568" y="3184"/>
                      <a:pt x="1535" y="3151"/>
                    </a:cubicBezTo>
                    <a:cubicBezTo>
                      <a:pt x="1968" y="2317"/>
                      <a:pt x="2369" y="1416"/>
                      <a:pt x="1968" y="482"/>
                    </a:cubicBezTo>
                    <a:cubicBezTo>
                      <a:pt x="1825" y="159"/>
                      <a:pt x="1565" y="1"/>
                      <a:pt x="12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6"/>
              <p:cNvSpPr/>
              <p:nvPr/>
            </p:nvSpPr>
            <p:spPr>
              <a:xfrm>
                <a:off x="5896320" y="1845915"/>
                <a:ext cx="447442" cy="540439"/>
              </a:xfrm>
              <a:custGeom>
                <a:avLst/>
                <a:gdLst/>
                <a:ahLst/>
                <a:cxnLst/>
                <a:rect l="l" t="t" r="r" b="b"/>
                <a:pathLst>
                  <a:path w="17013" h="20549" extrusionOk="0">
                    <a:moveTo>
                      <a:pt x="16312" y="1"/>
                    </a:moveTo>
                    <a:cubicBezTo>
                      <a:pt x="16046" y="68"/>
                      <a:pt x="15812" y="201"/>
                      <a:pt x="15645" y="401"/>
                    </a:cubicBezTo>
                    <a:cubicBezTo>
                      <a:pt x="15011" y="901"/>
                      <a:pt x="14444" y="1402"/>
                      <a:pt x="13811" y="1869"/>
                    </a:cubicBezTo>
                    <a:cubicBezTo>
                      <a:pt x="12410" y="2503"/>
                      <a:pt x="11075" y="3236"/>
                      <a:pt x="9808" y="4104"/>
                    </a:cubicBezTo>
                    <a:cubicBezTo>
                      <a:pt x="7906" y="5505"/>
                      <a:pt x="6405" y="7306"/>
                      <a:pt x="5371" y="9408"/>
                    </a:cubicBezTo>
                    <a:cubicBezTo>
                      <a:pt x="5471" y="8974"/>
                      <a:pt x="5605" y="8540"/>
                      <a:pt x="5772" y="8107"/>
                    </a:cubicBezTo>
                    <a:cubicBezTo>
                      <a:pt x="6372" y="6639"/>
                      <a:pt x="7139" y="5271"/>
                      <a:pt x="8040" y="4004"/>
                    </a:cubicBezTo>
                    <a:cubicBezTo>
                      <a:pt x="8340" y="3603"/>
                      <a:pt x="8640" y="3136"/>
                      <a:pt x="8874" y="2669"/>
                    </a:cubicBezTo>
                    <a:cubicBezTo>
                      <a:pt x="9007" y="2302"/>
                      <a:pt x="9007" y="1969"/>
                      <a:pt x="8540" y="1969"/>
                    </a:cubicBezTo>
                    <a:cubicBezTo>
                      <a:pt x="8527" y="1967"/>
                      <a:pt x="8513" y="1966"/>
                      <a:pt x="8500" y="1966"/>
                    </a:cubicBezTo>
                    <a:cubicBezTo>
                      <a:pt x="8250" y="1966"/>
                      <a:pt x="8033" y="2255"/>
                      <a:pt x="7906" y="2603"/>
                    </a:cubicBezTo>
                    <a:cubicBezTo>
                      <a:pt x="7706" y="3136"/>
                      <a:pt x="7573" y="3703"/>
                      <a:pt x="7473" y="4271"/>
                    </a:cubicBezTo>
                    <a:cubicBezTo>
                      <a:pt x="6972" y="5038"/>
                      <a:pt x="6505" y="5838"/>
                      <a:pt x="6105" y="6639"/>
                    </a:cubicBezTo>
                    <a:cubicBezTo>
                      <a:pt x="5471" y="7973"/>
                      <a:pt x="5004" y="9408"/>
                      <a:pt x="4804" y="10875"/>
                    </a:cubicBezTo>
                    <a:cubicBezTo>
                      <a:pt x="4504" y="11609"/>
                      <a:pt x="4304" y="12376"/>
                      <a:pt x="4137" y="13144"/>
                    </a:cubicBezTo>
                    <a:cubicBezTo>
                      <a:pt x="4104" y="12143"/>
                      <a:pt x="4070" y="11109"/>
                      <a:pt x="4104" y="10108"/>
                    </a:cubicBezTo>
                    <a:cubicBezTo>
                      <a:pt x="4137" y="9141"/>
                      <a:pt x="4237" y="8173"/>
                      <a:pt x="4437" y="7206"/>
                    </a:cubicBezTo>
                    <a:cubicBezTo>
                      <a:pt x="4604" y="6606"/>
                      <a:pt x="4771" y="5972"/>
                      <a:pt x="4838" y="5338"/>
                    </a:cubicBezTo>
                    <a:lnTo>
                      <a:pt x="4838" y="5071"/>
                    </a:lnTo>
                    <a:cubicBezTo>
                      <a:pt x="4838" y="5004"/>
                      <a:pt x="4804" y="4938"/>
                      <a:pt x="4737" y="4938"/>
                    </a:cubicBezTo>
                    <a:cubicBezTo>
                      <a:pt x="4666" y="4918"/>
                      <a:pt x="4595" y="4909"/>
                      <a:pt x="4525" y="4909"/>
                    </a:cubicBezTo>
                    <a:cubicBezTo>
                      <a:pt x="4237" y="4909"/>
                      <a:pt x="3978" y="5069"/>
                      <a:pt x="3870" y="5338"/>
                    </a:cubicBezTo>
                    <a:cubicBezTo>
                      <a:pt x="3803" y="5505"/>
                      <a:pt x="3770" y="5672"/>
                      <a:pt x="3770" y="5838"/>
                    </a:cubicBezTo>
                    <a:cubicBezTo>
                      <a:pt x="3870" y="6305"/>
                      <a:pt x="4004" y="6772"/>
                      <a:pt x="4170" y="7239"/>
                    </a:cubicBezTo>
                    <a:cubicBezTo>
                      <a:pt x="4037" y="7940"/>
                      <a:pt x="3937" y="8674"/>
                      <a:pt x="3904" y="9408"/>
                    </a:cubicBezTo>
                    <a:cubicBezTo>
                      <a:pt x="3770" y="11075"/>
                      <a:pt x="3803" y="12743"/>
                      <a:pt x="3970" y="14411"/>
                    </a:cubicBezTo>
                    <a:cubicBezTo>
                      <a:pt x="3904" y="14878"/>
                      <a:pt x="3870" y="15345"/>
                      <a:pt x="3870" y="15812"/>
                    </a:cubicBezTo>
                    <a:cubicBezTo>
                      <a:pt x="3670" y="14978"/>
                      <a:pt x="3370" y="14111"/>
                      <a:pt x="3036" y="13310"/>
                    </a:cubicBezTo>
                    <a:cubicBezTo>
                      <a:pt x="2436" y="11876"/>
                      <a:pt x="1335" y="10709"/>
                      <a:pt x="1" y="9941"/>
                    </a:cubicBezTo>
                    <a:lnTo>
                      <a:pt x="1" y="9941"/>
                    </a:lnTo>
                    <a:cubicBezTo>
                      <a:pt x="268" y="11409"/>
                      <a:pt x="701" y="12843"/>
                      <a:pt x="1235" y="14244"/>
                    </a:cubicBezTo>
                    <a:cubicBezTo>
                      <a:pt x="1769" y="15379"/>
                      <a:pt x="2669" y="16313"/>
                      <a:pt x="3803" y="16880"/>
                    </a:cubicBezTo>
                    <a:cubicBezTo>
                      <a:pt x="3803" y="16913"/>
                      <a:pt x="3803" y="16913"/>
                      <a:pt x="3803" y="16946"/>
                    </a:cubicBezTo>
                    <a:cubicBezTo>
                      <a:pt x="3837" y="17914"/>
                      <a:pt x="3904" y="18914"/>
                      <a:pt x="4037" y="19915"/>
                    </a:cubicBezTo>
                    <a:cubicBezTo>
                      <a:pt x="4204" y="20049"/>
                      <a:pt x="4337" y="20215"/>
                      <a:pt x="4471" y="20382"/>
                    </a:cubicBezTo>
                    <a:cubicBezTo>
                      <a:pt x="4504" y="20449"/>
                      <a:pt x="4537" y="20516"/>
                      <a:pt x="4604" y="20549"/>
                    </a:cubicBezTo>
                    <a:cubicBezTo>
                      <a:pt x="4104" y="17413"/>
                      <a:pt x="4037" y="14011"/>
                      <a:pt x="5238" y="10675"/>
                    </a:cubicBezTo>
                    <a:cubicBezTo>
                      <a:pt x="5738" y="9374"/>
                      <a:pt x="6405" y="8173"/>
                      <a:pt x="7273" y="7073"/>
                    </a:cubicBezTo>
                    <a:cubicBezTo>
                      <a:pt x="7273" y="7106"/>
                      <a:pt x="7306" y="7106"/>
                      <a:pt x="7306" y="7106"/>
                    </a:cubicBezTo>
                    <a:cubicBezTo>
                      <a:pt x="7737" y="7181"/>
                      <a:pt x="8171" y="7218"/>
                      <a:pt x="8605" y="7218"/>
                    </a:cubicBezTo>
                    <a:cubicBezTo>
                      <a:pt x="9513" y="7218"/>
                      <a:pt x="10417" y="7055"/>
                      <a:pt x="11275" y="6739"/>
                    </a:cubicBezTo>
                    <a:cubicBezTo>
                      <a:pt x="11943" y="6439"/>
                      <a:pt x="12510" y="6038"/>
                      <a:pt x="13210" y="5672"/>
                    </a:cubicBezTo>
                    <a:cubicBezTo>
                      <a:pt x="13911" y="5305"/>
                      <a:pt x="15545" y="4571"/>
                      <a:pt x="15545" y="4537"/>
                    </a:cubicBezTo>
                    <a:cubicBezTo>
                      <a:pt x="15000" y="4294"/>
                      <a:pt x="14419" y="4192"/>
                      <a:pt x="13834" y="4192"/>
                    </a:cubicBezTo>
                    <a:cubicBezTo>
                      <a:pt x="13059" y="4192"/>
                      <a:pt x="12279" y="4371"/>
                      <a:pt x="11576" y="4637"/>
                    </a:cubicBezTo>
                    <a:cubicBezTo>
                      <a:pt x="10208" y="5138"/>
                      <a:pt x="8874" y="5805"/>
                      <a:pt x="7640" y="6606"/>
                    </a:cubicBezTo>
                    <a:cubicBezTo>
                      <a:pt x="8240" y="5872"/>
                      <a:pt x="8907" y="5205"/>
                      <a:pt x="9608" y="4604"/>
                    </a:cubicBezTo>
                    <a:cubicBezTo>
                      <a:pt x="10708" y="3703"/>
                      <a:pt x="13644" y="2269"/>
                      <a:pt x="13811" y="2136"/>
                    </a:cubicBezTo>
                    <a:cubicBezTo>
                      <a:pt x="14278" y="2069"/>
                      <a:pt x="15745" y="1769"/>
                      <a:pt x="16446" y="1235"/>
                    </a:cubicBezTo>
                    <a:cubicBezTo>
                      <a:pt x="16846" y="968"/>
                      <a:pt x="17013" y="601"/>
                      <a:pt x="16679" y="168"/>
                    </a:cubicBezTo>
                    <a:cubicBezTo>
                      <a:pt x="16613" y="68"/>
                      <a:pt x="16479" y="1"/>
                      <a:pt x="163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6"/>
              <p:cNvSpPr/>
              <p:nvPr/>
            </p:nvSpPr>
            <p:spPr>
              <a:xfrm>
                <a:off x="5749829" y="2311688"/>
                <a:ext cx="307947" cy="154513"/>
              </a:xfrm>
              <a:custGeom>
                <a:avLst/>
                <a:gdLst/>
                <a:ahLst/>
                <a:cxnLst/>
                <a:rect l="l" t="t" r="r" b="b"/>
                <a:pathLst>
                  <a:path w="11709" h="5875" extrusionOk="0">
                    <a:moveTo>
                      <a:pt x="4168" y="1"/>
                    </a:moveTo>
                    <a:cubicBezTo>
                      <a:pt x="3933" y="1"/>
                      <a:pt x="3699" y="11"/>
                      <a:pt x="3469" y="37"/>
                    </a:cubicBezTo>
                    <a:cubicBezTo>
                      <a:pt x="2268" y="104"/>
                      <a:pt x="1101" y="370"/>
                      <a:pt x="0" y="871"/>
                    </a:cubicBezTo>
                    <a:cubicBezTo>
                      <a:pt x="990" y="696"/>
                      <a:pt x="2006" y="598"/>
                      <a:pt x="3024" y="598"/>
                    </a:cubicBezTo>
                    <a:cubicBezTo>
                      <a:pt x="3173" y="598"/>
                      <a:pt x="3321" y="600"/>
                      <a:pt x="3469" y="604"/>
                    </a:cubicBezTo>
                    <a:cubicBezTo>
                      <a:pt x="4603" y="637"/>
                      <a:pt x="5738" y="837"/>
                      <a:pt x="6805" y="1238"/>
                    </a:cubicBezTo>
                    <a:cubicBezTo>
                      <a:pt x="7872" y="1638"/>
                      <a:pt x="8806" y="2272"/>
                      <a:pt x="9607" y="3106"/>
                    </a:cubicBezTo>
                    <a:cubicBezTo>
                      <a:pt x="10408" y="3940"/>
                      <a:pt x="11108" y="4874"/>
                      <a:pt x="11708" y="5874"/>
                    </a:cubicBezTo>
                    <a:cubicBezTo>
                      <a:pt x="11375" y="4707"/>
                      <a:pt x="10808" y="3639"/>
                      <a:pt x="10041" y="2705"/>
                    </a:cubicBezTo>
                    <a:cubicBezTo>
                      <a:pt x="9640" y="2205"/>
                      <a:pt x="9207" y="1805"/>
                      <a:pt x="8706" y="1438"/>
                    </a:cubicBezTo>
                    <a:cubicBezTo>
                      <a:pt x="8206" y="1038"/>
                      <a:pt x="7672" y="737"/>
                      <a:pt x="7072" y="504"/>
                    </a:cubicBezTo>
                    <a:cubicBezTo>
                      <a:pt x="6505" y="304"/>
                      <a:pt x="5904" y="170"/>
                      <a:pt x="5304" y="70"/>
                    </a:cubicBezTo>
                    <a:cubicBezTo>
                      <a:pt x="4933" y="29"/>
                      <a:pt x="4549" y="1"/>
                      <a:pt x="41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6"/>
              <p:cNvSpPr/>
              <p:nvPr/>
            </p:nvSpPr>
            <p:spPr>
              <a:xfrm>
                <a:off x="6029688" y="2373177"/>
                <a:ext cx="216712" cy="53547"/>
              </a:xfrm>
              <a:custGeom>
                <a:avLst/>
                <a:gdLst/>
                <a:ahLst/>
                <a:cxnLst/>
                <a:rect l="l" t="t" r="r" b="b"/>
                <a:pathLst>
                  <a:path w="8240" h="2036" extrusionOk="0">
                    <a:moveTo>
                      <a:pt x="3669" y="1"/>
                    </a:moveTo>
                    <a:cubicBezTo>
                      <a:pt x="3469" y="1"/>
                      <a:pt x="3302" y="34"/>
                      <a:pt x="3102" y="67"/>
                    </a:cubicBezTo>
                    <a:lnTo>
                      <a:pt x="2535" y="167"/>
                    </a:lnTo>
                    <a:cubicBezTo>
                      <a:pt x="2335" y="201"/>
                      <a:pt x="2168" y="267"/>
                      <a:pt x="1968" y="334"/>
                    </a:cubicBezTo>
                    <a:cubicBezTo>
                      <a:pt x="1635" y="434"/>
                      <a:pt x="1268" y="601"/>
                      <a:pt x="934" y="768"/>
                    </a:cubicBezTo>
                    <a:cubicBezTo>
                      <a:pt x="600" y="968"/>
                      <a:pt x="300" y="1168"/>
                      <a:pt x="0" y="1435"/>
                    </a:cubicBezTo>
                    <a:cubicBezTo>
                      <a:pt x="400" y="1335"/>
                      <a:pt x="734" y="1201"/>
                      <a:pt x="1067" y="1135"/>
                    </a:cubicBezTo>
                    <a:lnTo>
                      <a:pt x="1601" y="1001"/>
                    </a:lnTo>
                    <a:lnTo>
                      <a:pt x="1868" y="935"/>
                    </a:lnTo>
                    <a:lnTo>
                      <a:pt x="2135" y="901"/>
                    </a:lnTo>
                    <a:cubicBezTo>
                      <a:pt x="2302" y="868"/>
                      <a:pt x="2468" y="834"/>
                      <a:pt x="2635" y="801"/>
                    </a:cubicBezTo>
                    <a:lnTo>
                      <a:pt x="3169" y="768"/>
                    </a:lnTo>
                    <a:lnTo>
                      <a:pt x="4203" y="768"/>
                    </a:lnTo>
                    <a:cubicBezTo>
                      <a:pt x="4904" y="801"/>
                      <a:pt x="5604" y="935"/>
                      <a:pt x="6271" y="1168"/>
                    </a:cubicBezTo>
                    <a:cubicBezTo>
                      <a:pt x="6938" y="1368"/>
                      <a:pt x="7605" y="1668"/>
                      <a:pt x="8239" y="2035"/>
                    </a:cubicBezTo>
                    <a:cubicBezTo>
                      <a:pt x="7772" y="1435"/>
                      <a:pt x="7172" y="935"/>
                      <a:pt x="6471" y="601"/>
                    </a:cubicBezTo>
                    <a:cubicBezTo>
                      <a:pt x="5804" y="267"/>
                      <a:pt x="5037" y="67"/>
                      <a:pt x="42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6"/>
              <p:cNvSpPr/>
              <p:nvPr/>
            </p:nvSpPr>
            <p:spPr>
              <a:xfrm>
                <a:off x="6442887" y="2157254"/>
                <a:ext cx="353577" cy="295033"/>
              </a:xfrm>
              <a:custGeom>
                <a:avLst/>
                <a:gdLst/>
                <a:ahLst/>
                <a:cxnLst/>
                <a:rect l="l" t="t" r="r" b="b"/>
                <a:pathLst>
                  <a:path w="13444" h="11218" extrusionOk="0">
                    <a:moveTo>
                      <a:pt x="2650" y="0"/>
                    </a:moveTo>
                    <a:cubicBezTo>
                      <a:pt x="2341" y="0"/>
                      <a:pt x="2018" y="163"/>
                      <a:pt x="1835" y="438"/>
                    </a:cubicBezTo>
                    <a:cubicBezTo>
                      <a:pt x="1435" y="972"/>
                      <a:pt x="1401" y="1506"/>
                      <a:pt x="834" y="1906"/>
                    </a:cubicBezTo>
                    <a:cubicBezTo>
                      <a:pt x="601" y="2106"/>
                      <a:pt x="401" y="2140"/>
                      <a:pt x="234" y="2440"/>
                    </a:cubicBezTo>
                    <a:cubicBezTo>
                      <a:pt x="0" y="2973"/>
                      <a:pt x="100" y="3674"/>
                      <a:pt x="100" y="4208"/>
                    </a:cubicBezTo>
                    <a:cubicBezTo>
                      <a:pt x="134" y="5709"/>
                      <a:pt x="334" y="7210"/>
                      <a:pt x="667" y="8678"/>
                    </a:cubicBezTo>
                    <a:cubicBezTo>
                      <a:pt x="834" y="9411"/>
                      <a:pt x="1001" y="10212"/>
                      <a:pt x="1568" y="10679"/>
                    </a:cubicBezTo>
                    <a:cubicBezTo>
                      <a:pt x="1568" y="10746"/>
                      <a:pt x="1568" y="10779"/>
                      <a:pt x="1601" y="10812"/>
                    </a:cubicBezTo>
                    <a:cubicBezTo>
                      <a:pt x="1735" y="10979"/>
                      <a:pt x="1902" y="11079"/>
                      <a:pt x="2102" y="11113"/>
                    </a:cubicBezTo>
                    <a:cubicBezTo>
                      <a:pt x="2298" y="11184"/>
                      <a:pt x="2495" y="11217"/>
                      <a:pt x="2692" y="11217"/>
                    </a:cubicBezTo>
                    <a:cubicBezTo>
                      <a:pt x="2862" y="11217"/>
                      <a:pt x="3032" y="11192"/>
                      <a:pt x="3203" y="11146"/>
                    </a:cubicBezTo>
                    <a:cubicBezTo>
                      <a:pt x="3836" y="10979"/>
                      <a:pt x="4470" y="10712"/>
                      <a:pt x="5104" y="10412"/>
                    </a:cubicBezTo>
                    <a:cubicBezTo>
                      <a:pt x="6371" y="9878"/>
                      <a:pt x="7639" y="9278"/>
                      <a:pt x="8840" y="8577"/>
                    </a:cubicBezTo>
                    <a:cubicBezTo>
                      <a:pt x="9474" y="8244"/>
                      <a:pt x="13443" y="5809"/>
                      <a:pt x="11609" y="4875"/>
                    </a:cubicBezTo>
                    <a:cubicBezTo>
                      <a:pt x="11486" y="4814"/>
                      <a:pt x="11360" y="4796"/>
                      <a:pt x="11231" y="4796"/>
                    </a:cubicBezTo>
                    <a:cubicBezTo>
                      <a:pt x="11053" y="4796"/>
                      <a:pt x="10871" y="4830"/>
                      <a:pt x="10692" y="4830"/>
                    </a:cubicBezTo>
                    <a:cubicBezTo>
                      <a:pt x="10503" y="4830"/>
                      <a:pt x="10317" y="4793"/>
                      <a:pt x="10141" y="4641"/>
                    </a:cubicBezTo>
                    <a:cubicBezTo>
                      <a:pt x="9941" y="4475"/>
                      <a:pt x="9974" y="4208"/>
                      <a:pt x="9640" y="4074"/>
                    </a:cubicBezTo>
                    <a:cubicBezTo>
                      <a:pt x="9514" y="4030"/>
                      <a:pt x="9385" y="4011"/>
                      <a:pt x="9257" y="4011"/>
                    </a:cubicBezTo>
                    <a:cubicBezTo>
                      <a:pt x="8508" y="4011"/>
                      <a:pt x="7756" y="4681"/>
                      <a:pt x="7272" y="5108"/>
                    </a:cubicBezTo>
                    <a:cubicBezTo>
                      <a:pt x="5638" y="6443"/>
                      <a:pt x="4237" y="8044"/>
                      <a:pt x="3036" y="9812"/>
                    </a:cubicBezTo>
                    <a:cubicBezTo>
                      <a:pt x="3336" y="8678"/>
                      <a:pt x="3503" y="7543"/>
                      <a:pt x="3569" y="6376"/>
                    </a:cubicBezTo>
                    <a:cubicBezTo>
                      <a:pt x="3703" y="5075"/>
                      <a:pt x="3703" y="3807"/>
                      <a:pt x="3569" y="2506"/>
                    </a:cubicBezTo>
                    <a:cubicBezTo>
                      <a:pt x="3536" y="1873"/>
                      <a:pt x="3636" y="171"/>
                      <a:pt x="2736" y="5"/>
                    </a:cubicBezTo>
                    <a:cubicBezTo>
                      <a:pt x="2707" y="2"/>
                      <a:pt x="2679" y="0"/>
                      <a:pt x="2650" y="0"/>
                    </a:cubicBezTo>
                    <a:close/>
                  </a:path>
                </a:pathLst>
              </a:custGeom>
              <a:solidFill>
                <a:srgbClr val="757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6"/>
              <p:cNvSpPr/>
              <p:nvPr/>
            </p:nvSpPr>
            <p:spPr>
              <a:xfrm>
                <a:off x="6442887" y="2157254"/>
                <a:ext cx="353577" cy="295033"/>
              </a:xfrm>
              <a:custGeom>
                <a:avLst/>
                <a:gdLst/>
                <a:ahLst/>
                <a:cxnLst/>
                <a:rect l="l" t="t" r="r" b="b"/>
                <a:pathLst>
                  <a:path w="13444" h="11218" extrusionOk="0">
                    <a:moveTo>
                      <a:pt x="2650" y="0"/>
                    </a:moveTo>
                    <a:cubicBezTo>
                      <a:pt x="2341" y="0"/>
                      <a:pt x="2018" y="163"/>
                      <a:pt x="1835" y="438"/>
                    </a:cubicBezTo>
                    <a:cubicBezTo>
                      <a:pt x="1435" y="972"/>
                      <a:pt x="1401" y="1506"/>
                      <a:pt x="834" y="1906"/>
                    </a:cubicBezTo>
                    <a:cubicBezTo>
                      <a:pt x="601" y="2106"/>
                      <a:pt x="401" y="2140"/>
                      <a:pt x="234" y="2440"/>
                    </a:cubicBezTo>
                    <a:cubicBezTo>
                      <a:pt x="0" y="2973"/>
                      <a:pt x="100" y="3674"/>
                      <a:pt x="100" y="4208"/>
                    </a:cubicBezTo>
                    <a:cubicBezTo>
                      <a:pt x="134" y="5709"/>
                      <a:pt x="334" y="7210"/>
                      <a:pt x="667" y="8678"/>
                    </a:cubicBezTo>
                    <a:cubicBezTo>
                      <a:pt x="834" y="9411"/>
                      <a:pt x="1001" y="10212"/>
                      <a:pt x="1568" y="10679"/>
                    </a:cubicBezTo>
                    <a:cubicBezTo>
                      <a:pt x="1568" y="10746"/>
                      <a:pt x="1568" y="10779"/>
                      <a:pt x="1601" y="10812"/>
                    </a:cubicBezTo>
                    <a:cubicBezTo>
                      <a:pt x="1735" y="10979"/>
                      <a:pt x="1902" y="11079"/>
                      <a:pt x="2102" y="11113"/>
                    </a:cubicBezTo>
                    <a:cubicBezTo>
                      <a:pt x="2298" y="11184"/>
                      <a:pt x="2495" y="11217"/>
                      <a:pt x="2692" y="11217"/>
                    </a:cubicBezTo>
                    <a:cubicBezTo>
                      <a:pt x="2862" y="11217"/>
                      <a:pt x="3032" y="11192"/>
                      <a:pt x="3203" y="11146"/>
                    </a:cubicBezTo>
                    <a:cubicBezTo>
                      <a:pt x="3836" y="10979"/>
                      <a:pt x="4470" y="10712"/>
                      <a:pt x="5104" y="10412"/>
                    </a:cubicBezTo>
                    <a:cubicBezTo>
                      <a:pt x="6371" y="9878"/>
                      <a:pt x="7639" y="9278"/>
                      <a:pt x="8840" y="8577"/>
                    </a:cubicBezTo>
                    <a:cubicBezTo>
                      <a:pt x="9474" y="8244"/>
                      <a:pt x="13443" y="5809"/>
                      <a:pt x="11609" y="4875"/>
                    </a:cubicBezTo>
                    <a:cubicBezTo>
                      <a:pt x="11486" y="4814"/>
                      <a:pt x="11360" y="4796"/>
                      <a:pt x="11231" y="4796"/>
                    </a:cubicBezTo>
                    <a:cubicBezTo>
                      <a:pt x="11053" y="4796"/>
                      <a:pt x="10871" y="4830"/>
                      <a:pt x="10692" y="4830"/>
                    </a:cubicBezTo>
                    <a:cubicBezTo>
                      <a:pt x="10503" y="4830"/>
                      <a:pt x="10317" y="4793"/>
                      <a:pt x="10141" y="4641"/>
                    </a:cubicBezTo>
                    <a:cubicBezTo>
                      <a:pt x="9941" y="4475"/>
                      <a:pt x="9974" y="4208"/>
                      <a:pt x="9640" y="4074"/>
                    </a:cubicBezTo>
                    <a:cubicBezTo>
                      <a:pt x="9514" y="4030"/>
                      <a:pt x="9385" y="4011"/>
                      <a:pt x="9257" y="4011"/>
                    </a:cubicBezTo>
                    <a:cubicBezTo>
                      <a:pt x="8508" y="4011"/>
                      <a:pt x="7756" y="4681"/>
                      <a:pt x="7272" y="5108"/>
                    </a:cubicBezTo>
                    <a:cubicBezTo>
                      <a:pt x="5638" y="6443"/>
                      <a:pt x="4237" y="8044"/>
                      <a:pt x="3036" y="9812"/>
                    </a:cubicBezTo>
                    <a:cubicBezTo>
                      <a:pt x="3336" y="8678"/>
                      <a:pt x="3503" y="7543"/>
                      <a:pt x="3569" y="6376"/>
                    </a:cubicBezTo>
                    <a:cubicBezTo>
                      <a:pt x="3703" y="5075"/>
                      <a:pt x="3703" y="3807"/>
                      <a:pt x="3569" y="2506"/>
                    </a:cubicBezTo>
                    <a:cubicBezTo>
                      <a:pt x="3536" y="1873"/>
                      <a:pt x="3636" y="171"/>
                      <a:pt x="2736" y="5"/>
                    </a:cubicBezTo>
                    <a:cubicBezTo>
                      <a:pt x="2707" y="2"/>
                      <a:pt x="2679" y="0"/>
                      <a:pt x="26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6"/>
              <p:cNvSpPr/>
              <p:nvPr/>
            </p:nvSpPr>
            <p:spPr>
              <a:xfrm>
                <a:off x="6531755" y="2071858"/>
                <a:ext cx="171713" cy="346844"/>
              </a:xfrm>
              <a:custGeom>
                <a:avLst/>
                <a:gdLst/>
                <a:ahLst/>
                <a:cxnLst/>
                <a:rect l="l" t="t" r="r" b="b"/>
                <a:pathLst>
                  <a:path w="6529" h="13188" extrusionOk="0">
                    <a:moveTo>
                      <a:pt x="5968" y="0"/>
                    </a:moveTo>
                    <a:cubicBezTo>
                      <a:pt x="5901" y="0"/>
                      <a:pt x="5836" y="27"/>
                      <a:pt x="5794" y="83"/>
                    </a:cubicBezTo>
                    <a:cubicBezTo>
                      <a:pt x="5227" y="750"/>
                      <a:pt x="5161" y="1550"/>
                      <a:pt x="4961" y="2418"/>
                    </a:cubicBezTo>
                    <a:cubicBezTo>
                      <a:pt x="4660" y="3685"/>
                      <a:pt x="4160" y="4920"/>
                      <a:pt x="3526" y="6054"/>
                    </a:cubicBezTo>
                    <a:cubicBezTo>
                      <a:pt x="2325" y="8389"/>
                      <a:pt x="991" y="10657"/>
                      <a:pt x="24" y="13125"/>
                    </a:cubicBezTo>
                    <a:cubicBezTo>
                      <a:pt x="1" y="13148"/>
                      <a:pt x="41" y="13187"/>
                      <a:pt x="79" y="13187"/>
                    </a:cubicBezTo>
                    <a:cubicBezTo>
                      <a:pt x="97" y="13187"/>
                      <a:pt x="113" y="13179"/>
                      <a:pt x="124" y="13159"/>
                    </a:cubicBezTo>
                    <a:cubicBezTo>
                      <a:pt x="1391" y="10490"/>
                      <a:pt x="2859" y="7955"/>
                      <a:pt x="4193" y="5286"/>
                    </a:cubicBezTo>
                    <a:cubicBezTo>
                      <a:pt x="4527" y="4553"/>
                      <a:pt x="4794" y="3785"/>
                      <a:pt x="4994" y="2985"/>
                    </a:cubicBezTo>
                    <a:cubicBezTo>
                      <a:pt x="5528" y="2184"/>
                      <a:pt x="6528" y="983"/>
                      <a:pt x="6195" y="149"/>
                    </a:cubicBezTo>
                    <a:cubicBezTo>
                      <a:pt x="6156" y="52"/>
                      <a:pt x="6060" y="0"/>
                      <a:pt x="59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6"/>
              <p:cNvSpPr/>
              <p:nvPr/>
            </p:nvSpPr>
            <p:spPr>
              <a:xfrm>
                <a:off x="6463927" y="2098105"/>
                <a:ext cx="118481" cy="305369"/>
              </a:xfrm>
              <a:custGeom>
                <a:avLst/>
                <a:gdLst/>
                <a:ahLst/>
                <a:cxnLst/>
                <a:rect l="l" t="t" r="r" b="b"/>
                <a:pathLst>
                  <a:path w="4505" h="11611" extrusionOk="0">
                    <a:moveTo>
                      <a:pt x="4057" y="0"/>
                    </a:moveTo>
                    <a:cubicBezTo>
                      <a:pt x="3578" y="0"/>
                      <a:pt x="2778" y="1225"/>
                      <a:pt x="2636" y="1453"/>
                    </a:cubicBezTo>
                    <a:cubicBezTo>
                      <a:pt x="835" y="4355"/>
                      <a:pt x="34" y="8158"/>
                      <a:pt x="1" y="11560"/>
                    </a:cubicBezTo>
                    <a:cubicBezTo>
                      <a:pt x="1" y="11594"/>
                      <a:pt x="26" y="11610"/>
                      <a:pt x="51" y="11610"/>
                    </a:cubicBezTo>
                    <a:cubicBezTo>
                      <a:pt x="76" y="11610"/>
                      <a:pt x="101" y="11594"/>
                      <a:pt x="101" y="11560"/>
                    </a:cubicBezTo>
                    <a:cubicBezTo>
                      <a:pt x="401" y="8992"/>
                      <a:pt x="635" y="6357"/>
                      <a:pt x="1569" y="3922"/>
                    </a:cubicBezTo>
                    <a:cubicBezTo>
                      <a:pt x="1735" y="3488"/>
                      <a:pt x="1936" y="3021"/>
                      <a:pt x="2202" y="2554"/>
                    </a:cubicBezTo>
                    <a:cubicBezTo>
                      <a:pt x="2669" y="1953"/>
                      <a:pt x="3337" y="1553"/>
                      <a:pt x="3837" y="1019"/>
                    </a:cubicBezTo>
                    <a:cubicBezTo>
                      <a:pt x="4004" y="853"/>
                      <a:pt x="4504" y="386"/>
                      <a:pt x="4271" y="119"/>
                    </a:cubicBezTo>
                    <a:cubicBezTo>
                      <a:pt x="4212" y="36"/>
                      <a:pt x="4139" y="0"/>
                      <a:pt x="40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6"/>
              <p:cNvSpPr/>
              <p:nvPr/>
            </p:nvSpPr>
            <p:spPr>
              <a:xfrm>
                <a:off x="6579910" y="2175796"/>
                <a:ext cx="184074" cy="272205"/>
              </a:xfrm>
              <a:custGeom>
                <a:avLst/>
                <a:gdLst/>
                <a:ahLst/>
                <a:cxnLst/>
                <a:rect l="l" t="t" r="r" b="b"/>
                <a:pathLst>
                  <a:path w="6999" h="10350" extrusionOk="0">
                    <a:moveTo>
                      <a:pt x="6399" y="0"/>
                    </a:moveTo>
                    <a:cubicBezTo>
                      <a:pt x="6365" y="0"/>
                      <a:pt x="6332" y="0"/>
                      <a:pt x="6332" y="34"/>
                    </a:cubicBezTo>
                    <a:cubicBezTo>
                      <a:pt x="6165" y="300"/>
                      <a:pt x="6132" y="634"/>
                      <a:pt x="6198" y="934"/>
                    </a:cubicBezTo>
                    <a:cubicBezTo>
                      <a:pt x="6265" y="1635"/>
                      <a:pt x="6265" y="2369"/>
                      <a:pt x="6165" y="3069"/>
                    </a:cubicBezTo>
                    <a:cubicBezTo>
                      <a:pt x="6165" y="3069"/>
                      <a:pt x="6165" y="3102"/>
                      <a:pt x="6165" y="3102"/>
                    </a:cubicBezTo>
                    <a:lnTo>
                      <a:pt x="6098" y="3236"/>
                    </a:lnTo>
                    <a:cubicBezTo>
                      <a:pt x="5831" y="3836"/>
                      <a:pt x="5531" y="4437"/>
                      <a:pt x="5198" y="4970"/>
                    </a:cubicBezTo>
                    <a:cubicBezTo>
                      <a:pt x="3863" y="7105"/>
                      <a:pt x="1962" y="8706"/>
                      <a:pt x="27" y="10274"/>
                    </a:cubicBezTo>
                    <a:cubicBezTo>
                      <a:pt x="0" y="10301"/>
                      <a:pt x="39" y="10350"/>
                      <a:pt x="72" y="10350"/>
                    </a:cubicBezTo>
                    <a:cubicBezTo>
                      <a:pt x="80" y="10350"/>
                      <a:pt x="88" y="10347"/>
                      <a:pt x="94" y="10341"/>
                    </a:cubicBezTo>
                    <a:cubicBezTo>
                      <a:pt x="2129" y="8907"/>
                      <a:pt x="4030" y="7205"/>
                      <a:pt x="5364" y="5070"/>
                    </a:cubicBezTo>
                    <a:cubicBezTo>
                      <a:pt x="6032" y="4070"/>
                      <a:pt x="6465" y="2969"/>
                      <a:pt x="6732" y="1835"/>
                    </a:cubicBezTo>
                    <a:cubicBezTo>
                      <a:pt x="6799" y="1401"/>
                      <a:pt x="6999" y="167"/>
                      <a:pt x="63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6"/>
              <p:cNvSpPr/>
              <p:nvPr/>
            </p:nvSpPr>
            <p:spPr>
              <a:xfrm>
                <a:off x="6378846" y="2175427"/>
                <a:ext cx="390424" cy="371172"/>
              </a:xfrm>
              <a:custGeom>
                <a:avLst/>
                <a:gdLst/>
                <a:ahLst/>
                <a:cxnLst/>
                <a:rect l="l" t="t" r="r" b="b"/>
                <a:pathLst>
                  <a:path w="14845" h="14113" extrusionOk="0">
                    <a:moveTo>
                      <a:pt x="9214" y="1"/>
                    </a:moveTo>
                    <a:cubicBezTo>
                      <a:pt x="8497" y="1"/>
                      <a:pt x="7974" y="815"/>
                      <a:pt x="7539" y="1282"/>
                    </a:cubicBezTo>
                    <a:cubicBezTo>
                      <a:pt x="7072" y="1749"/>
                      <a:pt x="6505" y="2082"/>
                      <a:pt x="5871" y="2249"/>
                    </a:cubicBezTo>
                    <a:cubicBezTo>
                      <a:pt x="5571" y="2383"/>
                      <a:pt x="5337" y="2583"/>
                      <a:pt x="5104" y="2816"/>
                    </a:cubicBezTo>
                    <a:cubicBezTo>
                      <a:pt x="4470" y="3517"/>
                      <a:pt x="4103" y="4617"/>
                      <a:pt x="3770" y="5485"/>
                    </a:cubicBezTo>
                    <a:cubicBezTo>
                      <a:pt x="3569" y="5985"/>
                      <a:pt x="3403" y="6485"/>
                      <a:pt x="3236" y="6986"/>
                    </a:cubicBezTo>
                    <a:cubicBezTo>
                      <a:pt x="3303" y="6419"/>
                      <a:pt x="3369" y="5852"/>
                      <a:pt x="3403" y="5285"/>
                    </a:cubicBezTo>
                    <a:cubicBezTo>
                      <a:pt x="3469" y="4584"/>
                      <a:pt x="3269" y="3884"/>
                      <a:pt x="2802" y="3350"/>
                    </a:cubicBezTo>
                    <a:cubicBezTo>
                      <a:pt x="2402" y="2950"/>
                      <a:pt x="2035" y="2916"/>
                      <a:pt x="1835" y="2316"/>
                    </a:cubicBezTo>
                    <a:cubicBezTo>
                      <a:pt x="1701" y="1916"/>
                      <a:pt x="1735" y="1515"/>
                      <a:pt x="1568" y="1082"/>
                    </a:cubicBezTo>
                    <a:cubicBezTo>
                      <a:pt x="1429" y="803"/>
                      <a:pt x="1257" y="556"/>
                      <a:pt x="1008" y="556"/>
                    </a:cubicBezTo>
                    <a:cubicBezTo>
                      <a:pt x="899" y="556"/>
                      <a:pt x="776" y="603"/>
                      <a:pt x="634" y="715"/>
                    </a:cubicBezTo>
                    <a:cubicBezTo>
                      <a:pt x="134" y="1082"/>
                      <a:pt x="34" y="2116"/>
                      <a:pt x="34" y="2649"/>
                    </a:cubicBezTo>
                    <a:cubicBezTo>
                      <a:pt x="0" y="3717"/>
                      <a:pt x="167" y="4751"/>
                      <a:pt x="434" y="5752"/>
                    </a:cubicBezTo>
                    <a:cubicBezTo>
                      <a:pt x="734" y="6919"/>
                      <a:pt x="1068" y="8120"/>
                      <a:pt x="1234" y="9321"/>
                    </a:cubicBezTo>
                    <a:cubicBezTo>
                      <a:pt x="1334" y="9888"/>
                      <a:pt x="1401" y="10455"/>
                      <a:pt x="1468" y="11022"/>
                    </a:cubicBezTo>
                    <a:cubicBezTo>
                      <a:pt x="1501" y="11422"/>
                      <a:pt x="1601" y="11856"/>
                      <a:pt x="1635" y="12323"/>
                    </a:cubicBezTo>
                    <a:cubicBezTo>
                      <a:pt x="1535" y="12723"/>
                      <a:pt x="1535" y="13157"/>
                      <a:pt x="1568" y="13557"/>
                    </a:cubicBezTo>
                    <a:cubicBezTo>
                      <a:pt x="1601" y="13757"/>
                      <a:pt x="1701" y="13957"/>
                      <a:pt x="1868" y="14058"/>
                    </a:cubicBezTo>
                    <a:cubicBezTo>
                      <a:pt x="1935" y="14058"/>
                      <a:pt x="1968" y="14091"/>
                      <a:pt x="2035" y="14091"/>
                    </a:cubicBezTo>
                    <a:cubicBezTo>
                      <a:pt x="2090" y="14105"/>
                      <a:pt x="2146" y="14113"/>
                      <a:pt x="2201" y="14113"/>
                    </a:cubicBezTo>
                    <a:cubicBezTo>
                      <a:pt x="2279" y="14113"/>
                      <a:pt x="2357" y="14097"/>
                      <a:pt x="2435" y="14058"/>
                    </a:cubicBezTo>
                    <a:cubicBezTo>
                      <a:pt x="2602" y="13991"/>
                      <a:pt x="2802" y="13891"/>
                      <a:pt x="3002" y="13791"/>
                    </a:cubicBezTo>
                    <a:cubicBezTo>
                      <a:pt x="3603" y="13490"/>
                      <a:pt x="4203" y="13190"/>
                      <a:pt x="4837" y="12957"/>
                    </a:cubicBezTo>
                    <a:cubicBezTo>
                      <a:pt x="7506" y="11856"/>
                      <a:pt x="10608" y="11389"/>
                      <a:pt x="13176" y="9955"/>
                    </a:cubicBezTo>
                    <a:cubicBezTo>
                      <a:pt x="13677" y="9688"/>
                      <a:pt x="14844" y="8987"/>
                      <a:pt x="14544" y="8253"/>
                    </a:cubicBezTo>
                    <a:cubicBezTo>
                      <a:pt x="14419" y="7925"/>
                      <a:pt x="14110" y="7831"/>
                      <a:pt x="13762" y="7831"/>
                    </a:cubicBezTo>
                    <a:cubicBezTo>
                      <a:pt x="13369" y="7831"/>
                      <a:pt x="12926" y="7951"/>
                      <a:pt x="12643" y="7987"/>
                    </a:cubicBezTo>
                    <a:cubicBezTo>
                      <a:pt x="12583" y="7992"/>
                      <a:pt x="12529" y="7995"/>
                      <a:pt x="12479" y="7995"/>
                    </a:cubicBezTo>
                    <a:cubicBezTo>
                      <a:pt x="11966" y="7995"/>
                      <a:pt x="11895" y="7705"/>
                      <a:pt x="11408" y="7553"/>
                    </a:cubicBezTo>
                    <a:cubicBezTo>
                      <a:pt x="11306" y="7534"/>
                      <a:pt x="11201" y="7526"/>
                      <a:pt x="11095" y="7526"/>
                    </a:cubicBezTo>
                    <a:cubicBezTo>
                      <a:pt x="10823" y="7526"/>
                      <a:pt x="10548" y="7581"/>
                      <a:pt x="10308" y="7653"/>
                    </a:cubicBezTo>
                    <a:cubicBezTo>
                      <a:pt x="9474" y="7886"/>
                      <a:pt x="8673" y="8253"/>
                      <a:pt x="7939" y="8687"/>
                    </a:cubicBezTo>
                    <a:cubicBezTo>
                      <a:pt x="8473" y="8153"/>
                      <a:pt x="9007" y="7620"/>
                      <a:pt x="9474" y="7019"/>
                    </a:cubicBezTo>
                    <a:cubicBezTo>
                      <a:pt x="10074" y="6252"/>
                      <a:pt x="10775" y="5418"/>
                      <a:pt x="10941" y="4451"/>
                    </a:cubicBezTo>
                    <a:cubicBezTo>
                      <a:pt x="11141" y="3216"/>
                      <a:pt x="10241" y="2616"/>
                      <a:pt x="10141" y="1515"/>
                    </a:cubicBezTo>
                    <a:cubicBezTo>
                      <a:pt x="10074" y="915"/>
                      <a:pt x="10174" y="114"/>
                      <a:pt x="9374" y="14"/>
                    </a:cubicBezTo>
                    <a:cubicBezTo>
                      <a:pt x="9319" y="5"/>
                      <a:pt x="9266" y="1"/>
                      <a:pt x="9214" y="1"/>
                    </a:cubicBezTo>
                    <a:close/>
                  </a:path>
                </a:pathLst>
              </a:custGeom>
              <a:solidFill>
                <a:srgbClr val="757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6"/>
              <p:cNvSpPr/>
              <p:nvPr/>
            </p:nvSpPr>
            <p:spPr>
              <a:xfrm>
                <a:off x="6378846" y="2175427"/>
                <a:ext cx="390424" cy="371172"/>
              </a:xfrm>
              <a:custGeom>
                <a:avLst/>
                <a:gdLst/>
                <a:ahLst/>
                <a:cxnLst/>
                <a:rect l="l" t="t" r="r" b="b"/>
                <a:pathLst>
                  <a:path w="14845" h="14113" extrusionOk="0">
                    <a:moveTo>
                      <a:pt x="9214" y="1"/>
                    </a:moveTo>
                    <a:cubicBezTo>
                      <a:pt x="8497" y="1"/>
                      <a:pt x="7974" y="815"/>
                      <a:pt x="7539" y="1282"/>
                    </a:cubicBezTo>
                    <a:cubicBezTo>
                      <a:pt x="7072" y="1749"/>
                      <a:pt x="6505" y="2082"/>
                      <a:pt x="5871" y="2249"/>
                    </a:cubicBezTo>
                    <a:cubicBezTo>
                      <a:pt x="5571" y="2383"/>
                      <a:pt x="5337" y="2583"/>
                      <a:pt x="5104" y="2816"/>
                    </a:cubicBezTo>
                    <a:cubicBezTo>
                      <a:pt x="4470" y="3517"/>
                      <a:pt x="4103" y="4617"/>
                      <a:pt x="3770" y="5485"/>
                    </a:cubicBezTo>
                    <a:cubicBezTo>
                      <a:pt x="3569" y="5985"/>
                      <a:pt x="3403" y="6485"/>
                      <a:pt x="3236" y="6986"/>
                    </a:cubicBezTo>
                    <a:cubicBezTo>
                      <a:pt x="3303" y="6419"/>
                      <a:pt x="3369" y="5852"/>
                      <a:pt x="3403" y="5285"/>
                    </a:cubicBezTo>
                    <a:cubicBezTo>
                      <a:pt x="3469" y="4584"/>
                      <a:pt x="3269" y="3884"/>
                      <a:pt x="2802" y="3350"/>
                    </a:cubicBezTo>
                    <a:cubicBezTo>
                      <a:pt x="2402" y="2950"/>
                      <a:pt x="2035" y="2916"/>
                      <a:pt x="1835" y="2316"/>
                    </a:cubicBezTo>
                    <a:cubicBezTo>
                      <a:pt x="1701" y="1916"/>
                      <a:pt x="1735" y="1515"/>
                      <a:pt x="1568" y="1082"/>
                    </a:cubicBezTo>
                    <a:cubicBezTo>
                      <a:pt x="1429" y="803"/>
                      <a:pt x="1257" y="556"/>
                      <a:pt x="1008" y="556"/>
                    </a:cubicBezTo>
                    <a:cubicBezTo>
                      <a:pt x="899" y="556"/>
                      <a:pt x="776" y="603"/>
                      <a:pt x="634" y="715"/>
                    </a:cubicBezTo>
                    <a:cubicBezTo>
                      <a:pt x="134" y="1082"/>
                      <a:pt x="34" y="2116"/>
                      <a:pt x="34" y="2649"/>
                    </a:cubicBezTo>
                    <a:cubicBezTo>
                      <a:pt x="0" y="3717"/>
                      <a:pt x="167" y="4751"/>
                      <a:pt x="434" y="5752"/>
                    </a:cubicBezTo>
                    <a:cubicBezTo>
                      <a:pt x="734" y="6919"/>
                      <a:pt x="1068" y="8120"/>
                      <a:pt x="1234" y="9321"/>
                    </a:cubicBezTo>
                    <a:cubicBezTo>
                      <a:pt x="1334" y="9888"/>
                      <a:pt x="1401" y="10455"/>
                      <a:pt x="1468" y="11022"/>
                    </a:cubicBezTo>
                    <a:cubicBezTo>
                      <a:pt x="1501" y="11422"/>
                      <a:pt x="1601" y="11856"/>
                      <a:pt x="1635" y="12323"/>
                    </a:cubicBezTo>
                    <a:cubicBezTo>
                      <a:pt x="1535" y="12723"/>
                      <a:pt x="1535" y="13157"/>
                      <a:pt x="1568" y="13557"/>
                    </a:cubicBezTo>
                    <a:cubicBezTo>
                      <a:pt x="1601" y="13757"/>
                      <a:pt x="1701" y="13957"/>
                      <a:pt x="1868" y="14058"/>
                    </a:cubicBezTo>
                    <a:cubicBezTo>
                      <a:pt x="1935" y="14058"/>
                      <a:pt x="1968" y="14091"/>
                      <a:pt x="2035" y="14091"/>
                    </a:cubicBezTo>
                    <a:cubicBezTo>
                      <a:pt x="2090" y="14105"/>
                      <a:pt x="2146" y="14113"/>
                      <a:pt x="2201" y="14113"/>
                    </a:cubicBezTo>
                    <a:cubicBezTo>
                      <a:pt x="2279" y="14113"/>
                      <a:pt x="2357" y="14097"/>
                      <a:pt x="2435" y="14058"/>
                    </a:cubicBezTo>
                    <a:cubicBezTo>
                      <a:pt x="2602" y="13991"/>
                      <a:pt x="2802" y="13891"/>
                      <a:pt x="3002" y="13791"/>
                    </a:cubicBezTo>
                    <a:cubicBezTo>
                      <a:pt x="3603" y="13490"/>
                      <a:pt x="4203" y="13190"/>
                      <a:pt x="4837" y="12957"/>
                    </a:cubicBezTo>
                    <a:cubicBezTo>
                      <a:pt x="7506" y="11856"/>
                      <a:pt x="10608" y="11389"/>
                      <a:pt x="13176" y="9955"/>
                    </a:cubicBezTo>
                    <a:cubicBezTo>
                      <a:pt x="13677" y="9688"/>
                      <a:pt x="14844" y="8987"/>
                      <a:pt x="14544" y="8253"/>
                    </a:cubicBezTo>
                    <a:cubicBezTo>
                      <a:pt x="14419" y="7925"/>
                      <a:pt x="14110" y="7831"/>
                      <a:pt x="13762" y="7831"/>
                    </a:cubicBezTo>
                    <a:cubicBezTo>
                      <a:pt x="13369" y="7831"/>
                      <a:pt x="12926" y="7951"/>
                      <a:pt x="12643" y="7987"/>
                    </a:cubicBezTo>
                    <a:cubicBezTo>
                      <a:pt x="12583" y="7992"/>
                      <a:pt x="12529" y="7995"/>
                      <a:pt x="12479" y="7995"/>
                    </a:cubicBezTo>
                    <a:cubicBezTo>
                      <a:pt x="11966" y="7995"/>
                      <a:pt x="11895" y="7705"/>
                      <a:pt x="11408" y="7553"/>
                    </a:cubicBezTo>
                    <a:cubicBezTo>
                      <a:pt x="11306" y="7534"/>
                      <a:pt x="11201" y="7526"/>
                      <a:pt x="11095" y="7526"/>
                    </a:cubicBezTo>
                    <a:cubicBezTo>
                      <a:pt x="10823" y="7526"/>
                      <a:pt x="10548" y="7581"/>
                      <a:pt x="10308" y="7653"/>
                    </a:cubicBezTo>
                    <a:cubicBezTo>
                      <a:pt x="9474" y="7886"/>
                      <a:pt x="8673" y="8253"/>
                      <a:pt x="7939" y="8687"/>
                    </a:cubicBezTo>
                    <a:cubicBezTo>
                      <a:pt x="8473" y="8153"/>
                      <a:pt x="9007" y="7620"/>
                      <a:pt x="9474" y="7019"/>
                    </a:cubicBezTo>
                    <a:cubicBezTo>
                      <a:pt x="10074" y="6252"/>
                      <a:pt x="10775" y="5418"/>
                      <a:pt x="10941" y="4451"/>
                    </a:cubicBezTo>
                    <a:cubicBezTo>
                      <a:pt x="11141" y="3216"/>
                      <a:pt x="10241" y="2616"/>
                      <a:pt x="10141" y="1515"/>
                    </a:cubicBezTo>
                    <a:cubicBezTo>
                      <a:pt x="10074" y="915"/>
                      <a:pt x="10174" y="114"/>
                      <a:pt x="9374" y="14"/>
                    </a:cubicBezTo>
                    <a:cubicBezTo>
                      <a:pt x="9319" y="5"/>
                      <a:pt x="9266" y="1"/>
                      <a:pt x="9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6"/>
              <p:cNvSpPr/>
              <p:nvPr/>
            </p:nvSpPr>
            <p:spPr>
              <a:xfrm>
                <a:off x="6413931" y="2324917"/>
                <a:ext cx="894" cy="921"/>
              </a:xfrm>
              <a:custGeom>
                <a:avLst/>
                <a:gdLst/>
                <a:ahLst/>
                <a:cxnLst/>
                <a:rect l="l" t="t" r="r" b="b"/>
                <a:pathLst>
                  <a:path w="34" h="35" extrusionOk="0">
                    <a:moveTo>
                      <a:pt x="0" y="1"/>
                    </a:moveTo>
                    <a:lnTo>
                      <a:pt x="0" y="34"/>
                    </a:lnTo>
                    <a:cubicBezTo>
                      <a:pt x="34" y="34"/>
                      <a:pt x="34" y="1"/>
                      <a:pt x="0" y="1"/>
                    </a:cubicBezTo>
                    <a:close/>
                  </a:path>
                </a:pathLst>
              </a:custGeom>
              <a:solidFill>
                <a:srgbClr val="F1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6"/>
              <p:cNvSpPr/>
              <p:nvPr/>
            </p:nvSpPr>
            <p:spPr>
              <a:xfrm>
                <a:off x="6419191" y="2282994"/>
                <a:ext cx="251559" cy="263394"/>
              </a:xfrm>
              <a:custGeom>
                <a:avLst/>
                <a:gdLst/>
                <a:ahLst/>
                <a:cxnLst/>
                <a:rect l="l" t="t" r="r" b="b"/>
                <a:pathLst>
                  <a:path w="9565" h="10015" extrusionOk="0">
                    <a:moveTo>
                      <a:pt x="7554" y="0"/>
                    </a:moveTo>
                    <a:cubicBezTo>
                      <a:pt x="7529" y="0"/>
                      <a:pt x="7506" y="19"/>
                      <a:pt x="7506" y="60"/>
                    </a:cubicBezTo>
                    <a:cubicBezTo>
                      <a:pt x="6305" y="3430"/>
                      <a:pt x="2502" y="5331"/>
                      <a:pt x="1068" y="8567"/>
                    </a:cubicBezTo>
                    <a:cubicBezTo>
                      <a:pt x="1368" y="7566"/>
                      <a:pt x="1735" y="6598"/>
                      <a:pt x="2202" y="5664"/>
                    </a:cubicBezTo>
                    <a:cubicBezTo>
                      <a:pt x="2936" y="4130"/>
                      <a:pt x="3703" y="2629"/>
                      <a:pt x="4470" y="1095"/>
                    </a:cubicBezTo>
                    <a:cubicBezTo>
                      <a:pt x="4518" y="1047"/>
                      <a:pt x="4481" y="1000"/>
                      <a:pt x="4444" y="1000"/>
                    </a:cubicBezTo>
                    <a:cubicBezTo>
                      <a:pt x="4429" y="1000"/>
                      <a:pt x="4414" y="1008"/>
                      <a:pt x="4404" y="1028"/>
                    </a:cubicBezTo>
                    <a:cubicBezTo>
                      <a:pt x="3503" y="2562"/>
                      <a:pt x="2569" y="4097"/>
                      <a:pt x="1835" y="5698"/>
                    </a:cubicBezTo>
                    <a:cubicBezTo>
                      <a:pt x="1268" y="6932"/>
                      <a:pt x="701" y="8366"/>
                      <a:pt x="701" y="9767"/>
                    </a:cubicBezTo>
                    <a:lnTo>
                      <a:pt x="668" y="9901"/>
                    </a:lnTo>
                    <a:cubicBezTo>
                      <a:pt x="301" y="8667"/>
                      <a:pt x="634" y="7166"/>
                      <a:pt x="601" y="5931"/>
                    </a:cubicBezTo>
                    <a:cubicBezTo>
                      <a:pt x="601" y="4697"/>
                      <a:pt x="434" y="3496"/>
                      <a:pt x="67" y="2329"/>
                    </a:cubicBezTo>
                    <a:cubicBezTo>
                      <a:pt x="67" y="2295"/>
                      <a:pt x="51" y="2279"/>
                      <a:pt x="34" y="2279"/>
                    </a:cubicBezTo>
                    <a:cubicBezTo>
                      <a:pt x="17" y="2279"/>
                      <a:pt x="1" y="2295"/>
                      <a:pt x="1" y="2329"/>
                    </a:cubicBezTo>
                    <a:cubicBezTo>
                      <a:pt x="301" y="3830"/>
                      <a:pt x="434" y="5398"/>
                      <a:pt x="334" y="6932"/>
                    </a:cubicBezTo>
                    <a:cubicBezTo>
                      <a:pt x="301" y="7966"/>
                      <a:pt x="101" y="9034"/>
                      <a:pt x="501" y="10001"/>
                    </a:cubicBezTo>
                    <a:cubicBezTo>
                      <a:pt x="540" y="10011"/>
                      <a:pt x="579" y="10015"/>
                      <a:pt x="617" y="10015"/>
                    </a:cubicBezTo>
                    <a:cubicBezTo>
                      <a:pt x="710" y="10015"/>
                      <a:pt x="797" y="9991"/>
                      <a:pt x="868" y="9968"/>
                    </a:cubicBezTo>
                    <a:lnTo>
                      <a:pt x="868" y="9834"/>
                    </a:lnTo>
                    <a:cubicBezTo>
                      <a:pt x="2569" y="7065"/>
                      <a:pt x="6972" y="7399"/>
                      <a:pt x="9507" y="5765"/>
                    </a:cubicBezTo>
                    <a:cubicBezTo>
                      <a:pt x="9565" y="5736"/>
                      <a:pt x="9548" y="5658"/>
                      <a:pt x="9500" y="5658"/>
                    </a:cubicBezTo>
                    <a:cubicBezTo>
                      <a:pt x="9492" y="5658"/>
                      <a:pt x="9483" y="5660"/>
                      <a:pt x="9474" y="5664"/>
                    </a:cubicBezTo>
                    <a:cubicBezTo>
                      <a:pt x="7673" y="6498"/>
                      <a:pt x="5738" y="6799"/>
                      <a:pt x="3837" y="7466"/>
                    </a:cubicBezTo>
                    <a:cubicBezTo>
                      <a:pt x="3470" y="7599"/>
                      <a:pt x="3103" y="7733"/>
                      <a:pt x="2769" y="7933"/>
                    </a:cubicBezTo>
                    <a:cubicBezTo>
                      <a:pt x="3336" y="7499"/>
                      <a:pt x="3970" y="7132"/>
                      <a:pt x="4637" y="6832"/>
                    </a:cubicBezTo>
                    <a:cubicBezTo>
                      <a:pt x="5738" y="6332"/>
                      <a:pt x="6939" y="6031"/>
                      <a:pt x="7873" y="5231"/>
                    </a:cubicBezTo>
                    <a:cubicBezTo>
                      <a:pt x="7900" y="5204"/>
                      <a:pt x="7883" y="5155"/>
                      <a:pt x="7841" y="5155"/>
                    </a:cubicBezTo>
                    <a:cubicBezTo>
                      <a:pt x="7830" y="5155"/>
                      <a:pt x="7819" y="5158"/>
                      <a:pt x="7806" y="5164"/>
                    </a:cubicBezTo>
                    <a:cubicBezTo>
                      <a:pt x="6605" y="5898"/>
                      <a:pt x="5238" y="6232"/>
                      <a:pt x="4003" y="6865"/>
                    </a:cubicBezTo>
                    <a:cubicBezTo>
                      <a:pt x="3236" y="7266"/>
                      <a:pt x="2502" y="7799"/>
                      <a:pt x="1902" y="8400"/>
                    </a:cubicBezTo>
                    <a:cubicBezTo>
                      <a:pt x="1602" y="8600"/>
                      <a:pt x="1335" y="8867"/>
                      <a:pt x="1101" y="9134"/>
                    </a:cubicBezTo>
                    <a:cubicBezTo>
                      <a:pt x="2536" y="5698"/>
                      <a:pt x="6405" y="3696"/>
                      <a:pt x="7606" y="94"/>
                    </a:cubicBezTo>
                    <a:cubicBezTo>
                      <a:pt x="7625" y="36"/>
                      <a:pt x="7588" y="0"/>
                      <a:pt x="755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6"/>
              <p:cNvSpPr/>
              <p:nvPr/>
            </p:nvSpPr>
            <p:spPr>
              <a:xfrm>
                <a:off x="6407776" y="2272580"/>
                <a:ext cx="4418" cy="31981"/>
              </a:xfrm>
              <a:custGeom>
                <a:avLst/>
                <a:gdLst/>
                <a:ahLst/>
                <a:cxnLst/>
                <a:rect l="l" t="t" r="r" b="b"/>
                <a:pathLst>
                  <a:path w="168" h="1216" extrusionOk="0">
                    <a:moveTo>
                      <a:pt x="105" y="1"/>
                    </a:moveTo>
                    <a:cubicBezTo>
                      <a:pt x="85" y="1"/>
                      <a:pt x="68" y="9"/>
                      <a:pt x="68" y="23"/>
                    </a:cubicBezTo>
                    <a:cubicBezTo>
                      <a:pt x="1" y="423"/>
                      <a:pt x="1" y="823"/>
                      <a:pt x="134" y="1190"/>
                    </a:cubicBezTo>
                    <a:cubicBezTo>
                      <a:pt x="134" y="1207"/>
                      <a:pt x="143" y="1215"/>
                      <a:pt x="151" y="1215"/>
                    </a:cubicBezTo>
                    <a:cubicBezTo>
                      <a:pt x="159" y="1215"/>
                      <a:pt x="168" y="1207"/>
                      <a:pt x="168" y="1190"/>
                    </a:cubicBezTo>
                    <a:cubicBezTo>
                      <a:pt x="134" y="823"/>
                      <a:pt x="134" y="423"/>
                      <a:pt x="168" y="56"/>
                    </a:cubicBezTo>
                    <a:cubicBezTo>
                      <a:pt x="168" y="17"/>
                      <a:pt x="133" y="1"/>
                      <a:pt x="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6"/>
              <p:cNvSpPr/>
              <p:nvPr/>
            </p:nvSpPr>
            <p:spPr>
              <a:xfrm>
                <a:off x="6620096" y="2251671"/>
                <a:ext cx="6154" cy="19462"/>
              </a:xfrm>
              <a:custGeom>
                <a:avLst/>
                <a:gdLst/>
                <a:ahLst/>
                <a:cxnLst/>
                <a:rect l="l" t="t" r="r" b="b"/>
                <a:pathLst>
                  <a:path w="234" h="740" extrusionOk="0">
                    <a:moveTo>
                      <a:pt x="121" y="1"/>
                    </a:moveTo>
                    <a:cubicBezTo>
                      <a:pt x="92" y="1"/>
                      <a:pt x="67" y="17"/>
                      <a:pt x="67" y="51"/>
                    </a:cubicBezTo>
                    <a:cubicBezTo>
                      <a:pt x="0" y="251"/>
                      <a:pt x="34" y="451"/>
                      <a:pt x="0" y="684"/>
                    </a:cubicBezTo>
                    <a:cubicBezTo>
                      <a:pt x="0" y="723"/>
                      <a:pt x="23" y="740"/>
                      <a:pt x="49" y="740"/>
                    </a:cubicBezTo>
                    <a:cubicBezTo>
                      <a:pt x="67" y="740"/>
                      <a:pt x="87" y="732"/>
                      <a:pt x="100" y="718"/>
                    </a:cubicBezTo>
                    <a:cubicBezTo>
                      <a:pt x="201" y="518"/>
                      <a:pt x="234" y="284"/>
                      <a:pt x="201" y="51"/>
                    </a:cubicBezTo>
                    <a:cubicBezTo>
                      <a:pt x="184" y="17"/>
                      <a:pt x="151" y="1"/>
                      <a:pt x="1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6"/>
              <p:cNvSpPr/>
              <p:nvPr/>
            </p:nvSpPr>
            <p:spPr>
              <a:xfrm>
                <a:off x="6686767" y="2413837"/>
                <a:ext cx="11914" cy="7627"/>
              </a:xfrm>
              <a:custGeom>
                <a:avLst/>
                <a:gdLst/>
                <a:ahLst/>
                <a:cxnLst/>
                <a:rect l="l" t="t" r="r" b="b"/>
                <a:pathLst>
                  <a:path w="453" h="290" extrusionOk="0">
                    <a:moveTo>
                      <a:pt x="379" y="0"/>
                    </a:moveTo>
                    <a:cubicBezTo>
                      <a:pt x="365" y="0"/>
                      <a:pt x="350" y="7"/>
                      <a:pt x="334" y="22"/>
                    </a:cubicBezTo>
                    <a:cubicBezTo>
                      <a:pt x="234" y="56"/>
                      <a:pt x="134" y="122"/>
                      <a:pt x="34" y="189"/>
                    </a:cubicBezTo>
                    <a:cubicBezTo>
                      <a:pt x="1" y="222"/>
                      <a:pt x="1" y="289"/>
                      <a:pt x="67" y="289"/>
                    </a:cubicBezTo>
                    <a:cubicBezTo>
                      <a:pt x="201" y="289"/>
                      <a:pt x="301" y="222"/>
                      <a:pt x="401" y="122"/>
                    </a:cubicBezTo>
                    <a:cubicBezTo>
                      <a:pt x="452" y="71"/>
                      <a:pt x="425" y="0"/>
                      <a:pt x="37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6"/>
              <p:cNvSpPr/>
              <p:nvPr/>
            </p:nvSpPr>
            <p:spPr>
              <a:xfrm>
                <a:off x="6403595" y="2454234"/>
                <a:ext cx="98967" cy="129212"/>
              </a:xfrm>
              <a:custGeom>
                <a:avLst/>
                <a:gdLst/>
                <a:ahLst/>
                <a:cxnLst/>
                <a:rect l="l" t="t" r="r" b="b"/>
                <a:pathLst>
                  <a:path w="3763" h="4913" extrusionOk="0">
                    <a:moveTo>
                      <a:pt x="2596" y="1"/>
                    </a:moveTo>
                    <a:cubicBezTo>
                      <a:pt x="2382" y="1"/>
                      <a:pt x="2139" y="248"/>
                      <a:pt x="1995" y="421"/>
                    </a:cubicBezTo>
                    <a:cubicBezTo>
                      <a:pt x="1828" y="621"/>
                      <a:pt x="1728" y="788"/>
                      <a:pt x="1594" y="988"/>
                    </a:cubicBezTo>
                    <a:cubicBezTo>
                      <a:pt x="1498" y="1108"/>
                      <a:pt x="1367" y="1350"/>
                      <a:pt x="1239" y="1350"/>
                    </a:cubicBezTo>
                    <a:cubicBezTo>
                      <a:pt x="1189" y="1350"/>
                      <a:pt x="1140" y="1314"/>
                      <a:pt x="1094" y="1222"/>
                    </a:cubicBezTo>
                    <a:cubicBezTo>
                      <a:pt x="894" y="888"/>
                      <a:pt x="860" y="588"/>
                      <a:pt x="627" y="354"/>
                    </a:cubicBezTo>
                    <a:cubicBezTo>
                      <a:pt x="557" y="297"/>
                      <a:pt x="497" y="271"/>
                      <a:pt x="446" y="271"/>
                    </a:cubicBezTo>
                    <a:cubicBezTo>
                      <a:pt x="84" y="271"/>
                      <a:pt x="164" y="1555"/>
                      <a:pt x="193" y="1789"/>
                    </a:cubicBezTo>
                    <a:cubicBezTo>
                      <a:pt x="293" y="2789"/>
                      <a:pt x="527" y="3823"/>
                      <a:pt x="27" y="4791"/>
                    </a:cubicBezTo>
                    <a:cubicBezTo>
                      <a:pt x="1" y="4842"/>
                      <a:pt x="34" y="4913"/>
                      <a:pt x="81" y="4913"/>
                    </a:cubicBezTo>
                    <a:cubicBezTo>
                      <a:pt x="96" y="4913"/>
                      <a:pt x="111" y="4906"/>
                      <a:pt x="127" y="4891"/>
                    </a:cubicBezTo>
                    <a:cubicBezTo>
                      <a:pt x="594" y="4357"/>
                      <a:pt x="3763" y="3123"/>
                      <a:pt x="3629" y="2589"/>
                    </a:cubicBezTo>
                    <a:cubicBezTo>
                      <a:pt x="3590" y="2460"/>
                      <a:pt x="3436" y="2441"/>
                      <a:pt x="3253" y="2441"/>
                    </a:cubicBezTo>
                    <a:cubicBezTo>
                      <a:pt x="3178" y="2441"/>
                      <a:pt x="3099" y="2444"/>
                      <a:pt x="3021" y="2444"/>
                    </a:cubicBezTo>
                    <a:cubicBezTo>
                      <a:pt x="2799" y="2444"/>
                      <a:pt x="2589" y="2418"/>
                      <a:pt x="2528" y="2222"/>
                    </a:cubicBezTo>
                    <a:cubicBezTo>
                      <a:pt x="2528" y="1955"/>
                      <a:pt x="2595" y="1689"/>
                      <a:pt x="2695" y="1455"/>
                    </a:cubicBezTo>
                    <a:cubicBezTo>
                      <a:pt x="2762" y="1188"/>
                      <a:pt x="2829" y="921"/>
                      <a:pt x="2862" y="655"/>
                    </a:cubicBezTo>
                    <a:cubicBezTo>
                      <a:pt x="2895" y="388"/>
                      <a:pt x="2895" y="87"/>
                      <a:pt x="2695" y="21"/>
                    </a:cubicBezTo>
                    <a:cubicBezTo>
                      <a:pt x="2663" y="7"/>
                      <a:pt x="2630" y="1"/>
                      <a:pt x="25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6"/>
              <p:cNvSpPr/>
              <p:nvPr/>
            </p:nvSpPr>
            <p:spPr>
              <a:xfrm>
                <a:off x="6356912" y="2524376"/>
                <a:ext cx="84712" cy="316415"/>
              </a:xfrm>
              <a:custGeom>
                <a:avLst/>
                <a:gdLst/>
                <a:ahLst/>
                <a:cxnLst/>
                <a:rect l="l" t="t" r="r" b="b"/>
                <a:pathLst>
                  <a:path w="3221" h="12031" extrusionOk="0">
                    <a:moveTo>
                      <a:pt x="3119" y="0"/>
                    </a:moveTo>
                    <a:cubicBezTo>
                      <a:pt x="3102" y="0"/>
                      <a:pt x="3085" y="7"/>
                      <a:pt x="3069" y="22"/>
                    </a:cubicBezTo>
                    <a:lnTo>
                      <a:pt x="3036" y="56"/>
                    </a:lnTo>
                    <a:lnTo>
                      <a:pt x="2869" y="222"/>
                    </a:lnTo>
                    <a:lnTo>
                      <a:pt x="2702" y="456"/>
                    </a:lnTo>
                    <a:lnTo>
                      <a:pt x="2535" y="689"/>
                    </a:lnTo>
                    <a:cubicBezTo>
                      <a:pt x="2335" y="956"/>
                      <a:pt x="2135" y="1223"/>
                      <a:pt x="2002" y="1523"/>
                    </a:cubicBezTo>
                    <a:cubicBezTo>
                      <a:pt x="1535" y="2357"/>
                      <a:pt x="1201" y="3291"/>
                      <a:pt x="1001" y="4225"/>
                    </a:cubicBezTo>
                    <a:cubicBezTo>
                      <a:pt x="834" y="4859"/>
                      <a:pt x="701" y="5526"/>
                      <a:pt x="567" y="6160"/>
                    </a:cubicBezTo>
                    <a:cubicBezTo>
                      <a:pt x="534" y="6427"/>
                      <a:pt x="467" y="6727"/>
                      <a:pt x="434" y="6994"/>
                    </a:cubicBezTo>
                    <a:cubicBezTo>
                      <a:pt x="267" y="7995"/>
                      <a:pt x="134" y="8995"/>
                      <a:pt x="34" y="9996"/>
                    </a:cubicBezTo>
                    <a:cubicBezTo>
                      <a:pt x="0" y="10196"/>
                      <a:pt x="0" y="10363"/>
                      <a:pt x="0" y="10530"/>
                    </a:cubicBezTo>
                    <a:cubicBezTo>
                      <a:pt x="134" y="10763"/>
                      <a:pt x="267" y="10963"/>
                      <a:pt x="401" y="11197"/>
                    </a:cubicBezTo>
                    <a:cubicBezTo>
                      <a:pt x="567" y="11464"/>
                      <a:pt x="701" y="11764"/>
                      <a:pt x="834" y="12031"/>
                    </a:cubicBezTo>
                    <a:cubicBezTo>
                      <a:pt x="834" y="11164"/>
                      <a:pt x="901" y="10263"/>
                      <a:pt x="968" y="9429"/>
                    </a:cubicBezTo>
                    <a:cubicBezTo>
                      <a:pt x="968" y="9362"/>
                      <a:pt x="968" y="9296"/>
                      <a:pt x="968" y="9229"/>
                    </a:cubicBezTo>
                    <a:cubicBezTo>
                      <a:pt x="1034" y="8428"/>
                      <a:pt x="1101" y="7661"/>
                      <a:pt x="1201" y="6894"/>
                    </a:cubicBezTo>
                    <a:cubicBezTo>
                      <a:pt x="1401" y="5293"/>
                      <a:pt x="1535" y="3558"/>
                      <a:pt x="2135" y="2024"/>
                    </a:cubicBezTo>
                    <a:cubicBezTo>
                      <a:pt x="2269" y="1623"/>
                      <a:pt x="2469" y="1190"/>
                      <a:pt x="2702" y="823"/>
                    </a:cubicBezTo>
                    <a:cubicBezTo>
                      <a:pt x="2736" y="790"/>
                      <a:pt x="2702" y="790"/>
                      <a:pt x="2769" y="689"/>
                    </a:cubicBezTo>
                    <a:cubicBezTo>
                      <a:pt x="2802" y="623"/>
                      <a:pt x="2869" y="556"/>
                      <a:pt x="2936" y="456"/>
                    </a:cubicBezTo>
                    <a:cubicBezTo>
                      <a:pt x="2969" y="423"/>
                      <a:pt x="3002" y="356"/>
                      <a:pt x="3036" y="323"/>
                    </a:cubicBezTo>
                    <a:lnTo>
                      <a:pt x="3169" y="122"/>
                    </a:lnTo>
                    <a:cubicBezTo>
                      <a:pt x="3220" y="71"/>
                      <a:pt x="3173" y="0"/>
                      <a:pt x="31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6"/>
              <p:cNvSpPr/>
              <p:nvPr/>
            </p:nvSpPr>
            <p:spPr>
              <a:xfrm>
                <a:off x="6269175" y="2474932"/>
                <a:ext cx="107067" cy="236910"/>
              </a:xfrm>
              <a:custGeom>
                <a:avLst/>
                <a:gdLst/>
                <a:ahLst/>
                <a:cxnLst/>
                <a:rect l="l" t="t" r="r" b="b"/>
                <a:pathLst>
                  <a:path w="4071" h="9008" extrusionOk="0">
                    <a:moveTo>
                      <a:pt x="734" y="1"/>
                    </a:moveTo>
                    <a:cubicBezTo>
                      <a:pt x="1" y="3370"/>
                      <a:pt x="1235" y="6839"/>
                      <a:pt x="3937" y="9007"/>
                    </a:cubicBezTo>
                    <a:cubicBezTo>
                      <a:pt x="3937" y="9007"/>
                      <a:pt x="4070" y="5638"/>
                      <a:pt x="3403" y="3904"/>
                    </a:cubicBezTo>
                    <a:cubicBezTo>
                      <a:pt x="2769" y="2203"/>
                      <a:pt x="735" y="1"/>
                      <a:pt x="7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6"/>
              <p:cNvSpPr/>
              <p:nvPr/>
            </p:nvSpPr>
            <p:spPr>
              <a:xfrm>
                <a:off x="6380582" y="2587233"/>
                <a:ext cx="171108" cy="185152"/>
              </a:xfrm>
              <a:custGeom>
                <a:avLst/>
                <a:gdLst/>
                <a:ahLst/>
                <a:cxnLst/>
                <a:rect l="l" t="t" r="r" b="b"/>
                <a:pathLst>
                  <a:path w="6506" h="7040" extrusionOk="0">
                    <a:moveTo>
                      <a:pt x="6506" y="1"/>
                    </a:moveTo>
                    <a:cubicBezTo>
                      <a:pt x="6505" y="1"/>
                      <a:pt x="3770" y="1235"/>
                      <a:pt x="2503" y="2569"/>
                    </a:cubicBezTo>
                    <a:cubicBezTo>
                      <a:pt x="1235" y="3870"/>
                      <a:pt x="1" y="7039"/>
                      <a:pt x="1" y="7039"/>
                    </a:cubicBezTo>
                    <a:cubicBezTo>
                      <a:pt x="3337" y="6105"/>
                      <a:pt x="5872" y="3403"/>
                      <a:pt x="65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6"/>
              <p:cNvSpPr/>
              <p:nvPr/>
            </p:nvSpPr>
            <p:spPr>
              <a:xfrm>
                <a:off x="6070900" y="2695405"/>
                <a:ext cx="326383" cy="231361"/>
              </a:xfrm>
              <a:custGeom>
                <a:avLst/>
                <a:gdLst/>
                <a:ahLst/>
                <a:cxnLst/>
                <a:rect l="l" t="t" r="r" b="b"/>
                <a:pathLst>
                  <a:path w="12410" h="8797" extrusionOk="0">
                    <a:moveTo>
                      <a:pt x="2522" y="0"/>
                    </a:moveTo>
                    <a:cubicBezTo>
                      <a:pt x="1679" y="0"/>
                      <a:pt x="834" y="92"/>
                      <a:pt x="1" y="291"/>
                    </a:cubicBezTo>
                    <a:cubicBezTo>
                      <a:pt x="141" y="287"/>
                      <a:pt x="281" y="286"/>
                      <a:pt x="420" y="286"/>
                    </a:cubicBezTo>
                    <a:cubicBezTo>
                      <a:pt x="1675" y="286"/>
                      <a:pt x="2906" y="421"/>
                      <a:pt x="4137" y="691"/>
                    </a:cubicBezTo>
                    <a:cubicBezTo>
                      <a:pt x="4804" y="858"/>
                      <a:pt x="5438" y="1058"/>
                      <a:pt x="6072" y="1292"/>
                    </a:cubicBezTo>
                    <a:cubicBezTo>
                      <a:pt x="6405" y="1425"/>
                      <a:pt x="6706" y="1558"/>
                      <a:pt x="7006" y="1725"/>
                    </a:cubicBezTo>
                    <a:cubicBezTo>
                      <a:pt x="7306" y="1892"/>
                      <a:pt x="7606" y="2059"/>
                      <a:pt x="7906" y="2226"/>
                    </a:cubicBezTo>
                    <a:cubicBezTo>
                      <a:pt x="9041" y="2926"/>
                      <a:pt x="10041" y="3860"/>
                      <a:pt x="10775" y="4994"/>
                    </a:cubicBezTo>
                    <a:cubicBezTo>
                      <a:pt x="11542" y="6162"/>
                      <a:pt x="12076" y="7429"/>
                      <a:pt x="12410" y="8797"/>
                    </a:cubicBezTo>
                    <a:cubicBezTo>
                      <a:pt x="12376" y="7329"/>
                      <a:pt x="11976" y="5928"/>
                      <a:pt x="11276" y="4694"/>
                    </a:cubicBezTo>
                    <a:cubicBezTo>
                      <a:pt x="10942" y="4060"/>
                      <a:pt x="10508" y="3460"/>
                      <a:pt x="10008" y="2926"/>
                    </a:cubicBezTo>
                    <a:cubicBezTo>
                      <a:pt x="9474" y="2426"/>
                      <a:pt x="8907" y="1959"/>
                      <a:pt x="8307" y="1592"/>
                    </a:cubicBezTo>
                    <a:cubicBezTo>
                      <a:pt x="7039" y="825"/>
                      <a:pt x="5672" y="324"/>
                      <a:pt x="4237" y="124"/>
                    </a:cubicBezTo>
                    <a:cubicBezTo>
                      <a:pt x="3670" y="43"/>
                      <a:pt x="3097" y="0"/>
                      <a:pt x="2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6"/>
              <p:cNvSpPr/>
              <p:nvPr/>
            </p:nvSpPr>
            <p:spPr>
              <a:xfrm>
                <a:off x="6380582" y="2782274"/>
                <a:ext cx="224628" cy="69932"/>
              </a:xfrm>
              <a:custGeom>
                <a:avLst/>
                <a:gdLst/>
                <a:ahLst/>
                <a:cxnLst/>
                <a:rect l="l" t="t" r="r" b="b"/>
                <a:pathLst>
                  <a:path w="8541" h="2659" extrusionOk="0">
                    <a:moveTo>
                      <a:pt x="4848" y="0"/>
                    </a:moveTo>
                    <a:cubicBezTo>
                      <a:pt x="4542" y="0"/>
                      <a:pt x="4237" y="19"/>
                      <a:pt x="3937" y="57"/>
                    </a:cubicBezTo>
                    <a:cubicBezTo>
                      <a:pt x="3537" y="123"/>
                      <a:pt x="3136" y="223"/>
                      <a:pt x="2770" y="390"/>
                    </a:cubicBezTo>
                    <a:cubicBezTo>
                      <a:pt x="2369" y="524"/>
                      <a:pt x="2002" y="724"/>
                      <a:pt x="1669" y="957"/>
                    </a:cubicBezTo>
                    <a:cubicBezTo>
                      <a:pt x="1002" y="1391"/>
                      <a:pt x="435" y="1958"/>
                      <a:pt x="1" y="2659"/>
                    </a:cubicBezTo>
                    <a:cubicBezTo>
                      <a:pt x="635" y="2192"/>
                      <a:pt x="1268" y="1791"/>
                      <a:pt x="1969" y="1458"/>
                    </a:cubicBezTo>
                    <a:cubicBezTo>
                      <a:pt x="2303" y="1291"/>
                      <a:pt x="2636" y="1157"/>
                      <a:pt x="3003" y="1057"/>
                    </a:cubicBezTo>
                    <a:cubicBezTo>
                      <a:pt x="3337" y="957"/>
                      <a:pt x="3704" y="857"/>
                      <a:pt x="4070" y="791"/>
                    </a:cubicBezTo>
                    <a:cubicBezTo>
                      <a:pt x="4544" y="726"/>
                      <a:pt x="5018" y="689"/>
                      <a:pt x="5492" y="689"/>
                    </a:cubicBezTo>
                    <a:cubicBezTo>
                      <a:pt x="5752" y="689"/>
                      <a:pt x="6012" y="700"/>
                      <a:pt x="6272" y="724"/>
                    </a:cubicBezTo>
                    <a:cubicBezTo>
                      <a:pt x="7039" y="791"/>
                      <a:pt x="7806" y="924"/>
                      <a:pt x="8540" y="1091"/>
                    </a:cubicBezTo>
                    <a:cubicBezTo>
                      <a:pt x="7873" y="624"/>
                      <a:pt x="7139" y="324"/>
                      <a:pt x="6372" y="157"/>
                    </a:cubicBezTo>
                    <a:cubicBezTo>
                      <a:pt x="5872" y="53"/>
                      <a:pt x="5358" y="0"/>
                      <a:pt x="48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6"/>
              <p:cNvSpPr/>
              <p:nvPr/>
            </p:nvSpPr>
            <p:spPr>
              <a:xfrm>
                <a:off x="4728285" y="1977599"/>
                <a:ext cx="306579" cy="322122"/>
              </a:xfrm>
              <a:custGeom>
                <a:avLst/>
                <a:gdLst/>
                <a:ahLst/>
                <a:cxnLst/>
                <a:rect l="l" t="t" r="r" b="b"/>
                <a:pathLst>
                  <a:path w="11657" h="12248" extrusionOk="0">
                    <a:moveTo>
                      <a:pt x="7902" y="0"/>
                    </a:moveTo>
                    <a:cubicBezTo>
                      <a:pt x="7820" y="0"/>
                      <a:pt x="7737" y="20"/>
                      <a:pt x="7653" y="64"/>
                    </a:cubicBezTo>
                    <a:cubicBezTo>
                      <a:pt x="7320" y="264"/>
                      <a:pt x="7220" y="665"/>
                      <a:pt x="7153" y="998"/>
                    </a:cubicBezTo>
                    <a:cubicBezTo>
                      <a:pt x="6986" y="1398"/>
                      <a:pt x="6719" y="1765"/>
                      <a:pt x="6419" y="2099"/>
                    </a:cubicBezTo>
                    <a:cubicBezTo>
                      <a:pt x="5919" y="2733"/>
                      <a:pt x="6052" y="3533"/>
                      <a:pt x="6319" y="4200"/>
                    </a:cubicBezTo>
                    <a:cubicBezTo>
                      <a:pt x="6686" y="5101"/>
                      <a:pt x="7186" y="5935"/>
                      <a:pt x="7753" y="6702"/>
                    </a:cubicBezTo>
                    <a:cubicBezTo>
                      <a:pt x="8354" y="7536"/>
                      <a:pt x="8987" y="8303"/>
                      <a:pt x="9555" y="9104"/>
                    </a:cubicBezTo>
                    <a:cubicBezTo>
                      <a:pt x="9888" y="9538"/>
                      <a:pt x="10188" y="10005"/>
                      <a:pt x="10489" y="10472"/>
                    </a:cubicBezTo>
                    <a:cubicBezTo>
                      <a:pt x="10622" y="10705"/>
                      <a:pt x="10722" y="10939"/>
                      <a:pt x="10855" y="11172"/>
                    </a:cubicBezTo>
                    <a:cubicBezTo>
                      <a:pt x="10956" y="11339"/>
                      <a:pt x="11022" y="11506"/>
                      <a:pt x="11056" y="11706"/>
                    </a:cubicBezTo>
                    <a:cubicBezTo>
                      <a:pt x="10355" y="10805"/>
                      <a:pt x="9588" y="9971"/>
                      <a:pt x="8787" y="9204"/>
                    </a:cubicBezTo>
                    <a:cubicBezTo>
                      <a:pt x="7953" y="8370"/>
                      <a:pt x="7186" y="7369"/>
                      <a:pt x="6252" y="6636"/>
                    </a:cubicBezTo>
                    <a:cubicBezTo>
                      <a:pt x="5552" y="6068"/>
                      <a:pt x="4684" y="5768"/>
                      <a:pt x="3784" y="5735"/>
                    </a:cubicBezTo>
                    <a:cubicBezTo>
                      <a:pt x="3250" y="5735"/>
                      <a:pt x="2750" y="5702"/>
                      <a:pt x="2283" y="5535"/>
                    </a:cubicBezTo>
                    <a:cubicBezTo>
                      <a:pt x="1849" y="5368"/>
                      <a:pt x="1415" y="5235"/>
                      <a:pt x="948" y="5134"/>
                    </a:cubicBezTo>
                    <a:cubicBezTo>
                      <a:pt x="895" y="5127"/>
                      <a:pt x="846" y="5124"/>
                      <a:pt x="800" y="5124"/>
                    </a:cubicBezTo>
                    <a:cubicBezTo>
                      <a:pt x="0" y="5124"/>
                      <a:pt x="459" y="6193"/>
                      <a:pt x="648" y="6636"/>
                    </a:cubicBezTo>
                    <a:cubicBezTo>
                      <a:pt x="1082" y="7603"/>
                      <a:pt x="1749" y="8470"/>
                      <a:pt x="2583" y="9104"/>
                    </a:cubicBezTo>
                    <a:cubicBezTo>
                      <a:pt x="4151" y="10405"/>
                      <a:pt x="6185" y="10939"/>
                      <a:pt x="8120" y="11506"/>
                    </a:cubicBezTo>
                    <a:cubicBezTo>
                      <a:pt x="8654" y="11672"/>
                      <a:pt x="9188" y="11839"/>
                      <a:pt x="9721" y="12039"/>
                    </a:cubicBezTo>
                    <a:cubicBezTo>
                      <a:pt x="10027" y="12178"/>
                      <a:pt x="10356" y="12248"/>
                      <a:pt x="10689" y="12248"/>
                    </a:cubicBezTo>
                    <a:cubicBezTo>
                      <a:pt x="10755" y="12248"/>
                      <a:pt x="10822" y="12245"/>
                      <a:pt x="10889" y="12240"/>
                    </a:cubicBezTo>
                    <a:cubicBezTo>
                      <a:pt x="11589" y="12073"/>
                      <a:pt x="11656" y="11472"/>
                      <a:pt x="11656" y="10872"/>
                    </a:cubicBezTo>
                    <a:cubicBezTo>
                      <a:pt x="11656" y="10672"/>
                      <a:pt x="11656" y="10472"/>
                      <a:pt x="11656" y="10271"/>
                    </a:cubicBezTo>
                    <a:lnTo>
                      <a:pt x="11656" y="10171"/>
                    </a:lnTo>
                    <a:cubicBezTo>
                      <a:pt x="11656" y="10138"/>
                      <a:pt x="11656" y="10105"/>
                      <a:pt x="11623" y="10071"/>
                    </a:cubicBezTo>
                    <a:cubicBezTo>
                      <a:pt x="11623" y="9838"/>
                      <a:pt x="11589" y="9638"/>
                      <a:pt x="11589" y="9404"/>
                    </a:cubicBezTo>
                    <a:cubicBezTo>
                      <a:pt x="11489" y="8170"/>
                      <a:pt x="11356" y="6902"/>
                      <a:pt x="11256" y="5668"/>
                    </a:cubicBezTo>
                    <a:cubicBezTo>
                      <a:pt x="11222" y="4667"/>
                      <a:pt x="11089" y="3667"/>
                      <a:pt x="10889" y="2666"/>
                    </a:cubicBezTo>
                    <a:cubicBezTo>
                      <a:pt x="10789" y="2332"/>
                      <a:pt x="10689" y="1865"/>
                      <a:pt x="10322" y="1699"/>
                    </a:cubicBezTo>
                    <a:cubicBezTo>
                      <a:pt x="10122" y="1599"/>
                      <a:pt x="9921" y="1565"/>
                      <a:pt x="9721" y="1498"/>
                    </a:cubicBezTo>
                    <a:cubicBezTo>
                      <a:pt x="9521" y="1432"/>
                      <a:pt x="9354" y="1298"/>
                      <a:pt x="9254" y="1165"/>
                    </a:cubicBezTo>
                    <a:cubicBezTo>
                      <a:pt x="8936" y="846"/>
                      <a:pt x="8442" y="0"/>
                      <a:pt x="7902" y="0"/>
                    </a:cubicBezTo>
                    <a:close/>
                  </a:path>
                </a:pathLst>
              </a:custGeom>
              <a:solidFill>
                <a:srgbClr val="757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6"/>
              <p:cNvSpPr/>
              <p:nvPr/>
            </p:nvSpPr>
            <p:spPr>
              <a:xfrm>
                <a:off x="4728285" y="1977599"/>
                <a:ext cx="306579" cy="322122"/>
              </a:xfrm>
              <a:custGeom>
                <a:avLst/>
                <a:gdLst/>
                <a:ahLst/>
                <a:cxnLst/>
                <a:rect l="l" t="t" r="r" b="b"/>
                <a:pathLst>
                  <a:path w="11657" h="12248" extrusionOk="0">
                    <a:moveTo>
                      <a:pt x="7902" y="0"/>
                    </a:moveTo>
                    <a:cubicBezTo>
                      <a:pt x="7820" y="0"/>
                      <a:pt x="7737" y="20"/>
                      <a:pt x="7653" y="64"/>
                    </a:cubicBezTo>
                    <a:cubicBezTo>
                      <a:pt x="7320" y="264"/>
                      <a:pt x="7220" y="665"/>
                      <a:pt x="7153" y="998"/>
                    </a:cubicBezTo>
                    <a:cubicBezTo>
                      <a:pt x="6986" y="1398"/>
                      <a:pt x="6719" y="1765"/>
                      <a:pt x="6419" y="2099"/>
                    </a:cubicBezTo>
                    <a:cubicBezTo>
                      <a:pt x="5919" y="2733"/>
                      <a:pt x="6052" y="3533"/>
                      <a:pt x="6319" y="4200"/>
                    </a:cubicBezTo>
                    <a:cubicBezTo>
                      <a:pt x="6686" y="5101"/>
                      <a:pt x="7186" y="5935"/>
                      <a:pt x="7753" y="6702"/>
                    </a:cubicBezTo>
                    <a:cubicBezTo>
                      <a:pt x="8354" y="7536"/>
                      <a:pt x="8987" y="8303"/>
                      <a:pt x="9555" y="9104"/>
                    </a:cubicBezTo>
                    <a:cubicBezTo>
                      <a:pt x="9888" y="9538"/>
                      <a:pt x="10188" y="10005"/>
                      <a:pt x="10489" y="10472"/>
                    </a:cubicBezTo>
                    <a:cubicBezTo>
                      <a:pt x="10622" y="10705"/>
                      <a:pt x="10722" y="10939"/>
                      <a:pt x="10855" y="11172"/>
                    </a:cubicBezTo>
                    <a:cubicBezTo>
                      <a:pt x="10956" y="11339"/>
                      <a:pt x="11022" y="11506"/>
                      <a:pt x="11056" y="11706"/>
                    </a:cubicBezTo>
                    <a:cubicBezTo>
                      <a:pt x="10355" y="10805"/>
                      <a:pt x="9588" y="9971"/>
                      <a:pt x="8787" y="9204"/>
                    </a:cubicBezTo>
                    <a:cubicBezTo>
                      <a:pt x="7953" y="8370"/>
                      <a:pt x="7186" y="7369"/>
                      <a:pt x="6252" y="6636"/>
                    </a:cubicBezTo>
                    <a:cubicBezTo>
                      <a:pt x="5552" y="6068"/>
                      <a:pt x="4684" y="5768"/>
                      <a:pt x="3784" y="5735"/>
                    </a:cubicBezTo>
                    <a:cubicBezTo>
                      <a:pt x="3250" y="5735"/>
                      <a:pt x="2750" y="5702"/>
                      <a:pt x="2283" y="5535"/>
                    </a:cubicBezTo>
                    <a:cubicBezTo>
                      <a:pt x="1849" y="5368"/>
                      <a:pt x="1415" y="5235"/>
                      <a:pt x="948" y="5134"/>
                    </a:cubicBezTo>
                    <a:cubicBezTo>
                      <a:pt x="895" y="5127"/>
                      <a:pt x="846" y="5124"/>
                      <a:pt x="800" y="5124"/>
                    </a:cubicBezTo>
                    <a:cubicBezTo>
                      <a:pt x="0" y="5124"/>
                      <a:pt x="459" y="6193"/>
                      <a:pt x="648" y="6636"/>
                    </a:cubicBezTo>
                    <a:cubicBezTo>
                      <a:pt x="1082" y="7603"/>
                      <a:pt x="1749" y="8470"/>
                      <a:pt x="2583" y="9104"/>
                    </a:cubicBezTo>
                    <a:cubicBezTo>
                      <a:pt x="4151" y="10405"/>
                      <a:pt x="6185" y="10939"/>
                      <a:pt x="8120" y="11506"/>
                    </a:cubicBezTo>
                    <a:cubicBezTo>
                      <a:pt x="8654" y="11672"/>
                      <a:pt x="9188" y="11839"/>
                      <a:pt x="9721" y="12039"/>
                    </a:cubicBezTo>
                    <a:cubicBezTo>
                      <a:pt x="10027" y="12178"/>
                      <a:pt x="10356" y="12248"/>
                      <a:pt x="10689" y="12248"/>
                    </a:cubicBezTo>
                    <a:cubicBezTo>
                      <a:pt x="10755" y="12248"/>
                      <a:pt x="10822" y="12245"/>
                      <a:pt x="10889" y="12240"/>
                    </a:cubicBezTo>
                    <a:cubicBezTo>
                      <a:pt x="11589" y="12073"/>
                      <a:pt x="11656" y="11472"/>
                      <a:pt x="11656" y="10872"/>
                    </a:cubicBezTo>
                    <a:cubicBezTo>
                      <a:pt x="11656" y="10672"/>
                      <a:pt x="11656" y="10472"/>
                      <a:pt x="11656" y="10271"/>
                    </a:cubicBezTo>
                    <a:lnTo>
                      <a:pt x="11656" y="10171"/>
                    </a:lnTo>
                    <a:cubicBezTo>
                      <a:pt x="11656" y="10138"/>
                      <a:pt x="11656" y="10105"/>
                      <a:pt x="11623" y="10071"/>
                    </a:cubicBezTo>
                    <a:cubicBezTo>
                      <a:pt x="11623" y="9838"/>
                      <a:pt x="11589" y="9638"/>
                      <a:pt x="11589" y="9404"/>
                    </a:cubicBezTo>
                    <a:cubicBezTo>
                      <a:pt x="11489" y="8170"/>
                      <a:pt x="11356" y="6902"/>
                      <a:pt x="11256" y="5668"/>
                    </a:cubicBezTo>
                    <a:cubicBezTo>
                      <a:pt x="11222" y="4667"/>
                      <a:pt x="11089" y="3667"/>
                      <a:pt x="10889" y="2666"/>
                    </a:cubicBezTo>
                    <a:cubicBezTo>
                      <a:pt x="10789" y="2332"/>
                      <a:pt x="10689" y="1865"/>
                      <a:pt x="10322" y="1699"/>
                    </a:cubicBezTo>
                    <a:cubicBezTo>
                      <a:pt x="10122" y="1599"/>
                      <a:pt x="9921" y="1565"/>
                      <a:pt x="9721" y="1498"/>
                    </a:cubicBezTo>
                    <a:cubicBezTo>
                      <a:pt x="9521" y="1432"/>
                      <a:pt x="9354" y="1298"/>
                      <a:pt x="9254" y="1165"/>
                    </a:cubicBezTo>
                    <a:cubicBezTo>
                      <a:pt x="8936" y="846"/>
                      <a:pt x="8442" y="0"/>
                      <a:pt x="79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6"/>
              <p:cNvSpPr/>
              <p:nvPr/>
            </p:nvSpPr>
            <p:spPr>
              <a:xfrm>
                <a:off x="4892712" y="1912743"/>
                <a:ext cx="119323" cy="346424"/>
              </a:xfrm>
              <a:custGeom>
                <a:avLst/>
                <a:gdLst/>
                <a:ahLst/>
                <a:cxnLst/>
                <a:rect l="l" t="t" r="r" b="b"/>
                <a:pathLst>
                  <a:path w="4537" h="13172" extrusionOk="0">
                    <a:moveTo>
                      <a:pt x="184" y="1"/>
                    </a:moveTo>
                    <a:cubicBezTo>
                      <a:pt x="80" y="1"/>
                      <a:pt x="0" y="68"/>
                      <a:pt x="0" y="262"/>
                    </a:cubicBezTo>
                    <a:cubicBezTo>
                      <a:pt x="100" y="629"/>
                      <a:pt x="334" y="996"/>
                      <a:pt x="634" y="1196"/>
                    </a:cubicBezTo>
                    <a:cubicBezTo>
                      <a:pt x="1001" y="1463"/>
                      <a:pt x="1334" y="1763"/>
                      <a:pt x="1668" y="2096"/>
                    </a:cubicBezTo>
                    <a:cubicBezTo>
                      <a:pt x="1868" y="2530"/>
                      <a:pt x="2068" y="2930"/>
                      <a:pt x="2302" y="3364"/>
                    </a:cubicBezTo>
                    <a:cubicBezTo>
                      <a:pt x="2802" y="4398"/>
                      <a:pt x="3236" y="5499"/>
                      <a:pt x="3603" y="6600"/>
                    </a:cubicBezTo>
                    <a:cubicBezTo>
                      <a:pt x="4303" y="8735"/>
                      <a:pt x="4537" y="10970"/>
                      <a:pt x="4270" y="13171"/>
                    </a:cubicBezTo>
                    <a:cubicBezTo>
                      <a:pt x="4470" y="11803"/>
                      <a:pt x="4470" y="10402"/>
                      <a:pt x="4270" y="9068"/>
                    </a:cubicBezTo>
                    <a:cubicBezTo>
                      <a:pt x="3836" y="6433"/>
                      <a:pt x="2902" y="3898"/>
                      <a:pt x="1568" y="1596"/>
                    </a:cubicBezTo>
                    <a:cubicBezTo>
                      <a:pt x="1301" y="1096"/>
                      <a:pt x="968" y="595"/>
                      <a:pt x="567" y="195"/>
                    </a:cubicBezTo>
                    <a:cubicBezTo>
                      <a:pt x="475" y="103"/>
                      <a:pt x="312" y="1"/>
                      <a:pt x="1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6"/>
              <p:cNvSpPr/>
              <p:nvPr/>
            </p:nvSpPr>
            <p:spPr>
              <a:xfrm>
                <a:off x="4694910" y="2068965"/>
                <a:ext cx="303107" cy="205982"/>
              </a:xfrm>
              <a:custGeom>
                <a:avLst/>
                <a:gdLst/>
                <a:ahLst/>
                <a:cxnLst/>
                <a:rect l="l" t="t" r="r" b="b"/>
                <a:pathLst>
                  <a:path w="11525" h="7832" extrusionOk="0">
                    <a:moveTo>
                      <a:pt x="250" y="1"/>
                    </a:moveTo>
                    <a:cubicBezTo>
                      <a:pt x="0" y="1"/>
                      <a:pt x="62" y="352"/>
                      <a:pt x="149" y="526"/>
                    </a:cubicBezTo>
                    <a:cubicBezTo>
                      <a:pt x="449" y="1027"/>
                      <a:pt x="816" y="1494"/>
                      <a:pt x="1217" y="1861"/>
                    </a:cubicBezTo>
                    <a:cubicBezTo>
                      <a:pt x="3018" y="3829"/>
                      <a:pt x="5186" y="5463"/>
                      <a:pt x="7555" y="6631"/>
                    </a:cubicBezTo>
                    <a:cubicBezTo>
                      <a:pt x="8822" y="7231"/>
                      <a:pt x="10156" y="7631"/>
                      <a:pt x="11524" y="7832"/>
                    </a:cubicBezTo>
                    <a:cubicBezTo>
                      <a:pt x="9322" y="7431"/>
                      <a:pt x="7254" y="6564"/>
                      <a:pt x="5420" y="5296"/>
                    </a:cubicBezTo>
                    <a:cubicBezTo>
                      <a:pt x="4452" y="4629"/>
                      <a:pt x="3552" y="3895"/>
                      <a:pt x="2684" y="3128"/>
                    </a:cubicBezTo>
                    <a:cubicBezTo>
                      <a:pt x="2351" y="2795"/>
                      <a:pt x="2017" y="2494"/>
                      <a:pt x="1684" y="2161"/>
                    </a:cubicBezTo>
                    <a:cubicBezTo>
                      <a:pt x="1450" y="1761"/>
                      <a:pt x="1250" y="1327"/>
                      <a:pt x="1117" y="893"/>
                    </a:cubicBezTo>
                    <a:cubicBezTo>
                      <a:pt x="983" y="593"/>
                      <a:pt x="750" y="159"/>
                      <a:pt x="383" y="26"/>
                    </a:cubicBezTo>
                    <a:cubicBezTo>
                      <a:pt x="331" y="9"/>
                      <a:pt x="287" y="1"/>
                      <a:pt x="2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6"/>
              <p:cNvSpPr/>
              <p:nvPr/>
            </p:nvSpPr>
            <p:spPr>
              <a:xfrm>
                <a:off x="4760239" y="1950799"/>
                <a:ext cx="244774" cy="294323"/>
              </a:xfrm>
              <a:custGeom>
                <a:avLst/>
                <a:gdLst/>
                <a:ahLst/>
                <a:cxnLst/>
                <a:rect l="l" t="t" r="r" b="b"/>
                <a:pathLst>
                  <a:path w="9307" h="11191" extrusionOk="0">
                    <a:moveTo>
                      <a:pt x="545" y="0"/>
                    </a:moveTo>
                    <a:cubicBezTo>
                      <a:pt x="497" y="0"/>
                      <a:pt x="449" y="15"/>
                      <a:pt x="401" y="49"/>
                    </a:cubicBezTo>
                    <a:cubicBezTo>
                      <a:pt x="0" y="349"/>
                      <a:pt x="1501" y="2251"/>
                      <a:pt x="2202" y="3185"/>
                    </a:cubicBezTo>
                    <a:cubicBezTo>
                      <a:pt x="2902" y="4152"/>
                      <a:pt x="3636" y="5086"/>
                      <a:pt x="4403" y="5987"/>
                    </a:cubicBezTo>
                    <a:cubicBezTo>
                      <a:pt x="5938" y="7821"/>
                      <a:pt x="7572" y="9556"/>
                      <a:pt x="9274" y="11190"/>
                    </a:cubicBezTo>
                    <a:cubicBezTo>
                      <a:pt x="9274" y="11190"/>
                      <a:pt x="9307" y="11190"/>
                      <a:pt x="9274" y="11157"/>
                    </a:cubicBezTo>
                    <a:cubicBezTo>
                      <a:pt x="7606" y="9489"/>
                      <a:pt x="6038" y="7721"/>
                      <a:pt x="4537" y="5920"/>
                    </a:cubicBezTo>
                    <a:cubicBezTo>
                      <a:pt x="3770" y="5019"/>
                      <a:pt x="3036" y="4085"/>
                      <a:pt x="2335" y="3151"/>
                    </a:cubicBezTo>
                    <a:cubicBezTo>
                      <a:pt x="2202" y="2951"/>
                      <a:pt x="2035" y="2751"/>
                      <a:pt x="1902" y="2551"/>
                    </a:cubicBezTo>
                    <a:cubicBezTo>
                      <a:pt x="1668" y="1950"/>
                      <a:pt x="1501" y="1350"/>
                      <a:pt x="1201" y="750"/>
                    </a:cubicBezTo>
                    <a:cubicBezTo>
                      <a:pt x="1087" y="521"/>
                      <a:pt x="826" y="0"/>
                      <a:pt x="5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6"/>
              <p:cNvSpPr/>
              <p:nvPr/>
            </p:nvSpPr>
            <p:spPr>
              <a:xfrm>
                <a:off x="4727785" y="1988908"/>
                <a:ext cx="377247" cy="346608"/>
              </a:xfrm>
              <a:custGeom>
                <a:avLst/>
                <a:gdLst/>
                <a:ahLst/>
                <a:cxnLst/>
                <a:rect l="l" t="t" r="r" b="b"/>
                <a:pathLst>
                  <a:path w="14344" h="13179" extrusionOk="0">
                    <a:moveTo>
                      <a:pt x="11379" y="1"/>
                    </a:moveTo>
                    <a:cubicBezTo>
                      <a:pt x="11215" y="1"/>
                      <a:pt x="11051" y="96"/>
                      <a:pt x="10975" y="268"/>
                    </a:cubicBezTo>
                    <a:cubicBezTo>
                      <a:pt x="10808" y="735"/>
                      <a:pt x="10774" y="1202"/>
                      <a:pt x="10808" y="1702"/>
                    </a:cubicBezTo>
                    <a:cubicBezTo>
                      <a:pt x="10808" y="2006"/>
                      <a:pt x="10752" y="2449"/>
                      <a:pt x="10389" y="2449"/>
                    </a:cubicBezTo>
                    <a:cubicBezTo>
                      <a:pt x="10353" y="2449"/>
                      <a:pt x="10315" y="2445"/>
                      <a:pt x="10274" y="2436"/>
                    </a:cubicBezTo>
                    <a:cubicBezTo>
                      <a:pt x="10107" y="2403"/>
                      <a:pt x="9940" y="2269"/>
                      <a:pt x="9740" y="2236"/>
                    </a:cubicBezTo>
                    <a:cubicBezTo>
                      <a:pt x="9693" y="2227"/>
                      <a:pt x="9646" y="2223"/>
                      <a:pt x="9600" y="2223"/>
                    </a:cubicBezTo>
                    <a:cubicBezTo>
                      <a:pt x="9291" y="2223"/>
                      <a:pt x="9027" y="2413"/>
                      <a:pt x="8940" y="2703"/>
                    </a:cubicBezTo>
                    <a:cubicBezTo>
                      <a:pt x="8740" y="3203"/>
                      <a:pt x="8906" y="3804"/>
                      <a:pt x="9006" y="4271"/>
                    </a:cubicBezTo>
                    <a:cubicBezTo>
                      <a:pt x="9140" y="4905"/>
                      <a:pt x="9307" y="5505"/>
                      <a:pt x="9540" y="6105"/>
                    </a:cubicBezTo>
                    <a:cubicBezTo>
                      <a:pt x="9940" y="7240"/>
                      <a:pt x="10874" y="9408"/>
                      <a:pt x="11341" y="10542"/>
                    </a:cubicBezTo>
                    <a:cubicBezTo>
                      <a:pt x="11353" y="10569"/>
                      <a:pt x="11359" y="10582"/>
                      <a:pt x="11359" y="10582"/>
                    </a:cubicBezTo>
                    <a:cubicBezTo>
                      <a:pt x="11351" y="10582"/>
                      <a:pt x="8657" y="4747"/>
                      <a:pt x="7605" y="3537"/>
                    </a:cubicBezTo>
                    <a:cubicBezTo>
                      <a:pt x="7305" y="3270"/>
                      <a:pt x="6972" y="3137"/>
                      <a:pt x="6571" y="3137"/>
                    </a:cubicBezTo>
                    <a:cubicBezTo>
                      <a:pt x="6338" y="3137"/>
                      <a:pt x="6104" y="3203"/>
                      <a:pt x="5871" y="3203"/>
                    </a:cubicBezTo>
                    <a:cubicBezTo>
                      <a:pt x="5637" y="3203"/>
                      <a:pt x="5371" y="3137"/>
                      <a:pt x="5170" y="3003"/>
                    </a:cubicBezTo>
                    <a:cubicBezTo>
                      <a:pt x="4874" y="2872"/>
                      <a:pt x="4473" y="2732"/>
                      <a:pt x="4122" y="2732"/>
                    </a:cubicBezTo>
                    <a:cubicBezTo>
                      <a:pt x="3761" y="2732"/>
                      <a:pt x="3454" y="2880"/>
                      <a:pt x="3369" y="3337"/>
                    </a:cubicBezTo>
                    <a:cubicBezTo>
                      <a:pt x="3302" y="3770"/>
                      <a:pt x="3503" y="4204"/>
                      <a:pt x="3503" y="4604"/>
                    </a:cubicBezTo>
                    <a:cubicBezTo>
                      <a:pt x="3436" y="5005"/>
                      <a:pt x="3302" y="5372"/>
                      <a:pt x="3102" y="5739"/>
                    </a:cubicBezTo>
                    <a:cubicBezTo>
                      <a:pt x="2769" y="6606"/>
                      <a:pt x="3603" y="7406"/>
                      <a:pt x="4170" y="7973"/>
                    </a:cubicBezTo>
                    <a:cubicBezTo>
                      <a:pt x="4904" y="8707"/>
                      <a:pt x="5671" y="9374"/>
                      <a:pt x="6505" y="9975"/>
                    </a:cubicBezTo>
                    <a:cubicBezTo>
                      <a:pt x="7038" y="10342"/>
                      <a:pt x="9006" y="11643"/>
                      <a:pt x="9540" y="11976"/>
                    </a:cubicBezTo>
                    <a:cubicBezTo>
                      <a:pt x="8873" y="11643"/>
                      <a:pt x="6738" y="10308"/>
                      <a:pt x="6071" y="9908"/>
                    </a:cubicBezTo>
                    <a:cubicBezTo>
                      <a:pt x="5637" y="9675"/>
                      <a:pt x="5204" y="9408"/>
                      <a:pt x="4770" y="9141"/>
                    </a:cubicBezTo>
                    <a:cubicBezTo>
                      <a:pt x="4336" y="8841"/>
                      <a:pt x="4003" y="8574"/>
                      <a:pt x="3603" y="8374"/>
                    </a:cubicBezTo>
                    <a:cubicBezTo>
                      <a:pt x="3325" y="8235"/>
                      <a:pt x="3023" y="8165"/>
                      <a:pt x="2718" y="8165"/>
                    </a:cubicBezTo>
                    <a:cubicBezTo>
                      <a:pt x="2657" y="8165"/>
                      <a:pt x="2596" y="8168"/>
                      <a:pt x="2535" y="8174"/>
                    </a:cubicBezTo>
                    <a:cubicBezTo>
                      <a:pt x="2035" y="8107"/>
                      <a:pt x="1534" y="8040"/>
                      <a:pt x="1067" y="7907"/>
                    </a:cubicBezTo>
                    <a:cubicBezTo>
                      <a:pt x="911" y="7868"/>
                      <a:pt x="685" y="7794"/>
                      <a:pt x="484" y="7794"/>
                    </a:cubicBezTo>
                    <a:cubicBezTo>
                      <a:pt x="344" y="7794"/>
                      <a:pt x="216" y="7830"/>
                      <a:pt x="133" y="7940"/>
                    </a:cubicBezTo>
                    <a:cubicBezTo>
                      <a:pt x="0" y="8107"/>
                      <a:pt x="100" y="8407"/>
                      <a:pt x="234" y="8607"/>
                    </a:cubicBezTo>
                    <a:cubicBezTo>
                      <a:pt x="667" y="9308"/>
                      <a:pt x="1234" y="9908"/>
                      <a:pt x="1901" y="10409"/>
                    </a:cubicBezTo>
                    <a:cubicBezTo>
                      <a:pt x="3336" y="11476"/>
                      <a:pt x="4970" y="12243"/>
                      <a:pt x="6671" y="12677"/>
                    </a:cubicBezTo>
                    <a:cubicBezTo>
                      <a:pt x="7775" y="13008"/>
                      <a:pt x="8909" y="13178"/>
                      <a:pt x="10042" y="13178"/>
                    </a:cubicBezTo>
                    <a:cubicBezTo>
                      <a:pt x="10621" y="13178"/>
                      <a:pt x="11200" y="13134"/>
                      <a:pt x="11775" y="13044"/>
                    </a:cubicBezTo>
                    <a:lnTo>
                      <a:pt x="11875" y="13044"/>
                    </a:lnTo>
                    <a:cubicBezTo>
                      <a:pt x="11909" y="13044"/>
                      <a:pt x="11942" y="13044"/>
                      <a:pt x="12009" y="13010"/>
                    </a:cubicBezTo>
                    <a:cubicBezTo>
                      <a:pt x="12009" y="13010"/>
                      <a:pt x="12142" y="12977"/>
                      <a:pt x="12109" y="12977"/>
                    </a:cubicBezTo>
                    <a:cubicBezTo>
                      <a:pt x="12175" y="12877"/>
                      <a:pt x="12275" y="12777"/>
                      <a:pt x="12342" y="12677"/>
                    </a:cubicBezTo>
                    <a:cubicBezTo>
                      <a:pt x="12642" y="12343"/>
                      <a:pt x="12909" y="11976"/>
                      <a:pt x="13176" y="11609"/>
                    </a:cubicBezTo>
                    <a:cubicBezTo>
                      <a:pt x="13410" y="11076"/>
                      <a:pt x="13576" y="10542"/>
                      <a:pt x="13643" y="9975"/>
                    </a:cubicBezTo>
                    <a:cubicBezTo>
                      <a:pt x="13843" y="8674"/>
                      <a:pt x="13643" y="7373"/>
                      <a:pt x="13810" y="6072"/>
                    </a:cubicBezTo>
                    <a:cubicBezTo>
                      <a:pt x="13910" y="4971"/>
                      <a:pt x="14344" y="3871"/>
                      <a:pt x="14310" y="2736"/>
                    </a:cubicBezTo>
                    <a:cubicBezTo>
                      <a:pt x="14310" y="2520"/>
                      <a:pt x="14282" y="2162"/>
                      <a:pt x="13987" y="2162"/>
                    </a:cubicBezTo>
                    <a:cubicBezTo>
                      <a:pt x="13963" y="2162"/>
                      <a:pt x="13938" y="2164"/>
                      <a:pt x="13910" y="2169"/>
                    </a:cubicBezTo>
                    <a:cubicBezTo>
                      <a:pt x="13476" y="2236"/>
                      <a:pt x="13410" y="2870"/>
                      <a:pt x="13109" y="3137"/>
                    </a:cubicBezTo>
                    <a:cubicBezTo>
                      <a:pt x="13109" y="3176"/>
                      <a:pt x="13086" y="3192"/>
                      <a:pt x="13054" y="3192"/>
                    </a:cubicBezTo>
                    <a:cubicBezTo>
                      <a:pt x="13031" y="3192"/>
                      <a:pt x="13004" y="3184"/>
                      <a:pt x="12976" y="3170"/>
                    </a:cubicBezTo>
                    <a:cubicBezTo>
                      <a:pt x="12941" y="3194"/>
                      <a:pt x="12909" y="3205"/>
                      <a:pt x="12882" y="3205"/>
                    </a:cubicBezTo>
                    <a:cubicBezTo>
                      <a:pt x="12833" y="3205"/>
                      <a:pt x="12797" y="3168"/>
                      <a:pt x="12776" y="3103"/>
                    </a:cubicBezTo>
                    <a:cubicBezTo>
                      <a:pt x="12742" y="3037"/>
                      <a:pt x="12709" y="2970"/>
                      <a:pt x="12676" y="2870"/>
                    </a:cubicBezTo>
                    <a:cubicBezTo>
                      <a:pt x="12609" y="2736"/>
                      <a:pt x="12542" y="2570"/>
                      <a:pt x="12509" y="2436"/>
                    </a:cubicBezTo>
                    <a:cubicBezTo>
                      <a:pt x="12409" y="2136"/>
                      <a:pt x="12342" y="1869"/>
                      <a:pt x="12275" y="1602"/>
                    </a:cubicBezTo>
                    <a:cubicBezTo>
                      <a:pt x="12175" y="1068"/>
                      <a:pt x="12009" y="601"/>
                      <a:pt x="11708" y="168"/>
                    </a:cubicBezTo>
                    <a:cubicBezTo>
                      <a:pt x="11623" y="54"/>
                      <a:pt x="11501" y="1"/>
                      <a:pt x="11379" y="1"/>
                    </a:cubicBezTo>
                    <a:close/>
                  </a:path>
                </a:pathLst>
              </a:custGeom>
              <a:solidFill>
                <a:srgbClr val="757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6"/>
              <p:cNvSpPr/>
              <p:nvPr/>
            </p:nvSpPr>
            <p:spPr>
              <a:xfrm>
                <a:off x="4727785" y="1988908"/>
                <a:ext cx="377247" cy="346608"/>
              </a:xfrm>
              <a:custGeom>
                <a:avLst/>
                <a:gdLst/>
                <a:ahLst/>
                <a:cxnLst/>
                <a:rect l="l" t="t" r="r" b="b"/>
                <a:pathLst>
                  <a:path w="14344" h="13179" extrusionOk="0">
                    <a:moveTo>
                      <a:pt x="11379" y="1"/>
                    </a:moveTo>
                    <a:cubicBezTo>
                      <a:pt x="11215" y="1"/>
                      <a:pt x="11051" y="96"/>
                      <a:pt x="10975" y="268"/>
                    </a:cubicBezTo>
                    <a:cubicBezTo>
                      <a:pt x="10808" y="735"/>
                      <a:pt x="10774" y="1202"/>
                      <a:pt x="10808" y="1702"/>
                    </a:cubicBezTo>
                    <a:cubicBezTo>
                      <a:pt x="10808" y="2006"/>
                      <a:pt x="10752" y="2449"/>
                      <a:pt x="10389" y="2449"/>
                    </a:cubicBezTo>
                    <a:cubicBezTo>
                      <a:pt x="10353" y="2449"/>
                      <a:pt x="10315" y="2445"/>
                      <a:pt x="10274" y="2436"/>
                    </a:cubicBezTo>
                    <a:cubicBezTo>
                      <a:pt x="10107" y="2403"/>
                      <a:pt x="9940" y="2269"/>
                      <a:pt x="9740" y="2236"/>
                    </a:cubicBezTo>
                    <a:cubicBezTo>
                      <a:pt x="9693" y="2227"/>
                      <a:pt x="9646" y="2223"/>
                      <a:pt x="9600" y="2223"/>
                    </a:cubicBezTo>
                    <a:cubicBezTo>
                      <a:pt x="9291" y="2223"/>
                      <a:pt x="9027" y="2413"/>
                      <a:pt x="8940" y="2703"/>
                    </a:cubicBezTo>
                    <a:cubicBezTo>
                      <a:pt x="8740" y="3203"/>
                      <a:pt x="8906" y="3804"/>
                      <a:pt x="9006" y="4271"/>
                    </a:cubicBezTo>
                    <a:cubicBezTo>
                      <a:pt x="9140" y="4905"/>
                      <a:pt x="9307" y="5505"/>
                      <a:pt x="9540" y="6105"/>
                    </a:cubicBezTo>
                    <a:cubicBezTo>
                      <a:pt x="9940" y="7240"/>
                      <a:pt x="10874" y="9408"/>
                      <a:pt x="11341" y="10542"/>
                    </a:cubicBezTo>
                    <a:cubicBezTo>
                      <a:pt x="11353" y="10569"/>
                      <a:pt x="11359" y="10582"/>
                      <a:pt x="11359" y="10582"/>
                    </a:cubicBezTo>
                    <a:cubicBezTo>
                      <a:pt x="11351" y="10582"/>
                      <a:pt x="8657" y="4747"/>
                      <a:pt x="7605" y="3537"/>
                    </a:cubicBezTo>
                    <a:cubicBezTo>
                      <a:pt x="7305" y="3270"/>
                      <a:pt x="6972" y="3137"/>
                      <a:pt x="6571" y="3137"/>
                    </a:cubicBezTo>
                    <a:cubicBezTo>
                      <a:pt x="6338" y="3137"/>
                      <a:pt x="6104" y="3203"/>
                      <a:pt x="5871" y="3203"/>
                    </a:cubicBezTo>
                    <a:cubicBezTo>
                      <a:pt x="5637" y="3203"/>
                      <a:pt x="5371" y="3137"/>
                      <a:pt x="5170" y="3003"/>
                    </a:cubicBezTo>
                    <a:cubicBezTo>
                      <a:pt x="4874" y="2872"/>
                      <a:pt x="4473" y="2732"/>
                      <a:pt x="4122" y="2732"/>
                    </a:cubicBezTo>
                    <a:cubicBezTo>
                      <a:pt x="3761" y="2732"/>
                      <a:pt x="3454" y="2880"/>
                      <a:pt x="3369" y="3337"/>
                    </a:cubicBezTo>
                    <a:cubicBezTo>
                      <a:pt x="3302" y="3770"/>
                      <a:pt x="3503" y="4204"/>
                      <a:pt x="3503" y="4604"/>
                    </a:cubicBezTo>
                    <a:cubicBezTo>
                      <a:pt x="3436" y="5005"/>
                      <a:pt x="3302" y="5372"/>
                      <a:pt x="3102" y="5739"/>
                    </a:cubicBezTo>
                    <a:cubicBezTo>
                      <a:pt x="2769" y="6606"/>
                      <a:pt x="3603" y="7406"/>
                      <a:pt x="4170" y="7973"/>
                    </a:cubicBezTo>
                    <a:cubicBezTo>
                      <a:pt x="4904" y="8707"/>
                      <a:pt x="5671" y="9374"/>
                      <a:pt x="6505" y="9975"/>
                    </a:cubicBezTo>
                    <a:cubicBezTo>
                      <a:pt x="7038" y="10342"/>
                      <a:pt x="9006" y="11643"/>
                      <a:pt x="9540" y="11976"/>
                    </a:cubicBezTo>
                    <a:cubicBezTo>
                      <a:pt x="8873" y="11643"/>
                      <a:pt x="6738" y="10308"/>
                      <a:pt x="6071" y="9908"/>
                    </a:cubicBezTo>
                    <a:cubicBezTo>
                      <a:pt x="5637" y="9675"/>
                      <a:pt x="5204" y="9408"/>
                      <a:pt x="4770" y="9141"/>
                    </a:cubicBezTo>
                    <a:cubicBezTo>
                      <a:pt x="4336" y="8841"/>
                      <a:pt x="4003" y="8574"/>
                      <a:pt x="3603" y="8374"/>
                    </a:cubicBezTo>
                    <a:cubicBezTo>
                      <a:pt x="3325" y="8235"/>
                      <a:pt x="3023" y="8165"/>
                      <a:pt x="2718" y="8165"/>
                    </a:cubicBezTo>
                    <a:cubicBezTo>
                      <a:pt x="2657" y="8165"/>
                      <a:pt x="2596" y="8168"/>
                      <a:pt x="2535" y="8174"/>
                    </a:cubicBezTo>
                    <a:cubicBezTo>
                      <a:pt x="2035" y="8107"/>
                      <a:pt x="1534" y="8040"/>
                      <a:pt x="1067" y="7907"/>
                    </a:cubicBezTo>
                    <a:cubicBezTo>
                      <a:pt x="911" y="7868"/>
                      <a:pt x="685" y="7794"/>
                      <a:pt x="484" y="7794"/>
                    </a:cubicBezTo>
                    <a:cubicBezTo>
                      <a:pt x="344" y="7794"/>
                      <a:pt x="216" y="7830"/>
                      <a:pt x="133" y="7940"/>
                    </a:cubicBezTo>
                    <a:cubicBezTo>
                      <a:pt x="0" y="8107"/>
                      <a:pt x="100" y="8407"/>
                      <a:pt x="234" y="8607"/>
                    </a:cubicBezTo>
                    <a:cubicBezTo>
                      <a:pt x="667" y="9308"/>
                      <a:pt x="1234" y="9908"/>
                      <a:pt x="1901" y="10409"/>
                    </a:cubicBezTo>
                    <a:cubicBezTo>
                      <a:pt x="3336" y="11476"/>
                      <a:pt x="4970" y="12243"/>
                      <a:pt x="6671" y="12677"/>
                    </a:cubicBezTo>
                    <a:cubicBezTo>
                      <a:pt x="7775" y="13008"/>
                      <a:pt x="8909" y="13178"/>
                      <a:pt x="10042" y="13178"/>
                    </a:cubicBezTo>
                    <a:cubicBezTo>
                      <a:pt x="10621" y="13178"/>
                      <a:pt x="11200" y="13134"/>
                      <a:pt x="11775" y="13044"/>
                    </a:cubicBezTo>
                    <a:lnTo>
                      <a:pt x="11875" y="13044"/>
                    </a:lnTo>
                    <a:cubicBezTo>
                      <a:pt x="11909" y="13044"/>
                      <a:pt x="11942" y="13044"/>
                      <a:pt x="12009" y="13010"/>
                    </a:cubicBezTo>
                    <a:cubicBezTo>
                      <a:pt x="12009" y="13010"/>
                      <a:pt x="12142" y="12977"/>
                      <a:pt x="12109" y="12977"/>
                    </a:cubicBezTo>
                    <a:cubicBezTo>
                      <a:pt x="12175" y="12877"/>
                      <a:pt x="12275" y="12777"/>
                      <a:pt x="12342" y="12677"/>
                    </a:cubicBezTo>
                    <a:cubicBezTo>
                      <a:pt x="12642" y="12343"/>
                      <a:pt x="12909" y="11976"/>
                      <a:pt x="13176" y="11609"/>
                    </a:cubicBezTo>
                    <a:cubicBezTo>
                      <a:pt x="13410" y="11076"/>
                      <a:pt x="13576" y="10542"/>
                      <a:pt x="13643" y="9975"/>
                    </a:cubicBezTo>
                    <a:cubicBezTo>
                      <a:pt x="13843" y="8674"/>
                      <a:pt x="13643" y="7373"/>
                      <a:pt x="13810" y="6072"/>
                    </a:cubicBezTo>
                    <a:cubicBezTo>
                      <a:pt x="13910" y="4971"/>
                      <a:pt x="14344" y="3871"/>
                      <a:pt x="14310" y="2736"/>
                    </a:cubicBezTo>
                    <a:cubicBezTo>
                      <a:pt x="14310" y="2520"/>
                      <a:pt x="14282" y="2162"/>
                      <a:pt x="13987" y="2162"/>
                    </a:cubicBezTo>
                    <a:cubicBezTo>
                      <a:pt x="13963" y="2162"/>
                      <a:pt x="13938" y="2164"/>
                      <a:pt x="13910" y="2169"/>
                    </a:cubicBezTo>
                    <a:cubicBezTo>
                      <a:pt x="13476" y="2236"/>
                      <a:pt x="13410" y="2870"/>
                      <a:pt x="13109" y="3137"/>
                    </a:cubicBezTo>
                    <a:cubicBezTo>
                      <a:pt x="13109" y="3176"/>
                      <a:pt x="13086" y="3192"/>
                      <a:pt x="13054" y="3192"/>
                    </a:cubicBezTo>
                    <a:cubicBezTo>
                      <a:pt x="13031" y="3192"/>
                      <a:pt x="13004" y="3184"/>
                      <a:pt x="12976" y="3170"/>
                    </a:cubicBezTo>
                    <a:cubicBezTo>
                      <a:pt x="12941" y="3194"/>
                      <a:pt x="12909" y="3205"/>
                      <a:pt x="12882" y="3205"/>
                    </a:cubicBezTo>
                    <a:cubicBezTo>
                      <a:pt x="12833" y="3205"/>
                      <a:pt x="12797" y="3168"/>
                      <a:pt x="12776" y="3103"/>
                    </a:cubicBezTo>
                    <a:cubicBezTo>
                      <a:pt x="12742" y="3037"/>
                      <a:pt x="12709" y="2970"/>
                      <a:pt x="12676" y="2870"/>
                    </a:cubicBezTo>
                    <a:cubicBezTo>
                      <a:pt x="12609" y="2736"/>
                      <a:pt x="12542" y="2570"/>
                      <a:pt x="12509" y="2436"/>
                    </a:cubicBezTo>
                    <a:cubicBezTo>
                      <a:pt x="12409" y="2136"/>
                      <a:pt x="12342" y="1869"/>
                      <a:pt x="12275" y="1602"/>
                    </a:cubicBezTo>
                    <a:cubicBezTo>
                      <a:pt x="12175" y="1068"/>
                      <a:pt x="12009" y="601"/>
                      <a:pt x="11708" y="168"/>
                    </a:cubicBezTo>
                    <a:cubicBezTo>
                      <a:pt x="11623" y="54"/>
                      <a:pt x="11501" y="1"/>
                      <a:pt x="113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6"/>
              <p:cNvSpPr/>
              <p:nvPr/>
            </p:nvSpPr>
            <p:spPr>
              <a:xfrm>
                <a:off x="4819020" y="2123143"/>
                <a:ext cx="255320" cy="209716"/>
              </a:xfrm>
              <a:custGeom>
                <a:avLst/>
                <a:gdLst/>
                <a:ahLst/>
                <a:cxnLst/>
                <a:rect l="l" t="t" r="r" b="b"/>
                <a:pathLst>
                  <a:path w="9708" h="7974" extrusionOk="0">
                    <a:moveTo>
                      <a:pt x="9374" y="1"/>
                    </a:moveTo>
                    <a:cubicBezTo>
                      <a:pt x="9340" y="701"/>
                      <a:pt x="9307" y="1435"/>
                      <a:pt x="9340" y="2136"/>
                    </a:cubicBezTo>
                    <a:cubicBezTo>
                      <a:pt x="9374" y="2836"/>
                      <a:pt x="9474" y="3503"/>
                      <a:pt x="9540" y="4204"/>
                    </a:cubicBezTo>
                    <a:cubicBezTo>
                      <a:pt x="9640" y="5471"/>
                      <a:pt x="9140" y="6539"/>
                      <a:pt x="8706" y="7673"/>
                    </a:cubicBezTo>
                    <a:cubicBezTo>
                      <a:pt x="8940" y="6672"/>
                      <a:pt x="9007" y="5638"/>
                      <a:pt x="8907" y="4604"/>
                    </a:cubicBezTo>
                    <a:cubicBezTo>
                      <a:pt x="8740" y="3336"/>
                      <a:pt x="8506" y="2136"/>
                      <a:pt x="8139" y="935"/>
                    </a:cubicBezTo>
                    <a:cubicBezTo>
                      <a:pt x="8139" y="918"/>
                      <a:pt x="8131" y="910"/>
                      <a:pt x="8123" y="910"/>
                    </a:cubicBezTo>
                    <a:cubicBezTo>
                      <a:pt x="8114" y="910"/>
                      <a:pt x="8106" y="918"/>
                      <a:pt x="8106" y="935"/>
                    </a:cubicBezTo>
                    <a:cubicBezTo>
                      <a:pt x="8339" y="2136"/>
                      <a:pt x="8640" y="3370"/>
                      <a:pt x="8773" y="4571"/>
                    </a:cubicBezTo>
                    <a:cubicBezTo>
                      <a:pt x="8873" y="5638"/>
                      <a:pt x="8840" y="6706"/>
                      <a:pt x="8606" y="7740"/>
                    </a:cubicBezTo>
                    <a:cubicBezTo>
                      <a:pt x="7606" y="6539"/>
                      <a:pt x="6805" y="5171"/>
                      <a:pt x="5938" y="3870"/>
                    </a:cubicBezTo>
                    <a:cubicBezTo>
                      <a:pt x="5104" y="2603"/>
                      <a:pt x="4170" y="1402"/>
                      <a:pt x="3136" y="301"/>
                    </a:cubicBezTo>
                    <a:cubicBezTo>
                      <a:pt x="3136" y="301"/>
                      <a:pt x="3102" y="301"/>
                      <a:pt x="3102" y="334"/>
                    </a:cubicBezTo>
                    <a:cubicBezTo>
                      <a:pt x="4136" y="1535"/>
                      <a:pt x="5104" y="2803"/>
                      <a:pt x="5938" y="4137"/>
                    </a:cubicBezTo>
                    <a:cubicBezTo>
                      <a:pt x="6705" y="5405"/>
                      <a:pt x="7539" y="6605"/>
                      <a:pt x="8440" y="7740"/>
                    </a:cubicBezTo>
                    <a:cubicBezTo>
                      <a:pt x="7405" y="7039"/>
                      <a:pt x="6471" y="6239"/>
                      <a:pt x="5604" y="5338"/>
                    </a:cubicBezTo>
                    <a:cubicBezTo>
                      <a:pt x="4704" y="4371"/>
                      <a:pt x="3836" y="3336"/>
                      <a:pt x="3002" y="2336"/>
                    </a:cubicBezTo>
                    <a:lnTo>
                      <a:pt x="3002" y="2336"/>
                    </a:lnTo>
                    <a:cubicBezTo>
                      <a:pt x="3836" y="3403"/>
                      <a:pt x="4670" y="4504"/>
                      <a:pt x="5571" y="5505"/>
                    </a:cubicBezTo>
                    <a:cubicBezTo>
                      <a:pt x="6471" y="6439"/>
                      <a:pt x="7439" y="7239"/>
                      <a:pt x="8540" y="7873"/>
                    </a:cubicBezTo>
                    <a:cubicBezTo>
                      <a:pt x="5804" y="7773"/>
                      <a:pt x="3236" y="6272"/>
                      <a:pt x="934" y="4804"/>
                    </a:cubicBezTo>
                    <a:lnTo>
                      <a:pt x="934" y="4804"/>
                    </a:lnTo>
                    <a:cubicBezTo>
                      <a:pt x="2735" y="5972"/>
                      <a:pt x="4603" y="7173"/>
                      <a:pt x="6638" y="7673"/>
                    </a:cubicBezTo>
                    <a:cubicBezTo>
                      <a:pt x="5704" y="7573"/>
                      <a:pt x="4770" y="7406"/>
                      <a:pt x="3870" y="7139"/>
                    </a:cubicBezTo>
                    <a:cubicBezTo>
                      <a:pt x="2535" y="6739"/>
                      <a:pt x="1268" y="6172"/>
                      <a:pt x="67" y="5471"/>
                    </a:cubicBezTo>
                    <a:lnTo>
                      <a:pt x="0" y="5538"/>
                    </a:lnTo>
                    <a:cubicBezTo>
                      <a:pt x="2469" y="7039"/>
                      <a:pt x="5271" y="7873"/>
                      <a:pt x="8173" y="7973"/>
                    </a:cubicBezTo>
                    <a:lnTo>
                      <a:pt x="8406" y="7973"/>
                    </a:lnTo>
                    <a:cubicBezTo>
                      <a:pt x="8440" y="7940"/>
                      <a:pt x="8473" y="7940"/>
                      <a:pt x="8540" y="7906"/>
                    </a:cubicBezTo>
                    <a:cubicBezTo>
                      <a:pt x="8540" y="7906"/>
                      <a:pt x="8706" y="7906"/>
                      <a:pt x="8640" y="7873"/>
                    </a:cubicBezTo>
                    <a:cubicBezTo>
                      <a:pt x="8706" y="7773"/>
                      <a:pt x="8806" y="7673"/>
                      <a:pt x="8873" y="7606"/>
                    </a:cubicBezTo>
                    <a:cubicBezTo>
                      <a:pt x="9407" y="6605"/>
                      <a:pt x="9707" y="5505"/>
                      <a:pt x="9707" y="4371"/>
                    </a:cubicBezTo>
                    <a:cubicBezTo>
                      <a:pt x="9640" y="3637"/>
                      <a:pt x="9507" y="2936"/>
                      <a:pt x="9440" y="2202"/>
                    </a:cubicBezTo>
                    <a:cubicBezTo>
                      <a:pt x="9374" y="1468"/>
                      <a:pt x="9340" y="735"/>
                      <a:pt x="93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6"/>
              <p:cNvSpPr/>
              <p:nvPr/>
            </p:nvSpPr>
            <p:spPr>
              <a:xfrm>
                <a:off x="5026921" y="2065678"/>
                <a:ext cx="5286" cy="59044"/>
              </a:xfrm>
              <a:custGeom>
                <a:avLst/>
                <a:gdLst/>
                <a:ahLst/>
                <a:cxnLst/>
                <a:rect l="l" t="t" r="r" b="b"/>
                <a:pathLst>
                  <a:path w="201" h="2245" extrusionOk="0">
                    <a:moveTo>
                      <a:pt x="168" y="1"/>
                    </a:moveTo>
                    <a:cubicBezTo>
                      <a:pt x="151" y="1"/>
                      <a:pt x="134" y="17"/>
                      <a:pt x="134" y="51"/>
                    </a:cubicBezTo>
                    <a:cubicBezTo>
                      <a:pt x="1" y="751"/>
                      <a:pt x="1" y="1485"/>
                      <a:pt x="134" y="2219"/>
                    </a:cubicBezTo>
                    <a:cubicBezTo>
                      <a:pt x="134" y="2236"/>
                      <a:pt x="151" y="2244"/>
                      <a:pt x="168" y="2244"/>
                    </a:cubicBezTo>
                    <a:cubicBezTo>
                      <a:pt x="184" y="2244"/>
                      <a:pt x="201" y="2236"/>
                      <a:pt x="201" y="2219"/>
                    </a:cubicBezTo>
                    <a:cubicBezTo>
                      <a:pt x="168" y="1485"/>
                      <a:pt x="168" y="751"/>
                      <a:pt x="201" y="51"/>
                    </a:cubicBezTo>
                    <a:cubicBezTo>
                      <a:pt x="201" y="17"/>
                      <a:pt x="184" y="1"/>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6"/>
              <p:cNvSpPr/>
              <p:nvPr/>
            </p:nvSpPr>
            <p:spPr>
              <a:xfrm>
                <a:off x="4861994" y="2144209"/>
                <a:ext cx="14938" cy="14412"/>
              </a:xfrm>
              <a:custGeom>
                <a:avLst/>
                <a:gdLst/>
                <a:ahLst/>
                <a:cxnLst/>
                <a:rect l="l" t="t" r="r" b="b"/>
                <a:pathLst>
                  <a:path w="568" h="548" extrusionOk="0">
                    <a:moveTo>
                      <a:pt x="34" y="0"/>
                    </a:moveTo>
                    <a:cubicBezTo>
                      <a:pt x="1" y="0"/>
                      <a:pt x="1" y="0"/>
                      <a:pt x="1" y="34"/>
                    </a:cubicBezTo>
                    <a:cubicBezTo>
                      <a:pt x="167" y="234"/>
                      <a:pt x="334" y="401"/>
                      <a:pt x="534" y="534"/>
                    </a:cubicBezTo>
                    <a:cubicBezTo>
                      <a:pt x="544" y="544"/>
                      <a:pt x="551" y="548"/>
                      <a:pt x="556" y="548"/>
                    </a:cubicBezTo>
                    <a:cubicBezTo>
                      <a:pt x="568" y="548"/>
                      <a:pt x="568" y="524"/>
                      <a:pt x="568" y="501"/>
                    </a:cubicBezTo>
                    <a:cubicBezTo>
                      <a:pt x="401" y="301"/>
                      <a:pt x="234" y="167"/>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6"/>
              <p:cNvSpPr/>
              <p:nvPr/>
            </p:nvSpPr>
            <p:spPr>
              <a:xfrm>
                <a:off x="4819020" y="2236312"/>
                <a:ext cx="10204" cy="7285"/>
              </a:xfrm>
              <a:custGeom>
                <a:avLst/>
                <a:gdLst/>
                <a:ahLst/>
                <a:cxnLst/>
                <a:rect l="l" t="t" r="r" b="b"/>
                <a:pathLst>
                  <a:path w="388" h="277" extrusionOk="0">
                    <a:moveTo>
                      <a:pt x="67" y="1"/>
                    </a:moveTo>
                    <a:cubicBezTo>
                      <a:pt x="34" y="1"/>
                      <a:pt x="0" y="34"/>
                      <a:pt x="34" y="34"/>
                    </a:cubicBezTo>
                    <a:lnTo>
                      <a:pt x="300" y="268"/>
                    </a:lnTo>
                    <a:cubicBezTo>
                      <a:pt x="307" y="274"/>
                      <a:pt x="314" y="277"/>
                      <a:pt x="322" y="277"/>
                    </a:cubicBezTo>
                    <a:cubicBezTo>
                      <a:pt x="354" y="277"/>
                      <a:pt x="388" y="228"/>
                      <a:pt x="334" y="201"/>
                    </a:cubicBezTo>
                    <a:lnTo>
                      <a:pt x="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6"/>
              <p:cNvSpPr/>
              <p:nvPr/>
            </p:nvSpPr>
            <p:spPr>
              <a:xfrm>
                <a:off x="4964643" y="2262349"/>
                <a:ext cx="129869" cy="121243"/>
              </a:xfrm>
              <a:custGeom>
                <a:avLst/>
                <a:gdLst/>
                <a:ahLst/>
                <a:cxnLst/>
                <a:rect l="l" t="t" r="r" b="b"/>
                <a:pathLst>
                  <a:path w="4938" h="4610" extrusionOk="0">
                    <a:moveTo>
                      <a:pt x="1908" y="0"/>
                    </a:moveTo>
                    <a:cubicBezTo>
                      <a:pt x="1828" y="0"/>
                      <a:pt x="1746" y="23"/>
                      <a:pt x="1668" y="78"/>
                    </a:cubicBezTo>
                    <a:cubicBezTo>
                      <a:pt x="1468" y="245"/>
                      <a:pt x="1535" y="645"/>
                      <a:pt x="1635" y="912"/>
                    </a:cubicBezTo>
                    <a:cubicBezTo>
                      <a:pt x="1702" y="1179"/>
                      <a:pt x="1768" y="1346"/>
                      <a:pt x="1835" y="1513"/>
                    </a:cubicBezTo>
                    <a:cubicBezTo>
                      <a:pt x="1902" y="1679"/>
                      <a:pt x="2135" y="2080"/>
                      <a:pt x="1735" y="2113"/>
                    </a:cubicBezTo>
                    <a:cubicBezTo>
                      <a:pt x="1652" y="2105"/>
                      <a:pt x="1568" y="2101"/>
                      <a:pt x="1485" y="2101"/>
                    </a:cubicBezTo>
                    <a:cubicBezTo>
                      <a:pt x="1235" y="2101"/>
                      <a:pt x="984" y="2138"/>
                      <a:pt x="734" y="2213"/>
                    </a:cubicBezTo>
                    <a:cubicBezTo>
                      <a:pt x="0" y="2513"/>
                      <a:pt x="1435" y="3080"/>
                      <a:pt x="1702" y="3180"/>
                    </a:cubicBezTo>
                    <a:cubicBezTo>
                      <a:pt x="2569" y="3514"/>
                      <a:pt x="3570" y="3714"/>
                      <a:pt x="4103" y="4581"/>
                    </a:cubicBezTo>
                    <a:cubicBezTo>
                      <a:pt x="4113" y="4601"/>
                      <a:pt x="4129" y="4609"/>
                      <a:pt x="4146" y="4609"/>
                    </a:cubicBezTo>
                    <a:cubicBezTo>
                      <a:pt x="4187" y="4609"/>
                      <a:pt x="4237" y="4562"/>
                      <a:pt x="4237" y="4515"/>
                    </a:cubicBezTo>
                    <a:cubicBezTo>
                      <a:pt x="4103" y="3848"/>
                      <a:pt x="4937" y="345"/>
                      <a:pt x="4404" y="278"/>
                    </a:cubicBezTo>
                    <a:cubicBezTo>
                      <a:pt x="4394" y="276"/>
                      <a:pt x="4384" y="275"/>
                      <a:pt x="4375" y="275"/>
                    </a:cubicBezTo>
                    <a:cubicBezTo>
                      <a:pt x="4100" y="275"/>
                      <a:pt x="3902" y="1149"/>
                      <a:pt x="3481" y="1149"/>
                    </a:cubicBezTo>
                    <a:cubicBezTo>
                      <a:pt x="3466" y="1149"/>
                      <a:pt x="3451" y="1148"/>
                      <a:pt x="3436" y="1146"/>
                    </a:cubicBezTo>
                    <a:cubicBezTo>
                      <a:pt x="3269" y="1112"/>
                      <a:pt x="3036" y="812"/>
                      <a:pt x="2903" y="679"/>
                    </a:cubicBezTo>
                    <a:cubicBezTo>
                      <a:pt x="2702" y="479"/>
                      <a:pt x="2536" y="345"/>
                      <a:pt x="2335" y="178"/>
                    </a:cubicBezTo>
                    <a:cubicBezTo>
                      <a:pt x="2224" y="89"/>
                      <a:pt x="2069" y="0"/>
                      <a:pt x="19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6"/>
              <p:cNvSpPr/>
              <p:nvPr/>
            </p:nvSpPr>
            <p:spPr>
              <a:xfrm>
                <a:off x="5039203" y="2307006"/>
                <a:ext cx="212346" cy="341663"/>
              </a:xfrm>
              <a:custGeom>
                <a:avLst/>
                <a:gdLst/>
                <a:ahLst/>
                <a:cxnLst/>
                <a:rect l="l" t="t" r="r" b="b"/>
                <a:pathLst>
                  <a:path w="8074" h="12991" extrusionOk="0">
                    <a:moveTo>
                      <a:pt x="39" y="1"/>
                    </a:moveTo>
                    <a:cubicBezTo>
                      <a:pt x="17" y="1"/>
                      <a:pt x="1" y="25"/>
                      <a:pt x="1" y="48"/>
                    </a:cubicBezTo>
                    <a:cubicBezTo>
                      <a:pt x="68" y="282"/>
                      <a:pt x="168" y="482"/>
                      <a:pt x="234" y="682"/>
                    </a:cubicBezTo>
                    <a:cubicBezTo>
                      <a:pt x="268" y="715"/>
                      <a:pt x="268" y="782"/>
                      <a:pt x="301" y="815"/>
                    </a:cubicBezTo>
                    <a:cubicBezTo>
                      <a:pt x="601" y="1549"/>
                      <a:pt x="935" y="2250"/>
                      <a:pt x="1302" y="2917"/>
                    </a:cubicBezTo>
                    <a:cubicBezTo>
                      <a:pt x="2469" y="5052"/>
                      <a:pt x="3837" y="7053"/>
                      <a:pt x="5171" y="9121"/>
                    </a:cubicBezTo>
                    <a:cubicBezTo>
                      <a:pt x="5571" y="9755"/>
                      <a:pt x="5938" y="10422"/>
                      <a:pt x="6305" y="11123"/>
                    </a:cubicBezTo>
                    <a:cubicBezTo>
                      <a:pt x="6405" y="11323"/>
                      <a:pt x="6505" y="11523"/>
                      <a:pt x="6606" y="11756"/>
                    </a:cubicBezTo>
                    <a:cubicBezTo>
                      <a:pt x="6772" y="12123"/>
                      <a:pt x="6939" y="12490"/>
                      <a:pt x="7106" y="12891"/>
                    </a:cubicBezTo>
                    <a:lnTo>
                      <a:pt x="7439" y="12891"/>
                    </a:lnTo>
                    <a:lnTo>
                      <a:pt x="8040" y="12991"/>
                    </a:lnTo>
                    <a:lnTo>
                      <a:pt x="8073" y="12991"/>
                    </a:lnTo>
                    <a:cubicBezTo>
                      <a:pt x="7740" y="12157"/>
                      <a:pt x="7373" y="11323"/>
                      <a:pt x="6939" y="10556"/>
                    </a:cubicBezTo>
                    <a:cubicBezTo>
                      <a:pt x="6339" y="9488"/>
                      <a:pt x="5672" y="8454"/>
                      <a:pt x="4938" y="7487"/>
                    </a:cubicBezTo>
                    <a:cubicBezTo>
                      <a:pt x="4871" y="7353"/>
                      <a:pt x="4771" y="7253"/>
                      <a:pt x="4704" y="7153"/>
                    </a:cubicBezTo>
                    <a:cubicBezTo>
                      <a:pt x="3570" y="5619"/>
                      <a:pt x="2369" y="4118"/>
                      <a:pt x="1368" y="2517"/>
                    </a:cubicBezTo>
                    <a:cubicBezTo>
                      <a:pt x="1002" y="1949"/>
                      <a:pt x="668" y="1349"/>
                      <a:pt x="401" y="715"/>
                    </a:cubicBezTo>
                    <a:cubicBezTo>
                      <a:pt x="368" y="682"/>
                      <a:pt x="334" y="615"/>
                      <a:pt x="334" y="615"/>
                    </a:cubicBezTo>
                    <a:cubicBezTo>
                      <a:pt x="301" y="582"/>
                      <a:pt x="268" y="515"/>
                      <a:pt x="268" y="482"/>
                    </a:cubicBezTo>
                    <a:cubicBezTo>
                      <a:pt x="201" y="315"/>
                      <a:pt x="134" y="182"/>
                      <a:pt x="68" y="15"/>
                    </a:cubicBezTo>
                    <a:cubicBezTo>
                      <a:pt x="58" y="5"/>
                      <a:pt x="48" y="1"/>
                      <a:pt x="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6"/>
              <p:cNvSpPr/>
              <p:nvPr/>
            </p:nvSpPr>
            <p:spPr>
              <a:xfrm>
                <a:off x="4986577" y="2523035"/>
                <a:ext cx="235148" cy="94996"/>
              </a:xfrm>
              <a:custGeom>
                <a:avLst/>
                <a:gdLst/>
                <a:ahLst/>
                <a:cxnLst/>
                <a:rect l="l" t="t" r="r" b="b"/>
                <a:pathLst>
                  <a:path w="8941" h="3612" extrusionOk="0">
                    <a:moveTo>
                      <a:pt x="465" y="1"/>
                    </a:moveTo>
                    <a:cubicBezTo>
                      <a:pt x="175" y="1"/>
                      <a:pt x="0" y="7"/>
                      <a:pt x="0" y="7"/>
                    </a:cubicBezTo>
                    <a:cubicBezTo>
                      <a:pt x="1743" y="2302"/>
                      <a:pt x="4403" y="3612"/>
                      <a:pt x="7201" y="3612"/>
                    </a:cubicBezTo>
                    <a:cubicBezTo>
                      <a:pt x="7777" y="3612"/>
                      <a:pt x="8359" y="3556"/>
                      <a:pt x="8940" y="3442"/>
                    </a:cubicBezTo>
                    <a:cubicBezTo>
                      <a:pt x="8940" y="3442"/>
                      <a:pt x="6438" y="1174"/>
                      <a:pt x="4737" y="540"/>
                    </a:cubicBezTo>
                    <a:cubicBezTo>
                      <a:pt x="3444" y="59"/>
                      <a:pt x="1381" y="1"/>
                      <a:pt x="4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6"/>
              <p:cNvSpPr/>
              <p:nvPr/>
            </p:nvSpPr>
            <p:spPr>
              <a:xfrm>
                <a:off x="5149742" y="2261770"/>
                <a:ext cx="97415" cy="246536"/>
              </a:xfrm>
              <a:custGeom>
                <a:avLst/>
                <a:gdLst/>
                <a:ahLst/>
                <a:cxnLst/>
                <a:rect l="l" t="t" r="r" b="b"/>
                <a:pathLst>
                  <a:path w="3704" h="9374" extrusionOk="0">
                    <a:moveTo>
                      <a:pt x="2503" y="0"/>
                    </a:moveTo>
                    <a:lnTo>
                      <a:pt x="2503" y="0"/>
                    </a:lnTo>
                    <a:cubicBezTo>
                      <a:pt x="2502" y="0"/>
                      <a:pt x="801" y="2469"/>
                      <a:pt x="401" y="4270"/>
                    </a:cubicBezTo>
                    <a:cubicBezTo>
                      <a:pt x="1" y="6038"/>
                      <a:pt x="568" y="9374"/>
                      <a:pt x="568" y="9374"/>
                    </a:cubicBezTo>
                    <a:cubicBezTo>
                      <a:pt x="2936" y="6872"/>
                      <a:pt x="3703" y="3236"/>
                      <a:pt x="25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6"/>
              <p:cNvSpPr/>
              <p:nvPr/>
            </p:nvSpPr>
            <p:spPr>
              <a:xfrm>
                <a:off x="5207655" y="1953534"/>
                <a:ext cx="48287" cy="115825"/>
              </a:xfrm>
              <a:custGeom>
                <a:avLst/>
                <a:gdLst/>
                <a:ahLst/>
                <a:cxnLst/>
                <a:rect l="l" t="t" r="r" b="b"/>
                <a:pathLst>
                  <a:path w="1836" h="4404" extrusionOk="0">
                    <a:moveTo>
                      <a:pt x="721" y="1"/>
                    </a:moveTo>
                    <a:cubicBezTo>
                      <a:pt x="692" y="1"/>
                      <a:pt x="664" y="4"/>
                      <a:pt x="634" y="12"/>
                    </a:cubicBezTo>
                    <a:cubicBezTo>
                      <a:pt x="0" y="179"/>
                      <a:pt x="334" y="2113"/>
                      <a:pt x="334" y="2514"/>
                    </a:cubicBezTo>
                    <a:cubicBezTo>
                      <a:pt x="334" y="3114"/>
                      <a:pt x="301" y="4081"/>
                      <a:pt x="1001" y="4382"/>
                    </a:cubicBezTo>
                    <a:cubicBezTo>
                      <a:pt x="1015" y="4395"/>
                      <a:pt x="1040" y="4403"/>
                      <a:pt x="1067" y="4403"/>
                    </a:cubicBezTo>
                    <a:cubicBezTo>
                      <a:pt x="1106" y="4403"/>
                      <a:pt x="1148" y="4387"/>
                      <a:pt x="1168" y="4348"/>
                    </a:cubicBezTo>
                    <a:lnTo>
                      <a:pt x="1235" y="4315"/>
                    </a:lnTo>
                    <a:lnTo>
                      <a:pt x="1235" y="4281"/>
                    </a:lnTo>
                    <a:cubicBezTo>
                      <a:pt x="1268" y="4215"/>
                      <a:pt x="1301" y="4148"/>
                      <a:pt x="1301" y="4081"/>
                    </a:cubicBezTo>
                    <a:cubicBezTo>
                      <a:pt x="1735" y="3247"/>
                      <a:pt x="1835" y="2280"/>
                      <a:pt x="1635" y="1346"/>
                    </a:cubicBezTo>
                    <a:cubicBezTo>
                      <a:pt x="1540" y="1031"/>
                      <a:pt x="1208" y="1"/>
                      <a:pt x="721" y="1"/>
                    </a:cubicBezTo>
                    <a:close/>
                  </a:path>
                </a:pathLst>
              </a:custGeom>
              <a:solidFill>
                <a:srgbClr val="757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6"/>
              <p:cNvSpPr/>
              <p:nvPr/>
            </p:nvSpPr>
            <p:spPr>
              <a:xfrm>
                <a:off x="5207655" y="1953534"/>
                <a:ext cx="48287" cy="115825"/>
              </a:xfrm>
              <a:custGeom>
                <a:avLst/>
                <a:gdLst/>
                <a:ahLst/>
                <a:cxnLst/>
                <a:rect l="l" t="t" r="r" b="b"/>
                <a:pathLst>
                  <a:path w="1836" h="4404" extrusionOk="0">
                    <a:moveTo>
                      <a:pt x="721" y="1"/>
                    </a:moveTo>
                    <a:cubicBezTo>
                      <a:pt x="692" y="1"/>
                      <a:pt x="664" y="4"/>
                      <a:pt x="634" y="12"/>
                    </a:cubicBezTo>
                    <a:cubicBezTo>
                      <a:pt x="0" y="179"/>
                      <a:pt x="334" y="2113"/>
                      <a:pt x="334" y="2514"/>
                    </a:cubicBezTo>
                    <a:cubicBezTo>
                      <a:pt x="334" y="3114"/>
                      <a:pt x="301" y="4081"/>
                      <a:pt x="1001" y="4382"/>
                    </a:cubicBezTo>
                    <a:cubicBezTo>
                      <a:pt x="1015" y="4395"/>
                      <a:pt x="1040" y="4403"/>
                      <a:pt x="1067" y="4403"/>
                    </a:cubicBezTo>
                    <a:cubicBezTo>
                      <a:pt x="1106" y="4403"/>
                      <a:pt x="1148" y="4387"/>
                      <a:pt x="1168" y="4348"/>
                    </a:cubicBezTo>
                    <a:lnTo>
                      <a:pt x="1235" y="4315"/>
                    </a:lnTo>
                    <a:lnTo>
                      <a:pt x="1235" y="4281"/>
                    </a:lnTo>
                    <a:cubicBezTo>
                      <a:pt x="1268" y="4215"/>
                      <a:pt x="1301" y="4148"/>
                      <a:pt x="1301" y="4081"/>
                    </a:cubicBezTo>
                    <a:cubicBezTo>
                      <a:pt x="1735" y="3247"/>
                      <a:pt x="1835" y="2280"/>
                      <a:pt x="1635" y="1346"/>
                    </a:cubicBezTo>
                    <a:cubicBezTo>
                      <a:pt x="1540" y="1031"/>
                      <a:pt x="1208" y="1"/>
                      <a:pt x="7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6"/>
              <p:cNvSpPr/>
              <p:nvPr/>
            </p:nvSpPr>
            <p:spPr>
              <a:xfrm>
                <a:off x="5122548" y="2099026"/>
                <a:ext cx="64961" cy="94443"/>
              </a:xfrm>
              <a:custGeom>
                <a:avLst/>
                <a:gdLst/>
                <a:ahLst/>
                <a:cxnLst/>
                <a:rect l="l" t="t" r="r" b="b"/>
                <a:pathLst>
                  <a:path w="2470" h="3591" extrusionOk="0">
                    <a:moveTo>
                      <a:pt x="805" y="0"/>
                    </a:moveTo>
                    <a:cubicBezTo>
                      <a:pt x="608" y="0"/>
                      <a:pt x="422" y="128"/>
                      <a:pt x="301" y="451"/>
                    </a:cubicBezTo>
                    <a:cubicBezTo>
                      <a:pt x="1" y="1351"/>
                      <a:pt x="601" y="2252"/>
                      <a:pt x="1135" y="2886"/>
                    </a:cubicBezTo>
                    <a:cubicBezTo>
                      <a:pt x="1322" y="3099"/>
                      <a:pt x="1765" y="3590"/>
                      <a:pt x="2071" y="3590"/>
                    </a:cubicBezTo>
                    <a:cubicBezTo>
                      <a:pt x="2148" y="3590"/>
                      <a:pt x="2216" y="3560"/>
                      <a:pt x="2269" y="3486"/>
                    </a:cubicBezTo>
                    <a:cubicBezTo>
                      <a:pt x="2336" y="3486"/>
                      <a:pt x="2369" y="3453"/>
                      <a:pt x="2369" y="3420"/>
                    </a:cubicBezTo>
                    <a:cubicBezTo>
                      <a:pt x="2469" y="3053"/>
                      <a:pt x="2436" y="2686"/>
                      <a:pt x="2269" y="2352"/>
                    </a:cubicBezTo>
                    <a:cubicBezTo>
                      <a:pt x="2036" y="1752"/>
                      <a:pt x="1835" y="1151"/>
                      <a:pt x="1569" y="618"/>
                    </a:cubicBezTo>
                    <a:cubicBezTo>
                      <a:pt x="1409" y="279"/>
                      <a:pt x="1096" y="0"/>
                      <a:pt x="805" y="0"/>
                    </a:cubicBezTo>
                    <a:close/>
                  </a:path>
                </a:pathLst>
              </a:custGeom>
              <a:solidFill>
                <a:srgbClr val="757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6"/>
              <p:cNvSpPr/>
              <p:nvPr/>
            </p:nvSpPr>
            <p:spPr>
              <a:xfrm>
                <a:off x="5122548" y="2099026"/>
                <a:ext cx="64961" cy="94443"/>
              </a:xfrm>
              <a:custGeom>
                <a:avLst/>
                <a:gdLst/>
                <a:ahLst/>
                <a:cxnLst/>
                <a:rect l="l" t="t" r="r" b="b"/>
                <a:pathLst>
                  <a:path w="2470" h="3591" extrusionOk="0">
                    <a:moveTo>
                      <a:pt x="805" y="0"/>
                    </a:moveTo>
                    <a:cubicBezTo>
                      <a:pt x="608" y="0"/>
                      <a:pt x="422" y="128"/>
                      <a:pt x="301" y="451"/>
                    </a:cubicBezTo>
                    <a:cubicBezTo>
                      <a:pt x="1" y="1351"/>
                      <a:pt x="601" y="2252"/>
                      <a:pt x="1135" y="2886"/>
                    </a:cubicBezTo>
                    <a:cubicBezTo>
                      <a:pt x="1322" y="3099"/>
                      <a:pt x="1765" y="3590"/>
                      <a:pt x="2071" y="3590"/>
                    </a:cubicBezTo>
                    <a:cubicBezTo>
                      <a:pt x="2148" y="3590"/>
                      <a:pt x="2216" y="3560"/>
                      <a:pt x="2269" y="3486"/>
                    </a:cubicBezTo>
                    <a:cubicBezTo>
                      <a:pt x="2336" y="3486"/>
                      <a:pt x="2369" y="3453"/>
                      <a:pt x="2369" y="3420"/>
                    </a:cubicBezTo>
                    <a:cubicBezTo>
                      <a:pt x="2469" y="3053"/>
                      <a:pt x="2436" y="2686"/>
                      <a:pt x="2269" y="2352"/>
                    </a:cubicBezTo>
                    <a:cubicBezTo>
                      <a:pt x="2036" y="1752"/>
                      <a:pt x="1835" y="1151"/>
                      <a:pt x="1569" y="618"/>
                    </a:cubicBezTo>
                    <a:cubicBezTo>
                      <a:pt x="1409" y="279"/>
                      <a:pt x="1096" y="0"/>
                      <a:pt x="8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6"/>
              <p:cNvSpPr/>
              <p:nvPr/>
            </p:nvSpPr>
            <p:spPr>
              <a:xfrm>
                <a:off x="5160288" y="2037668"/>
                <a:ext cx="264946" cy="536441"/>
              </a:xfrm>
              <a:custGeom>
                <a:avLst/>
                <a:gdLst/>
                <a:ahLst/>
                <a:cxnLst/>
                <a:rect l="l" t="t" r="r" b="b"/>
                <a:pathLst>
                  <a:path w="10074" h="20397" extrusionOk="0">
                    <a:moveTo>
                      <a:pt x="2828" y="0"/>
                    </a:moveTo>
                    <a:cubicBezTo>
                      <a:pt x="2669" y="0"/>
                      <a:pt x="2530" y="142"/>
                      <a:pt x="2469" y="349"/>
                    </a:cubicBezTo>
                    <a:cubicBezTo>
                      <a:pt x="2402" y="515"/>
                      <a:pt x="2402" y="682"/>
                      <a:pt x="2368" y="849"/>
                    </a:cubicBezTo>
                    <a:cubicBezTo>
                      <a:pt x="2402" y="1516"/>
                      <a:pt x="2535" y="2183"/>
                      <a:pt x="2769" y="2817"/>
                    </a:cubicBezTo>
                    <a:cubicBezTo>
                      <a:pt x="3136" y="3684"/>
                      <a:pt x="3536" y="4552"/>
                      <a:pt x="4036" y="5386"/>
                    </a:cubicBezTo>
                    <a:cubicBezTo>
                      <a:pt x="5104" y="7320"/>
                      <a:pt x="5938" y="9388"/>
                      <a:pt x="6538" y="11523"/>
                    </a:cubicBezTo>
                    <a:cubicBezTo>
                      <a:pt x="6571" y="11657"/>
                      <a:pt x="6605" y="11824"/>
                      <a:pt x="6638" y="11957"/>
                    </a:cubicBezTo>
                    <a:cubicBezTo>
                      <a:pt x="6104" y="10956"/>
                      <a:pt x="5437" y="10056"/>
                      <a:pt x="4637" y="9255"/>
                    </a:cubicBezTo>
                    <a:cubicBezTo>
                      <a:pt x="3870" y="8488"/>
                      <a:pt x="3069" y="7754"/>
                      <a:pt x="2168" y="7120"/>
                    </a:cubicBezTo>
                    <a:cubicBezTo>
                      <a:pt x="1801" y="6520"/>
                      <a:pt x="1434" y="5886"/>
                      <a:pt x="1034" y="5319"/>
                    </a:cubicBezTo>
                    <a:cubicBezTo>
                      <a:pt x="1001" y="5286"/>
                      <a:pt x="1001" y="5252"/>
                      <a:pt x="967" y="5219"/>
                    </a:cubicBezTo>
                    <a:cubicBezTo>
                      <a:pt x="854" y="5048"/>
                      <a:pt x="643" y="4757"/>
                      <a:pt x="418" y="4757"/>
                    </a:cubicBezTo>
                    <a:cubicBezTo>
                      <a:pt x="379" y="4757"/>
                      <a:pt x="340" y="4765"/>
                      <a:pt x="300" y="4785"/>
                    </a:cubicBezTo>
                    <a:cubicBezTo>
                      <a:pt x="0" y="4919"/>
                      <a:pt x="100" y="5386"/>
                      <a:pt x="200" y="5619"/>
                    </a:cubicBezTo>
                    <a:cubicBezTo>
                      <a:pt x="200" y="5652"/>
                      <a:pt x="200" y="5686"/>
                      <a:pt x="234" y="5719"/>
                    </a:cubicBezTo>
                    <a:cubicBezTo>
                      <a:pt x="500" y="6153"/>
                      <a:pt x="867" y="6520"/>
                      <a:pt x="1268" y="6787"/>
                    </a:cubicBezTo>
                    <a:cubicBezTo>
                      <a:pt x="3569" y="8621"/>
                      <a:pt x="5971" y="10589"/>
                      <a:pt x="6905" y="13358"/>
                    </a:cubicBezTo>
                    <a:cubicBezTo>
                      <a:pt x="7205" y="15126"/>
                      <a:pt x="7239" y="16927"/>
                      <a:pt x="7072" y="18695"/>
                    </a:cubicBezTo>
                    <a:cubicBezTo>
                      <a:pt x="6405" y="14959"/>
                      <a:pt x="2902" y="13491"/>
                      <a:pt x="2835" y="13491"/>
                    </a:cubicBezTo>
                    <a:cubicBezTo>
                      <a:pt x="3703" y="15793"/>
                      <a:pt x="4703" y="18095"/>
                      <a:pt x="6938" y="19296"/>
                    </a:cubicBezTo>
                    <a:cubicBezTo>
                      <a:pt x="6938" y="19296"/>
                      <a:pt x="6938" y="19329"/>
                      <a:pt x="6938" y="19329"/>
                    </a:cubicBezTo>
                    <a:cubicBezTo>
                      <a:pt x="6905" y="19696"/>
                      <a:pt x="6838" y="20029"/>
                      <a:pt x="6772" y="20396"/>
                    </a:cubicBezTo>
                    <a:cubicBezTo>
                      <a:pt x="6905" y="20263"/>
                      <a:pt x="7072" y="20129"/>
                      <a:pt x="7239" y="20029"/>
                    </a:cubicBezTo>
                    <a:cubicBezTo>
                      <a:pt x="7505" y="18628"/>
                      <a:pt x="7639" y="17227"/>
                      <a:pt x="7572" y="15826"/>
                    </a:cubicBezTo>
                    <a:cubicBezTo>
                      <a:pt x="8673" y="14959"/>
                      <a:pt x="9440" y="13758"/>
                      <a:pt x="9774" y="12424"/>
                    </a:cubicBezTo>
                    <a:cubicBezTo>
                      <a:pt x="10074" y="11156"/>
                      <a:pt x="10041" y="9855"/>
                      <a:pt x="9674" y="8621"/>
                    </a:cubicBezTo>
                    <a:cubicBezTo>
                      <a:pt x="9640" y="8655"/>
                      <a:pt x="8273" y="10656"/>
                      <a:pt x="7972" y="11824"/>
                    </a:cubicBezTo>
                    <a:cubicBezTo>
                      <a:pt x="7739" y="12624"/>
                      <a:pt x="7606" y="13425"/>
                      <a:pt x="7505" y="14225"/>
                    </a:cubicBezTo>
                    <a:cubicBezTo>
                      <a:pt x="7372" y="13191"/>
                      <a:pt x="7172" y="12190"/>
                      <a:pt x="6905" y="11190"/>
                    </a:cubicBezTo>
                    <a:cubicBezTo>
                      <a:pt x="6238" y="8888"/>
                      <a:pt x="5237" y="6653"/>
                      <a:pt x="4003" y="4618"/>
                    </a:cubicBezTo>
                    <a:cubicBezTo>
                      <a:pt x="3769" y="4218"/>
                      <a:pt x="3569" y="3851"/>
                      <a:pt x="3369" y="3418"/>
                    </a:cubicBezTo>
                    <a:cubicBezTo>
                      <a:pt x="3336" y="2817"/>
                      <a:pt x="3302" y="2183"/>
                      <a:pt x="3269" y="1583"/>
                    </a:cubicBezTo>
                    <a:cubicBezTo>
                      <a:pt x="3269" y="1349"/>
                      <a:pt x="3302" y="982"/>
                      <a:pt x="3269" y="649"/>
                    </a:cubicBezTo>
                    <a:cubicBezTo>
                      <a:pt x="3269" y="482"/>
                      <a:pt x="3202" y="349"/>
                      <a:pt x="3136" y="182"/>
                    </a:cubicBezTo>
                    <a:cubicBezTo>
                      <a:pt x="3034" y="54"/>
                      <a:pt x="2927" y="0"/>
                      <a:pt x="28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6"/>
              <p:cNvSpPr/>
              <p:nvPr/>
            </p:nvSpPr>
            <p:spPr>
              <a:xfrm>
                <a:off x="5007617" y="2645382"/>
                <a:ext cx="378141" cy="173475"/>
              </a:xfrm>
              <a:custGeom>
                <a:avLst/>
                <a:gdLst/>
                <a:ahLst/>
                <a:cxnLst/>
                <a:rect l="l" t="t" r="r" b="b"/>
                <a:pathLst>
                  <a:path w="14378" h="6596" extrusionOk="0">
                    <a:moveTo>
                      <a:pt x="8025" y="0"/>
                    </a:moveTo>
                    <a:cubicBezTo>
                      <a:pt x="7420" y="0"/>
                      <a:pt x="6820" y="81"/>
                      <a:pt x="6239" y="258"/>
                    </a:cubicBezTo>
                    <a:lnTo>
                      <a:pt x="5672" y="425"/>
                    </a:lnTo>
                    <a:lnTo>
                      <a:pt x="5105" y="625"/>
                    </a:lnTo>
                    <a:cubicBezTo>
                      <a:pt x="4037" y="1092"/>
                      <a:pt x="3036" y="1759"/>
                      <a:pt x="2203" y="2560"/>
                    </a:cubicBezTo>
                    <a:cubicBezTo>
                      <a:pt x="1068" y="3627"/>
                      <a:pt x="301" y="5062"/>
                      <a:pt x="1" y="6596"/>
                    </a:cubicBezTo>
                    <a:cubicBezTo>
                      <a:pt x="535" y="5195"/>
                      <a:pt x="1435" y="3961"/>
                      <a:pt x="2569" y="2993"/>
                    </a:cubicBezTo>
                    <a:cubicBezTo>
                      <a:pt x="3704" y="2059"/>
                      <a:pt x="5005" y="1359"/>
                      <a:pt x="6439" y="992"/>
                    </a:cubicBezTo>
                    <a:cubicBezTo>
                      <a:pt x="7030" y="823"/>
                      <a:pt x="7634" y="737"/>
                      <a:pt x="8237" y="737"/>
                    </a:cubicBezTo>
                    <a:cubicBezTo>
                      <a:pt x="9061" y="737"/>
                      <a:pt x="9885" y="898"/>
                      <a:pt x="10675" y="1225"/>
                    </a:cubicBezTo>
                    <a:cubicBezTo>
                      <a:pt x="12043" y="1793"/>
                      <a:pt x="13310" y="2626"/>
                      <a:pt x="14378" y="3661"/>
                    </a:cubicBezTo>
                    <a:cubicBezTo>
                      <a:pt x="13511" y="2393"/>
                      <a:pt x="12310" y="1359"/>
                      <a:pt x="10909" y="658"/>
                    </a:cubicBezTo>
                    <a:cubicBezTo>
                      <a:pt x="10709" y="592"/>
                      <a:pt x="10542" y="525"/>
                      <a:pt x="10342" y="458"/>
                    </a:cubicBezTo>
                    <a:lnTo>
                      <a:pt x="10075" y="325"/>
                    </a:lnTo>
                    <a:lnTo>
                      <a:pt x="9775" y="258"/>
                    </a:lnTo>
                    <a:cubicBezTo>
                      <a:pt x="9608" y="225"/>
                      <a:pt x="9408" y="158"/>
                      <a:pt x="9208" y="125"/>
                    </a:cubicBezTo>
                    <a:lnTo>
                      <a:pt x="8607" y="25"/>
                    </a:lnTo>
                    <a:cubicBezTo>
                      <a:pt x="8413" y="8"/>
                      <a:pt x="8219" y="0"/>
                      <a:pt x="80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6"/>
              <p:cNvSpPr/>
              <p:nvPr/>
            </p:nvSpPr>
            <p:spPr>
              <a:xfrm>
                <a:off x="5280479" y="2523455"/>
                <a:ext cx="290405" cy="142756"/>
              </a:xfrm>
              <a:custGeom>
                <a:avLst/>
                <a:gdLst/>
                <a:ahLst/>
                <a:cxnLst/>
                <a:rect l="l" t="t" r="r" b="b"/>
                <a:pathLst>
                  <a:path w="11042" h="5428" extrusionOk="0">
                    <a:moveTo>
                      <a:pt x="10990" y="717"/>
                    </a:moveTo>
                    <a:lnTo>
                      <a:pt x="10990" y="717"/>
                    </a:lnTo>
                    <a:cubicBezTo>
                      <a:pt x="10996" y="719"/>
                      <a:pt x="11002" y="722"/>
                      <a:pt x="11008" y="724"/>
                    </a:cubicBezTo>
                    <a:lnTo>
                      <a:pt x="11041" y="724"/>
                    </a:lnTo>
                    <a:cubicBezTo>
                      <a:pt x="11024" y="722"/>
                      <a:pt x="11007" y="719"/>
                      <a:pt x="10990" y="717"/>
                    </a:cubicBezTo>
                    <a:close/>
                    <a:moveTo>
                      <a:pt x="7517" y="0"/>
                    </a:moveTo>
                    <a:cubicBezTo>
                      <a:pt x="6476" y="0"/>
                      <a:pt x="5431" y="185"/>
                      <a:pt x="4437" y="558"/>
                    </a:cubicBezTo>
                    <a:cubicBezTo>
                      <a:pt x="3903" y="791"/>
                      <a:pt x="3402" y="1058"/>
                      <a:pt x="2902" y="1358"/>
                    </a:cubicBezTo>
                    <a:cubicBezTo>
                      <a:pt x="2435" y="1692"/>
                      <a:pt x="2001" y="2092"/>
                      <a:pt x="1635" y="2492"/>
                    </a:cubicBezTo>
                    <a:cubicBezTo>
                      <a:pt x="901" y="3360"/>
                      <a:pt x="334" y="4327"/>
                      <a:pt x="0" y="5428"/>
                    </a:cubicBezTo>
                    <a:cubicBezTo>
                      <a:pt x="567" y="4494"/>
                      <a:pt x="1268" y="3660"/>
                      <a:pt x="2068" y="2926"/>
                    </a:cubicBezTo>
                    <a:cubicBezTo>
                      <a:pt x="2835" y="2192"/>
                      <a:pt x="3736" y="1658"/>
                      <a:pt x="4703" y="1258"/>
                    </a:cubicBezTo>
                    <a:cubicBezTo>
                      <a:pt x="5704" y="858"/>
                      <a:pt x="6738" y="658"/>
                      <a:pt x="7772" y="591"/>
                    </a:cubicBezTo>
                    <a:cubicBezTo>
                      <a:pt x="8121" y="570"/>
                      <a:pt x="8466" y="559"/>
                      <a:pt x="8810" y="559"/>
                    </a:cubicBezTo>
                    <a:cubicBezTo>
                      <a:pt x="9536" y="559"/>
                      <a:pt x="10256" y="608"/>
                      <a:pt x="10990" y="717"/>
                    </a:cubicBezTo>
                    <a:lnTo>
                      <a:pt x="10990" y="717"/>
                    </a:lnTo>
                    <a:cubicBezTo>
                      <a:pt x="9890" y="241"/>
                      <a:pt x="8706" y="0"/>
                      <a:pt x="75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6"/>
              <p:cNvSpPr/>
              <p:nvPr/>
            </p:nvSpPr>
            <p:spPr>
              <a:xfrm>
                <a:off x="4905862" y="2656139"/>
                <a:ext cx="159694" cy="65356"/>
              </a:xfrm>
              <a:custGeom>
                <a:avLst/>
                <a:gdLst/>
                <a:ahLst/>
                <a:cxnLst/>
                <a:rect l="l" t="t" r="r" b="b"/>
                <a:pathLst>
                  <a:path w="6072" h="2485" extrusionOk="0">
                    <a:moveTo>
                      <a:pt x="2397" y="0"/>
                    </a:moveTo>
                    <a:cubicBezTo>
                      <a:pt x="2142" y="0"/>
                      <a:pt x="1886" y="27"/>
                      <a:pt x="1635" y="83"/>
                    </a:cubicBezTo>
                    <a:cubicBezTo>
                      <a:pt x="1035" y="149"/>
                      <a:pt x="468" y="383"/>
                      <a:pt x="1" y="750"/>
                    </a:cubicBezTo>
                    <a:cubicBezTo>
                      <a:pt x="534" y="683"/>
                      <a:pt x="1101" y="650"/>
                      <a:pt x="1668" y="650"/>
                    </a:cubicBezTo>
                    <a:cubicBezTo>
                      <a:pt x="2202" y="683"/>
                      <a:pt x="2736" y="750"/>
                      <a:pt x="3236" y="883"/>
                    </a:cubicBezTo>
                    <a:cubicBezTo>
                      <a:pt x="3737" y="1017"/>
                      <a:pt x="4237" y="1217"/>
                      <a:pt x="4704" y="1517"/>
                    </a:cubicBezTo>
                    <a:cubicBezTo>
                      <a:pt x="4937" y="1650"/>
                      <a:pt x="5171" y="1784"/>
                      <a:pt x="5371" y="1951"/>
                    </a:cubicBezTo>
                    <a:cubicBezTo>
                      <a:pt x="5605" y="2117"/>
                      <a:pt x="5805" y="2318"/>
                      <a:pt x="6072" y="2484"/>
                    </a:cubicBezTo>
                    <a:cubicBezTo>
                      <a:pt x="5971" y="2217"/>
                      <a:pt x="5838" y="1951"/>
                      <a:pt x="5671" y="1717"/>
                    </a:cubicBezTo>
                    <a:cubicBezTo>
                      <a:pt x="5471" y="1450"/>
                      <a:pt x="5271" y="1217"/>
                      <a:pt x="5071" y="1017"/>
                    </a:cubicBezTo>
                    <a:cubicBezTo>
                      <a:pt x="4604" y="616"/>
                      <a:pt x="4037" y="316"/>
                      <a:pt x="3436" y="149"/>
                    </a:cubicBezTo>
                    <a:cubicBezTo>
                      <a:pt x="3106" y="52"/>
                      <a:pt x="2753" y="0"/>
                      <a:pt x="23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6"/>
              <p:cNvSpPr/>
              <p:nvPr/>
            </p:nvSpPr>
            <p:spPr>
              <a:xfrm>
                <a:off x="5580510" y="3004482"/>
                <a:ext cx="295665" cy="75823"/>
              </a:xfrm>
              <a:custGeom>
                <a:avLst/>
                <a:gdLst/>
                <a:ahLst/>
                <a:cxnLst/>
                <a:rect l="l" t="t" r="r" b="b"/>
                <a:pathLst>
                  <a:path w="11242" h="2883" extrusionOk="0">
                    <a:moveTo>
                      <a:pt x="4697" y="0"/>
                    </a:moveTo>
                    <a:cubicBezTo>
                      <a:pt x="4076" y="0"/>
                      <a:pt x="3456" y="60"/>
                      <a:pt x="2836" y="181"/>
                    </a:cubicBezTo>
                    <a:cubicBezTo>
                      <a:pt x="1835" y="347"/>
                      <a:pt x="867" y="714"/>
                      <a:pt x="0" y="1281"/>
                    </a:cubicBezTo>
                    <a:cubicBezTo>
                      <a:pt x="968" y="1014"/>
                      <a:pt x="1935" y="848"/>
                      <a:pt x="2936" y="748"/>
                    </a:cubicBezTo>
                    <a:cubicBezTo>
                      <a:pt x="3336" y="720"/>
                      <a:pt x="3737" y="704"/>
                      <a:pt x="4138" y="704"/>
                    </a:cubicBezTo>
                    <a:cubicBezTo>
                      <a:pt x="4704" y="704"/>
                      <a:pt x="5271" y="736"/>
                      <a:pt x="5838" y="814"/>
                    </a:cubicBezTo>
                    <a:cubicBezTo>
                      <a:pt x="6305" y="881"/>
                      <a:pt x="6772" y="948"/>
                      <a:pt x="7239" y="1081"/>
                    </a:cubicBezTo>
                    <a:cubicBezTo>
                      <a:pt x="7706" y="1215"/>
                      <a:pt x="8173" y="1348"/>
                      <a:pt x="8606" y="1515"/>
                    </a:cubicBezTo>
                    <a:cubicBezTo>
                      <a:pt x="9540" y="1915"/>
                      <a:pt x="10408" y="2349"/>
                      <a:pt x="11242" y="2882"/>
                    </a:cubicBezTo>
                    <a:cubicBezTo>
                      <a:pt x="10574" y="2115"/>
                      <a:pt x="9774" y="1448"/>
                      <a:pt x="8873" y="981"/>
                    </a:cubicBezTo>
                    <a:cubicBezTo>
                      <a:pt x="8406" y="748"/>
                      <a:pt x="7939" y="547"/>
                      <a:pt x="7439" y="381"/>
                    </a:cubicBezTo>
                    <a:cubicBezTo>
                      <a:pt x="6938" y="247"/>
                      <a:pt x="6438" y="147"/>
                      <a:pt x="5938" y="80"/>
                    </a:cubicBezTo>
                    <a:cubicBezTo>
                      <a:pt x="5524" y="27"/>
                      <a:pt x="5110" y="0"/>
                      <a:pt x="46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6"/>
              <p:cNvSpPr/>
              <p:nvPr/>
            </p:nvSpPr>
            <p:spPr>
              <a:xfrm>
                <a:off x="5783151" y="3025522"/>
                <a:ext cx="436054" cy="165322"/>
              </a:xfrm>
              <a:custGeom>
                <a:avLst/>
                <a:gdLst/>
                <a:ahLst/>
                <a:cxnLst/>
                <a:rect l="l" t="t" r="r" b="b"/>
                <a:pathLst>
                  <a:path w="16580" h="6286" extrusionOk="0">
                    <a:moveTo>
                      <a:pt x="9182" y="1"/>
                    </a:moveTo>
                    <a:cubicBezTo>
                      <a:pt x="8690" y="1"/>
                      <a:pt x="8197" y="39"/>
                      <a:pt x="7706" y="114"/>
                    </a:cubicBezTo>
                    <a:cubicBezTo>
                      <a:pt x="5972" y="381"/>
                      <a:pt x="4337" y="1082"/>
                      <a:pt x="2969" y="2149"/>
                    </a:cubicBezTo>
                    <a:cubicBezTo>
                      <a:pt x="1602" y="3217"/>
                      <a:pt x="568" y="4651"/>
                      <a:pt x="1" y="6285"/>
                    </a:cubicBezTo>
                    <a:lnTo>
                      <a:pt x="1" y="6285"/>
                    </a:lnTo>
                    <a:cubicBezTo>
                      <a:pt x="835" y="4818"/>
                      <a:pt x="1969" y="3584"/>
                      <a:pt x="3303" y="2650"/>
                    </a:cubicBezTo>
                    <a:cubicBezTo>
                      <a:pt x="3637" y="2383"/>
                      <a:pt x="4004" y="2216"/>
                      <a:pt x="4370" y="2016"/>
                    </a:cubicBezTo>
                    <a:cubicBezTo>
                      <a:pt x="4704" y="1816"/>
                      <a:pt x="5071" y="1649"/>
                      <a:pt x="5471" y="1515"/>
                    </a:cubicBezTo>
                    <a:cubicBezTo>
                      <a:pt x="5671" y="1449"/>
                      <a:pt x="5838" y="1349"/>
                      <a:pt x="6038" y="1282"/>
                    </a:cubicBezTo>
                    <a:lnTo>
                      <a:pt x="6605" y="1115"/>
                    </a:lnTo>
                    <a:lnTo>
                      <a:pt x="6906" y="1048"/>
                    </a:lnTo>
                    <a:cubicBezTo>
                      <a:pt x="7006" y="1015"/>
                      <a:pt x="7106" y="982"/>
                      <a:pt x="7206" y="982"/>
                    </a:cubicBezTo>
                    <a:lnTo>
                      <a:pt x="7806" y="882"/>
                    </a:lnTo>
                    <a:cubicBezTo>
                      <a:pt x="8207" y="815"/>
                      <a:pt x="8607" y="815"/>
                      <a:pt x="9007" y="748"/>
                    </a:cubicBezTo>
                    <a:lnTo>
                      <a:pt x="9641" y="748"/>
                    </a:lnTo>
                    <a:cubicBezTo>
                      <a:pt x="9841" y="748"/>
                      <a:pt x="10041" y="748"/>
                      <a:pt x="10241" y="782"/>
                    </a:cubicBezTo>
                    <a:cubicBezTo>
                      <a:pt x="11042" y="848"/>
                      <a:pt x="11842" y="1015"/>
                      <a:pt x="12610" y="1282"/>
                    </a:cubicBezTo>
                    <a:cubicBezTo>
                      <a:pt x="13377" y="1549"/>
                      <a:pt x="14077" y="1949"/>
                      <a:pt x="14745" y="2416"/>
                    </a:cubicBezTo>
                    <a:cubicBezTo>
                      <a:pt x="15445" y="2916"/>
                      <a:pt x="16045" y="3483"/>
                      <a:pt x="16579" y="4117"/>
                    </a:cubicBezTo>
                    <a:cubicBezTo>
                      <a:pt x="16179" y="3383"/>
                      <a:pt x="15612" y="2716"/>
                      <a:pt x="14978" y="2149"/>
                    </a:cubicBezTo>
                    <a:cubicBezTo>
                      <a:pt x="14344" y="1549"/>
                      <a:pt x="13610" y="1082"/>
                      <a:pt x="12810" y="748"/>
                    </a:cubicBezTo>
                    <a:cubicBezTo>
                      <a:pt x="11662" y="246"/>
                      <a:pt x="10428" y="1"/>
                      <a:pt x="9182" y="1"/>
                    </a:cubicBezTo>
                    <a:close/>
                  </a:path>
                </a:pathLst>
              </a:custGeom>
              <a:solidFill>
                <a:srgbClr val="2222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6"/>
              <p:cNvSpPr/>
              <p:nvPr/>
            </p:nvSpPr>
            <p:spPr>
              <a:xfrm>
                <a:off x="5783151" y="3025522"/>
                <a:ext cx="436054" cy="164454"/>
              </a:xfrm>
              <a:custGeom>
                <a:avLst/>
                <a:gdLst/>
                <a:ahLst/>
                <a:cxnLst/>
                <a:rect l="l" t="t" r="r" b="b"/>
                <a:pathLst>
                  <a:path w="16580" h="6253" extrusionOk="0">
                    <a:moveTo>
                      <a:pt x="9182" y="1"/>
                    </a:moveTo>
                    <a:cubicBezTo>
                      <a:pt x="8690" y="1"/>
                      <a:pt x="8197" y="39"/>
                      <a:pt x="7706" y="114"/>
                    </a:cubicBezTo>
                    <a:cubicBezTo>
                      <a:pt x="6472" y="315"/>
                      <a:pt x="5304" y="715"/>
                      <a:pt x="4237" y="1282"/>
                    </a:cubicBezTo>
                    <a:cubicBezTo>
                      <a:pt x="4070" y="1382"/>
                      <a:pt x="3903" y="1482"/>
                      <a:pt x="3737" y="1582"/>
                    </a:cubicBezTo>
                    <a:cubicBezTo>
                      <a:pt x="3470" y="1749"/>
                      <a:pt x="3203" y="1949"/>
                      <a:pt x="2969" y="2149"/>
                    </a:cubicBezTo>
                    <a:cubicBezTo>
                      <a:pt x="1602" y="3217"/>
                      <a:pt x="568" y="4651"/>
                      <a:pt x="1" y="6252"/>
                    </a:cubicBezTo>
                    <a:lnTo>
                      <a:pt x="1" y="6252"/>
                    </a:lnTo>
                    <a:cubicBezTo>
                      <a:pt x="835" y="4818"/>
                      <a:pt x="1969" y="3584"/>
                      <a:pt x="3303" y="2616"/>
                    </a:cubicBezTo>
                    <a:cubicBezTo>
                      <a:pt x="3537" y="2483"/>
                      <a:pt x="3737" y="2316"/>
                      <a:pt x="3970" y="2216"/>
                    </a:cubicBezTo>
                    <a:lnTo>
                      <a:pt x="4370" y="1982"/>
                    </a:lnTo>
                    <a:lnTo>
                      <a:pt x="4504" y="1916"/>
                    </a:lnTo>
                    <a:cubicBezTo>
                      <a:pt x="4804" y="1749"/>
                      <a:pt x="5138" y="1615"/>
                      <a:pt x="5471" y="1482"/>
                    </a:cubicBezTo>
                    <a:cubicBezTo>
                      <a:pt x="5671" y="1415"/>
                      <a:pt x="5838" y="1349"/>
                      <a:pt x="6038" y="1282"/>
                    </a:cubicBezTo>
                    <a:lnTo>
                      <a:pt x="6605" y="1115"/>
                    </a:lnTo>
                    <a:lnTo>
                      <a:pt x="6906" y="1048"/>
                    </a:lnTo>
                    <a:cubicBezTo>
                      <a:pt x="7006" y="1015"/>
                      <a:pt x="7106" y="982"/>
                      <a:pt x="7206" y="982"/>
                    </a:cubicBezTo>
                    <a:lnTo>
                      <a:pt x="7806" y="882"/>
                    </a:lnTo>
                    <a:cubicBezTo>
                      <a:pt x="8207" y="815"/>
                      <a:pt x="8607" y="782"/>
                      <a:pt x="9007" y="748"/>
                    </a:cubicBezTo>
                    <a:lnTo>
                      <a:pt x="9608" y="748"/>
                    </a:lnTo>
                    <a:cubicBezTo>
                      <a:pt x="9841" y="748"/>
                      <a:pt x="10041" y="748"/>
                      <a:pt x="10241" y="782"/>
                    </a:cubicBezTo>
                    <a:cubicBezTo>
                      <a:pt x="11042" y="848"/>
                      <a:pt x="11842" y="1015"/>
                      <a:pt x="12576" y="1282"/>
                    </a:cubicBezTo>
                    <a:cubicBezTo>
                      <a:pt x="13377" y="1549"/>
                      <a:pt x="14077" y="1949"/>
                      <a:pt x="14745" y="2416"/>
                    </a:cubicBezTo>
                    <a:cubicBezTo>
                      <a:pt x="15445" y="2883"/>
                      <a:pt x="16045" y="3483"/>
                      <a:pt x="16579" y="4117"/>
                    </a:cubicBezTo>
                    <a:cubicBezTo>
                      <a:pt x="16179" y="3383"/>
                      <a:pt x="15612" y="2683"/>
                      <a:pt x="14978" y="2149"/>
                    </a:cubicBezTo>
                    <a:cubicBezTo>
                      <a:pt x="14344" y="1549"/>
                      <a:pt x="13610" y="1082"/>
                      <a:pt x="12810" y="748"/>
                    </a:cubicBezTo>
                    <a:cubicBezTo>
                      <a:pt x="11662" y="246"/>
                      <a:pt x="10428" y="1"/>
                      <a:pt x="91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6"/>
              <p:cNvSpPr/>
              <p:nvPr/>
            </p:nvSpPr>
            <p:spPr>
              <a:xfrm>
                <a:off x="5533117" y="2569691"/>
                <a:ext cx="312365" cy="252138"/>
              </a:xfrm>
              <a:custGeom>
                <a:avLst/>
                <a:gdLst/>
                <a:ahLst/>
                <a:cxnLst/>
                <a:rect l="l" t="t" r="r" b="b"/>
                <a:pathLst>
                  <a:path w="11877" h="9587" extrusionOk="0">
                    <a:moveTo>
                      <a:pt x="10008" y="1"/>
                    </a:moveTo>
                    <a:cubicBezTo>
                      <a:pt x="9241" y="1"/>
                      <a:pt x="9041" y="1468"/>
                      <a:pt x="8907" y="2002"/>
                    </a:cubicBezTo>
                    <a:cubicBezTo>
                      <a:pt x="8640" y="3069"/>
                      <a:pt x="8440" y="4170"/>
                      <a:pt x="8340" y="5304"/>
                    </a:cubicBezTo>
                    <a:cubicBezTo>
                      <a:pt x="8207" y="6305"/>
                      <a:pt x="8207" y="7306"/>
                      <a:pt x="8273" y="8306"/>
                    </a:cubicBezTo>
                    <a:cubicBezTo>
                      <a:pt x="7540" y="6639"/>
                      <a:pt x="6539" y="5071"/>
                      <a:pt x="5371" y="3636"/>
                    </a:cubicBezTo>
                    <a:cubicBezTo>
                      <a:pt x="5000" y="3172"/>
                      <a:pt x="4371" y="2421"/>
                      <a:pt x="3669" y="2421"/>
                    </a:cubicBezTo>
                    <a:cubicBezTo>
                      <a:pt x="3614" y="2421"/>
                      <a:pt x="3559" y="2426"/>
                      <a:pt x="3503" y="2436"/>
                    </a:cubicBezTo>
                    <a:cubicBezTo>
                      <a:pt x="3203" y="2469"/>
                      <a:pt x="3203" y="2702"/>
                      <a:pt x="2970" y="2836"/>
                    </a:cubicBezTo>
                    <a:cubicBezTo>
                      <a:pt x="2856" y="2906"/>
                      <a:pt x="2745" y="2930"/>
                      <a:pt x="2635" y="2930"/>
                    </a:cubicBezTo>
                    <a:cubicBezTo>
                      <a:pt x="2388" y="2930"/>
                      <a:pt x="2146" y="2808"/>
                      <a:pt x="1896" y="2808"/>
                    </a:cubicBezTo>
                    <a:cubicBezTo>
                      <a:pt x="1832" y="2808"/>
                      <a:pt x="1767" y="2816"/>
                      <a:pt x="1702" y="2836"/>
                    </a:cubicBezTo>
                    <a:cubicBezTo>
                      <a:pt x="1" y="3303"/>
                      <a:pt x="3036" y="6005"/>
                      <a:pt x="3503" y="6405"/>
                    </a:cubicBezTo>
                    <a:cubicBezTo>
                      <a:pt x="4437" y="7172"/>
                      <a:pt x="5405" y="7873"/>
                      <a:pt x="6439" y="8507"/>
                    </a:cubicBezTo>
                    <a:cubicBezTo>
                      <a:pt x="6906" y="8874"/>
                      <a:pt x="7406" y="9174"/>
                      <a:pt x="7940" y="9441"/>
                    </a:cubicBezTo>
                    <a:cubicBezTo>
                      <a:pt x="8144" y="9543"/>
                      <a:pt x="8387" y="9586"/>
                      <a:pt x="8639" y="9586"/>
                    </a:cubicBezTo>
                    <a:cubicBezTo>
                      <a:pt x="8716" y="9586"/>
                      <a:pt x="8795" y="9582"/>
                      <a:pt x="8874" y="9574"/>
                    </a:cubicBezTo>
                    <a:cubicBezTo>
                      <a:pt x="9041" y="9574"/>
                      <a:pt x="9207" y="9507"/>
                      <a:pt x="9341" y="9374"/>
                    </a:cubicBezTo>
                    <a:cubicBezTo>
                      <a:pt x="9374" y="9341"/>
                      <a:pt x="9374" y="9307"/>
                      <a:pt x="9408" y="9274"/>
                    </a:cubicBezTo>
                    <a:cubicBezTo>
                      <a:pt x="9941" y="8940"/>
                      <a:pt x="10208" y="8306"/>
                      <a:pt x="10442" y="7706"/>
                    </a:cubicBezTo>
                    <a:cubicBezTo>
                      <a:pt x="10975" y="6505"/>
                      <a:pt x="11342" y="5271"/>
                      <a:pt x="11609" y="3970"/>
                    </a:cubicBezTo>
                    <a:cubicBezTo>
                      <a:pt x="11709" y="3503"/>
                      <a:pt x="11876" y="2936"/>
                      <a:pt x="11743" y="2436"/>
                    </a:cubicBezTo>
                    <a:cubicBezTo>
                      <a:pt x="11676" y="2169"/>
                      <a:pt x="11509" y="2102"/>
                      <a:pt x="11342" y="1902"/>
                    </a:cubicBezTo>
                    <a:cubicBezTo>
                      <a:pt x="10909" y="1468"/>
                      <a:pt x="10975" y="1001"/>
                      <a:pt x="10709" y="501"/>
                    </a:cubicBezTo>
                    <a:cubicBezTo>
                      <a:pt x="10575" y="234"/>
                      <a:pt x="10308" y="34"/>
                      <a:pt x="10008" y="1"/>
                    </a:cubicBezTo>
                    <a:close/>
                  </a:path>
                </a:pathLst>
              </a:custGeom>
              <a:solidFill>
                <a:srgbClr val="757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6"/>
              <p:cNvSpPr/>
              <p:nvPr/>
            </p:nvSpPr>
            <p:spPr>
              <a:xfrm>
                <a:off x="5533117" y="2569691"/>
                <a:ext cx="312365" cy="252138"/>
              </a:xfrm>
              <a:custGeom>
                <a:avLst/>
                <a:gdLst/>
                <a:ahLst/>
                <a:cxnLst/>
                <a:rect l="l" t="t" r="r" b="b"/>
                <a:pathLst>
                  <a:path w="11877" h="9587" extrusionOk="0">
                    <a:moveTo>
                      <a:pt x="10008" y="1"/>
                    </a:moveTo>
                    <a:cubicBezTo>
                      <a:pt x="9241" y="1"/>
                      <a:pt x="9041" y="1468"/>
                      <a:pt x="8907" y="2002"/>
                    </a:cubicBezTo>
                    <a:cubicBezTo>
                      <a:pt x="8640" y="3069"/>
                      <a:pt x="8440" y="4170"/>
                      <a:pt x="8340" y="5304"/>
                    </a:cubicBezTo>
                    <a:cubicBezTo>
                      <a:pt x="8207" y="6305"/>
                      <a:pt x="8207" y="7306"/>
                      <a:pt x="8273" y="8306"/>
                    </a:cubicBezTo>
                    <a:cubicBezTo>
                      <a:pt x="7540" y="6639"/>
                      <a:pt x="6539" y="5071"/>
                      <a:pt x="5371" y="3636"/>
                    </a:cubicBezTo>
                    <a:cubicBezTo>
                      <a:pt x="5000" y="3172"/>
                      <a:pt x="4371" y="2421"/>
                      <a:pt x="3669" y="2421"/>
                    </a:cubicBezTo>
                    <a:cubicBezTo>
                      <a:pt x="3614" y="2421"/>
                      <a:pt x="3559" y="2426"/>
                      <a:pt x="3503" y="2436"/>
                    </a:cubicBezTo>
                    <a:cubicBezTo>
                      <a:pt x="3203" y="2469"/>
                      <a:pt x="3203" y="2702"/>
                      <a:pt x="2970" y="2836"/>
                    </a:cubicBezTo>
                    <a:cubicBezTo>
                      <a:pt x="2856" y="2906"/>
                      <a:pt x="2745" y="2930"/>
                      <a:pt x="2635" y="2930"/>
                    </a:cubicBezTo>
                    <a:cubicBezTo>
                      <a:pt x="2388" y="2930"/>
                      <a:pt x="2146" y="2808"/>
                      <a:pt x="1896" y="2808"/>
                    </a:cubicBezTo>
                    <a:cubicBezTo>
                      <a:pt x="1832" y="2808"/>
                      <a:pt x="1767" y="2816"/>
                      <a:pt x="1702" y="2836"/>
                    </a:cubicBezTo>
                    <a:cubicBezTo>
                      <a:pt x="1" y="3303"/>
                      <a:pt x="3036" y="6005"/>
                      <a:pt x="3503" y="6405"/>
                    </a:cubicBezTo>
                    <a:cubicBezTo>
                      <a:pt x="4437" y="7172"/>
                      <a:pt x="5405" y="7873"/>
                      <a:pt x="6439" y="8507"/>
                    </a:cubicBezTo>
                    <a:cubicBezTo>
                      <a:pt x="6906" y="8874"/>
                      <a:pt x="7406" y="9174"/>
                      <a:pt x="7940" y="9441"/>
                    </a:cubicBezTo>
                    <a:cubicBezTo>
                      <a:pt x="8144" y="9543"/>
                      <a:pt x="8387" y="9586"/>
                      <a:pt x="8639" y="9586"/>
                    </a:cubicBezTo>
                    <a:cubicBezTo>
                      <a:pt x="8716" y="9586"/>
                      <a:pt x="8795" y="9582"/>
                      <a:pt x="8874" y="9574"/>
                    </a:cubicBezTo>
                    <a:cubicBezTo>
                      <a:pt x="9041" y="9574"/>
                      <a:pt x="9207" y="9507"/>
                      <a:pt x="9341" y="9374"/>
                    </a:cubicBezTo>
                    <a:cubicBezTo>
                      <a:pt x="9374" y="9341"/>
                      <a:pt x="9374" y="9307"/>
                      <a:pt x="9408" y="9274"/>
                    </a:cubicBezTo>
                    <a:cubicBezTo>
                      <a:pt x="9941" y="8940"/>
                      <a:pt x="10208" y="8306"/>
                      <a:pt x="10442" y="7706"/>
                    </a:cubicBezTo>
                    <a:cubicBezTo>
                      <a:pt x="10975" y="6505"/>
                      <a:pt x="11342" y="5271"/>
                      <a:pt x="11609" y="3970"/>
                    </a:cubicBezTo>
                    <a:cubicBezTo>
                      <a:pt x="11709" y="3503"/>
                      <a:pt x="11876" y="2936"/>
                      <a:pt x="11743" y="2436"/>
                    </a:cubicBezTo>
                    <a:cubicBezTo>
                      <a:pt x="11676" y="2169"/>
                      <a:pt x="11509" y="2102"/>
                      <a:pt x="11342" y="1902"/>
                    </a:cubicBezTo>
                    <a:cubicBezTo>
                      <a:pt x="10909" y="1468"/>
                      <a:pt x="10975" y="1001"/>
                      <a:pt x="10709" y="501"/>
                    </a:cubicBezTo>
                    <a:cubicBezTo>
                      <a:pt x="10575" y="234"/>
                      <a:pt x="10308" y="34"/>
                      <a:pt x="100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6"/>
              <p:cNvSpPr/>
              <p:nvPr/>
            </p:nvSpPr>
            <p:spPr>
              <a:xfrm>
                <a:off x="5644550" y="2470566"/>
                <a:ext cx="98283" cy="319045"/>
              </a:xfrm>
              <a:custGeom>
                <a:avLst/>
                <a:gdLst/>
                <a:ahLst/>
                <a:cxnLst/>
                <a:rect l="l" t="t" r="r" b="b"/>
                <a:pathLst>
                  <a:path w="3737" h="12131" extrusionOk="0">
                    <a:moveTo>
                      <a:pt x="567" y="0"/>
                    </a:moveTo>
                    <a:cubicBezTo>
                      <a:pt x="501" y="0"/>
                      <a:pt x="434" y="34"/>
                      <a:pt x="401" y="100"/>
                    </a:cubicBezTo>
                    <a:cubicBezTo>
                      <a:pt x="0" y="767"/>
                      <a:pt x="634" y="1935"/>
                      <a:pt x="1001" y="2702"/>
                    </a:cubicBezTo>
                    <a:cubicBezTo>
                      <a:pt x="1034" y="3403"/>
                      <a:pt x="1168" y="4103"/>
                      <a:pt x="1368" y="4770"/>
                    </a:cubicBezTo>
                    <a:cubicBezTo>
                      <a:pt x="2068" y="7239"/>
                      <a:pt x="2936" y="9640"/>
                      <a:pt x="3603" y="12109"/>
                    </a:cubicBezTo>
                    <a:cubicBezTo>
                      <a:pt x="3617" y="12123"/>
                      <a:pt x="3642" y="12131"/>
                      <a:pt x="3667" y="12131"/>
                    </a:cubicBezTo>
                    <a:cubicBezTo>
                      <a:pt x="3702" y="12131"/>
                      <a:pt x="3736" y="12115"/>
                      <a:pt x="3736" y="12075"/>
                    </a:cubicBezTo>
                    <a:cubicBezTo>
                      <a:pt x="3236" y="9841"/>
                      <a:pt x="2469" y="7706"/>
                      <a:pt x="1802" y="5537"/>
                    </a:cubicBezTo>
                    <a:cubicBezTo>
                      <a:pt x="1435" y="4470"/>
                      <a:pt x="1201" y="3336"/>
                      <a:pt x="1101" y="2202"/>
                    </a:cubicBezTo>
                    <a:cubicBezTo>
                      <a:pt x="1068" y="1435"/>
                      <a:pt x="1134" y="767"/>
                      <a:pt x="734" y="100"/>
                    </a:cubicBezTo>
                    <a:cubicBezTo>
                      <a:pt x="701" y="34"/>
                      <a:pt x="634" y="0"/>
                      <a:pt x="56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6"/>
              <p:cNvSpPr/>
              <p:nvPr/>
            </p:nvSpPr>
            <p:spPr>
              <a:xfrm>
                <a:off x="5746305" y="2510279"/>
                <a:ext cx="69327" cy="276781"/>
              </a:xfrm>
              <a:custGeom>
                <a:avLst/>
                <a:gdLst/>
                <a:ahLst/>
                <a:cxnLst/>
                <a:rect l="l" t="t" r="r" b="b"/>
                <a:pathLst>
                  <a:path w="2636" h="10524" extrusionOk="0">
                    <a:moveTo>
                      <a:pt x="382" y="1"/>
                    </a:moveTo>
                    <a:cubicBezTo>
                      <a:pt x="330" y="1"/>
                      <a:pt x="281" y="18"/>
                      <a:pt x="234" y="58"/>
                    </a:cubicBezTo>
                    <a:cubicBezTo>
                      <a:pt x="1" y="291"/>
                      <a:pt x="334" y="758"/>
                      <a:pt x="468" y="892"/>
                    </a:cubicBezTo>
                    <a:cubicBezTo>
                      <a:pt x="868" y="1392"/>
                      <a:pt x="1268" y="1926"/>
                      <a:pt x="1635" y="2460"/>
                    </a:cubicBezTo>
                    <a:cubicBezTo>
                      <a:pt x="1769" y="2927"/>
                      <a:pt x="1869" y="3360"/>
                      <a:pt x="1969" y="3761"/>
                    </a:cubicBezTo>
                    <a:cubicBezTo>
                      <a:pt x="2402" y="5962"/>
                      <a:pt x="2169" y="8264"/>
                      <a:pt x="2069" y="10499"/>
                    </a:cubicBezTo>
                    <a:cubicBezTo>
                      <a:pt x="2069" y="10515"/>
                      <a:pt x="2085" y="10524"/>
                      <a:pt x="2102" y="10524"/>
                    </a:cubicBezTo>
                    <a:cubicBezTo>
                      <a:pt x="2119" y="10524"/>
                      <a:pt x="2136" y="10515"/>
                      <a:pt x="2136" y="10499"/>
                    </a:cubicBezTo>
                    <a:cubicBezTo>
                      <a:pt x="2636" y="7563"/>
                      <a:pt x="2502" y="4228"/>
                      <a:pt x="1435" y="1459"/>
                    </a:cubicBezTo>
                    <a:cubicBezTo>
                      <a:pt x="1346" y="1221"/>
                      <a:pt x="805" y="1"/>
                      <a:pt x="3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6"/>
              <p:cNvSpPr/>
              <p:nvPr/>
            </p:nvSpPr>
            <p:spPr>
              <a:xfrm>
                <a:off x="5580510" y="2549519"/>
                <a:ext cx="116535" cy="258187"/>
              </a:xfrm>
              <a:custGeom>
                <a:avLst/>
                <a:gdLst/>
                <a:ahLst/>
                <a:cxnLst/>
                <a:rect l="l" t="t" r="r" b="b"/>
                <a:pathLst>
                  <a:path w="4431" h="9817" extrusionOk="0">
                    <a:moveTo>
                      <a:pt x="534" y="0"/>
                    </a:moveTo>
                    <a:cubicBezTo>
                      <a:pt x="0" y="67"/>
                      <a:pt x="0" y="1168"/>
                      <a:pt x="0" y="1535"/>
                    </a:cubicBezTo>
                    <a:cubicBezTo>
                      <a:pt x="34" y="2535"/>
                      <a:pt x="234" y="3570"/>
                      <a:pt x="667" y="4504"/>
                    </a:cubicBezTo>
                    <a:cubicBezTo>
                      <a:pt x="1535" y="6472"/>
                      <a:pt x="2802" y="8273"/>
                      <a:pt x="4370" y="9807"/>
                    </a:cubicBezTo>
                    <a:cubicBezTo>
                      <a:pt x="4376" y="9814"/>
                      <a:pt x="4383" y="9816"/>
                      <a:pt x="4389" y="9816"/>
                    </a:cubicBezTo>
                    <a:cubicBezTo>
                      <a:pt x="4414" y="9816"/>
                      <a:pt x="4430" y="9768"/>
                      <a:pt x="4403" y="9741"/>
                    </a:cubicBezTo>
                    <a:cubicBezTo>
                      <a:pt x="3002" y="8106"/>
                      <a:pt x="1635" y="6438"/>
                      <a:pt x="801" y="4437"/>
                    </a:cubicBezTo>
                    <a:cubicBezTo>
                      <a:pt x="601" y="3936"/>
                      <a:pt x="434" y="3369"/>
                      <a:pt x="300" y="2836"/>
                    </a:cubicBezTo>
                    <a:cubicBezTo>
                      <a:pt x="300" y="2802"/>
                      <a:pt x="300" y="2736"/>
                      <a:pt x="267" y="2702"/>
                    </a:cubicBezTo>
                    <a:cubicBezTo>
                      <a:pt x="267" y="2686"/>
                      <a:pt x="267" y="2686"/>
                      <a:pt x="267" y="2686"/>
                    </a:cubicBezTo>
                    <a:cubicBezTo>
                      <a:pt x="267" y="2686"/>
                      <a:pt x="267" y="2686"/>
                      <a:pt x="267" y="2669"/>
                    </a:cubicBezTo>
                    <a:cubicBezTo>
                      <a:pt x="300" y="2068"/>
                      <a:pt x="400" y="1435"/>
                      <a:pt x="567" y="834"/>
                    </a:cubicBezTo>
                    <a:cubicBezTo>
                      <a:pt x="634" y="567"/>
                      <a:pt x="734" y="67"/>
                      <a:pt x="53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6"/>
              <p:cNvSpPr/>
              <p:nvPr/>
            </p:nvSpPr>
            <p:spPr>
              <a:xfrm>
                <a:off x="5543664" y="2568797"/>
                <a:ext cx="359705" cy="344819"/>
              </a:xfrm>
              <a:custGeom>
                <a:avLst/>
                <a:gdLst/>
                <a:ahLst/>
                <a:cxnLst/>
                <a:rect l="l" t="t" r="r" b="b"/>
                <a:pathLst>
                  <a:path w="13677" h="13111" extrusionOk="0">
                    <a:moveTo>
                      <a:pt x="5957" y="0"/>
                    </a:moveTo>
                    <a:cubicBezTo>
                      <a:pt x="5302" y="0"/>
                      <a:pt x="5268" y="680"/>
                      <a:pt x="5137" y="1169"/>
                    </a:cubicBezTo>
                    <a:cubicBezTo>
                      <a:pt x="4870" y="2103"/>
                      <a:pt x="4003" y="2470"/>
                      <a:pt x="4003" y="3537"/>
                    </a:cubicBezTo>
                    <a:cubicBezTo>
                      <a:pt x="4003" y="4404"/>
                      <a:pt x="4470" y="5238"/>
                      <a:pt x="4870" y="5972"/>
                    </a:cubicBezTo>
                    <a:cubicBezTo>
                      <a:pt x="5171" y="6539"/>
                      <a:pt x="5537" y="7106"/>
                      <a:pt x="5938" y="7640"/>
                    </a:cubicBezTo>
                    <a:cubicBezTo>
                      <a:pt x="5371" y="7140"/>
                      <a:pt x="4737" y="6706"/>
                      <a:pt x="4070" y="6406"/>
                    </a:cubicBezTo>
                    <a:cubicBezTo>
                      <a:pt x="3803" y="6239"/>
                      <a:pt x="3469" y="6139"/>
                      <a:pt x="3136" y="6139"/>
                    </a:cubicBezTo>
                    <a:cubicBezTo>
                      <a:pt x="2769" y="6165"/>
                      <a:pt x="2629" y="6356"/>
                      <a:pt x="2311" y="6356"/>
                    </a:cubicBezTo>
                    <a:cubicBezTo>
                      <a:pt x="2224" y="6356"/>
                      <a:pt x="2123" y="6342"/>
                      <a:pt x="2002" y="6306"/>
                    </a:cubicBezTo>
                    <a:cubicBezTo>
                      <a:pt x="1745" y="6220"/>
                      <a:pt x="1282" y="5983"/>
                      <a:pt x="886" y="5983"/>
                    </a:cubicBezTo>
                    <a:cubicBezTo>
                      <a:pt x="665" y="5983"/>
                      <a:pt x="465" y="6057"/>
                      <a:pt x="334" y="6272"/>
                    </a:cubicBezTo>
                    <a:cubicBezTo>
                      <a:pt x="0" y="6839"/>
                      <a:pt x="801" y="7573"/>
                      <a:pt x="1201" y="7907"/>
                    </a:cubicBezTo>
                    <a:cubicBezTo>
                      <a:pt x="3169" y="9508"/>
                      <a:pt x="5704" y="10375"/>
                      <a:pt x="7872" y="11710"/>
                    </a:cubicBezTo>
                    <a:cubicBezTo>
                      <a:pt x="8339" y="12010"/>
                      <a:pt x="8840" y="12343"/>
                      <a:pt x="9307" y="12677"/>
                    </a:cubicBezTo>
                    <a:cubicBezTo>
                      <a:pt x="9440" y="12810"/>
                      <a:pt x="9574" y="12910"/>
                      <a:pt x="9740" y="13010"/>
                    </a:cubicBezTo>
                    <a:cubicBezTo>
                      <a:pt x="9841" y="13077"/>
                      <a:pt x="9941" y="13111"/>
                      <a:pt x="10074" y="13111"/>
                    </a:cubicBezTo>
                    <a:cubicBezTo>
                      <a:pt x="10107" y="13111"/>
                      <a:pt x="10174" y="13077"/>
                      <a:pt x="10207" y="13077"/>
                    </a:cubicBezTo>
                    <a:cubicBezTo>
                      <a:pt x="10374" y="13010"/>
                      <a:pt x="10508" y="12877"/>
                      <a:pt x="10541" y="12710"/>
                    </a:cubicBezTo>
                    <a:cubicBezTo>
                      <a:pt x="10641" y="12377"/>
                      <a:pt x="10708" y="12010"/>
                      <a:pt x="10674" y="11643"/>
                    </a:cubicBezTo>
                    <a:cubicBezTo>
                      <a:pt x="10775" y="11276"/>
                      <a:pt x="10908" y="10909"/>
                      <a:pt x="11008" y="10575"/>
                    </a:cubicBezTo>
                    <a:cubicBezTo>
                      <a:pt x="11141" y="10108"/>
                      <a:pt x="11308" y="9608"/>
                      <a:pt x="11475" y="9141"/>
                    </a:cubicBezTo>
                    <a:cubicBezTo>
                      <a:pt x="11809" y="8140"/>
                      <a:pt x="12242" y="7206"/>
                      <a:pt x="12676" y="6239"/>
                    </a:cubicBezTo>
                    <a:cubicBezTo>
                      <a:pt x="13076" y="5438"/>
                      <a:pt x="13376" y="4571"/>
                      <a:pt x="13510" y="3670"/>
                    </a:cubicBezTo>
                    <a:cubicBezTo>
                      <a:pt x="13577" y="3203"/>
                      <a:pt x="13677" y="2303"/>
                      <a:pt x="13310" y="1936"/>
                    </a:cubicBezTo>
                    <a:cubicBezTo>
                      <a:pt x="13177" y="1791"/>
                      <a:pt x="13057" y="1733"/>
                      <a:pt x="12949" y="1733"/>
                    </a:cubicBezTo>
                    <a:cubicBezTo>
                      <a:pt x="12758" y="1733"/>
                      <a:pt x="12603" y="1911"/>
                      <a:pt x="12476" y="2103"/>
                    </a:cubicBezTo>
                    <a:cubicBezTo>
                      <a:pt x="12276" y="2436"/>
                      <a:pt x="12209" y="2803"/>
                      <a:pt x="12042" y="3103"/>
                    </a:cubicBezTo>
                    <a:cubicBezTo>
                      <a:pt x="11809" y="3570"/>
                      <a:pt x="11475" y="3570"/>
                      <a:pt x="11108" y="3837"/>
                    </a:cubicBezTo>
                    <a:cubicBezTo>
                      <a:pt x="10608" y="4204"/>
                      <a:pt x="10308" y="4805"/>
                      <a:pt x="10274" y="5405"/>
                    </a:cubicBezTo>
                    <a:cubicBezTo>
                      <a:pt x="10241" y="5905"/>
                      <a:pt x="10207" y="6372"/>
                      <a:pt x="10174" y="6873"/>
                    </a:cubicBezTo>
                    <a:cubicBezTo>
                      <a:pt x="10107" y="6406"/>
                      <a:pt x="10041" y="5972"/>
                      <a:pt x="9941" y="5505"/>
                    </a:cubicBezTo>
                    <a:cubicBezTo>
                      <a:pt x="9774" y="4705"/>
                      <a:pt x="9640" y="3737"/>
                      <a:pt x="9207" y="3003"/>
                    </a:cubicBezTo>
                    <a:cubicBezTo>
                      <a:pt x="9040" y="2770"/>
                      <a:pt x="8873" y="2603"/>
                      <a:pt x="8640" y="2436"/>
                    </a:cubicBezTo>
                    <a:cubicBezTo>
                      <a:pt x="8106" y="2203"/>
                      <a:pt x="7706" y="1836"/>
                      <a:pt x="7372" y="1369"/>
                    </a:cubicBezTo>
                    <a:cubicBezTo>
                      <a:pt x="7072" y="868"/>
                      <a:pt x="6705" y="1"/>
                      <a:pt x="6004" y="1"/>
                    </a:cubicBezTo>
                    <a:cubicBezTo>
                      <a:pt x="5988" y="0"/>
                      <a:pt x="5972" y="0"/>
                      <a:pt x="5957" y="0"/>
                    </a:cubicBezTo>
                    <a:close/>
                  </a:path>
                </a:pathLst>
              </a:custGeom>
              <a:solidFill>
                <a:srgbClr val="757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6"/>
              <p:cNvSpPr/>
              <p:nvPr/>
            </p:nvSpPr>
            <p:spPr>
              <a:xfrm>
                <a:off x="5543664" y="2568797"/>
                <a:ext cx="359705" cy="344819"/>
              </a:xfrm>
              <a:custGeom>
                <a:avLst/>
                <a:gdLst/>
                <a:ahLst/>
                <a:cxnLst/>
                <a:rect l="l" t="t" r="r" b="b"/>
                <a:pathLst>
                  <a:path w="13677" h="13111" extrusionOk="0">
                    <a:moveTo>
                      <a:pt x="5957" y="0"/>
                    </a:moveTo>
                    <a:cubicBezTo>
                      <a:pt x="5302" y="0"/>
                      <a:pt x="5268" y="680"/>
                      <a:pt x="5137" y="1169"/>
                    </a:cubicBezTo>
                    <a:cubicBezTo>
                      <a:pt x="4870" y="2103"/>
                      <a:pt x="4003" y="2470"/>
                      <a:pt x="4003" y="3537"/>
                    </a:cubicBezTo>
                    <a:cubicBezTo>
                      <a:pt x="4003" y="4404"/>
                      <a:pt x="4470" y="5238"/>
                      <a:pt x="4870" y="5972"/>
                    </a:cubicBezTo>
                    <a:cubicBezTo>
                      <a:pt x="5171" y="6539"/>
                      <a:pt x="5537" y="7106"/>
                      <a:pt x="5938" y="7640"/>
                    </a:cubicBezTo>
                    <a:cubicBezTo>
                      <a:pt x="5371" y="7140"/>
                      <a:pt x="4737" y="6706"/>
                      <a:pt x="4070" y="6406"/>
                    </a:cubicBezTo>
                    <a:cubicBezTo>
                      <a:pt x="3803" y="6239"/>
                      <a:pt x="3469" y="6139"/>
                      <a:pt x="3136" y="6139"/>
                    </a:cubicBezTo>
                    <a:cubicBezTo>
                      <a:pt x="2769" y="6165"/>
                      <a:pt x="2629" y="6356"/>
                      <a:pt x="2311" y="6356"/>
                    </a:cubicBezTo>
                    <a:cubicBezTo>
                      <a:pt x="2224" y="6356"/>
                      <a:pt x="2123" y="6342"/>
                      <a:pt x="2002" y="6306"/>
                    </a:cubicBezTo>
                    <a:cubicBezTo>
                      <a:pt x="1745" y="6220"/>
                      <a:pt x="1282" y="5983"/>
                      <a:pt x="886" y="5983"/>
                    </a:cubicBezTo>
                    <a:cubicBezTo>
                      <a:pt x="665" y="5983"/>
                      <a:pt x="465" y="6057"/>
                      <a:pt x="334" y="6272"/>
                    </a:cubicBezTo>
                    <a:cubicBezTo>
                      <a:pt x="0" y="6839"/>
                      <a:pt x="801" y="7573"/>
                      <a:pt x="1201" y="7907"/>
                    </a:cubicBezTo>
                    <a:cubicBezTo>
                      <a:pt x="3169" y="9508"/>
                      <a:pt x="5704" y="10375"/>
                      <a:pt x="7872" y="11710"/>
                    </a:cubicBezTo>
                    <a:cubicBezTo>
                      <a:pt x="8339" y="12010"/>
                      <a:pt x="8840" y="12343"/>
                      <a:pt x="9307" y="12677"/>
                    </a:cubicBezTo>
                    <a:cubicBezTo>
                      <a:pt x="9440" y="12810"/>
                      <a:pt x="9574" y="12910"/>
                      <a:pt x="9740" y="13010"/>
                    </a:cubicBezTo>
                    <a:cubicBezTo>
                      <a:pt x="9841" y="13077"/>
                      <a:pt x="9941" y="13111"/>
                      <a:pt x="10074" y="13111"/>
                    </a:cubicBezTo>
                    <a:cubicBezTo>
                      <a:pt x="10107" y="13111"/>
                      <a:pt x="10174" y="13077"/>
                      <a:pt x="10207" y="13077"/>
                    </a:cubicBezTo>
                    <a:cubicBezTo>
                      <a:pt x="10374" y="13010"/>
                      <a:pt x="10508" y="12877"/>
                      <a:pt x="10541" y="12710"/>
                    </a:cubicBezTo>
                    <a:cubicBezTo>
                      <a:pt x="10641" y="12377"/>
                      <a:pt x="10708" y="12010"/>
                      <a:pt x="10674" y="11643"/>
                    </a:cubicBezTo>
                    <a:cubicBezTo>
                      <a:pt x="10775" y="11276"/>
                      <a:pt x="10908" y="10909"/>
                      <a:pt x="11008" y="10575"/>
                    </a:cubicBezTo>
                    <a:cubicBezTo>
                      <a:pt x="11141" y="10108"/>
                      <a:pt x="11308" y="9608"/>
                      <a:pt x="11475" y="9141"/>
                    </a:cubicBezTo>
                    <a:cubicBezTo>
                      <a:pt x="11809" y="8140"/>
                      <a:pt x="12242" y="7206"/>
                      <a:pt x="12676" y="6239"/>
                    </a:cubicBezTo>
                    <a:cubicBezTo>
                      <a:pt x="13076" y="5438"/>
                      <a:pt x="13376" y="4571"/>
                      <a:pt x="13510" y="3670"/>
                    </a:cubicBezTo>
                    <a:cubicBezTo>
                      <a:pt x="13577" y="3203"/>
                      <a:pt x="13677" y="2303"/>
                      <a:pt x="13310" y="1936"/>
                    </a:cubicBezTo>
                    <a:cubicBezTo>
                      <a:pt x="13177" y="1791"/>
                      <a:pt x="13057" y="1733"/>
                      <a:pt x="12949" y="1733"/>
                    </a:cubicBezTo>
                    <a:cubicBezTo>
                      <a:pt x="12758" y="1733"/>
                      <a:pt x="12603" y="1911"/>
                      <a:pt x="12476" y="2103"/>
                    </a:cubicBezTo>
                    <a:cubicBezTo>
                      <a:pt x="12276" y="2436"/>
                      <a:pt x="12209" y="2803"/>
                      <a:pt x="12042" y="3103"/>
                    </a:cubicBezTo>
                    <a:cubicBezTo>
                      <a:pt x="11809" y="3570"/>
                      <a:pt x="11475" y="3570"/>
                      <a:pt x="11108" y="3837"/>
                    </a:cubicBezTo>
                    <a:cubicBezTo>
                      <a:pt x="10608" y="4204"/>
                      <a:pt x="10308" y="4805"/>
                      <a:pt x="10274" y="5405"/>
                    </a:cubicBezTo>
                    <a:cubicBezTo>
                      <a:pt x="10241" y="5905"/>
                      <a:pt x="10207" y="6372"/>
                      <a:pt x="10174" y="6873"/>
                    </a:cubicBezTo>
                    <a:cubicBezTo>
                      <a:pt x="10107" y="6406"/>
                      <a:pt x="10041" y="5972"/>
                      <a:pt x="9941" y="5505"/>
                    </a:cubicBezTo>
                    <a:cubicBezTo>
                      <a:pt x="9774" y="4705"/>
                      <a:pt x="9640" y="3737"/>
                      <a:pt x="9207" y="3003"/>
                    </a:cubicBezTo>
                    <a:cubicBezTo>
                      <a:pt x="9040" y="2770"/>
                      <a:pt x="8873" y="2603"/>
                      <a:pt x="8640" y="2436"/>
                    </a:cubicBezTo>
                    <a:cubicBezTo>
                      <a:pt x="8106" y="2203"/>
                      <a:pt x="7706" y="1836"/>
                      <a:pt x="7372" y="1369"/>
                    </a:cubicBezTo>
                    <a:cubicBezTo>
                      <a:pt x="7072" y="868"/>
                      <a:pt x="6705" y="1"/>
                      <a:pt x="6004" y="1"/>
                    </a:cubicBezTo>
                    <a:cubicBezTo>
                      <a:pt x="5988" y="0"/>
                      <a:pt x="5972" y="0"/>
                      <a:pt x="59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6"/>
              <p:cNvSpPr/>
              <p:nvPr/>
            </p:nvSpPr>
            <p:spPr>
              <a:xfrm>
                <a:off x="5856844" y="2727596"/>
                <a:ext cx="26" cy="921"/>
              </a:xfrm>
              <a:custGeom>
                <a:avLst/>
                <a:gdLst/>
                <a:ahLst/>
                <a:cxnLst/>
                <a:rect l="l" t="t" r="r" b="b"/>
                <a:pathLst>
                  <a:path w="1" h="35" extrusionOk="0">
                    <a:moveTo>
                      <a:pt x="1" y="1"/>
                    </a:moveTo>
                    <a:lnTo>
                      <a:pt x="1" y="34"/>
                    </a:lnTo>
                    <a:cubicBezTo>
                      <a:pt x="1" y="34"/>
                      <a:pt x="1" y="1"/>
                      <a:pt x="1" y="1"/>
                    </a:cubicBezTo>
                    <a:close/>
                  </a:path>
                </a:pathLst>
              </a:custGeom>
              <a:solidFill>
                <a:srgbClr val="F1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6"/>
              <p:cNvSpPr/>
              <p:nvPr/>
            </p:nvSpPr>
            <p:spPr>
              <a:xfrm>
                <a:off x="5621275" y="2661373"/>
                <a:ext cx="228573" cy="252243"/>
              </a:xfrm>
              <a:custGeom>
                <a:avLst/>
                <a:gdLst/>
                <a:ahLst/>
                <a:cxnLst/>
                <a:rect l="l" t="t" r="r" b="b"/>
                <a:pathLst>
                  <a:path w="8691" h="9591" extrusionOk="0">
                    <a:moveTo>
                      <a:pt x="2603" y="0"/>
                    </a:moveTo>
                    <a:cubicBezTo>
                      <a:pt x="2578" y="0"/>
                      <a:pt x="2553" y="17"/>
                      <a:pt x="2553" y="50"/>
                    </a:cubicBezTo>
                    <a:cubicBezTo>
                      <a:pt x="3053" y="3286"/>
                      <a:pt x="6022" y="5588"/>
                      <a:pt x="6723" y="8723"/>
                    </a:cubicBezTo>
                    <a:cubicBezTo>
                      <a:pt x="6556" y="8456"/>
                      <a:pt x="6389" y="8223"/>
                      <a:pt x="6156" y="7989"/>
                    </a:cubicBezTo>
                    <a:cubicBezTo>
                      <a:pt x="5722" y="7389"/>
                      <a:pt x="5188" y="6822"/>
                      <a:pt x="4621" y="6388"/>
                    </a:cubicBezTo>
                    <a:cubicBezTo>
                      <a:pt x="3654" y="5621"/>
                      <a:pt x="2520" y="5154"/>
                      <a:pt x="1586" y="4320"/>
                    </a:cubicBezTo>
                    <a:cubicBezTo>
                      <a:pt x="1577" y="4311"/>
                      <a:pt x="1568" y="4307"/>
                      <a:pt x="1560" y="4307"/>
                    </a:cubicBezTo>
                    <a:cubicBezTo>
                      <a:pt x="1539" y="4307"/>
                      <a:pt x="1528" y="4338"/>
                      <a:pt x="1552" y="4387"/>
                    </a:cubicBezTo>
                    <a:cubicBezTo>
                      <a:pt x="2220" y="5221"/>
                      <a:pt x="3220" y="5654"/>
                      <a:pt x="4054" y="6221"/>
                    </a:cubicBezTo>
                    <a:cubicBezTo>
                      <a:pt x="4588" y="6588"/>
                      <a:pt x="5055" y="6989"/>
                      <a:pt x="5489" y="7456"/>
                    </a:cubicBezTo>
                    <a:cubicBezTo>
                      <a:pt x="5222" y="7256"/>
                      <a:pt x="4921" y="7055"/>
                      <a:pt x="4621" y="6922"/>
                    </a:cubicBezTo>
                    <a:cubicBezTo>
                      <a:pt x="3154" y="6088"/>
                      <a:pt x="1519" y="5521"/>
                      <a:pt x="118" y="4520"/>
                    </a:cubicBezTo>
                    <a:cubicBezTo>
                      <a:pt x="103" y="4505"/>
                      <a:pt x="87" y="4498"/>
                      <a:pt x="73" y="4498"/>
                    </a:cubicBezTo>
                    <a:cubicBezTo>
                      <a:pt x="28" y="4498"/>
                      <a:pt x="0" y="4569"/>
                      <a:pt x="51" y="4620"/>
                    </a:cubicBezTo>
                    <a:cubicBezTo>
                      <a:pt x="1986" y="6355"/>
                      <a:pt x="5789" y="6789"/>
                      <a:pt x="6823" y="9357"/>
                    </a:cubicBezTo>
                    <a:lnTo>
                      <a:pt x="6823" y="9490"/>
                    </a:lnTo>
                    <a:cubicBezTo>
                      <a:pt x="6890" y="9557"/>
                      <a:pt x="7023" y="9591"/>
                      <a:pt x="7123" y="9591"/>
                    </a:cubicBezTo>
                    <a:cubicBezTo>
                      <a:pt x="7590" y="8823"/>
                      <a:pt x="7590" y="7889"/>
                      <a:pt x="7723" y="6989"/>
                    </a:cubicBezTo>
                    <a:cubicBezTo>
                      <a:pt x="7890" y="5654"/>
                      <a:pt x="8224" y="4353"/>
                      <a:pt x="8691" y="3086"/>
                    </a:cubicBezTo>
                    <a:cubicBezTo>
                      <a:pt x="8691" y="3069"/>
                      <a:pt x="8682" y="3061"/>
                      <a:pt x="8674" y="3061"/>
                    </a:cubicBezTo>
                    <a:cubicBezTo>
                      <a:pt x="8666" y="3061"/>
                      <a:pt x="8657" y="3069"/>
                      <a:pt x="8657" y="3086"/>
                    </a:cubicBezTo>
                    <a:cubicBezTo>
                      <a:pt x="8157" y="4020"/>
                      <a:pt x="7824" y="5021"/>
                      <a:pt x="7657" y="6088"/>
                    </a:cubicBezTo>
                    <a:cubicBezTo>
                      <a:pt x="7423" y="7122"/>
                      <a:pt x="7490" y="8456"/>
                      <a:pt x="6990" y="9457"/>
                    </a:cubicBezTo>
                    <a:cubicBezTo>
                      <a:pt x="6990" y="9424"/>
                      <a:pt x="6990" y="9390"/>
                      <a:pt x="6990" y="9357"/>
                    </a:cubicBezTo>
                    <a:cubicBezTo>
                      <a:pt x="7223" y="8156"/>
                      <a:pt x="6956" y="6855"/>
                      <a:pt x="6656" y="5688"/>
                    </a:cubicBezTo>
                    <a:cubicBezTo>
                      <a:pt x="6256" y="4220"/>
                      <a:pt x="5689" y="2786"/>
                      <a:pt x="5155" y="1351"/>
                    </a:cubicBezTo>
                    <a:cubicBezTo>
                      <a:pt x="5155" y="1331"/>
                      <a:pt x="5145" y="1323"/>
                      <a:pt x="5132" y="1323"/>
                    </a:cubicBezTo>
                    <a:cubicBezTo>
                      <a:pt x="5103" y="1323"/>
                      <a:pt x="5055" y="1362"/>
                      <a:pt x="5055" y="1385"/>
                    </a:cubicBezTo>
                    <a:cubicBezTo>
                      <a:pt x="5489" y="2786"/>
                      <a:pt x="5956" y="4187"/>
                      <a:pt x="6322" y="5621"/>
                    </a:cubicBezTo>
                    <a:cubicBezTo>
                      <a:pt x="6589" y="6488"/>
                      <a:pt x="6756" y="7356"/>
                      <a:pt x="6823" y="8256"/>
                    </a:cubicBezTo>
                    <a:cubicBezTo>
                      <a:pt x="6122" y="5287"/>
                      <a:pt x="3154" y="3119"/>
                      <a:pt x="2653" y="50"/>
                    </a:cubicBezTo>
                    <a:cubicBezTo>
                      <a:pt x="2653" y="17"/>
                      <a:pt x="2628" y="0"/>
                      <a:pt x="26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6"/>
              <p:cNvSpPr/>
              <p:nvPr/>
            </p:nvSpPr>
            <p:spPr>
              <a:xfrm>
                <a:off x="5861236" y="2683386"/>
                <a:ext cx="7916" cy="27089"/>
              </a:xfrm>
              <a:custGeom>
                <a:avLst/>
                <a:gdLst/>
                <a:ahLst/>
                <a:cxnLst/>
                <a:rect l="l" t="t" r="r" b="b"/>
                <a:pathLst>
                  <a:path w="301" h="1030" extrusionOk="0">
                    <a:moveTo>
                      <a:pt x="245" y="1"/>
                    </a:moveTo>
                    <a:cubicBezTo>
                      <a:pt x="221" y="1"/>
                      <a:pt x="201" y="26"/>
                      <a:pt x="201" y="81"/>
                    </a:cubicBezTo>
                    <a:cubicBezTo>
                      <a:pt x="167" y="381"/>
                      <a:pt x="101" y="714"/>
                      <a:pt x="0" y="1015"/>
                    </a:cubicBezTo>
                    <a:cubicBezTo>
                      <a:pt x="0" y="1015"/>
                      <a:pt x="30" y="1030"/>
                      <a:pt x="50" y="1030"/>
                    </a:cubicBezTo>
                    <a:cubicBezTo>
                      <a:pt x="60" y="1030"/>
                      <a:pt x="67" y="1026"/>
                      <a:pt x="67" y="1015"/>
                    </a:cubicBezTo>
                    <a:cubicBezTo>
                      <a:pt x="201" y="714"/>
                      <a:pt x="301" y="381"/>
                      <a:pt x="301" y="47"/>
                    </a:cubicBezTo>
                    <a:cubicBezTo>
                      <a:pt x="286" y="17"/>
                      <a:pt x="264" y="1"/>
                      <a:pt x="2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6"/>
              <p:cNvSpPr/>
              <p:nvPr/>
            </p:nvSpPr>
            <p:spPr>
              <a:xfrm>
                <a:off x="5685789" y="2633600"/>
                <a:ext cx="5286" cy="17279"/>
              </a:xfrm>
              <a:custGeom>
                <a:avLst/>
                <a:gdLst/>
                <a:ahLst/>
                <a:cxnLst/>
                <a:rect l="l" t="t" r="r" b="b"/>
                <a:pathLst>
                  <a:path w="201" h="657" extrusionOk="0">
                    <a:moveTo>
                      <a:pt x="162" y="0"/>
                    </a:moveTo>
                    <a:cubicBezTo>
                      <a:pt x="133" y="0"/>
                      <a:pt x="100" y="20"/>
                      <a:pt x="100" y="39"/>
                    </a:cubicBezTo>
                    <a:cubicBezTo>
                      <a:pt x="33" y="206"/>
                      <a:pt x="0" y="406"/>
                      <a:pt x="67" y="606"/>
                    </a:cubicBezTo>
                    <a:cubicBezTo>
                      <a:pt x="67" y="639"/>
                      <a:pt x="92" y="656"/>
                      <a:pt x="117" y="656"/>
                    </a:cubicBezTo>
                    <a:cubicBezTo>
                      <a:pt x="142" y="656"/>
                      <a:pt x="167" y="639"/>
                      <a:pt x="167" y="606"/>
                    </a:cubicBezTo>
                    <a:cubicBezTo>
                      <a:pt x="167" y="406"/>
                      <a:pt x="200" y="239"/>
                      <a:pt x="200" y="39"/>
                    </a:cubicBezTo>
                    <a:cubicBezTo>
                      <a:pt x="200" y="11"/>
                      <a:pt x="182" y="0"/>
                      <a:pt x="1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6"/>
              <p:cNvSpPr/>
              <p:nvPr/>
            </p:nvSpPr>
            <p:spPr>
              <a:xfrm>
                <a:off x="5600840" y="2760708"/>
                <a:ext cx="9521" cy="8153"/>
              </a:xfrm>
              <a:custGeom>
                <a:avLst/>
                <a:gdLst/>
                <a:ahLst/>
                <a:cxnLst/>
                <a:rect l="l" t="t" r="r" b="b"/>
                <a:pathLst>
                  <a:path w="362" h="310" extrusionOk="0">
                    <a:moveTo>
                      <a:pt x="74" y="1"/>
                    </a:moveTo>
                    <a:cubicBezTo>
                      <a:pt x="40" y="1"/>
                      <a:pt x="1" y="55"/>
                      <a:pt x="28" y="109"/>
                    </a:cubicBezTo>
                    <a:cubicBezTo>
                      <a:pt x="94" y="210"/>
                      <a:pt x="195" y="276"/>
                      <a:pt x="295" y="310"/>
                    </a:cubicBezTo>
                    <a:cubicBezTo>
                      <a:pt x="328" y="310"/>
                      <a:pt x="361" y="243"/>
                      <a:pt x="328" y="243"/>
                    </a:cubicBezTo>
                    <a:cubicBezTo>
                      <a:pt x="261" y="143"/>
                      <a:pt x="195" y="76"/>
                      <a:pt x="94" y="9"/>
                    </a:cubicBezTo>
                    <a:cubicBezTo>
                      <a:pt x="88" y="3"/>
                      <a:pt x="81" y="1"/>
                      <a:pt x="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6"/>
              <p:cNvSpPr/>
              <p:nvPr/>
            </p:nvSpPr>
            <p:spPr>
              <a:xfrm>
                <a:off x="5749829" y="2827562"/>
                <a:ext cx="93838" cy="120112"/>
              </a:xfrm>
              <a:custGeom>
                <a:avLst/>
                <a:gdLst/>
                <a:ahLst/>
                <a:cxnLst/>
                <a:rect l="l" t="t" r="r" b="b"/>
                <a:pathLst>
                  <a:path w="3568" h="4567" extrusionOk="0">
                    <a:moveTo>
                      <a:pt x="1432" y="0"/>
                    </a:moveTo>
                    <a:cubicBezTo>
                      <a:pt x="1422" y="0"/>
                      <a:pt x="1411" y="1"/>
                      <a:pt x="1401" y="3"/>
                    </a:cubicBezTo>
                    <a:cubicBezTo>
                      <a:pt x="1201" y="36"/>
                      <a:pt x="1168" y="303"/>
                      <a:pt x="1168" y="536"/>
                    </a:cubicBezTo>
                    <a:cubicBezTo>
                      <a:pt x="1134" y="770"/>
                      <a:pt x="1168" y="1003"/>
                      <a:pt x="1168" y="1203"/>
                    </a:cubicBezTo>
                    <a:cubicBezTo>
                      <a:pt x="1234" y="1437"/>
                      <a:pt x="1234" y="1670"/>
                      <a:pt x="1168" y="1904"/>
                    </a:cubicBezTo>
                    <a:cubicBezTo>
                      <a:pt x="1116" y="2018"/>
                      <a:pt x="1016" y="2051"/>
                      <a:pt x="898" y="2051"/>
                    </a:cubicBezTo>
                    <a:cubicBezTo>
                      <a:pt x="731" y="2051"/>
                      <a:pt x="529" y="1984"/>
                      <a:pt x="381" y="1984"/>
                    </a:cubicBezTo>
                    <a:cubicBezTo>
                      <a:pt x="299" y="1984"/>
                      <a:pt x="233" y="2005"/>
                      <a:pt x="200" y="2071"/>
                    </a:cubicBezTo>
                    <a:cubicBezTo>
                      <a:pt x="0" y="2504"/>
                      <a:pt x="2502" y="4005"/>
                      <a:pt x="2835" y="4539"/>
                    </a:cubicBezTo>
                    <a:cubicBezTo>
                      <a:pt x="2845" y="4559"/>
                      <a:pt x="2861" y="4567"/>
                      <a:pt x="2877" y="4567"/>
                    </a:cubicBezTo>
                    <a:cubicBezTo>
                      <a:pt x="2916" y="4567"/>
                      <a:pt x="2959" y="4520"/>
                      <a:pt x="2936" y="4472"/>
                    </a:cubicBezTo>
                    <a:cubicBezTo>
                      <a:pt x="2669" y="3572"/>
                      <a:pt x="3002" y="2738"/>
                      <a:pt x="3236" y="1904"/>
                    </a:cubicBezTo>
                    <a:cubicBezTo>
                      <a:pt x="3295" y="1666"/>
                      <a:pt x="3567" y="551"/>
                      <a:pt x="3270" y="551"/>
                    </a:cubicBezTo>
                    <a:cubicBezTo>
                      <a:pt x="3234" y="551"/>
                      <a:pt x="3190" y="567"/>
                      <a:pt x="3136" y="603"/>
                    </a:cubicBezTo>
                    <a:cubicBezTo>
                      <a:pt x="2869" y="770"/>
                      <a:pt x="2802" y="1037"/>
                      <a:pt x="2602" y="1270"/>
                    </a:cubicBezTo>
                    <a:cubicBezTo>
                      <a:pt x="2552" y="1337"/>
                      <a:pt x="2506" y="1364"/>
                      <a:pt x="2464" y="1364"/>
                    </a:cubicBezTo>
                    <a:cubicBezTo>
                      <a:pt x="2337" y="1364"/>
                      <a:pt x="2243" y="1120"/>
                      <a:pt x="2168" y="970"/>
                    </a:cubicBezTo>
                    <a:cubicBezTo>
                      <a:pt x="2102" y="803"/>
                      <a:pt x="2035" y="670"/>
                      <a:pt x="1935" y="470"/>
                    </a:cubicBezTo>
                    <a:cubicBezTo>
                      <a:pt x="1840" y="280"/>
                      <a:pt x="1625" y="0"/>
                      <a:pt x="1432"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6"/>
              <p:cNvSpPr/>
              <p:nvPr/>
            </p:nvSpPr>
            <p:spPr>
              <a:xfrm>
                <a:off x="5805086" y="2867091"/>
                <a:ext cx="89525" cy="200064"/>
              </a:xfrm>
              <a:custGeom>
                <a:avLst/>
                <a:gdLst/>
                <a:ahLst/>
                <a:cxnLst/>
                <a:rect l="l" t="t" r="r" b="b"/>
                <a:pathLst>
                  <a:path w="3404" h="7607" extrusionOk="0">
                    <a:moveTo>
                      <a:pt x="1" y="1"/>
                    </a:moveTo>
                    <a:cubicBezTo>
                      <a:pt x="167" y="1302"/>
                      <a:pt x="568" y="2602"/>
                      <a:pt x="1068" y="3803"/>
                    </a:cubicBezTo>
                    <a:cubicBezTo>
                      <a:pt x="1635" y="5071"/>
                      <a:pt x="2302" y="6305"/>
                      <a:pt x="2869" y="7573"/>
                    </a:cubicBezTo>
                    <a:lnTo>
                      <a:pt x="2903" y="7606"/>
                    </a:lnTo>
                    <a:cubicBezTo>
                      <a:pt x="3069" y="7506"/>
                      <a:pt x="3236" y="7406"/>
                      <a:pt x="3403" y="7306"/>
                    </a:cubicBezTo>
                    <a:cubicBezTo>
                      <a:pt x="3270" y="7039"/>
                      <a:pt x="3136" y="6772"/>
                      <a:pt x="3003" y="6539"/>
                    </a:cubicBezTo>
                    <a:cubicBezTo>
                      <a:pt x="1935" y="4470"/>
                      <a:pt x="401" y="2336"/>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6"/>
              <p:cNvSpPr/>
              <p:nvPr/>
            </p:nvSpPr>
            <p:spPr>
              <a:xfrm>
                <a:off x="5864734" y="2789006"/>
                <a:ext cx="109697" cy="256215"/>
              </a:xfrm>
              <a:custGeom>
                <a:avLst/>
                <a:gdLst/>
                <a:ahLst/>
                <a:cxnLst/>
                <a:rect l="l" t="t" r="r" b="b"/>
                <a:pathLst>
                  <a:path w="4171" h="9742" extrusionOk="0">
                    <a:moveTo>
                      <a:pt x="3170" y="1"/>
                    </a:moveTo>
                    <a:lnTo>
                      <a:pt x="3170" y="1"/>
                    </a:lnTo>
                    <a:cubicBezTo>
                      <a:pt x="3170" y="1"/>
                      <a:pt x="1168" y="2503"/>
                      <a:pt x="568" y="4337"/>
                    </a:cubicBezTo>
                    <a:cubicBezTo>
                      <a:pt x="1" y="6172"/>
                      <a:pt x="334" y="9741"/>
                      <a:pt x="334" y="9741"/>
                    </a:cubicBezTo>
                    <a:cubicBezTo>
                      <a:pt x="3070" y="7306"/>
                      <a:pt x="4171" y="3537"/>
                      <a:pt x="31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6"/>
              <p:cNvSpPr/>
              <p:nvPr/>
            </p:nvSpPr>
            <p:spPr>
              <a:xfrm>
                <a:off x="7208769" y="3955806"/>
                <a:ext cx="653608" cy="576917"/>
              </a:xfrm>
              <a:custGeom>
                <a:avLst/>
                <a:gdLst/>
                <a:ahLst/>
                <a:cxnLst/>
                <a:rect l="l" t="t" r="r" b="b"/>
                <a:pathLst>
                  <a:path w="24852" h="21936" extrusionOk="0">
                    <a:moveTo>
                      <a:pt x="10574" y="1"/>
                    </a:moveTo>
                    <a:lnTo>
                      <a:pt x="10574" y="8574"/>
                    </a:lnTo>
                    <a:lnTo>
                      <a:pt x="10574" y="11676"/>
                    </a:lnTo>
                    <a:lnTo>
                      <a:pt x="10674" y="14244"/>
                    </a:lnTo>
                    <a:cubicBezTo>
                      <a:pt x="10674" y="14244"/>
                      <a:pt x="2335" y="17980"/>
                      <a:pt x="1468" y="18681"/>
                    </a:cubicBezTo>
                    <a:cubicBezTo>
                      <a:pt x="600" y="19348"/>
                      <a:pt x="0" y="21550"/>
                      <a:pt x="734" y="21783"/>
                    </a:cubicBezTo>
                    <a:cubicBezTo>
                      <a:pt x="1020" y="21883"/>
                      <a:pt x="4222" y="21936"/>
                      <a:pt x="8174" y="21936"/>
                    </a:cubicBezTo>
                    <a:cubicBezTo>
                      <a:pt x="14836" y="21936"/>
                      <a:pt x="23627" y="21785"/>
                      <a:pt x="24151" y="21450"/>
                    </a:cubicBezTo>
                    <a:cubicBezTo>
                      <a:pt x="24451" y="21249"/>
                      <a:pt x="24651" y="18081"/>
                      <a:pt x="24751" y="14244"/>
                    </a:cubicBezTo>
                    <a:cubicBezTo>
                      <a:pt x="24784" y="13411"/>
                      <a:pt x="24784" y="12543"/>
                      <a:pt x="24818" y="11676"/>
                    </a:cubicBezTo>
                    <a:cubicBezTo>
                      <a:pt x="24818" y="10642"/>
                      <a:pt x="24818" y="9574"/>
                      <a:pt x="24851" y="8574"/>
                    </a:cubicBezTo>
                    <a:cubicBezTo>
                      <a:pt x="24851" y="4037"/>
                      <a:pt x="24818" y="1"/>
                      <a:pt x="24818" y="1"/>
                    </a:cubicBezTo>
                    <a:close/>
                  </a:path>
                </a:pathLst>
              </a:custGeom>
              <a:solidFill>
                <a:srgbClr val="F7A9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6"/>
              <p:cNvSpPr/>
              <p:nvPr/>
            </p:nvSpPr>
            <p:spPr>
              <a:xfrm>
                <a:off x="7207875" y="4308489"/>
                <a:ext cx="652740" cy="224234"/>
              </a:xfrm>
              <a:custGeom>
                <a:avLst/>
                <a:gdLst/>
                <a:ahLst/>
                <a:cxnLst/>
                <a:rect l="l" t="t" r="r" b="b"/>
                <a:pathLst>
                  <a:path w="24819" h="8526" extrusionOk="0">
                    <a:moveTo>
                      <a:pt x="24818" y="1"/>
                    </a:moveTo>
                    <a:cubicBezTo>
                      <a:pt x="24585" y="101"/>
                      <a:pt x="24351" y="234"/>
                      <a:pt x="24151" y="401"/>
                    </a:cubicBezTo>
                    <a:cubicBezTo>
                      <a:pt x="20973" y="2971"/>
                      <a:pt x="10720" y="4740"/>
                      <a:pt x="6898" y="4740"/>
                    </a:cubicBezTo>
                    <a:cubicBezTo>
                      <a:pt x="6107" y="4740"/>
                      <a:pt x="5591" y="4664"/>
                      <a:pt x="5471" y="4504"/>
                    </a:cubicBezTo>
                    <a:cubicBezTo>
                      <a:pt x="5204" y="4170"/>
                      <a:pt x="6172" y="3203"/>
                      <a:pt x="6872" y="2569"/>
                    </a:cubicBezTo>
                    <a:lnTo>
                      <a:pt x="6872" y="2569"/>
                    </a:lnTo>
                    <a:cubicBezTo>
                      <a:pt x="4571" y="3636"/>
                      <a:pt x="1969" y="4904"/>
                      <a:pt x="1502" y="5271"/>
                    </a:cubicBezTo>
                    <a:cubicBezTo>
                      <a:pt x="668" y="5938"/>
                      <a:pt x="1" y="8140"/>
                      <a:pt x="768" y="8373"/>
                    </a:cubicBezTo>
                    <a:cubicBezTo>
                      <a:pt x="1054" y="8473"/>
                      <a:pt x="4256" y="8526"/>
                      <a:pt x="8208" y="8526"/>
                    </a:cubicBezTo>
                    <a:cubicBezTo>
                      <a:pt x="14870" y="8526"/>
                      <a:pt x="23661" y="8375"/>
                      <a:pt x="24185" y="8040"/>
                    </a:cubicBezTo>
                    <a:cubicBezTo>
                      <a:pt x="24485" y="7839"/>
                      <a:pt x="24685" y="4671"/>
                      <a:pt x="24785" y="834"/>
                    </a:cubicBezTo>
                    <a:cubicBezTo>
                      <a:pt x="24818" y="534"/>
                      <a:pt x="24818" y="267"/>
                      <a:pt x="248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6"/>
              <p:cNvSpPr/>
              <p:nvPr/>
            </p:nvSpPr>
            <p:spPr>
              <a:xfrm>
                <a:off x="7450019" y="2363525"/>
                <a:ext cx="536047" cy="1772173"/>
              </a:xfrm>
              <a:custGeom>
                <a:avLst/>
                <a:gdLst/>
                <a:ahLst/>
                <a:cxnLst/>
                <a:rect l="l" t="t" r="r" b="b"/>
                <a:pathLst>
                  <a:path w="20382" h="67383" extrusionOk="0">
                    <a:moveTo>
                      <a:pt x="7072" y="1"/>
                    </a:moveTo>
                    <a:cubicBezTo>
                      <a:pt x="7072" y="1"/>
                      <a:pt x="2335" y="30389"/>
                      <a:pt x="1601" y="37594"/>
                    </a:cubicBezTo>
                    <a:cubicBezTo>
                      <a:pt x="1001" y="43232"/>
                      <a:pt x="0" y="67382"/>
                      <a:pt x="0" y="67382"/>
                    </a:cubicBezTo>
                    <a:lnTo>
                      <a:pt x="15645" y="67382"/>
                    </a:lnTo>
                    <a:cubicBezTo>
                      <a:pt x="15645" y="67382"/>
                      <a:pt x="16145" y="47001"/>
                      <a:pt x="16345" y="40430"/>
                    </a:cubicBezTo>
                    <a:cubicBezTo>
                      <a:pt x="16379" y="39262"/>
                      <a:pt x="16445" y="38528"/>
                      <a:pt x="16445" y="38461"/>
                    </a:cubicBezTo>
                    <a:cubicBezTo>
                      <a:pt x="16512" y="37994"/>
                      <a:pt x="20381" y="1"/>
                      <a:pt x="203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6"/>
              <p:cNvSpPr/>
              <p:nvPr/>
            </p:nvSpPr>
            <p:spPr>
              <a:xfrm>
                <a:off x="7808830" y="2397952"/>
                <a:ext cx="132920" cy="1672154"/>
              </a:xfrm>
              <a:custGeom>
                <a:avLst/>
                <a:gdLst/>
                <a:ahLst/>
                <a:cxnLst/>
                <a:rect l="l" t="t" r="r" b="b"/>
                <a:pathLst>
                  <a:path w="5054" h="63580" extrusionOk="0">
                    <a:moveTo>
                      <a:pt x="5033" y="1"/>
                    </a:moveTo>
                    <a:cubicBezTo>
                      <a:pt x="5021" y="1"/>
                      <a:pt x="5004" y="9"/>
                      <a:pt x="5004" y="26"/>
                    </a:cubicBezTo>
                    <a:cubicBezTo>
                      <a:pt x="4337" y="4629"/>
                      <a:pt x="3670" y="9232"/>
                      <a:pt x="3103" y="13836"/>
                    </a:cubicBezTo>
                    <a:cubicBezTo>
                      <a:pt x="2135" y="22042"/>
                      <a:pt x="1435" y="30248"/>
                      <a:pt x="934" y="38487"/>
                    </a:cubicBezTo>
                    <a:cubicBezTo>
                      <a:pt x="434" y="46826"/>
                      <a:pt x="200" y="55165"/>
                      <a:pt x="0" y="63505"/>
                    </a:cubicBezTo>
                    <a:cubicBezTo>
                      <a:pt x="0" y="63555"/>
                      <a:pt x="42" y="63580"/>
                      <a:pt x="84" y="63580"/>
                    </a:cubicBezTo>
                    <a:cubicBezTo>
                      <a:pt x="125" y="63580"/>
                      <a:pt x="167" y="63555"/>
                      <a:pt x="167" y="63505"/>
                    </a:cubicBezTo>
                    <a:cubicBezTo>
                      <a:pt x="301" y="58801"/>
                      <a:pt x="467" y="54131"/>
                      <a:pt x="634" y="49461"/>
                    </a:cubicBezTo>
                    <a:cubicBezTo>
                      <a:pt x="1001" y="41189"/>
                      <a:pt x="1501" y="32949"/>
                      <a:pt x="2235" y="24710"/>
                    </a:cubicBezTo>
                    <a:cubicBezTo>
                      <a:pt x="2969" y="16471"/>
                      <a:pt x="3836" y="8198"/>
                      <a:pt x="5037" y="26"/>
                    </a:cubicBezTo>
                    <a:cubicBezTo>
                      <a:pt x="5054" y="9"/>
                      <a:pt x="5046" y="1"/>
                      <a:pt x="503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6"/>
              <p:cNvSpPr/>
              <p:nvPr/>
            </p:nvSpPr>
            <p:spPr>
              <a:xfrm>
                <a:off x="7474583" y="4065477"/>
                <a:ext cx="370225" cy="9678"/>
              </a:xfrm>
              <a:custGeom>
                <a:avLst/>
                <a:gdLst/>
                <a:ahLst/>
                <a:cxnLst/>
                <a:rect l="l" t="t" r="r" b="b"/>
                <a:pathLst>
                  <a:path w="14077" h="368" extrusionOk="0">
                    <a:moveTo>
                      <a:pt x="7039" y="1"/>
                    </a:moveTo>
                    <a:cubicBezTo>
                      <a:pt x="5204" y="1"/>
                      <a:pt x="434" y="67"/>
                      <a:pt x="34" y="134"/>
                    </a:cubicBezTo>
                    <a:cubicBezTo>
                      <a:pt x="0" y="134"/>
                      <a:pt x="0" y="201"/>
                      <a:pt x="34" y="201"/>
                    </a:cubicBezTo>
                    <a:cubicBezTo>
                      <a:pt x="267" y="234"/>
                      <a:pt x="5771" y="368"/>
                      <a:pt x="7606" y="368"/>
                    </a:cubicBezTo>
                    <a:cubicBezTo>
                      <a:pt x="10608" y="368"/>
                      <a:pt x="13410" y="267"/>
                      <a:pt x="14044" y="167"/>
                    </a:cubicBezTo>
                    <a:cubicBezTo>
                      <a:pt x="14077" y="167"/>
                      <a:pt x="14077" y="134"/>
                      <a:pt x="14044" y="134"/>
                    </a:cubicBezTo>
                    <a:cubicBezTo>
                      <a:pt x="13510" y="134"/>
                      <a:pt x="8606" y="1"/>
                      <a:pt x="703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6"/>
              <p:cNvSpPr/>
              <p:nvPr/>
            </p:nvSpPr>
            <p:spPr>
              <a:xfrm>
                <a:off x="7686009" y="2363525"/>
                <a:ext cx="300057" cy="1063309"/>
              </a:xfrm>
              <a:custGeom>
                <a:avLst/>
                <a:gdLst/>
                <a:ahLst/>
                <a:cxnLst/>
                <a:rect l="l" t="t" r="r" b="b"/>
                <a:pathLst>
                  <a:path w="11409" h="40430" extrusionOk="0">
                    <a:moveTo>
                      <a:pt x="0" y="1"/>
                    </a:moveTo>
                    <a:lnTo>
                      <a:pt x="7372" y="40430"/>
                    </a:lnTo>
                    <a:cubicBezTo>
                      <a:pt x="7406" y="39262"/>
                      <a:pt x="7472" y="38528"/>
                      <a:pt x="7472" y="38461"/>
                    </a:cubicBezTo>
                    <a:cubicBezTo>
                      <a:pt x="7539" y="37994"/>
                      <a:pt x="11408" y="1"/>
                      <a:pt x="1140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6"/>
              <p:cNvSpPr/>
              <p:nvPr/>
            </p:nvSpPr>
            <p:spPr>
              <a:xfrm>
                <a:off x="7990431" y="3819835"/>
                <a:ext cx="619391" cy="713282"/>
              </a:xfrm>
              <a:custGeom>
                <a:avLst/>
                <a:gdLst/>
                <a:ahLst/>
                <a:cxnLst/>
                <a:rect l="l" t="t" r="r" b="b"/>
                <a:pathLst>
                  <a:path w="23551" h="27121" extrusionOk="0">
                    <a:moveTo>
                      <a:pt x="17646" y="1"/>
                    </a:moveTo>
                    <a:lnTo>
                      <a:pt x="4303" y="3570"/>
                    </a:lnTo>
                    <a:lnTo>
                      <a:pt x="6705" y="11509"/>
                    </a:lnTo>
                    <a:lnTo>
                      <a:pt x="7672" y="14744"/>
                    </a:lnTo>
                    <a:lnTo>
                      <a:pt x="8406" y="17213"/>
                    </a:lnTo>
                    <a:cubicBezTo>
                      <a:pt x="8406" y="17213"/>
                      <a:pt x="1301" y="23017"/>
                      <a:pt x="667" y="23884"/>
                    </a:cubicBezTo>
                    <a:cubicBezTo>
                      <a:pt x="34" y="24752"/>
                      <a:pt x="0" y="27053"/>
                      <a:pt x="801" y="27120"/>
                    </a:cubicBezTo>
                    <a:cubicBezTo>
                      <a:pt x="803" y="27120"/>
                      <a:pt x="806" y="27120"/>
                      <a:pt x="808" y="27120"/>
                    </a:cubicBezTo>
                    <a:cubicBezTo>
                      <a:pt x="1724" y="27120"/>
                      <a:pt x="22652" y="21447"/>
                      <a:pt x="23317" y="20715"/>
                    </a:cubicBezTo>
                    <a:cubicBezTo>
                      <a:pt x="23550" y="20449"/>
                      <a:pt x="22883" y="17313"/>
                      <a:pt x="22016" y="13577"/>
                    </a:cubicBezTo>
                    <a:cubicBezTo>
                      <a:pt x="21816" y="12776"/>
                      <a:pt x="21649" y="11909"/>
                      <a:pt x="21382" y="11075"/>
                    </a:cubicBezTo>
                    <a:cubicBezTo>
                      <a:pt x="21082" y="10041"/>
                      <a:pt x="20748" y="9007"/>
                      <a:pt x="20415" y="7973"/>
                    </a:cubicBezTo>
                    <a:cubicBezTo>
                      <a:pt x="19014" y="3603"/>
                      <a:pt x="17646" y="1"/>
                      <a:pt x="17646" y="1"/>
                    </a:cubicBezTo>
                    <a:close/>
                  </a:path>
                </a:pathLst>
              </a:custGeom>
              <a:solidFill>
                <a:srgbClr val="F7A9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6"/>
              <p:cNvSpPr/>
              <p:nvPr/>
            </p:nvSpPr>
            <p:spPr>
              <a:xfrm>
                <a:off x="7989537" y="4216386"/>
                <a:ext cx="620285" cy="316731"/>
              </a:xfrm>
              <a:custGeom>
                <a:avLst/>
                <a:gdLst/>
                <a:ahLst/>
                <a:cxnLst/>
                <a:rect l="l" t="t" r="r" b="b"/>
                <a:pathLst>
                  <a:path w="23585" h="12043" extrusionOk="0">
                    <a:moveTo>
                      <a:pt x="22384" y="0"/>
                    </a:moveTo>
                    <a:cubicBezTo>
                      <a:pt x="19027" y="3206"/>
                      <a:pt x="7911" y="6548"/>
                      <a:pt x="5267" y="6548"/>
                    </a:cubicBezTo>
                    <a:cubicBezTo>
                      <a:pt x="4995" y="6548"/>
                      <a:pt x="4812" y="6513"/>
                      <a:pt x="4738" y="6438"/>
                    </a:cubicBezTo>
                    <a:cubicBezTo>
                      <a:pt x="4437" y="6138"/>
                      <a:pt x="5371" y="4904"/>
                      <a:pt x="6005" y="4203"/>
                    </a:cubicBezTo>
                    <a:lnTo>
                      <a:pt x="6005" y="4203"/>
                    </a:lnTo>
                    <a:cubicBezTo>
                      <a:pt x="3870" y="5938"/>
                      <a:pt x="1135" y="8306"/>
                      <a:pt x="735" y="8806"/>
                    </a:cubicBezTo>
                    <a:cubicBezTo>
                      <a:pt x="101" y="9707"/>
                      <a:pt x="1" y="11975"/>
                      <a:pt x="801" y="12042"/>
                    </a:cubicBezTo>
                    <a:cubicBezTo>
                      <a:pt x="804" y="12042"/>
                      <a:pt x="807" y="12042"/>
                      <a:pt x="809" y="12042"/>
                    </a:cubicBezTo>
                    <a:cubicBezTo>
                      <a:pt x="1758" y="12042"/>
                      <a:pt x="22686" y="6369"/>
                      <a:pt x="23351" y="5637"/>
                    </a:cubicBezTo>
                    <a:cubicBezTo>
                      <a:pt x="23584" y="5404"/>
                      <a:pt x="23117" y="3036"/>
                      <a:pt x="223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6"/>
              <p:cNvSpPr/>
              <p:nvPr/>
            </p:nvSpPr>
            <p:spPr>
              <a:xfrm>
                <a:off x="7635118" y="2362657"/>
                <a:ext cx="889598" cy="1746715"/>
              </a:xfrm>
              <a:custGeom>
                <a:avLst/>
                <a:gdLst/>
                <a:ahLst/>
                <a:cxnLst/>
                <a:rect l="l" t="t" r="r" b="b"/>
                <a:pathLst>
                  <a:path w="33825" h="66415" extrusionOk="0">
                    <a:moveTo>
                      <a:pt x="19281" y="0"/>
                    </a:moveTo>
                    <a:lnTo>
                      <a:pt x="1" y="34"/>
                    </a:lnTo>
                    <a:cubicBezTo>
                      <a:pt x="1" y="34"/>
                      <a:pt x="1035" y="5504"/>
                      <a:pt x="4871" y="8306"/>
                    </a:cubicBezTo>
                    <a:cubicBezTo>
                      <a:pt x="4871" y="8306"/>
                      <a:pt x="10275" y="37961"/>
                      <a:pt x="10942" y="41296"/>
                    </a:cubicBezTo>
                    <a:cubicBezTo>
                      <a:pt x="12243" y="47801"/>
                      <a:pt x="17813" y="66414"/>
                      <a:pt x="17813" y="66414"/>
                    </a:cubicBezTo>
                    <a:lnTo>
                      <a:pt x="33825" y="61544"/>
                    </a:lnTo>
                    <a:cubicBezTo>
                      <a:pt x="33825" y="61544"/>
                      <a:pt x="26920" y="39095"/>
                      <a:pt x="25986" y="36727"/>
                    </a:cubicBezTo>
                    <a:cubicBezTo>
                      <a:pt x="25485" y="35426"/>
                      <a:pt x="21616" y="10875"/>
                      <a:pt x="21683" y="10308"/>
                    </a:cubicBezTo>
                    <a:cubicBezTo>
                      <a:pt x="22617" y="3269"/>
                      <a:pt x="19281" y="0"/>
                      <a:pt x="19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6"/>
              <p:cNvSpPr/>
              <p:nvPr/>
            </p:nvSpPr>
            <p:spPr>
              <a:xfrm>
                <a:off x="7965867" y="2394533"/>
                <a:ext cx="150909" cy="113774"/>
              </a:xfrm>
              <a:custGeom>
                <a:avLst/>
                <a:gdLst/>
                <a:ahLst/>
                <a:cxnLst/>
                <a:rect l="l" t="t" r="r" b="b"/>
                <a:pathLst>
                  <a:path w="5738" h="4326" extrusionOk="0">
                    <a:moveTo>
                      <a:pt x="70" y="1"/>
                    </a:moveTo>
                    <a:cubicBezTo>
                      <a:pt x="35" y="1"/>
                      <a:pt x="0" y="17"/>
                      <a:pt x="0" y="56"/>
                    </a:cubicBezTo>
                    <a:cubicBezTo>
                      <a:pt x="367" y="2691"/>
                      <a:pt x="2969" y="4326"/>
                      <a:pt x="5504" y="4326"/>
                    </a:cubicBezTo>
                    <a:cubicBezTo>
                      <a:pt x="5738" y="4326"/>
                      <a:pt x="5738" y="3992"/>
                      <a:pt x="5504" y="3992"/>
                    </a:cubicBezTo>
                    <a:cubicBezTo>
                      <a:pt x="4270" y="3925"/>
                      <a:pt x="3069" y="3525"/>
                      <a:pt x="2035" y="2791"/>
                    </a:cubicBezTo>
                    <a:cubicBezTo>
                      <a:pt x="1101" y="2091"/>
                      <a:pt x="434" y="1123"/>
                      <a:pt x="134" y="22"/>
                    </a:cubicBezTo>
                    <a:cubicBezTo>
                      <a:pt x="120" y="9"/>
                      <a:pt x="95" y="1"/>
                      <a:pt x="7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6"/>
              <p:cNvSpPr/>
              <p:nvPr/>
            </p:nvSpPr>
            <p:spPr>
              <a:xfrm>
                <a:off x="7696713" y="2535238"/>
                <a:ext cx="138470" cy="84476"/>
              </a:xfrm>
              <a:custGeom>
                <a:avLst/>
                <a:gdLst/>
                <a:ahLst/>
                <a:cxnLst/>
                <a:rect l="l" t="t" r="r" b="b"/>
                <a:pathLst>
                  <a:path w="5265" h="3212" extrusionOk="0">
                    <a:moveTo>
                      <a:pt x="42" y="1"/>
                    </a:moveTo>
                    <a:cubicBezTo>
                      <a:pt x="17" y="1"/>
                      <a:pt x="0" y="49"/>
                      <a:pt x="27" y="76"/>
                    </a:cubicBezTo>
                    <a:cubicBezTo>
                      <a:pt x="794" y="710"/>
                      <a:pt x="1628" y="1244"/>
                      <a:pt x="2529" y="1744"/>
                    </a:cubicBezTo>
                    <a:cubicBezTo>
                      <a:pt x="3396" y="2278"/>
                      <a:pt x="4330" y="2712"/>
                      <a:pt x="5231" y="3212"/>
                    </a:cubicBezTo>
                    <a:cubicBezTo>
                      <a:pt x="5231" y="3212"/>
                      <a:pt x="5264" y="3179"/>
                      <a:pt x="5231" y="3179"/>
                    </a:cubicBezTo>
                    <a:cubicBezTo>
                      <a:pt x="4397" y="2578"/>
                      <a:pt x="3596" y="1944"/>
                      <a:pt x="2729" y="1411"/>
                    </a:cubicBezTo>
                    <a:cubicBezTo>
                      <a:pt x="1895" y="844"/>
                      <a:pt x="994" y="377"/>
                      <a:pt x="60" y="10"/>
                    </a:cubicBezTo>
                    <a:cubicBezTo>
                      <a:pt x="54" y="3"/>
                      <a:pt x="48" y="1"/>
                      <a:pt x="4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6"/>
              <p:cNvSpPr/>
              <p:nvPr/>
            </p:nvSpPr>
            <p:spPr>
              <a:xfrm>
                <a:off x="7687771" y="2394533"/>
                <a:ext cx="89499" cy="188124"/>
              </a:xfrm>
              <a:custGeom>
                <a:avLst/>
                <a:gdLst/>
                <a:ahLst/>
                <a:cxnLst/>
                <a:rect l="l" t="t" r="r" b="b"/>
                <a:pathLst>
                  <a:path w="3403" h="7153" extrusionOk="0">
                    <a:moveTo>
                      <a:pt x="28" y="1"/>
                    </a:moveTo>
                    <a:cubicBezTo>
                      <a:pt x="12" y="1"/>
                      <a:pt x="0" y="17"/>
                      <a:pt x="0" y="56"/>
                    </a:cubicBezTo>
                    <a:cubicBezTo>
                      <a:pt x="133" y="723"/>
                      <a:pt x="200" y="1390"/>
                      <a:pt x="300" y="2057"/>
                    </a:cubicBezTo>
                    <a:cubicBezTo>
                      <a:pt x="367" y="2591"/>
                      <a:pt x="500" y="3158"/>
                      <a:pt x="667" y="3725"/>
                    </a:cubicBezTo>
                    <a:cubicBezTo>
                      <a:pt x="834" y="4225"/>
                      <a:pt x="1134" y="4659"/>
                      <a:pt x="1568" y="4993"/>
                    </a:cubicBezTo>
                    <a:cubicBezTo>
                      <a:pt x="1801" y="5159"/>
                      <a:pt x="2068" y="5326"/>
                      <a:pt x="2268" y="5460"/>
                    </a:cubicBezTo>
                    <a:cubicBezTo>
                      <a:pt x="2502" y="5626"/>
                      <a:pt x="2735" y="5793"/>
                      <a:pt x="2969" y="5927"/>
                    </a:cubicBezTo>
                    <a:lnTo>
                      <a:pt x="3002" y="6127"/>
                    </a:lnTo>
                    <a:cubicBezTo>
                      <a:pt x="3036" y="6294"/>
                      <a:pt x="3069" y="6460"/>
                      <a:pt x="3136" y="6627"/>
                    </a:cubicBezTo>
                    <a:cubicBezTo>
                      <a:pt x="3169" y="6794"/>
                      <a:pt x="3236" y="6961"/>
                      <a:pt x="3302" y="7128"/>
                    </a:cubicBezTo>
                    <a:cubicBezTo>
                      <a:pt x="3319" y="7144"/>
                      <a:pt x="3344" y="7153"/>
                      <a:pt x="3365" y="7153"/>
                    </a:cubicBezTo>
                    <a:cubicBezTo>
                      <a:pt x="3386" y="7153"/>
                      <a:pt x="3402" y="7144"/>
                      <a:pt x="3402" y="7128"/>
                    </a:cubicBezTo>
                    <a:cubicBezTo>
                      <a:pt x="3402" y="6927"/>
                      <a:pt x="3402" y="6761"/>
                      <a:pt x="3369" y="6594"/>
                    </a:cubicBezTo>
                    <a:cubicBezTo>
                      <a:pt x="3336" y="6427"/>
                      <a:pt x="3336" y="6260"/>
                      <a:pt x="3302" y="6093"/>
                    </a:cubicBezTo>
                    <a:cubicBezTo>
                      <a:pt x="3269" y="5927"/>
                      <a:pt x="2802" y="3592"/>
                      <a:pt x="2669" y="3125"/>
                    </a:cubicBezTo>
                    <a:cubicBezTo>
                      <a:pt x="2402" y="2157"/>
                      <a:pt x="2102" y="1223"/>
                      <a:pt x="1801" y="256"/>
                    </a:cubicBezTo>
                    <a:cubicBezTo>
                      <a:pt x="1801" y="239"/>
                      <a:pt x="1793" y="231"/>
                      <a:pt x="1785" y="231"/>
                    </a:cubicBezTo>
                    <a:cubicBezTo>
                      <a:pt x="1776" y="231"/>
                      <a:pt x="1768" y="239"/>
                      <a:pt x="1768" y="256"/>
                    </a:cubicBezTo>
                    <a:cubicBezTo>
                      <a:pt x="2001" y="1223"/>
                      <a:pt x="2202" y="2224"/>
                      <a:pt x="2368" y="3191"/>
                    </a:cubicBezTo>
                    <a:cubicBezTo>
                      <a:pt x="2468" y="3692"/>
                      <a:pt x="2569" y="4192"/>
                      <a:pt x="2702" y="4659"/>
                    </a:cubicBezTo>
                    <a:cubicBezTo>
                      <a:pt x="2735" y="4893"/>
                      <a:pt x="2769" y="5126"/>
                      <a:pt x="2835" y="5326"/>
                    </a:cubicBezTo>
                    <a:cubicBezTo>
                      <a:pt x="2869" y="5426"/>
                      <a:pt x="2902" y="5493"/>
                      <a:pt x="2902" y="5560"/>
                    </a:cubicBezTo>
                    <a:lnTo>
                      <a:pt x="2468" y="5293"/>
                    </a:lnTo>
                    <a:cubicBezTo>
                      <a:pt x="2235" y="5126"/>
                      <a:pt x="2001" y="4959"/>
                      <a:pt x="1768" y="4759"/>
                    </a:cubicBezTo>
                    <a:cubicBezTo>
                      <a:pt x="1368" y="4392"/>
                      <a:pt x="1067" y="3925"/>
                      <a:pt x="934" y="3425"/>
                    </a:cubicBezTo>
                    <a:cubicBezTo>
                      <a:pt x="767" y="2858"/>
                      <a:pt x="667" y="2357"/>
                      <a:pt x="500" y="1757"/>
                    </a:cubicBezTo>
                    <a:cubicBezTo>
                      <a:pt x="367" y="1190"/>
                      <a:pt x="200" y="623"/>
                      <a:pt x="67" y="22"/>
                    </a:cubicBezTo>
                    <a:cubicBezTo>
                      <a:pt x="53" y="9"/>
                      <a:pt x="39" y="1"/>
                      <a:pt x="2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6"/>
              <p:cNvSpPr/>
              <p:nvPr/>
            </p:nvSpPr>
            <p:spPr>
              <a:xfrm>
                <a:off x="8116750" y="3913700"/>
                <a:ext cx="355339" cy="108829"/>
              </a:xfrm>
              <a:custGeom>
                <a:avLst/>
                <a:gdLst/>
                <a:ahLst/>
                <a:cxnLst/>
                <a:rect l="l" t="t" r="r" b="b"/>
                <a:pathLst>
                  <a:path w="13511" h="4138" extrusionOk="0">
                    <a:moveTo>
                      <a:pt x="13444" y="1"/>
                    </a:moveTo>
                    <a:cubicBezTo>
                      <a:pt x="12943" y="168"/>
                      <a:pt x="8207" y="1469"/>
                      <a:pt x="6705" y="1936"/>
                    </a:cubicBezTo>
                    <a:cubicBezTo>
                      <a:pt x="4971" y="2469"/>
                      <a:pt x="434" y="3904"/>
                      <a:pt x="34" y="4070"/>
                    </a:cubicBezTo>
                    <a:cubicBezTo>
                      <a:pt x="1" y="4104"/>
                      <a:pt x="1" y="4137"/>
                      <a:pt x="34" y="4137"/>
                    </a:cubicBezTo>
                    <a:cubicBezTo>
                      <a:pt x="301" y="4104"/>
                      <a:pt x="5605" y="2603"/>
                      <a:pt x="7339" y="2069"/>
                    </a:cubicBezTo>
                    <a:cubicBezTo>
                      <a:pt x="10208" y="1202"/>
                      <a:pt x="12877" y="334"/>
                      <a:pt x="13444" y="34"/>
                    </a:cubicBezTo>
                    <a:cubicBezTo>
                      <a:pt x="13510" y="34"/>
                      <a:pt x="13477" y="1"/>
                      <a:pt x="1344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6"/>
              <p:cNvSpPr/>
              <p:nvPr/>
            </p:nvSpPr>
            <p:spPr>
              <a:xfrm>
                <a:off x="8130163" y="2380699"/>
                <a:ext cx="321491" cy="1526373"/>
              </a:xfrm>
              <a:custGeom>
                <a:avLst/>
                <a:gdLst/>
                <a:ahLst/>
                <a:cxnLst/>
                <a:rect l="l" t="t" r="r" b="b"/>
                <a:pathLst>
                  <a:path w="12224" h="58037" extrusionOk="0">
                    <a:moveTo>
                      <a:pt x="30" y="1"/>
                    </a:moveTo>
                    <a:cubicBezTo>
                      <a:pt x="11" y="1"/>
                      <a:pt x="1" y="25"/>
                      <a:pt x="24" y="48"/>
                    </a:cubicBezTo>
                    <a:cubicBezTo>
                      <a:pt x="2059" y="3217"/>
                      <a:pt x="925" y="7086"/>
                      <a:pt x="858" y="10589"/>
                    </a:cubicBezTo>
                    <a:cubicBezTo>
                      <a:pt x="892" y="12524"/>
                      <a:pt x="1092" y="14425"/>
                      <a:pt x="1425" y="16326"/>
                    </a:cubicBezTo>
                    <a:cubicBezTo>
                      <a:pt x="1692" y="18228"/>
                      <a:pt x="1992" y="20162"/>
                      <a:pt x="2293" y="22064"/>
                    </a:cubicBezTo>
                    <a:cubicBezTo>
                      <a:pt x="2893" y="25900"/>
                      <a:pt x="3527" y="29736"/>
                      <a:pt x="4261" y="33572"/>
                    </a:cubicBezTo>
                    <a:cubicBezTo>
                      <a:pt x="4561" y="35440"/>
                      <a:pt x="4995" y="37308"/>
                      <a:pt x="5528" y="39143"/>
                    </a:cubicBezTo>
                    <a:cubicBezTo>
                      <a:pt x="6095" y="40977"/>
                      <a:pt x="6796" y="42779"/>
                      <a:pt x="7396" y="44613"/>
                    </a:cubicBezTo>
                    <a:cubicBezTo>
                      <a:pt x="8697" y="48316"/>
                      <a:pt x="12000" y="57556"/>
                      <a:pt x="12166" y="58023"/>
                    </a:cubicBezTo>
                    <a:cubicBezTo>
                      <a:pt x="12166" y="58033"/>
                      <a:pt x="12172" y="58037"/>
                      <a:pt x="12179" y="58037"/>
                    </a:cubicBezTo>
                    <a:cubicBezTo>
                      <a:pt x="12197" y="58037"/>
                      <a:pt x="12223" y="58013"/>
                      <a:pt x="12200" y="57990"/>
                    </a:cubicBezTo>
                    <a:cubicBezTo>
                      <a:pt x="10966" y="54287"/>
                      <a:pt x="9464" y="49584"/>
                      <a:pt x="8197" y="45881"/>
                    </a:cubicBezTo>
                    <a:cubicBezTo>
                      <a:pt x="7563" y="44046"/>
                      <a:pt x="6896" y="42178"/>
                      <a:pt x="6296" y="40344"/>
                    </a:cubicBezTo>
                    <a:cubicBezTo>
                      <a:pt x="5662" y="38542"/>
                      <a:pt x="5195" y="36674"/>
                      <a:pt x="4794" y="34806"/>
                    </a:cubicBezTo>
                    <a:cubicBezTo>
                      <a:pt x="4061" y="30970"/>
                      <a:pt x="3393" y="27134"/>
                      <a:pt x="2760" y="23265"/>
                    </a:cubicBezTo>
                    <a:cubicBezTo>
                      <a:pt x="2459" y="21330"/>
                      <a:pt x="2159" y="19362"/>
                      <a:pt x="1892" y="17394"/>
                    </a:cubicBezTo>
                    <a:cubicBezTo>
                      <a:pt x="1726" y="16426"/>
                      <a:pt x="1626" y="15459"/>
                      <a:pt x="1492" y="14458"/>
                    </a:cubicBezTo>
                    <a:cubicBezTo>
                      <a:pt x="1359" y="13524"/>
                      <a:pt x="1192" y="12590"/>
                      <a:pt x="1159" y="11656"/>
                    </a:cubicBezTo>
                    <a:cubicBezTo>
                      <a:pt x="958" y="8121"/>
                      <a:pt x="2226" y="4418"/>
                      <a:pt x="692" y="1049"/>
                    </a:cubicBezTo>
                    <a:cubicBezTo>
                      <a:pt x="525" y="682"/>
                      <a:pt x="291" y="348"/>
                      <a:pt x="58" y="15"/>
                    </a:cubicBezTo>
                    <a:cubicBezTo>
                      <a:pt x="48" y="5"/>
                      <a:pt x="38" y="1"/>
                      <a:pt x="3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6"/>
              <p:cNvSpPr/>
              <p:nvPr/>
            </p:nvSpPr>
            <p:spPr>
              <a:xfrm>
                <a:off x="7025721" y="1594250"/>
                <a:ext cx="837944" cy="448205"/>
              </a:xfrm>
              <a:custGeom>
                <a:avLst/>
                <a:gdLst/>
                <a:ahLst/>
                <a:cxnLst/>
                <a:rect l="l" t="t" r="r" b="b"/>
                <a:pathLst>
                  <a:path w="31861" h="17042" extrusionOk="0">
                    <a:moveTo>
                      <a:pt x="6543" y="1"/>
                    </a:moveTo>
                    <a:cubicBezTo>
                      <a:pt x="5149" y="1"/>
                      <a:pt x="1" y="7676"/>
                      <a:pt x="889" y="8469"/>
                    </a:cubicBezTo>
                    <a:cubicBezTo>
                      <a:pt x="5125" y="12405"/>
                      <a:pt x="10796" y="17042"/>
                      <a:pt x="14132" y="17042"/>
                    </a:cubicBezTo>
                    <a:cubicBezTo>
                      <a:pt x="17067" y="17042"/>
                      <a:pt x="25974" y="12739"/>
                      <a:pt x="29643" y="8869"/>
                    </a:cubicBezTo>
                    <a:cubicBezTo>
                      <a:pt x="31114" y="7320"/>
                      <a:pt x="31861" y="5584"/>
                      <a:pt x="29766" y="5584"/>
                    </a:cubicBezTo>
                    <a:cubicBezTo>
                      <a:pt x="29201" y="5584"/>
                      <a:pt x="28429" y="5710"/>
                      <a:pt x="27408" y="6001"/>
                    </a:cubicBezTo>
                    <a:cubicBezTo>
                      <a:pt x="23382" y="7147"/>
                      <a:pt x="18378" y="8494"/>
                      <a:pt x="16588" y="8494"/>
                    </a:cubicBezTo>
                    <a:cubicBezTo>
                      <a:pt x="16450" y="8494"/>
                      <a:pt x="16331" y="8486"/>
                      <a:pt x="16233" y="8469"/>
                    </a:cubicBezTo>
                    <a:cubicBezTo>
                      <a:pt x="15299" y="8336"/>
                      <a:pt x="9295" y="2298"/>
                      <a:pt x="6727" y="63"/>
                    </a:cubicBezTo>
                    <a:cubicBezTo>
                      <a:pt x="6676" y="21"/>
                      <a:pt x="6615" y="1"/>
                      <a:pt x="6543" y="1"/>
                    </a:cubicBezTo>
                    <a:close/>
                  </a:path>
                </a:pathLst>
              </a:custGeom>
              <a:solidFill>
                <a:srgbClr val="F7A9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6"/>
              <p:cNvSpPr/>
              <p:nvPr/>
            </p:nvSpPr>
            <p:spPr>
              <a:xfrm>
                <a:off x="6899376" y="1338772"/>
                <a:ext cx="340979" cy="501041"/>
              </a:xfrm>
              <a:custGeom>
                <a:avLst/>
                <a:gdLst/>
                <a:ahLst/>
                <a:cxnLst/>
                <a:rect l="l" t="t" r="r" b="b"/>
                <a:pathLst>
                  <a:path w="12965" h="19051" extrusionOk="0">
                    <a:moveTo>
                      <a:pt x="8579" y="1"/>
                    </a:moveTo>
                    <a:cubicBezTo>
                      <a:pt x="8563" y="1"/>
                      <a:pt x="8546" y="2"/>
                      <a:pt x="8528" y="3"/>
                    </a:cubicBezTo>
                    <a:cubicBezTo>
                      <a:pt x="6927" y="137"/>
                      <a:pt x="6660" y="3973"/>
                      <a:pt x="6627" y="6208"/>
                    </a:cubicBezTo>
                    <a:cubicBezTo>
                      <a:pt x="5593" y="5607"/>
                      <a:pt x="4626" y="5174"/>
                      <a:pt x="3992" y="5140"/>
                    </a:cubicBezTo>
                    <a:cubicBezTo>
                      <a:pt x="3977" y="5139"/>
                      <a:pt x="3962" y="5139"/>
                      <a:pt x="3947" y="5139"/>
                    </a:cubicBezTo>
                    <a:cubicBezTo>
                      <a:pt x="1798" y="5139"/>
                      <a:pt x="0" y="14524"/>
                      <a:pt x="1623" y="15981"/>
                    </a:cubicBezTo>
                    <a:cubicBezTo>
                      <a:pt x="3225" y="17449"/>
                      <a:pt x="7494" y="19050"/>
                      <a:pt x="8695" y="19050"/>
                    </a:cubicBezTo>
                    <a:cubicBezTo>
                      <a:pt x="9896" y="19050"/>
                      <a:pt x="12965" y="11778"/>
                      <a:pt x="12364" y="10711"/>
                    </a:cubicBezTo>
                    <a:cubicBezTo>
                      <a:pt x="12131" y="10344"/>
                      <a:pt x="11831" y="10044"/>
                      <a:pt x="11531" y="9777"/>
                    </a:cubicBezTo>
                    <a:cubicBezTo>
                      <a:pt x="10763" y="8243"/>
                      <a:pt x="10263" y="6608"/>
                      <a:pt x="9996" y="4940"/>
                    </a:cubicBezTo>
                    <a:cubicBezTo>
                      <a:pt x="9766" y="2971"/>
                      <a:pt x="9601" y="1"/>
                      <a:pt x="8579" y="1"/>
                    </a:cubicBezTo>
                    <a:close/>
                  </a:path>
                </a:pathLst>
              </a:custGeom>
              <a:solidFill>
                <a:srgbClr val="F7A9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6"/>
              <p:cNvSpPr/>
              <p:nvPr/>
            </p:nvSpPr>
            <p:spPr>
              <a:xfrm>
                <a:off x="6803460" y="1384113"/>
                <a:ext cx="263999" cy="424298"/>
              </a:xfrm>
              <a:custGeom>
                <a:avLst/>
                <a:gdLst/>
                <a:ahLst/>
                <a:cxnLst/>
                <a:rect l="l" t="t" r="r" b="b"/>
                <a:pathLst>
                  <a:path w="10038" h="16133" extrusionOk="0">
                    <a:moveTo>
                      <a:pt x="3989" y="1705"/>
                    </a:moveTo>
                    <a:cubicBezTo>
                      <a:pt x="5582" y="1705"/>
                      <a:pt x="8555" y="11342"/>
                      <a:pt x="5771" y="14257"/>
                    </a:cubicBezTo>
                    <a:cubicBezTo>
                      <a:pt x="5238" y="14830"/>
                      <a:pt x="4366" y="14947"/>
                      <a:pt x="3743" y="14947"/>
                    </a:cubicBezTo>
                    <a:cubicBezTo>
                      <a:pt x="3313" y="14947"/>
                      <a:pt x="3002" y="14891"/>
                      <a:pt x="3002" y="14891"/>
                    </a:cubicBezTo>
                    <a:lnTo>
                      <a:pt x="734" y="8653"/>
                    </a:lnTo>
                    <a:cubicBezTo>
                      <a:pt x="734" y="8653"/>
                      <a:pt x="2368" y="2082"/>
                      <a:pt x="3903" y="1715"/>
                    </a:cubicBezTo>
                    <a:cubicBezTo>
                      <a:pt x="3931" y="1709"/>
                      <a:pt x="3960" y="1705"/>
                      <a:pt x="3989" y="1705"/>
                    </a:cubicBezTo>
                    <a:close/>
                    <a:moveTo>
                      <a:pt x="4087" y="1"/>
                    </a:moveTo>
                    <a:cubicBezTo>
                      <a:pt x="4047" y="1"/>
                      <a:pt x="4008" y="5"/>
                      <a:pt x="3970" y="14"/>
                    </a:cubicBezTo>
                    <a:cubicBezTo>
                      <a:pt x="1935" y="514"/>
                      <a:pt x="0" y="8053"/>
                      <a:pt x="0" y="8053"/>
                    </a:cubicBezTo>
                    <a:lnTo>
                      <a:pt x="2935" y="16059"/>
                    </a:lnTo>
                    <a:cubicBezTo>
                      <a:pt x="2935" y="16059"/>
                      <a:pt x="3339" y="16133"/>
                      <a:pt x="3895" y="16133"/>
                    </a:cubicBezTo>
                    <a:cubicBezTo>
                      <a:pt x="4686" y="16133"/>
                      <a:pt x="5786" y="15983"/>
                      <a:pt x="6471" y="15258"/>
                    </a:cubicBezTo>
                    <a:cubicBezTo>
                      <a:pt x="10038" y="11528"/>
                      <a:pt x="6127" y="1"/>
                      <a:pt x="40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6"/>
              <p:cNvSpPr/>
              <p:nvPr/>
            </p:nvSpPr>
            <p:spPr>
              <a:xfrm>
                <a:off x="6294607" y="1650295"/>
                <a:ext cx="83371" cy="145649"/>
              </a:xfrm>
              <a:custGeom>
                <a:avLst/>
                <a:gdLst/>
                <a:ahLst/>
                <a:cxnLst/>
                <a:rect l="l" t="t" r="r" b="b"/>
                <a:pathLst>
                  <a:path w="3170" h="5538" extrusionOk="0">
                    <a:moveTo>
                      <a:pt x="2436" y="0"/>
                    </a:moveTo>
                    <a:lnTo>
                      <a:pt x="1" y="5537"/>
                    </a:lnTo>
                    <a:lnTo>
                      <a:pt x="3170" y="3703"/>
                    </a:lnTo>
                    <a:lnTo>
                      <a:pt x="2436"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6"/>
              <p:cNvSpPr/>
              <p:nvPr/>
            </p:nvSpPr>
            <p:spPr>
              <a:xfrm>
                <a:off x="6524469" y="1430953"/>
                <a:ext cx="475530" cy="603611"/>
              </a:xfrm>
              <a:custGeom>
                <a:avLst/>
                <a:gdLst/>
                <a:ahLst/>
                <a:cxnLst/>
                <a:rect l="l" t="t" r="r" b="b"/>
                <a:pathLst>
                  <a:path w="18081" h="22951" extrusionOk="0">
                    <a:moveTo>
                      <a:pt x="7939" y="1"/>
                    </a:moveTo>
                    <a:lnTo>
                      <a:pt x="0" y="3603"/>
                    </a:lnTo>
                    <a:lnTo>
                      <a:pt x="5671" y="22951"/>
                    </a:lnTo>
                    <a:lnTo>
                      <a:pt x="18080" y="17480"/>
                    </a:lnTo>
                    <a:lnTo>
                      <a:pt x="7939"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6"/>
              <p:cNvSpPr/>
              <p:nvPr/>
            </p:nvSpPr>
            <p:spPr>
              <a:xfrm>
                <a:off x="6357780" y="1725724"/>
                <a:ext cx="277255" cy="174606"/>
              </a:xfrm>
              <a:custGeom>
                <a:avLst/>
                <a:gdLst/>
                <a:ahLst/>
                <a:cxnLst/>
                <a:rect l="l" t="t" r="r" b="b"/>
                <a:pathLst>
                  <a:path w="10542" h="6639" extrusionOk="0">
                    <a:moveTo>
                      <a:pt x="601" y="1"/>
                    </a:moveTo>
                    <a:lnTo>
                      <a:pt x="1" y="1302"/>
                    </a:lnTo>
                    <a:lnTo>
                      <a:pt x="10541" y="6639"/>
                    </a:lnTo>
                    <a:lnTo>
                      <a:pt x="10541" y="6639"/>
                    </a:lnTo>
                    <a:lnTo>
                      <a:pt x="9207" y="2102"/>
                    </a:lnTo>
                    <a:lnTo>
                      <a:pt x="60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6"/>
              <p:cNvSpPr/>
              <p:nvPr/>
            </p:nvSpPr>
            <p:spPr>
              <a:xfrm>
                <a:off x="6234091" y="1671046"/>
                <a:ext cx="97389" cy="34795"/>
              </a:xfrm>
              <a:custGeom>
                <a:avLst/>
                <a:gdLst/>
                <a:ahLst/>
                <a:cxnLst/>
                <a:rect l="l" t="t" r="r" b="b"/>
                <a:pathLst>
                  <a:path w="3703" h="1323" extrusionOk="0">
                    <a:moveTo>
                      <a:pt x="1274" y="0"/>
                    </a:moveTo>
                    <a:cubicBezTo>
                      <a:pt x="560" y="0"/>
                      <a:pt x="0" y="244"/>
                      <a:pt x="0" y="746"/>
                    </a:cubicBezTo>
                    <a:cubicBezTo>
                      <a:pt x="0" y="1117"/>
                      <a:pt x="345" y="1323"/>
                      <a:pt x="869" y="1323"/>
                    </a:cubicBezTo>
                    <a:cubicBezTo>
                      <a:pt x="1191" y="1323"/>
                      <a:pt x="1582" y="1245"/>
                      <a:pt x="2002" y="1079"/>
                    </a:cubicBezTo>
                    <a:cubicBezTo>
                      <a:pt x="2370" y="941"/>
                      <a:pt x="2755" y="866"/>
                      <a:pt x="3155" y="866"/>
                    </a:cubicBezTo>
                    <a:cubicBezTo>
                      <a:pt x="3334" y="866"/>
                      <a:pt x="3517" y="881"/>
                      <a:pt x="3703" y="912"/>
                    </a:cubicBezTo>
                    <a:cubicBezTo>
                      <a:pt x="3084" y="311"/>
                      <a:pt x="2080" y="0"/>
                      <a:pt x="1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6"/>
              <p:cNvSpPr/>
              <p:nvPr/>
            </p:nvSpPr>
            <p:spPr>
              <a:xfrm>
                <a:off x="6243743" y="1794156"/>
                <a:ext cx="42133" cy="55888"/>
              </a:xfrm>
              <a:custGeom>
                <a:avLst/>
                <a:gdLst/>
                <a:ahLst/>
                <a:cxnLst/>
                <a:rect l="l" t="t" r="r" b="b"/>
                <a:pathLst>
                  <a:path w="1602" h="2125" extrusionOk="0">
                    <a:moveTo>
                      <a:pt x="1601" y="1"/>
                    </a:moveTo>
                    <a:cubicBezTo>
                      <a:pt x="667" y="434"/>
                      <a:pt x="0" y="1869"/>
                      <a:pt x="601" y="2102"/>
                    </a:cubicBezTo>
                    <a:cubicBezTo>
                      <a:pt x="643" y="2118"/>
                      <a:pt x="684" y="2125"/>
                      <a:pt x="724" y="2125"/>
                    </a:cubicBezTo>
                    <a:cubicBezTo>
                      <a:pt x="1033" y="2125"/>
                      <a:pt x="1272" y="1684"/>
                      <a:pt x="1301" y="1035"/>
                    </a:cubicBezTo>
                    <a:cubicBezTo>
                      <a:pt x="1301" y="668"/>
                      <a:pt x="1401" y="334"/>
                      <a:pt x="16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6"/>
              <p:cNvSpPr/>
              <p:nvPr/>
            </p:nvSpPr>
            <p:spPr>
              <a:xfrm>
                <a:off x="6147222" y="1740767"/>
                <a:ext cx="148306" cy="113537"/>
              </a:xfrm>
              <a:custGeom>
                <a:avLst/>
                <a:gdLst/>
                <a:ahLst/>
                <a:cxnLst/>
                <a:rect l="l" t="t" r="r" b="b"/>
                <a:pathLst>
                  <a:path w="5639" h="4317" extrusionOk="0">
                    <a:moveTo>
                      <a:pt x="4735" y="0"/>
                    </a:moveTo>
                    <a:cubicBezTo>
                      <a:pt x="3791" y="0"/>
                      <a:pt x="2861" y="307"/>
                      <a:pt x="2102" y="863"/>
                    </a:cubicBezTo>
                    <a:cubicBezTo>
                      <a:pt x="801" y="1797"/>
                      <a:pt x="1" y="3765"/>
                      <a:pt x="1268" y="4266"/>
                    </a:cubicBezTo>
                    <a:cubicBezTo>
                      <a:pt x="1349" y="4300"/>
                      <a:pt x="1436" y="4317"/>
                      <a:pt x="1527" y="4317"/>
                    </a:cubicBezTo>
                    <a:cubicBezTo>
                      <a:pt x="1971" y="4317"/>
                      <a:pt x="2528" y="3928"/>
                      <a:pt x="2970" y="3265"/>
                    </a:cubicBezTo>
                    <a:cubicBezTo>
                      <a:pt x="3770" y="2097"/>
                      <a:pt x="4237" y="563"/>
                      <a:pt x="5638" y="96"/>
                    </a:cubicBezTo>
                    <a:cubicBezTo>
                      <a:pt x="5339" y="31"/>
                      <a:pt x="5037" y="0"/>
                      <a:pt x="47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6"/>
              <p:cNvSpPr/>
              <p:nvPr/>
            </p:nvSpPr>
            <p:spPr>
              <a:xfrm>
                <a:off x="6859584" y="1435845"/>
                <a:ext cx="253585" cy="323253"/>
              </a:xfrm>
              <a:custGeom>
                <a:avLst/>
                <a:gdLst/>
                <a:ahLst/>
                <a:cxnLst/>
                <a:rect l="l" t="t" r="r" b="b"/>
                <a:pathLst>
                  <a:path w="9642" h="12291" extrusionOk="0">
                    <a:moveTo>
                      <a:pt x="3558" y="1"/>
                    </a:moveTo>
                    <a:cubicBezTo>
                      <a:pt x="2494" y="1"/>
                      <a:pt x="1621" y="223"/>
                      <a:pt x="1369" y="682"/>
                    </a:cubicBezTo>
                    <a:cubicBezTo>
                      <a:pt x="1002" y="1316"/>
                      <a:pt x="1502" y="2183"/>
                      <a:pt x="1502" y="2183"/>
                    </a:cubicBezTo>
                    <a:cubicBezTo>
                      <a:pt x="1502" y="2183"/>
                      <a:pt x="668" y="2417"/>
                      <a:pt x="501" y="3084"/>
                    </a:cubicBezTo>
                    <a:cubicBezTo>
                      <a:pt x="435" y="3651"/>
                      <a:pt x="668" y="4185"/>
                      <a:pt x="1102" y="4485"/>
                    </a:cubicBezTo>
                    <a:cubicBezTo>
                      <a:pt x="1102" y="4485"/>
                      <a:pt x="234" y="4852"/>
                      <a:pt x="168" y="5319"/>
                    </a:cubicBezTo>
                    <a:cubicBezTo>
                      <a:pt x="1" y="6320"/>
                      <a:pt x="1002" y="6953"/>
                      <a:pt x="1002" y="6953"/>
                    </a:cubicBezTo>
                    <a:cubicBezTo>
                      <a:pt x="468" y="7087"/>
                      <a:pt x="134" y="7620"/>
                      <a:pt x="168" y="8154"/>
                    </a:cubicBezTo>
                    <a:cubicBezTo>
                      <a:pt x="301" y="9989"/>
                      <a:pt x="3136" y="12290"/>
                      <a:pt x="3136" y="12290"/>
                    </a:cubicBezTo>
                    <a:cubicBezTo>
                      <a:pt x="3170" y="12224"/>
                      <a:pt x="3136" y="9922"/>
                      <a:pt x="3136" y="9922"/>
                    </a:cubicBezTo>
                    <a:cubicBezTo>
                      <a:pt x="3181" y="9917"/>
                      <a:pt x="3226" y="9914"/>
                      <a:pt x="3274" y="9914"/>
                    </a:cubicBezTo>
                    <a:cubicBezTo>
                      <a:pt x="4319" y="9914"/>
                      <a:pt x="6145" y="11194"/>
                      <a:pt x="7259" y="11194"/>
                    </a:cubicBezTo>
                    <a:cubicBezTo>
                      <a:pt x="7625" y="11194"/>
                      <a:pt x="7914" y="11056"/>
                      <a:pt x="8073" y="10689"/>
                    </a:cubicBezTo>
                    <a:cubicBezTo>
                      <a:pt x="8440" y="9789"/>
                      <a:pt x="7306" y="8788"/>
                      <a:pt x="7239" y="8721"/>
                    </a:cubicBezTo>
                    <a:lnTo>
                      <a:pt x="7239" y="8721"/>
                    </a:lnTo>
                    <a:cubicBezTo>
                      <a:pt x="7290" y="8738"/>
                      <a:pt x="7752" y="8901"/>
                      <a:pt x="8225" y="8901"/>
                    </a:cubicBezTo>
                    <a:cubicBezTo>
                      <a:pt x="8687" y="8901"/>
                      <a:pt x="9159" y="8747"/>
                      <a:pt x="9274" y="8154"/>
                    </a:cubicBezTo>
                    <a:cubicBezTo>
                      <a:pt x="9474" y="6920"/>
                      <a:pt x="7673" y="6086"/>
                      <a:pt x="7573" y="6053"/>
                    </a:cubicBezTo>
                    <a:cubicBezTo>
                      <a:pt x="7627" y="6053"/>
                      <a:pt x="7946" y="6124"/>
                      <a:pt x="8311" y="6124"/>
                    </a:cubicBezTo>
                    <a:cubicBezTo>
                      <a:pt x="8846" y="6124"/>
                      <a:pt x="9482" y="5971"/>
                      <a:pt x="9541" y="5219"/>
                    </a:cubicBezTo>
                    <a:cubicBezTo>
                      <a:pt x="9641" y="3985"/>
                      <a:pt x="7640" y="3151"/>
                      <a:pt x="7640" y="3151"/>
                    </a:cubicBezTo>
                    <a:lnTo>
                      <a:pt x="7640" y="3151"/>
                    </a:lnTo>
                    <a:cubicBezTo>
                      <a:pt x="7640" y="3151"/>
                      <a:pt x="7773" y="3172"/>
                      <a:pt x="7948" y="3172"/>
                    </a:cubicBezTo>
                    <a:cubicBezTo>
                      <a:pt x="8349" y="3172"/>
                      <a:pt x="8973" y="3059"/>
                      <a:pt x="8740" y="2317"/>
                    </a:cubicBezTo>
                    <a:cubicBezTo>
                      <a:pt x="8303" y="807"/>
                      <a:pt x="5584" y="1"/>
                      <a:pt x="3558" y="1"/>
                    </a:cubicBezTo>
                    <a:close/>
                  </a:path>
                </a:pathLst>
              </a:custGeom>
              <a:solidFill>
                <a:srgbClr val="F7A9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6"/>
              <p:cNvSpPr/>
              <p:nvPr/>
            </p:nvSpPr>
            <p:spPr>
              <a:xfrm>
                <a:off x="6887672" y="1614370"/>
                <a:ext cx="167426" cy="54599"/>
              </a:xfrm>
              <a:custGeom>
                <a:avLst/>
                <a:gdLst/>
                <a:ahLst/>
                <a:cxnLst/>
                <a:rect l="l" t="t" r="r" b="b"/>
                <a:pathLst>
                  <a:path w="6366" h="2076" extrusionOk="0">
                    <a:moveTo>
                      <a:pt x="805" y="0"/>
                    </a:moveTo>
                    <a:cubicBezTo>
                      <a:pt x="527" y="0"/>
                      <a:pt x="256" y="20"/>
                      <a:pt x="0" y="65"/>
                    </a:cubicBezTo>
                    <a:cubicBezTo>
                      <a:pt x="0" y="99"/>
                      <a:pt x="0" y="132"/>
                      <a:pt x="0" y="132"/>
                    </a:cubicBezTo>
                    <a:cubicBezTo>
                      <a:pt x="2235" y="332"/>
                      <a:pt x="4370" y="799"/>
                      <a:pt x="6271" y="2067"/>
                    </a:cubicBezTo>
                    <a:cubicBezTo>
                      <a:pt x="6278" y="2073"/>
                      <a:pt x="6285" y="2076"/>
                      <a:pt x="6293" y="2076"/>
                    </a:cubicBezTo>
                    <a:cubicBezTo>
                      <a:pt x="6327" y="2076"/>
                      <a:pt x="6365" y="2027"/>
                      <a:pt x="6338" y="2000"/>
                    </a:cubicBezTo>
                    <a:cubicBezTo>
                      <a:pt x="5571" y="1266"/>
                      <a:pt x="4637" y="732"/>
                      <a:pt x="3636" y="466"/>
                    </a:cubicBezTo>
                    <a:cubicBezTo>
                      <a:pt x="2809" y="233"/>
                      <a:pt x="1762" y="0"/>
                      <a:pt x="80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6"/>
              <p:cNvSpPr/>
              <p:nvPr/>
            </p:nvSpPr>
            <p:spPr>
              <a:xfrm>
                <a:off x="6941193" y="1517822"/>
                <a:ext cx="184258" cy="215187"/>
              </a:xfrm>
              <a:custGeom>
                <a:avLst/>
                <a:gdLst/>
                <a:ahLst/>
                <a:cxnLst/>
                <a:rect l="l" t="t" r="r" b="b"/>
                <a:pathLst>
                  <a:path w="7006" h="8182" extrusionOk="0">
                    <a:moveTo>
                      <a:pt x="4570" y="0"/>
                    </a:moveTo>
                    <a:lnTo>
                      <a:pt x="4570" y="0"/>
                    </a:lnTo>
                    <a:cubicBezTo>
                      <a:pt x="4637" y="34"/>
                      <a:pt x="4503" y="100"/>
                      <a:pt x="4570" y="134"/>
                    </a:cubicBezTo>
                    <a:cubicBezTo>
                      <a:pt x="4837" y="300"/>
                      <a:pt x="6505" y="1501"/>
                      <a:pt x="6305" y="2168"/>
                    </a:cubicBezTo>
                    <a:cubicBezTo>
                      <a:pt x="6135" y="2649"/>
                      <a:pt x="5487" y="2818"/>
                      <a:pt x="5090" y="2818"/>
                    </a:cubicBezTo>
                    <a:cubicBezTo>
                      <a:pt x="5038" y="2818"/>
                      <a:pt x="4990" y="2815"/>
                      <a:pt x="4948" y="2810"/>
                    </a:cubicBezTo>
                    <a:lnTo>
                      <a:pt x="4948" y="2810"/>
                    </a:lnTo>
                    <a:cubicBezTo>
                      <a:pt x="4945" y="2807"/>
                      <a:pt x="4941" y="2805"/>
                      <a:pt x="4937" y="2802"/>
                    </a:cubicBezTo>
                    <a:lnTo>
                      <a:pt x="4935" y="2808"/>
                    </a:lnTo>
                    <a:lnTo>
                      <a:pt x="4935" y="2808"/>
                    </a:lnTo>
                    <a:cubicBezTo>
                      <a:pt x="4924" y="2806"/>
                      <a:pt x="4913" y="2804"/>
                      <a:pt x="4904" y="2802"/>
                    </a:cubicBezTo>
                    <a:lnTo>
                      <a:pt x="4003" y="2602"/>
                    </a:lnTo>
                    <a:lnTo>
                      <a:pt x="4770" y="3102"/>
                    </a:lnTo>
                    <a:cubicBezTo>
                      <a:pt x="5104" y="3303"/>
                      <a:pt x="5404" y="3603"/>
                      <a:pt x="5671" y="3903"/>
                    </a:cubicBezTo>
                    <a:cubicBezTo>
                      <a:pt x="5938" y="4170"/>
                      <a:pt x="6071" y="4570"/>
                      <a:pt x="6038" y="4937"/>
                    </a:cubicBezTo>
                    <a:cubicBezTo>
                      <a:pt x="6004" y="5304"/>
                      <a:pt x="5704" y="5571"/>
                      <a:pt x="5337" y="5638"/>
                    </a:cubicBezTo>
                    <a:cubicBezTo>
                      <a:pt x="4957" y="5638"/>
                      <a:pt x="4607" y="5577"/>
                      <a:pt x="4259" y="5457"/>
                    </a:cubicBezTo>
                    <a:lnTo>
                      <a:pt x="4259" y="5457"/>
                    </a:lnTo>
                    <a:cubicBezTo>
                      <a:pt x="4251" y="5451"/>
                      <a:pt x="4244" y="5444"/>
                      <a:pt x="4236" y="5437"/>
                    </a:cubicBezTo>
                    <a:lnTo>
                      <a:pt x="4230" y="5447"/>
                    </a:lnTo>
                    <a:lnTo>
                      <a:pt x="4230" y="5447"/>
                    </a:lnTo>
                    <a:cubicBezTo>
                      <a:pt x="4221" y="5444"/>
                      <a:pt x="4212" y="5441"/>
                      <a:pt x="4203" y="5437"/>
                    </a:cubicBezTo>
                    <a:lnTo>
                      <a:pt x="3202" y="5004"/>
                    </a:lnTo>
                    <a:lnTo>
                      <a:pt x="3202" y="5004"/>
                    </a:lnTo>
                    <a:lnTo>
                      <a:pt x="4003" y="5738"/>
                    </a:lnTo>
                    <a:cubicBezTo>
                      <a:pt x="4236" y="5904"/>
                      <a:pt x="4437" y="6138"/>
                      <a:pt x="4603" y="6405"/>
                    </a:cubicBezTo>
                    <a:cubicBezTo>
                      <a:pt x="4770" y="6638"/>
                      <a:pt x="4870" y="6905"/>
                      <a:pt x="4870" y="7205"/>
                    </a:cubicBezTo>
                    <a:cubicBezTo>
                      <a:pt x="4870" y="7439"/>
                      <a:pt x="4737" y="7706"/>
                      <a:pt x="4503" y="7806"/>
                    </a:cubicBezTo>
                    <a:cubicBezTo>
                      <a:pt x="4338" y="7861"/>
                      <a:pt x="4173" y="7886"/>
                      <a:pt x="4013" y="7886"/>
                    </a:cubicBezTo>
                    <a:cubicBezTo>
                      <a:pt x="3883" y="7886"/>
                      <a:pt x="3756" y="7869"/>
                      <a:pt x="3636" y="7839"/>
                    </a:cubicBezTo>
                    <a:cubicBezTo>
                      <a:pt x="3036" y="7672"/>
                      <a:pt x="2435" y="7472"/>
                      <a:pt x="1835" y="7239"/>
                    </a:cubicBezTo>
                    <a:cubicBezTo>
                      <a:pt x="1568" y="7139"/>
                      <a:pt x="1268" y="7039"/>
                      <a:pt x="934" y="6905"/>
                    </a:cubicBezTo>
                    <a:cubicBezTo>
                      <a:pt x="634" y="6805"/>
                      <a:pt x="334" y="6772"/>
                      <a:pt x="0" y="6772"/>
                    </a:cubicBezTo>
                    <a:cubicBezTo>
                      <a:pt x="334" y="6805"/>
                      <a:pt x="634" y="6872"/>
                      <a:pt x="901" y="7005"/>
                    </a:cubicBezTo>
                    <a:cubicBezTo>
                      <a:pt x="1201" y="7139"/>
                      <a:pt x="1501" y="7272"/>
                      <a:pt x="1768" y="7406"/>
                    </a:cubicBezTo>
                    <a:cubicBezTo>
                      <a:pt x="2368" y="7672"/>
                      <a:pt x="2969" y="7906"/>
                      <a:pt x="3569" y="8106"/>
                    </a:cubicBezTo>
                    <a:cubicBezTo>
                      <a:pt x="3736" y="8156"/>
                      <a:pt x="3911" y="8181"/>
                      <a:pt x="4086" y="8181"/>
                    </a:cubicBezTo>
                    <a:cubicBezTo>
                      <a:pt x="4261" y="8181"/>
                      <a:pt x="4437" y="8156"/>
                      <a:pt x="4603" y="8106"/>
                    </a:cubicBezTo>
                    <a:cubicBezTo>
                      <a:pt x="4970" y="7939"/>
                      <a:pt x="5204" y="7572"/>
                      <a:pt x="5204" y="7205"/>
                    </a:cubicBezTo>
                    <a:cubicBezTo>
                      <a:pt x="5204" y="6838"/>
                      <a:pt x="5104" y="6505"/>
                      <a:pt x="4870" y="6205"/>
                    </a:cubicBezTo>
                    <a:cubicBezTo>
                      <a:pt x="4819" y="6122"/>
                      <a:pt x="4764" y="6040"/>
                      <a:pt x="4705" y="5958"/>
                    </a:cubicBezTo>
                    <a:lnTo>
                      <a:pt x="4705" y="5958"/>
                    </a:lnTo>
                    <a:cubicBezTo>
                      <a:pt x="4877" y="5993"/>
                      <a:pt x="5051" y="6011"/>
                      <a:pt x="5226" y="6011"/>
                    </a:cubicBezTo>
                    <a:cubicBezTo>
                      <a:pt x="5285" y="6011"/>
                      <a:pt x="5345" y="6009"/>
                      <a:pt x="5404" y="6005"/>
                    </a:cubicBezTo>
                    <a:cubicBezTo>
                      <a:pt x="5637" y="5971"/>
                      <a:pt x="5904" y="5871"/>
                      <a:pt x="6071" y="5671"/>
                    </a:cubicBezTo>
                    <a:cubicBezTo>
                      <a:pt x="6238" y="5471"/>
                      <a:pt x="6338" y="5237"/>
                      <a:pt x="6371" y="5004"/>
                    </a:cubicBezTo>
                    <a:cubicBezTo>
                      <a:pt x="6438" y="4503"/>
                      <a:pt x="6271" y="4036"/>
                      <a:pt x="5938" y="3670"/>
                    </a:cubicBezTo>
                    <a:cubicBezTo>
                      <a:pt x="5782" y="3475"/>
                      <a:pt x="5593" y="3293"/>
                      <a:pt x="5390" y="3128"/>
                    </a:cubicBezTo>
                    <a:lnTo>
                      <a:pt x="5390" y="3128"/>
                    </a:lnTo>
                    <a:cubicBezTo>
                      <a:pt x="5855" y="3081"/>
                      <a:pt x="6391" y="2875"/>
                      <a:pt x="6638" y="2335"/>
                    </a:cubicBezTo>
                    <a:cubicBezTo>
                      <a:pt x="7005" y="1168"/>
                      <a:pt x="4937" y="167"/>
                      <a:pt x="457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6"/>
              <p:cNvSpPr/>
              <p:nvPr/>
            </p:nvSpPr>
            <p:spPr>
              <a:xfrm>
                <a:off x="7122794" y="1602035"/>
                <a:ext cx="741897" cy="450072"/>
              </a:xfrm>
              <a:custGeom>
                <a:avLst/>
                <a:gdLst/>
                <a:ahLst/>
                <a:cxnLst/>
                <a:rect l="l" t="t" r="r" b="b"/>
                <a:pathLst>
                  <a:path w="28209" h="17113" extrusionOk="0">
                    <a:moveTo>
                      <a:pt x="3736" y="1"/>
                    </a:moveTo>
                    <a:lnTo>
                      <a:pt x="0" y="13477"/>
                    </a:lnTo>
                    <a:cubicBezTo>
                      <a:pt x="0" y="13477"/>
                      <a:pt x="7038" y="17046"/>
                      <a:pt x="10041" y="17113"/>
                    </a:cubicBezTo>
                    <a:cubicBezTo>
                      <a:pt x="10053" y="17113"/>
                      <a:pt x="10065" y="17113"/>
                      <a:pt x="10078" y="17113"/>
                    </a:cubicBezTo>
                    <a:cubicBezTo>
                      <a:pt x="13081" y="17113"/>
                      <a:pt x="21635" y="13157"/>
                      <a:pt x="26252" y="8573"/>
                    </a:cubicBezTo>
                    <a:cubicBezTo>
                      <a:pt x="27748" y="7077"/>
                      <a:pt x="28209" y="5143"/>
                      <a:pt x="25798" y="5143"/>
                    </a:cubicBezTo>
                    <a:cubicBezTo>
                      <a:pt x="25307" y="5143"/>
                      <a:pt x="24696" y="5224"/>
                      <a:pt x="23950" y="5404"/>
                    </a:cubicBezTo>
                    <a:cubicBezTo>
                      <a:pt x="19716" y="6431"/>
                      <a:pt x="13970" y="7612"/>
                      <a:pt x="13121" y="7612"/>
                    </a:cubicBezTo>
                    <a:cubicBezTo>
                      <a:pt x="13087" y="7612"/>
                      <a:pt x="13061" y="7610"/>
                      <a:pt x="13043" y="7606"/>
                    </a:cubicBezTo>
                    <a:cubicBezTo>
                      <a:pt x="12576" y="7539"/>
                      <a:pt x="3736" y="1"/>
                      <a:pt x="3736" y="1"/>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6"/>
              <p:cNvSpPr/>
              <p:nvPr/>
            </p:nvSpPr>
            <p:spPr>
              <a:xfrm>
                <a:off x="7199117" y="1660684"/>
                <a:ext cx="79847" cy="308078"/>
              </a:xfrm>
              <a:custGeom>
                <a:avLst/>
                <a:gdLst/>
                <a:ahLst/>
                <a:cxnLst/>
                <a:rect l="l" t="t" r="r" b="b"/>
                <a:pathLst>
                  <a:path w="3036" h="11714" extrusionOk="0">
                    <a:moveTo>
                      <a:pt x="2995" y="0"/>
                    </a:moveTo>
                    <a:cubicBezTo>
                      <a:pt x="2981" y="0"/>
                      <a:pt x="2969" y="11"/>
                      <a:pt x="2969" y="39"/>
                    </a:cubicBezTo>
                    <a:cubicBezTo>
                      <a:pt x="2635" y="973"/>
                      <a:pt x="2402" y="1940"/>
                      <a:pt x="2135" y="2908"/>
                    </a:cubicBezTo>
                    <a:cubicBezTo>
                      <a:pt x="1868" y="3875"/>
                      <a:pt x="1601" y="4842"/>
                      <a:pt x="1368" y="5843"/>
                    </a:cubicBezTo>
                    <a:cubicBezTo>
                      <a:pt x="867" y="7778"/>
                      <a:pt x="434" y="9746"/>
                      <a:pt x="0" y="11714"/>
                    </a:cubicBezTo>
                    <a:lnTo>
                      <a:pt x="67" y="11714"/>
                    </a:lnTo>
                    <a:cubicBezTo>
                      <a:pt x="634" y="9779"/>
                      <a:pt x="1168" y="7844"/>
                      <a:pt x="1668" y="5910"/>
                    </a:cubicBezTo>
                    <a:cubicBezTo>
                      <a:pt x="1935" y="4942"/>
                      <a:pt x="2168" y="3942"/>
                      <a:pt x="2402" y="2974"/>
                    </a:cubicBezTo>
                    <a:cubicBezTo>
                      <a:pt x="2635" y="2007"/>
                      <a:pt x="2869" y="1040"/>
                      <a:pt x="3036" y="39"/>
                    </a:cubicBezTo>
                    <a:cubicBezTo>
                      <a:pt x="3036" y="20"/>
                      <a:pt x="3013" y="0"/>
                      <a:pt x="29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6"/>
              <p:cNvSpPr/>
              <p:nvPr/>
            </p:nvSpPr>
            <p:spPr>
              <a:xfrm>
                <a:off x="7602664" y="1731431"/>
                <a:ext cx="573761" cy="683011"/>
              </a:xfrm>
              <a:custGeom>
                <a:avLst/>
                <a:gdLst/>
                <a:ahLst/>
                <a:cxnLst/>
                <a:rect l="l" t="t" r="r" b="b"/>
                <a:pathLst>
                  <a:path w="21816" h="25970" extrusionOk="0">
                    <a:moveTo>
                      <a:pt x="8747" y="1"/>
                    </a:moveTo>
                    <a:cubicBezTo>
                      <a:pt x="7606" y="1"/>
                      <a:pt x="6562" y="511"/>
                      <a:pt x="5771" y="1385"/>
                    </a:cubicBezTo>
                    <a:cubicBezTo>
                      <a:pt x="5371" y="1852"/>
                      <a:pt x="734" y="8657"/>
                      <a:pt x="334" y="11192"/>
                    </a:cubicBezTo>
                    <a:cubicBezTo>
                      <a:pt x="0" y="13427"/>
                      <a:pt x="1535" y="15795"/>
                      <a:pt x="1535" y="15795"/>
                    </a:cubicBezTo>
                    <a:lnTo>
                      <a:pt x="567" y="25969"/>
                    </a:lnTo>
                    <a:cubicBezTo>
                      <a:pt x="567" y="25969"/>
                      <a:pt x="17746" y="25369"/>
                      <a:pt x="21816" y="24902"/>
                    </a:cubicBezTo>
                    <a:cubicBezTo>
                      <a:pt x="21816" y="24902"/>
                      <a:pt x="16879" y="6188"/>
                      <a:pt x="12242" y="1619"/>
                    </a:cubicBezTo>
                    <a:cubicBezTo>
                      <a:pt x="11085" y="494"/>
                      <a:pt x="9870" y="1"/>
                      <a:pt x="87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6"/>
              <p:cNvSpPr/>
              <p:nvPr/>
            </p:nvSpPr>
            <p:spPr>
              <a:xfrm>
                <a:off x="7761464" y="1599405"/>
                <a:ext cx="113195" cy="216318"/>
              </a:xfrm>
              <a:custGeom>
                <a:avLst/>
                <a:gdLst/>
                <a:ahLst/>
                <a:cxnLst/>
                <a:rect l="l" t="t" r="r" b="b"/>
                <a:pathLst>
                  <a:path w="4304" h="8225" extrusionOk="0">
                    <a:moveTo>
                      <a:pt x="4136" y="0"/>
                    </a:moveTo>
                    <a:lnTo>
                      <a:pt x="3636" y="267"/>
                    </a:lnTo>
                    <a:lnTo>
                      <a:pt x="0" y="2135"/>
                    </a:lnTo>
                    <a:lnTo>
                      <a:pt x="400" y="5104"/>
                    </a:lnTo>
                    <a:lnTo>
                      <a:pt x="434" y="5338"/>
                    </a:lnTo>
                    <a:cubicBezTo>
                      <a:pt x="434" y="5338"/>
                      <a:pt x="133" y="8140"/>
                      <a:pt x="667" y="8206"/>
                    </a:cubicBezTo>
                    <a:cubicBezTo>
                      <a:pt x="749" y="8219"/>
                      <a:pt x="832" y="8224"/>
                      <a:pt x="916" y="8224"/>
                    </a:cubicBezTo>
                    <a:cubicBezTo>
                      <a:pt x="2426" y="8224"/>
                      <a:pt x="4108" y="6321"/>
                      <a:pt x="4203" y="6005"/>
                    </a:cubicBezTo>
                    <a:cubicBezTo>
                      <a:pt x="4303" y="5137"/>
                      <a:pt x="4303" y="4237"/>
                      <a:pt x="4270" y="3370"/>
                    </a:cubicBezTo>
                    <a:lnTo>
                      <a:pt x="4270" y="3003"/>
                    </a:lnTo>
                    <a:lnTo>
                      <a:pt x="4270" y="2636"/>
                    </a:lnTo>
                    <a:lnTo>
                      <a:pt x="4270" y="2169"/>
                    </a:lnTo>
                    <a:lnTo>
                      <a:pt x="4270" y="2002"/>
                    </a:lnTo>
                    <a:lnTo>
                      <a:pt x="4270" y="1868"/>
                    </a:lnTo>
                    <a:cubicBezTo>
                      <a:pt x="4203" y="834"/>
                      <a:pt x="4136" y="0"/>
                      <a:pt x="4136" y="0"/>
                    </a:cubicBezTo>
                    <a:close/>
                  </a:path>
                </a:pathLst>
              </a:custGeom>
              <a:solidFill>
                <a:srgbClr val="F7A9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6"/>
              <p:cNvSpPr/>
              <p:nvPr/>
            </p:nvSpPr>
            <p:spPr>
              <a:xfrm>
                <a:off x="7761464" y="1599405"/>
                <a:ext cx="112301" cy="135129"/>
              </a:xfrm>
              <a:custGeom>
                <a:avLst/>
                <a:gdLst/>
                <a:ahLst/>
                <a:cxnLst/>
                <a:rect l="l" t="t" r="r" b="b"/>
                <a:pathLst>
                  <a:path w="4270" h="5138" extrusionOk="0">
                    <a:moveTo>
                      <a:pt x="4136" y="0"/>
                    </a:moveTo>
                    <a:lnTo>
                      <a:pt x="3636" y="267"/>
                    </a:lnTo>
                    <a:lnTo>
                      <a:pt x="0" y="2135"/>
                    </a:lnTo>
                    <a:lnTo>
                      <a:pt x="400" y="5137"/>
                    </a:lnTo>
                    <a:cubicBezTo>
                      <a:pt x="2102" y="4637"/>
                      <a:pt x="3503" y="3470"/>
                      <a:pt x="4270" y="1868"/>
                    </a:cubicBezTo>
                    <a:cubicBezTo>
                      <a:pt x="4203" y="834"/>
                      <a:pt x="4136" y="0"/>
                      <a:pt x="413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6"/>
              <p:cNvSpPr/>
              <p:nvPr/>
            </p:nvSpPr>
            <p:spPr>
              <a:xfrm>
                <a:off x="7643903" y="1374803"/>
                <a:ext cx="304449" cy="323674"/>
              </a:xfrm>
              <a:custGeom>
                <a:avLst/>
                <a:gdLst/>
                <a:ahLst/>
                <a:cxnLst/>
                <a:rect l="l" t="t" r="r" b="b"/>
                <a:pathLst>
                  <a:path w="11576" h="12307" extrusionOk="0">
                    <a:moveTo>
                      <a:pt x="6021" y="0"/>
                    </a:moveTo>
                    <a:cubicBezTo>
                      <a:pt x="3960" y="0"/>
                      <a:pt x="1724" y="1332"/>
                      <a:pt x="968" y="5672"/>
                    </a:cubicBezTo>
                    <a:cubicBezTo>
                      <a:pt x="0" y="10842"/>
                      <a:pt x="3002" y="11976"/>
                      <a:pt x="4103" y="12210"/>
                    </a:cubicBezTo>
                    <a:cubicBezTo>
                      <a:pt x="4346" y="12249"/>
                      <a:pt x="4723" y="12306"/>
                      <a:pt x="5176" y="12306"/>
                    </a:cubicBezTo>
                    <a:cubicBezTo>
                      <a:pt x="6655" y="12306"/>
                      <a:pt x="8951" y="11695"/>
                      <a:pt x="10074" y="7840"/>
                    </a:cubicBezTo>
                    <a:cubicBezTo>
                      <a:pt x="11575" y="2770"/>
                      <a:pt x="9474" y="702"/>
                      <a:pt x="7172" y="134"/>
                    </a:cubicBezTo>
                    <a:cubicBezTo>
                      <a:pt x="6802" y="49"/>
                      <a:pt x="6415" y="0"/>
                      <a:pt x="6021" y="0"/>
                    </a:cubicBezTo>
                    <a:close/>
                  </a:path>
                </a:pathLst>
              </a:custGeom>
              <a:solidFill>
                <a:srgbClr val="F7A9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6"/>
              <p:cNvSpPr/>
              <p:nvPr/>
            </p:nvSpPr>
            <p:spPr>
              <a:xfrm>
                <a:off x="7836892" y="1739768"/>
                <a:ext cx="717648" cy="1807257"/>
              </a:xfrm>
              <a:custGeom>
                <a:avLst/>
                <a:gdLst/>
                <a:ahLst/>
                <a:cxnLst/>
                <a:rect l="l" t="t" r="r" b="b"/>
                <a:pathLst>
                  <a:path w="27287" h="68717" extrusionOk="0">
                    <a:moveTo>
                      <a:pt x="1471" y="1"/>
                    </a:moveTo>
                    <a:cubicBezTo>
                      <a:pt x="1469" y="1"/>
                      <a:pt x="1468" y="1"/>
                      <a:pt x="1468" y="1"/>
                    </a:cubicBezTo>
                    <a:cubicBezTo>
                      <a:pt x="1468" y="1"/>
                      <a:pt x="1" y="7072"/>
                      <a:pt x="868" y="16813"/>
                    </a:cubicBezTo>
                    <a:cubicBezTo>
                      <a:pt x="2469" y="35192"/>
                      <a:pt x="7039" y="62345"/>
                      <a:pt x="8140" y="64147"/>
                    </a:cubicBezTo>
                    <a:cubicBezTo>
                      <a:pt x="9808" y="66915"/>
                      <a:pt x="27287" y="68716"/>
                      <a:pt x="27287" y="68716"/>
                    </a:cubicBezTo>
                    <a:cubicBezTo>
                      <a:pt x="23651" y="53305"/>
                      <a:pt x="19114" y="38161"/>
                      <a:pt x="13677" y="23351"/>
                    </a:cubicBezTo>
                    <a:cubicBezTo>
                      <a:pt x="13677" y="23351"/>
                      <a:pt x="10108" y="12977"/>
                      <a:pt x="8807" y="10241"/>
                    </a:cubicBezTo>
                    <a:cubicBezTo>
                      <a:pt x="4128" y="97"/>
                      <a:pt x="1567" y="1"/>
                      <a:pt x="1471" y="1"/>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6"/>
              <p:cNvSpPr/>
              <p:nvPr/>
            </p:nvSpPr>
            <p:spPr>
              <a:xfrm>
                <a:off x="8036115" y="2750424"/>
                <a:ext cx="313154" cy="319019"/>
              </a:xfrm>
              <a:custGeom>
                <a:avLst/>
                <a:gdLst/>
                <a:ahLst/>
                <a:cxnLst/>
                <a:rect l="l" t="t" r="r" b="b"/>
                <a:pathLst>
                  <a:path w="11907" h="12130" extrusionOk="0">
                    <a:moveTo>
                      <a:pt x="10172" y="267"/>
                    </a:moveTo>
                    <a:cubicBezTo>
                      <a:pt x="10238" y="767"/>
                      <a:pt x="10272" y="1134"/>
                      <a:pt x="10372" y="1635"/>
                    </a:cubicBezTo>
                    <a:cubicBezTo>
                      <a:pt x="8771" y="2202"/>
                      <a:pt x="5735" y="3269"/>
                      <a:pt x="532" y="3436"/>
                    </a:cubicBezTo>
                    <a:cubicBezTo>
                      <a:pt x="474" y="3262"/>
                      <a:pt x="366" y="2411"/>
                      <a:pt x="273" y="1993"/>
                    </a:cubicBezTo>
                    <a:lnTo>
                      <a:pt x="273" y="1993"/>
                    </a:lnTo>
                    <a:cubicBezTo>
                      <a:pt x="1306" y="1944"/>
                      <a:pt x="3758" y="1783"/>
                      <a:pt x="5402" y="1535"/>
                    </a:cubicBezTo>
                    <a:cubicBezTo>
                      <a:pt x="7036" y="1234"/>
                      <a:pt x="8604" y="834"/>
                      <a:pt x="10172" y="267"/>
                    </a:cubicBezTo>
                    <a:close/>
                    <a:moveTo>
                      <a:pt x="10405" y="1968"/>
                    </a:moveTo>
                    <a:cubicBezTo>
                      <a:pt x="10672" y="3503"/>
                      <a:pt x="10872" y="4737"/>
                      <a:pt x="11106" y="6271"/>
                    </a:cubicBezTo>
                    <a:cubicBezTo>
                      <a:pt x="11273" y="7372"/>
                      <a:pt x="11539" y="9240"/>
                      <a:pt x="11072" y="9974"/>
                    </a:cubicBezTo>
                    <a:cubicBezTo>
                      <a:pt x="10672" y="10608"/>
                      <a:pt x="9038" y="11242"/>
                      <a:pt x="7003" y="11575"/>
                    </a:cubicBezTo>
                    <a:cubicBezTo>
                      <a:pt x="6138" y="11709"/>
                      <a:pt x="5414" y="11766"/>
                      <a:pt x="4810" y="11766"/>
                    </a:cubicBezTo>
                    <a:cubicBezTo>
                      <a:pt x="3457" y="11766"/>
                      <a:pt x="2712" y="11477"/>
                      <a:pt x="2366" y="11108"/>
                    </a:cubicBezTo>
                    <a:cubicBezTo>
                      <a:pt x="1732" y="10508"/>
                      <a:pt x="1532" y="9340"/>
                      <a:pt x="1265" y="8039"/>
                    </a:cubicBezTo>
                    <a:cubicBezTo>
                      <a:pt x="1065" y="7005"/>
                      <a:pt x="565" y="3769"/>
                      <a:pt x="565" y="3703"/>
                    </a:cubicBezTo>
                    <a:lnTo>
                      <a:pt x="565" y="3703"/>
                    </a:lnTo>
                    <a:cubicBezTo>
                      <a:pt x="732" y="3706"/>
                      <a:pt x="899" y="3708"/>
                      <a:pt x="1067" y="3708"/>
                    </a:cubicBezTo>
                    <a:cubicBezTo>
                      <a:pt x="4238" y="3708"/>
                      <a:pt x="7427" y="3109"/>
                      <a:pt x="10405" y="1968"/>
                    </a:cubicBezTo>
                    <a:close/>
                    <a:moveTo>
                      <a:pt x="10272" y="0"/>
                    </a:moveTo>
                    <a:cubicBezTo>
                      <a:pt x="8671" y="467"/>
                      <a:pt x="7036" y="867"/>
                      <a:pt x="5368" y="1168"/>
                    </a:cubicBezTo>
                    <a:cubicBezTo>
                      <a:pt x="3067" y="1535"/>
                      <a:pt x="732" y="1701"/>
                      <a:pt x="65" y="1801"/>
                    </a:cubicBezTo>
                    <a:cubicBezTo>
                      <a:pt x="10" y="1801"/>
                      <a:pt x="0" y="1935"/>
                      <a:pt x="35" y="1984"/>
                    </a:cubicBezTo>
                    <a:lnTo>
                      <a:pt x="35" y="1984"/>
                    </a:lnTo>
                    <a:cubicBezTo>
                      <a:pt x="68" y="2522"/>
                      <a:pt x="338" y="4870"/>
                      <a:pt x="431" y="5371"/>
                    </a:cubicBezTo>
                    <a:cubicBezTo>
                      <a:pt x="632" y="6705"/>
                      <a:pt x="1299" y="10374"/>
                      <a:pt x="1766" y="11075"/>
                    </a:cubicBezTo>
                    <a:cubicBezTo>
                      <a:pt x="2328" y="11918"/>
                      <a:pt x="3574" y="12130"/>
                      <a:pt x="4712" y="12130"/>
                    </a:cubicBezTo>
                    <a:cubicBezTo>
                      <a:pt x="5600" y="12130"/>
                      <a:pt x="6423" y="12000"/>
                      <a:pt x="6803" y="11942"/>
                    </a:cubicBezTo>
                    <a:cubicBezTo>
                      <a:pt x="7703" y="11809"/>
                      <a:pt x="10539" y="11408"/>
                      <a:pt x="11439" y="10207"/>
                    </a:cubicBezTo>
                    <a:cubicBezTo>
                      <a:pt x="11906" y="9574"/>
                      <a:pt x="11539" y="6538"/>
                      <a:pt x="11006" y="3903"/>
                    </a:cubicBezTo>
                    <a:cubicBezTo>
                      <a:pt x="10772" y="2635"/>
                      <a:pt x="10339" y="0"/>
                      <a:pt x="102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6"/>
              <p:cNvSpPr/>
              <p:nvPr/>
            </p:nvSpPr>
            <p:spPr>
              <a:xfrm>
                <a:off x="8058864" y="2464412"/>
                <a:ext cx="379877" cy="412358"/>
              </a:xfrm>
              <a:custGeom>
                <a:avLst/>
                <a:gdLst/>
                <a:ahLst/>
                <a:cxnLst/>
                <a:rect l="l" t="t" r="r" b="b"/>
                <a:pathLst>
                  <a:path w="14444" h="15679" extrusionOk="0">
                    <a:moveTo>
                      <a:pt x="9373" y="1"/>
                    </a:moveTo>
                    <a:lnTo>
                      <a:pt x="200" y="3503"/>
                    </a:lnTo>
                    <a:cubicBezTo>
                      <a:pt x="200" y="3503"/>
                      <a:pt x="0" y="6472"/>
                      <a:pt x="100" y="8006"/>
                    </a:cubicBezTo>
                    <a:cubicBezTo>
                      <a:pt x="165" y="9491"/>
                      <a:pt x="1760" y="14194"/>
                      <a:pt x="3012" y="14194"/>
                    </a:cubicBezTo>
                    <a:cubicBezTo>
                      <a:pt x="3053" y="14194"/>
                      <a:pt x="3095" y="14188"/>
                      <a:pt x="3136" y="14177"/>
                    </a:cubicBezTo>
                    <a:cubicBezTo>
                      <a:pt x="4403" y="13811"/>
                      <a:pt x="3136" y="10341"/>
                      <a:pt x="3002" y="9407"/>
                    </a:cubicBezTo>
                    <a:cubicBezTo>
                      <a:pt x="2935" y="8799"/>
                      <a:pt x="3004" y="8510"/>
                      <a:pt x="3169" y="8510"/>
                    </a:cubicBezTo>
                    <a:cubicBezTo>
                      <a:pt x="3249" y="8510"/>
                      <a:pt x="3350" y="8577"/>
                      <a:pt x="3469" y="8707"/>
                    </a:cubicBezTo>
                    <a:cubicBezTo>
                      <a:pt x="3703" y="8940"/>
                      <a:pt x="4670" y="11075"/>
                      <a:pt x="4904" y="11776"/>
                    </a:cubicBezTo>
                    <a:cubicBezTo>
                      <a:pt x="5434" y="13267"/>
                      <a:pt x="4878" y="15679"/>
                      <a:pt x="6047" y="15679"/>
                    </a:cubicBezTo>
                    <a:cubicBezTo>
                      <a:pt x="6055" y="15679"/>
                      <a:pt x="6063" y="15679"/>
                      <a:pt x="6071" y="15679"/>
                    </a:cubicBezTo>
                    <a:cubicBezTo>
                      <a:pt x="7139" y="15645"/>
                      <a:pt x="7339" y="13911"/>
                      <a:pt x="7339" y="13911"/>
                    </a:cubicBezTo>
                    <a:cubicBezTo>
                      <a:pt x="7339" y="13911"/>
                      <a:pt x="7647" y="15623"/>
                      <a:pt x="8574" y="15623"/>
                    </a:cubicBezTo>
                    <a:cubicBezTo>
                      <a:pt x="8657" y="15623"/>
                      <a:pt x="8746" y="15609"/>
                      <a:pt x="8840" y="15578"/>
                    </a:cubicBezTo>
                    <a:cubicBezTo>
                      <a:pt x="9974" y="15212"/>
                      <a:pt x="9874" y="13278"/>
                      <a:pt x="9874" y="13277"/>
                    </a:cubicBezTo>
                    <a:lnTo>
                      <a:pt x="9874" y="13277"/>
                    </a:lnTo>
                    <a:cubicBezTo>
                      <a:pt x="9874" y="13278"/>
                      <a:pt x="10032" y="14615"/>
                      <a:pt x="10858" y="14615"/>
                    </a:cubicBezTo>
                    <a:cubicBezTo>
                      <a:pt x="10964" y="14615"/>
                      <a:pt x="11080" y="14593"/>
                      <a:pt x="11208" y="14544"/>
                    </a:cubicBezTo>
                    <a:cubicBezTo>
                      <a:pt x="12309" y="14077"/>
                      <a:pt x="12476" y="12410"/>
                      <a:pt x="12476" y="12410"/>
                    </a:cubicBezTo>
                    <a:cubicBezTo>
                      <a:pt x="12476" y="12410"/>
                      <a:pt x="12620" y="12554"/>
                      <a:pt x="12865" y="12554"/>
                    </a:cubicBezTo>
                    <a:cubicBezTo>
                      <a:pt x="13044" y="12554"/>
                      <a:pt x="13276" y="12477"/>
                      <a:pt x="13543" y="12209"/>
                    </a:cubicBezTo>
                    <a:cubicBezTo>
                      <a:pt x="14444" y="11242"/>
                      <a:pt x="14043" y="8407"/>
                      <a:pt x="13510" y="6972"/>
                    </a:cubicBezTo>
                    <a:cubicBezTo>
                      <a:pt x="12943" y="5538"/>
                      <a:pt x="9874" y="735"/>
                      <a:pt x="9373" y="1"/>
                    </a:cubicBezTo>
                    <a:close/>
                  </a:path>
                </a:pathLst>
              </a:custGeom>
              <a:solidFill>
                <a:srgbClr val="F7A9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6"/>
              <p:cNvSpPr/>
              <p:nvPr/>
            </p:nvSpPr>
            <p:spPr>
              <a:xfrm>
                <a:off x="8215901" y="2679125"/>
                <a:ext cx="52653" cy="151356"/>
              </a:xfrm>
              <a:custGeom>
                <a:avLst/>
                <a:gdLst/>
                <a:ahLst/>
                <a:cxnLst/>
                <a:rect l="l" t="t" r="r" b="b"/>
                <a:pathLst>
                  <a:path w="2002" h="5755" extrusionOk="0">
                    <a:moveTo>
                      <a:pt x="48" y="0"/>
                    </a:moveTo>
                    <a:cubicBezTo>
                      <a:pt x="22" y="0"/>
                      <a:pt x="0" y="49"/>
                      <a:pt x="0" y="76"/>
                    </a:cubicBezTo>
                    <a:cubicBezTo>
                      <a:pt x="1168" y="2177"/>
                      <a:pt x="1501" y="3245"/>
                      <a:pt x="1368" y="5680"/>
                    </a:cubicBezTo>
                    <a:cubicBezTo>
                      <a:pt x="1351" y="5730"/>
                      <a:pt x="1368" y="5755"/>
                      <a:pt x="1393" y="5755"/>
                    </a:cubicBezTo>
                    <a:cubicBezTo>
                      <a:pt x="1418" y="5755"/>
                      <a:pt x="1451" y="5730"/>
                      <a:pt x="1468" y="5680"/>
                    </a:cubicBezTo>
                    <a:cubicBezTo>
                      <a:pt x="2001" y="3278"/>
                      <a:pt x="1368" y="1977"/>
                      <a:pt x="67" y="9"/>
                    </a:cubicBezTo>
                    <a:cubicBezTo>
                      <a:pt x="60" y="3"/>
                      <a:pt x="54" y="0"/>
                      <a:pt x="4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6"/>
              <p:cNvSpPr/>
              <p:nvPr/>
            </p:nvSpPr>
            <p:spPr>
              <a:xfrm>
                <a:off x="8278180" y="2657059"/>
                <a:ext cx="50023" cy="161061"/>
              </a:xfrm>
              <a:custGeom>
                <a:avLst/>
                <a:gdLst/>
                <a:ahLst/>
                <a:cxnLst/>
                <a:rect l="l" t="t" r="r" b="b"/>
                <a:pathLst>
                  <a:path w="1902" h="6124" extrusionOk="0">
                    <a:moveTo>
                      <a:pt x="53" y="0"/>
                    </a:moveTo>
                    <a:cubicBezTo>
                      <a:pt x="34" y="0"/>
                      <a:pt x="0" y="24"/>
                      <a:pt x="0" y="48"/>
                    </a:cubicBezTo>
                    <a:cubicBezTo>
                      <a:pt x="1068" y="2316"/>
                      <a:pt x="1435" y="3517"/>
                      <a:pt x="1501" y="6052"/>
                    </a:cubicBezTo>
                    <a:cubicBezTo>
                      <a:pt x="1501" y="6098"/>
                      <a:pt x="1523" y="6123"/>
                      <a:pt x="1546" y="6123"/>
                    </a:cubicBezTo>
                    <a:cubicBezTo>
                      <a:pt x="1573" y="6123"/>
                      <a:pt x="1602" y="6090"/>
                      <a:pt x="1602" y="6019"/>
                    </a:cubicBezTo>
                    <a:cubicBezTo>
                      <a:pt x="1902" y="3483"/>
                      <a:pt x="1268" y="2182"/>
                      <a:pt x="67" y="14"/>
                    </a:cubicBezTo>
                    <a:cubicBezTo>
                      <a:pt x="67" y="4"/>
                      <a:pt x="61" y="0"/>
                      <a:pt x="5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6"/>
              <p:cNvSpPr/>
              <p:nvPr/>
            </p:nvSpPr>
            <p:spPr>
              <a:xfrm>
                <a:off x="8336355" y="2634731"/>
                <a:ext cx="55020" cy="158484"/>
              </a:xfrm>
              <a:custGeom>
                <a:avLst/>
                <a:gdLst/>
                <a:ahLst/>
                <a:cxnLst/>
                <a:rect l="l" t="t" r="r" b="b"/>
                <a:pathLst>
                  <a:path w="2092" h="6026" extrusionOk="0">
                    <a:moveTo>
                      <a:pt x="79" y="1"/>
                    </a:moveTo>
                    <a:cubicBezTo>
                      <a:pt x="41" y="1"/>
                      <a:pt x="0" y="40"/>
                      <a:pt x="23" y="63"/>
                    </a:cubicBezTo>
                    <a:cubicBezTo>
                      <a:pt x="1324" y="2164"/>
                      <a:pt x="1691" y="3465"/>
                      <a:pt x="1925" y="5900"/>
                    </a:cubicBezTo>
                    <a:cubicBezTo>
                      <a:pt x="1925" y="5984"/>
                      <a:pt x="1941" y="6025"/>
                      <a:pt x="1958" y="6025"/>
                    </a:cubicBezTo>
                    <a:cubicBezTo>
                      <a:pt x="1975" y="6025"/>
                      <a:pt x="1991" y="5984"/>
                      <a:pt x="1991" y="5900"/>
                    </a:cubicBezTo>
                    <a:cubicBezTo>
                      <a:pt x="2091" y="3665"/>
                      <a:pt x="1624" y="2031"/>
                      <a:pt x="123" y="29"/>
                    </a:cubicBezTo>
                    <a:cubicBezTo>
                      <a:pt x="113" y="9"/>
                      <a:pt x="96" y="1"/>
                      <a:pt x="7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6"/>
              <p:cNvSpPr/>
              <p:nvPr/>
            </p:nvSpPr>
            <p:spPr>
              <a:xfrm>
                <a:off x="7883312" y="1776062"/>
                <a:ext cx="447757" cy="823900"/>
              </a:xfrm>
              <a:custGeom>
                <a:avLst/>
                <a:gdLst/>
                <a:ahLst/>
                <a:cxnLst/>
                <a:rect l="l" t="t" r="r" b="b"/>
                <a:pathLst>
                  <a:path w="17025" h="31327" extrusionOk="0">
                    <a:moveTo>
                      <a:pt x="881" y="1"/>
                    </a:moveTo>
                    <a:cubicBezTo>
                      <a:pt x="309" y="1"/>
                      <a:pt x="1" y="738"/>
                      <a:pt x="371" y="2757"/>
                    </a:cubicBezTo>
                    <a:cubicBezTo>
                      <a:pt x="1738" y="9995"/>
                      <a:pt x="6875" y="29509"/>
                      <a:pt x="7175" y="31077"/>
                    </a:cubicBezTo>
                    <a:cubicBezTo>
                      <a:pt x="7214" y="31250"/>
                      <a:pt x="7446" y="31327"/>
                      <a:pt x="7815" y="31327"/>
                    </a:cubicBezTo>
                    <a:cubicBezTo>
                      <a:pt x="10009" y="31327"/>
                      <a:pt x="17025" y="28598"/>
                      <a:pt x="16482" y="27141"/>
                    </a:cubicBezTo>
                    <a:cubicBezTo>
                      <a:pt x="15548" y="24639"/>
                      <a:pt x="8376" y="9028"/>
                      <a:pt x="2939" y="1623"/>
                    </a:cubicBezTo>
                    <a:cubicBezTo>
                      <a:pt x="2261" y="713"/>
                      <a:pt x="1444" y="1"/>
                      <a:pt x="881" y="1"/>
                    </a:cubicBezTo>
                    <a:close/>
                  </a:path>
                </a:pathLst>
              </a:custGeom>
              <a:solidFill>
                <a:srgbClr val="F7A9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6"/>
              <p:cNvSpPr/>
              <p:nvPr/>
            </p:nvSpPr>
            <p:spPr>
              <a:xfrm>
                <a:off x="7884127" y="1765673"/>
                <a:ext cx="433556" cy="755783"/>
              </a:xfrm>
              <a:custGeom>
                <a:avLst/>
                <a:gdLst/>
                <a:ahLst/>
                <a:cxnLst/>
                <a:rect l="l" t="t" r="r" b="b"/>
                <a:pathLst>
                  <a:path w="16485" h="28737" extrusionOk="0">
                    <a:moveTo>
                      <a:pt x="949" y="1"/>
                    </a:moveTo>
                    <a:cubicBezTo>
                      <a:pt x="92" y="1"/>
                      <a:pt x="1" y="1813"/>
                      <a:pt x="340" y="4419"/>
                    </a:cubicBezTo>
                    <a:cubicBezTo>
                      <a:pt x="940" y="8856"/>
                      <a:pt x="5176" y="28737"/>
                      <a:pt x="5176" y="28737"/>
                    </a:cubicBezTo>
                    <a:lnTo>
                      <a:pt x="16484" y="25902"/>
                    </a:lnTo>
                    <a:cubicBezTo>
                      <a:pt x="16484" y="25902"/>
                      <a:pt x="6110" y="5754"/>
                      <a:pt x="3242" y="1984"/>
                    </a:cubicBezTo>
                    <a:cubicBezTo>
                      <a:pt x="2183" y="598"/>
                      <a:pt x="1440" y="1"/>
                      <a:pt x="949" y="1"/>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6"/>
              <p:cNvSpPr/>
              <p:nvPr/>
            </p:nvSpPr>
            <p:spPr>
              <a:xfrm>
                <a:off x="8036036" y="2414416"/>
                <a:ext cx="242170" cy="57045"/>
              </a:xfrm>
              <a:custGeom>
                <a:avLst/>
                <a:gdLst/>
                <a:ahLst/>
                <a:cxnLst/>
                <a:rect l="l" t="t" r="r" b="b"/>
                <a:pathLst>
                  <a:path w="9208" h="2169" extrusionOk="0">
                    <a:moveTo>
                      <a:pt x="9174" y="0"/>
                    </a:moveTo>
                    <a:cubicBezTo>
                      <a:pt x="8407" y="100"/>
                      <a:pt x="7640" y="301"/>
                      <a:pt x="6872" y="467"/>
                    </a:cubicBezTo>
                    <a:cubicBezTo>
                      <a:pt x="6105" y="634"/>
                      <a:pt x="5338" y="801"/>
                      <a:pt x="4571" y="968"/>
                    </a:cubicBezTo>
                    <a:cubicBezTo>
                      <a:pt x="3070" y="1335"/>
                      <a:pt x="1535" y="1668"/>
                      <a:pt x="34" y="2102"/>
                    </a:cubicBezTo>
                    <a:cubicBezTo>
                      <a:pt x="1" y="2135"/>
                      <a:pt x="1" y="2169"/>
                      <a:pt x="34" y="2169"/>
                    </a:cubicBezTo>
                    <a:cubicBezTo>
                      <a:pt x="1569" y="1902"/>
                      <a:pt x="3103" y="1568"/>
                      <a:pt x="4637" y="1201"/>
                    </a:cubicBezTo>
                    <a:cubicBezTo>
                      <a:pt x="5371" y="1034"/>
                      <a:pt x="6105" y="868"/>
                      <a:pt x="6839" y="667"/>
                    </a:cubicBezTo>
                    <a:cubicBezTo>
                      <a:pt x="7606" y="501"/>
                      <a:pt x="8407" y="334"/>
                      <a:pt x="9174" y="100"/>
                    </a:cubicBezTo>
                    <a:cubicBezTo>
                      <a:pt x="9207" y="67"/>
                      <a:pt x="9207" y="34"/>
                      <a:pt x="9174"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6"/>
              <p:cNvSpPr/>
              <p:nvPr/>
            </p:nvSpPr>
            <p:spPr>
              <a:xfrm>
                <a:off x="7895962" y="1920791"/>
                <a:ext cx="156774" cy="601560"/>
              </a:xfrm>
              <a:custGeom>
                <a:avLst/>
                <a:gdLst/>
                <a:ahLst/>
                <a:cxnLst/>
                <a:rect l="l" t="t" r="r" b="b"/>
                <a:pathLst>
                  <a:path w="5961" h="22873" extrusionOk="0">
                    <a:moveTo>
                      <a:pt x="98" y="1"/>
                    </a:moveTo>
                    <a:cubicBezTo>
                      <a:pt x="79" y="1"/>
                      <a:pt x="56" y="17"/>
                      <a:pt x="56" y="56"/>
                    </a:cubicBezTo>
                    <a:cubicBezTo>
                      <a:pt x="257" y="990"/>
                      <a:pt x="423" y="1957"/>
                      <a:pt x="623" y="2925"/>
                    </a:cubicBezTo>
                    <a:cubicBezTo>
                      <a:pt x="423" y="2524"/>
                      <a:pt x="257" y="2091"/>
                      <a:pt x="90" y="1690"/>
                    </a:cubicBezTo>
                    <a:cubicBezTo>
                      <a:pt x="90" y="1668"/>
                      <a:pt x="79" y="1661"/>
                      <a:pt x="65" y="1661"/>
                    </a:cubicBezTo>
                    <a:cubicBezTo>
                      <a:pt x="38" y="1661"/>
                      <a:pt x="1" y="1690"/>
                      <a:pt x="23" y="1690"/>
                    </a:cubicBezTo>
                    <a:cubicBezTo>
                      <a:pt x="190" y="2091"/>
                      <a:pt x="323" y="2558"/>
                      <a:pt x="490" y="2991"/>
                    </a:cubicBezTo>
                    <a:cubicBezTo>
                      <a:pt x="590" y="3225"/>
                      <a:pt x="657" y="3458"/>
                      <a:pt x="757" y="3692"/>
                    </a:cubicBezTo>
                    <a:cubicBezTo>
                      <a:pt x="1090" y="5426"/>
                      <a:pt x="1457" y="7161"/>
                      <a:pt x="1824" y="8896"/>
                    </a:cubicBezTo>
                    <a:cubicBezTo>
                      <a:pt x="2425" y="11831"/>
                      <a:pt x="3025" y="14800"/>
                      <a:pt x="3659" y="17735"/>
                    </a:cubicBezTo>
                    <a:cubicBezTo>
                      <a:pt x="3826" y="18536"/>
                      <a:pt x="4626" y="22872"/>
                      <a:pt x="4660" y="22872"/>
                    </a:cubicBezTo>
                    <a:cubicBezTo>
                      <a:pt x="4692" y="22840"/>
                      <a:pt x="5721" y="22646"/>
                      <a:pt x="5948" y="22544"/>
                    </a:cubicBezTo>
                    <a:lnTo>
                      <a:pt x="5948" y="22544"/>
                    </a:lnTo>
                    <a:cubicBezTo>
                      <a:pt x="5955" y="22549"/>
                      <a:pt x="5958" y="22554"/>
                      <a:pt x="5959" y="22554"/>
                    </a:cubicBezTo>
                    <a:cubicBezTo>
                      <a:pt x="5961" y="22554"/>
                      <a:pt x="5961" y="22550"/>
                      <a:pt x="5961" y="22539"/>
                    </a:cubicBezTo>
                    <a:lnTo>
                      <a:pt x="5961" y="22539"/>
                    </a:lnTo>
                    <a:cubicBezTo>
                      <a:pt x="5957" y="22541"/>
                      <a:pt x="5953" y="22542"/>
                      <a:pt x="5948" y="22544"/>
                    </a:cubicBezTo>
                    <a:lnTo>
                      <a:pt x="5948" y="22544"/>
                    </a:lnTo>
                    <a:cubicBezTo>
                      <a:pt x="5944" y="22541"/>
                      <a:pt x="5937" y="22539"/>
                      <a:pt x="5927" y="22539"/>
                    </a:cubicBezTo>
                    <a:cubicBezTo>
                      <a:pt x="5727" y="22539"/>
                      <a:pt x="4860" y="22639"/>
                      <a:pt x="4826" y="22639"/>
                    </a:cubicBezTo>
                    <a:cubicBezTo>
                      <a:pt x="4826" y="22539"/>
                      <a:pt x="4259" y="18936"/>
                      <a:pt x="4093" y="18169"/>
                    </a:cubicBezTo>
                    <a:cubicBezTo>
                      <a:pt x="3826" y="16735"/>
                      <a:pt x="3492" y="15267"/>
                      <a:pt x="3192" y="13799"/>
                    </a:cubicBezTo>
                    <a:cubicBezTo>
                      <a:pt x="2592" y="10864"/>
                      <a:pt x="1924" y="7928"/>
                      <a:pt x="1291" y="4959"/>
                    </a:cubicBezTo>
                    <a:cubicBezTo>
                      <a:pt x="924" y="3292"/>
                      <a:pt x="523" y="1657"/>
                      <a:pt x="123" y="23"/>
                    </a:cubicBezTo>
                    <a:cubicBezTo>
                      <a:pt x="123" y="9"/>
                      <a:pt x="112" y="1"/>
                      <a:pt x="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6"/>
              <p:cNvSpPr/>
              <p:nvPr/>
            </p:nvSpPr>
            <p:spPr>
              <a:xfrm>
                <a:off x="7458777" y="1754680"/>
                <a:ext cx="310603" cy="1726542"/>
              </a:xfrm>
              <a:custGeom>
                <a:avLst/>
                <a:gdLst/>
                <a:ahLst/>
                <a:cxnLst/>
                <a:rect l="l" t="t" r="r" b="b"/>
                <a:pathLst>
                  <a:path w="11810" h="65648" extrusionOk="0">
                    <a:moveTo>
                      <a:pt x="11809" y="1"/>
                    </a:moveTo>
                    <a:lnTo>
                      <a:pt x="11809" y="1"/>
                    </a:lnTo>
                    <a:cubicBezTo>
                      <a:pt x="10608" y="534"/>
                      <a:pt x="5972" y="8173"/>
                      <a:pt x="5672" y="10608"/>
                    </a:cubicBezTo>
                    <a:cubicBezTo>
                      <a:pt x="5471" y="12443"/>
                      <a:pt x="6706" y="14945"/>
                      <a:pt x="6706" y="14945"/>
                    </a:cubicBezTo>
                    <a:lnTo>
                      <a:pt x="1" y="65648"/>
                    </a:lnTo>
                    <a:cubicBezTo>
                      <a:pt x="1" y="65648"/>
                      <a:pt x="4371" y="63146"/>
                      <a:pt x="4537" y="62078"/>
                    </a:cubicBezTo>
                    <a:cubicBezTo>
                      <a:pt x="4704" y="61011"/>
                      <a:pt x="6806" y="30889"/>
                      <a:pt x="7773" y="16980"/>
                    </a:cubicBezTo>
                    <a:cubicBezTo>
                      <a:pt x="8707" y="4104"/>
                      <a:pt x="11809" y="1"/>
                      <a:pt x="11809" y="1"/>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6"/>
              <p:cNvSpPr/>
              <p:nvPr/>
            </p:nvSpPr>
            <p:spPr>
              <a:xfrm>
                <a:off x="7634251" y="1871373"/>
                <a:ext cx="50023" cy="88999"/>
              </a:xfrm>
              <a:custGeom>
                <a:avLst/>
                <a:gdLst/>
                <a:ahLst/>
                <a:cxnLst/>
                <a:rect l="l" t="t" r="r" b="b"/>
                <a:pathLst>
                  <a:path w="1902" h="3384" extrusionOk="0">
                    <a:moveTo>
                      <a:pt x="1868" y="0"/>
                    </a:moveTo>
                    <a:cubicBezTo>
                      <a:pt x="1535" y="434"/>
                      <a:pt x="1268" y="901"/>
                      <a:pt x="1001" y="1368"/>
                    </a:cubicBezTo>
                    <a:lnTo>
                      <a:pt x="1034" y="1201"/>
                    </a:lnTo>
                    <a:cubicBezTo>
                      <a:pt x="1134" y="968"/>
                      <a:pt x="1201" y="734"/>
                      <a:pt x="1234" y="467"/>
                    </a:cubicBezTo>
                    <a:cubicBezTo>
                      <a:pt x="1234" y="467"/>
                      <a:pt x="1234" y="452"/>
                      <a:pt x="1225" y="452"/>
                    </a:cubicBezTo>
                    <a:cubicBezTo>
                      <a:pt x="1220" y="452"/>
                      <a:pt x="1212" y="456"/>
                      <a:pt x="1201" y="467"/>
                    </a:cubicBezTo>
                    <a:cubicBezTo>
                      <a:pt x="1134" y="701"/>
                      <a:pt x="1034" y="968"/>
                      <a:pt x="968" y="1201"/>
                    </a:cubicBezTo>
                    <a:lnTo>
                      <a:pt x="834" y="1635"/>
                    </a:lnTo>
                    <a:cubicBezTo>
                      <a:pt x="667" y="1902"/>
                      <a:pt x="134" y="3069"/>
                      <a:pt x="0" y="3336"/>
                    </a:cubicBezTo>
                    <a:cubicBezTo>
                      <a:pt x="0" y="3360"/>
                      <a:pt x="34" y="3383"/>
                      <a:pt x="53" y="3383"/>
                    </a:cubicBezTo>
                    <a:cubicBezTo>
                      <a:pt x="61" y="3383"/>
                      <a:pt x="67" y="3379"/>
                      <a:pt x="67" y="3369"/>
                    </a:cubicBezTo>
                    <a:cubicBezTo>
                      <a:pt x="200" y="3102"/>
                      <a:pt x="868" y="2002"/>
                      <a:pt x="1001" y="1701"/>
                    </a:cubicBezTo>
                    <a:cubicBezTo>
                      <a:pt x="1301" y="1134"/>
                      <a:pt x="1635" y="601"/>
                      <a:pt x="19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6"/>
              <p:cNvSpPr/>
              <p:nvPr/>
            </p:nvSpPr>
            <p:spPr>
              <a:xfrm>
                <a:off x="7660551" y="1754680"/>
                <a:ext cx="108829" cy="446574"/>
              </a:xfrm>
              <a:custGeom>
                <a:avLst/>
                <a:gdLst/>
                <a:ahLst/>
                <a:cxnLst/>
                <a:rect l="l" t="t" r="r" b="b"/>
                <a:pathLst>
                  <a:path w="4138" h="16980" extrusionOk="0">
                    <a:moveTo>
                      <a:pt x="4137" y="1"/>
                    </a:moveTo>
                    <a:lnTo>
                      <a:pt x="4137" y="1"/>
                    </a:lnTo>
                    <a:cubicBezTo>
                      <a:pt x="3036" y="1268"/>
                      <a:pt x="1969" y="2569"/>
                      <a:pt x="902" y="3903"/>
                    </a:cubicBezTo>
                    <a:lnTo>
                      <a:pt x="868" y="3937"/>
                    </a:lnTo>
                    <a:lnTo>
                      <a:pt x="935" y="4004"/>
                    </a:lnTo>
                    <a:lnTo>
                      <a:pt x="1639" y="4677"/>
                    </a:lnTo>
                    <a:lnTo>
                      <a:pt x="1639" y="4677"/>
                    </a:lnTo>
                    <a:lnTo>
                      <a:pt x="34" y="6505"/>
                    </a:lnTo>
                    <a:lnTo>
                      <a:pt x="34" y="6572"/>
                    </a:lnTo>
                    <a:cubicBezTo>
                      <a:pt x="1" y="8307"/>
                      <a:pt x="1" y="10041"/>
                      <a:pt x="34" y="11776"/>
                    </a:cubicBezTo>
                    <a:cubicBezTo>
                      <a:pt x="34" y="13510"/>
                      <a:pt x="68" y="15245"/>
                      <a:pt x="101" y="16980"/>
                    </a:cubicBezTo>
                    <a:cubicBezTo>
                      <a:pt x="168" y="15245"/>
                      <a:pt x="201" y="13510"/>
                      <a:pt x="201" y="11776"/>
                    </a:cubicBezTo>
                    <a:lnTo>
                      <a:pt x="201" y="6572"/>
                    </a:lnTo>
                    <a:lnTo>
                      <a:pt x="168" y="6605"/>
                    </a:lnTo>
                    <a:lnTo>
                      <a:pt x="1836" y="4737"/>
                    </a:lnTo>
                    <a:lnTo>
                      <a:pt x="1902" y="4671"/>
                    </a:lnTo>
                    <a:lnTo>
                      <a:pt x="1836" y="4604"/>
                    </a:lnTo>
                    <a:lnTo>
                      <a:pt x="1096" y="3926"/>
                    </a:lnTo>
                    <a:lnTo>
                      <a:pt x="1096" y="3926"/>
                    </a:lnTo>
                    <a:cubicBezTo>
                      <a:pt x="2109" y="2617"/>
                      <a:pt x="3123" y="1309"/>
                      <a:pt x="4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6"/>
              <p:cNvSpPr/>
              <p:nvPr/>
            </p:nvSpPr>
            <p:spPr>
              <a:xfrm>
                <a:off x="7860588" y="1739768"/>
                <a:ext cx="58807" cy="458856"/>
              </a:xfrm>
              <a:custGeom>
                <a:avLst/>
                <a:gdLst/>
                <a:ahLst/>
                <a:cxnLst/>
                <a:rect l="l" t="t" r="r" b="b"/>
                <a:pathLst>
                  <a:path w="2236" h="17447" extrusionOk="0">
                    <a:moveTo>
                      <a:pt x="567" y="1"/>
                    </a:moveTo>
                    <a:cubicBezTo>
                      <a:pt x="1059" y="1608"/>
                      <a:pt x="1519" y="3182"/>
                      <a:pt x="2010" y="4788"/>
                    </a:cubicBezTo>
                    <a:lnTo>
                      <a:pt x="2010" y="4788"/>
                    </a:lnTo>
                    <a:lnTo>
                      <a:pt x="534" y="5071"/>
                    </a:lnTo>
                    <a:lnTo>
                      <a:pt x="401" y="5071"/>
                    </a:lnTo>
                    <a:lnTo>
                      <a:pt x="467" y="5171"/>
                    </a:lnTo>
                    <a:lnTo>
                      <a:pt x="1331" y="7330"/>
                    </a:lnTo>
                    <a:lnTo>
                      <a:pt x="1331" y="7330"/>
                    </a:lnTo>
                    <a:cubicBezTo>
                      <a:pt x="1066" y="8990"/>
                      <a:pt x="867" y="10683"/>
                      <a:pt x="634" y="12376"/>
                    </a:cubicBezTo>
                    <a:cubicBezTo>
                      <a:pt x="401" y="14077"/>
                      <a:pt x="201" y="15745"/>
                      <a:pt x="0" y="17446"/>
                    </a:cubicBezTo>
                    <a:cubicBezTo>
                      <a:pt x="301" y="15779"/>
                      <a:pt x="567" y="14077"/>
                      <a:pt x="801" y="12409"/>
                    </a:cubicBezTo>
                    <a:cubicBezTo>
                      <a:pt x="1034" y="10708"/>
                      <a:pt x="1301" y="9007"/>
                      <a:pt x="1535" y="7339"/>
                    </a:cubicBezTo>
                    <a:lnTo>
                      <a:pt x="1535" y="7306"/>
                    </a:lnTo>
                    <a:lnTo>
                      <a:pt x="655" y="5188"/>
                    </a:lnTo>
                    <a:lnTo>
                      <a:pt x="655" y="5188"/>
                    </a:lnTo>
                    <a:lnTo>
                      <a:pt x="2135" y="4904"/>
                    </a:lnTo>
                    <a:lnTo>
                      <a:pt x="2235" y="4904"/>
                    </a:lnTo>
                    <a:lnTo>
                      <a:pt x="2202" y="4804"/>
                    </a:lnTo>
                    <a:cubicBezTo>
                      <a:pt x="1668" y="3203"/>
                      <a:pt x="1101" y="1602"/>
                      <a:pt x="5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9" name="Google Shape;279;p26"/>
            <p:cNvSpPr/>
            <p:nvPr/>
          </p:nvSpPr>
          <p:spPr>
            <a:xfrm>
              <a:off x="6482363" y="1380957"/>
              <a:ext cx="268470" cy="144782"/>
            </a:xfrm>
            <a:custGeom>
              <a:avLst/>
              <a:gdLst/>
              <a:ahLst/>
              <a:cxnLst/>
              <a:rect l="l" t="t" r="r" b="b"/>
              <a:pathLst>
                <a:path w="10208" h="5505" extrusionOk="0">
                  <a:moveTo>
                    <a:pt x="10208" y="1"/>
                  </a:moveTo>
                  <a:lnTo>
                    <a:pt x="0" y="4404"/>
                  </a:lnTo>
                  <a:lnTo>
                    <a:pt x="1601" y="5504"/>
                  </a:lnTo>
                  <a:lnTo>
                    <a:pt x="9540" y="1902"/>
                  </a:lnTo>
                  <a:lnTo>
                    <a:pt x="1020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6"/>
            <p:cNvSpPr/>
            <p:nvPr/>
          </p:nvSpPr>
          <p:spPr>
            <a:xfrm>
              <a:off x="6901717" y="1488813"/>
              <a:ext cx="162061" cy="32717"/>
            </a:xfrm>
            <a:custGeom>
              <a:avLst/>
              <a:gdLst/>
              <a:ahLst/>
              <a:cxnLst/>
              <a:rect l="l" t="t" r="r" b="b"/>
              <a:pathLst>
                <a:path w="6162" h="1244" extrusionOk="0">
                  <a:moveTo>
                    <a:pt x="1437" y="0"/>
                  </a:moveTo>
                  <a:cubicBezTo>
                    <a:pt x="958" y="0"/>
                    <a:pt x="478" y="34"/>
                    <a:pt x="0" y="103"/>
                  </a:cubicBezTo>
                  <a:cubicBezTo>
                    <a:pt x="0" y="103"/>
                    <a:pt x="0" y="136"/>
                    <a:pt x="0" y="136"/>
                  </a:cubicBezTo>
                  <a:cubicBezTo>
                    <a:pt x="2068" y="203"/>
                    <a:pt x="4103" y="570"/>
                    <a:pt x="6071" y="1237"/>
                  </a:cubicBezTo>
                  <a:cubicBezTo>
                    <a:pt x="6080" y="1241"/>
                    <a:pt x="6089" y="1243"/>
                    <a:pt x="6097" y="1243"/>
                  </a:cubicBezTo>
                  <a:cubicBezTo>
                    <a:pt x="6145" y="1243"/>
                    <a:pt x="6162" y="1165"/>
                    <a:pt x="6104" y="1137"/>
                  </a:cubicBezTo>
                  <a:cubicBezTo>
                    <a:pt x="4662" y="389"/>
                    <a:pt x="3059" y="0"/>
                    <a:pt x="143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6"/>
            <p:cNvSpPr/>
            <p:nvPr/>
          </p:nvSpPr>
          <p:spPr>
            <a:xfrm>
              <a:off x="6886778" y="1550776"/>
              <a:ext cx="175474" cy="45315"/>
            </a:xfrm>
            <a:custGeom>
              <a:avLst/>
              <a:gdLst/>
              <a:ahLst/>
              <a:cxnLst/>
              <a:rect l="l" t="t" r="r" b="b"/>
              <a:pathLst>
                <a:path w="6672" h="1723" extrusionOk="0">
                  <a:moveTo>
                    <a:pt x="1269" y="0"/>
                  </a:moveTo>
                  <a:cubicBezTo>
                    <a:pt x="848" y="0"/>
                    <a:pt x="424" y="27"/>
                    <a:pt x="1" y="82"/>
                  </a:cubicBezTo>
                  <a:lnTo>
                    <a:pt x="1" y="115"/>
                  </a:lnTo>
                  <a:cubicBezTo>
                    <a:pt x="1969" y="148"/>
                    <a:pt x="5238" y="915"/>
                    <a:pt x="6606" y="1716"/>
                  </a:cubicBezTo>
                  <a:cubicBezTo>
                    <a:pt x="6615" y="1721"/>
                    <a:pt x="6623" y="1723"/>
                    <a:pt x="6630" y="1723"/>
                  </a:cubicBezTo>
                  <a:cubicBezTo>
                    <a:pt x="6671" y="1723"/>
                    <a:pt x="6663" y="1645"/>
                    <a:pt x="6606" y="1616"/>
                  </a:cubicBezTo>
                  <a:cubicBezTo>
                    <a:pt x="5022" y="551"/>
                    <a:pt x="3170" y="0"/>
                    <a:pt x="126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6"/>
            <p:cNvSpPr/>
            <p:nvPr/>
          </p:nvSpPr>
          <p:spPr>
            <a:xfrm>
              <a:off x="7060490" y="1473086"/>
              <a:ext cx="35110" cy="48602"/>
            </a:xfrm>
            <a:custGeom>
              <a:avLst/>
              <a:gdLst/>
              <a:ahLst/>
              <a:cxnLst/>
              <a:rect l="l" t="t" r="r" b="b"/>
              <a:pathLst>
                <a:path w="1335" h="1848" extrusionOk="0">
                  <a:moveTo>
                    <a:pt x="534" y="0"/>
                  </a:moveTo>
                  <a:cubicBezTo>
                    <a:pt x="668" y="200"/>
                    <a:pt x="768" y="400"/>
                    <a:pt x="868" y="634"/>
                  </a:cubicBezTo>
                  <a:cubicBezTo>
                    <a:pt x="968" y="801"/>
                    <a:pt x="1035" y="1001"/>
                    <a:pt x="1001" y="1201"/>
                  </a:cubicBezTo>
                  <a:cubicBezTo>
                    <a:pt x="968" y="1401"/>
                    <a:pt x="835" y="1534"/>
                    <a:pt x="668" y="1601"/>
                  </a:cubicBezTo>
                  <a:cubicBezTo>
                    <a:pt x="434" y="1668"/>
                    <a:pt x="234" y="1701"/>
                    <a:pt x="1" y="1735"/>
                  </a:cubicBezTo>
                  <a:cubicBezTo>
                    <a:pt x="176" y="1810"/>
                    <a:pt x="351" y="1847"/>
                    <a:pt x="540" y="1847"/>
                  </a:cubicBezTo>
                  <a:cubicBezTo>
                    <a:pt x="603" y="1847"/>
                    <a:pt x="668" y="1843"/>
                    <a:pt x="735" y="1835"/>
                  </a:cubicBezTo>
                  <a:cubicBezTo>
                    <a:pt x="868" y="1801"/>
                    <a:pt x="1001" y="1735"/>
                    <a:pt x="1101" y="1635"/>
                  </a:cubicBezTo>
                  <a:cubicBezTo>
                    <a:pt x="1202" y="1534"/>
                    <a:pt x="1302" y="1401"/>
                    <a:pt x="1335" y="1268"/>
                  </a:cubicBezTo>
                  <a:cubicBezTo>
                    <a:pt x="1335" y="967"/>
                    <a:pt x="1268" y="701"/>
                    <a:pt x="1101" y="500"/>
                  </a:cubicBezTo>
                  <a:cubicBezTo>
                    <a:pt x="935" y="300"/>
                    <a:pt x="735" y="133"/>
                    <a:pt x="53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6"/>
            <p:cNvSpPr/>
            <p:nvPr/>
          </p:nvSpPr>
          <p:spPr>
            <a:xfrm>
              <a:off x="7847438" y="1223446"/>
              <a:ext cx="255478" cy="214319"/>
            </a:xfrm>
            <a:custGeom>
              <a:avLst/>
              <a:gdLst/>
              <a:ahLst/>
              <a:cxnLst/>
              <a:rect l="l" t="t" r="r" b="b"/>
              <a:pathLst>
                <a:path w="9714" h="8149" extrusionOk="0">
                  <a:moveTo>
                    <a:pt x="4451" y="0"/>
                  </a:moveTo>
                  <a:cubicBezTo>
                    <a:pt x="3737" y="0"/>
                    <a:pt x="2999" y="218"/>
                    <a:pt x="2302" y="719"/>
                  </a:cubicBezTo>
                  <a:cubicBezTo>
                    <a:pt x="0" y="2354"/>
                    <a:pt x="100" y="5189"/>
                    <a:pt x="1268" y="6890"/>
                  </a:cubicBezTo>
                  <a:cubicBezTo>
                    <a:pt x="1568" y="7340"/>
                    <a:pt x="2995" y="8148"/>
                    <a:pt x="4566" y="8148"/>
                  </a:cubicBezTo>
                  <a:cubicBezTo>
                    <a:pt x="5791" y="8148"/>
                    <a:pt x="7104" y="7657"/>
                    <a:pt x="8039" y="6123"/>
                  </a:cubicBezTo>
                  <a:cubicBezTo>
                    <a:pt x="9714" y="3358"/>
                    <a:pt x="7257" y="0"/>
                    <a:pt x="44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6"/>
            <p:cNvSpPr/>
            <p:nvPr/>
          </p:nvSpPr>
          <p:spPr>
            <a:xfrm>
              <a:off x="7685351" y="1488629"/>
              <a:ext cx="27878" cy="13518"/>
            </a:xfrm>
            <a:custGeom>
              <a:avLst/>
              <a:gdLst/>
              <a:ahLst/>
              <a:cxnLst/>
              <a:rect l="l" t="t" r="r" b="b"/>
              <a:pathLst>
                <a:path w="1060" h="514" extrusionOk="0">
                  <a:moveTo>
                    <a:pt x="648" y="1"/>
                  </a:moveTo>
                  <a:cubicBezTo>
                    <a:pt x="618" y="1"/>
                    <a:pt x="589" y="4"/>
                    <a:pt x="559" y="9"/>
                  </a:cubicBezTo>
                  <a:cubicBezTo>
                    <a:pt x="392" y="9"/>
                    <a:pt x="225" y="76"/>
                    <a:pt x="125" y="176"/>
                  </a:cubicBezTo>
                  <a:cubicBezTo>
                    <a:pt x="1" y="301"/>
                    <a:pt x="80" y="513"/>
                    <a:pt x="254" y="513"/>
                  </a:cubicBezTo>
                  <a:cubicBezTo>
                    <a:pt x="266" y="513"/>
                    <a:pt x="279" y="512"/>
                    <a:pt x="292" y="510"/>
                  </a:cubicBezTo>
                  <a:lnTo>
                    <a:pt x="626" y="510"/>
                  </a:lnTo>
                  <a:cubicBezTo>
                    <a:pt x="759" y="510"/>
                    <a:pt x="893" y="443"/>
                    <a:pt x="993" y="376"/>
                  </a:cubicBezTo>
                  <a:cubicBezTo>
                    <a:pt x="1059" y="310"/>
                    <a:pt x="1059" y="243"/>
                    <a:pt x="1026" y="143"/>
                  </a:cubicBezTo>
                  <a:cubicBezTo>
                    <a:pt x="916" y="61"/>
                    <a:pt x="784" y="1"/>
                    <a:pt x="64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6"/>
            <p:cNvSpPr/>
            <p:nvPr/>
          </p:nvSpPr>
          <p:spPr>
            <a:xfrm>
              <a:off x="7764962" y="1499360"/>
              <a:ext cx="27036" cy="16832"/>
            </a:xfrm>
            <a:custGeom>
              <a:avLst/>
              <a:gdLst/>
              <a:ahLst/>
              <a:cxnLst/>
              <a:rect l="l" t="t" r="r" b="b"/>
              <a:pathLst>
                <a:path w="1028" h="640" extrusionOk="0">
                  <a:moveTo>
                    <a:pt x="373" y="0"/>
                  </a:moveTo>
                  <a:cubicBezTo>
                    <a:pt x="267" y="0"/>
                    <a:pt x="153" y="37"/>
                    <a:pt x="67" y="102"/>
                  </a:cubicBezTo>
                  <a:cubicBezTo>
                    <a:pt x="0" y="169"/>
                    <a:pt x="0" y="269"/>
                    <a:pt x="34" y="335"/>
                  </a:cubicBezTo>
                  <a:cubicBezTo>
                    <a:pt x="134" y="435"/>
                    <a:pt x="234" y="502"/>
                    <a:pt x="367" y="502"/>
                  </a:cubicBezTo>
                  <a:cubicBezTo>
                    <a:pt x="501" y="535"/>
                    <a:pt x="601" y="602"/>
                    <a:pt x="734" y="636"/>
                  </a:cubicBezTo>
                  <a:cubicBezTo>
                    <a:pt x="747" y="638"/>
                    <a:pt x="759" y="639"/>
                    <a:pt x="771" y="639"/>
                  </a:cubicBezTo>
                  <a:cubicBezTo>
                    <a:pt x="920" y="639"/>
                    <a:pt x="1027" y="459"/>
                    <a:pt x="934" y="335"/>
                  </a:cubicBezTo>
                  <a:cubicBezTo>
                    <a:pt x="834" y="202"/>
                    <a:pt x="701" y="102"/>
                    <a:pt x="534" y="35"/>
                  </a:cubicBezTo>
                  <a:cubicBezTo>
                    <a:pt x="487" y="11"/>
                    <a:pt x="431" y="0"/>
                    <a:pt x="37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6"/>
            <p:cNvSpPr/>
            <p:nvPr/>
          </p:nvSpPr>
          <p:spPr>
            <a:xfrm>
              <a:off x="7757072" y="1544122"/>
              <a:ext cx="9678" cy="25485"/>
            </a:xfrm>
            <a:custGeom>
              <a:avLst/>
              <a:gdLst/>
              <a:ahLst/>
              <a:cxnLst/>
              <a:rect l="l" t="t" r="r" b="b"/>
              <a:pathLst>
                <a:path w="368" h="969" extrusionOk="0">
                  <a:moveTo>
                    <a:pt x="134" y="1"/>
                  </a:moveTo>
                  <a:lnTo>
                    <a:pt x="134" y="1"/>
                  </a:lnTo>
                  <a:cubicBezTo>
                    <a:pt x="0" y="335"/>
                    <a:pt x="0" y="902"/>
                    <a:pt x="367" y="968"/>
                  </a:cubicBezTo>
                  <a:cubicBezTo>
                    <a:pt x="67" y="802"/>
                    <a:pt x="100" y="401"/>
                    <a:pt x="134" y="34"/>
                  </a:cubicBezTo>
                  <a:cubicBezTo>
                    <a:pt x="134" y="1"/>
                    <a:pt x="134" y="1"/>
                    <a:pt x="13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6"/>
            <p:cNvSpPr/>
            <p:nvPr/>
          </p:nvSpPr>
          <p:spPr>
            <a:xfrm>
              <a:off x="7754626" y="1536232"/>
              <a:ext cx="30324" cy="29877"/>
            </a:xfrm>
            <a:custGeom>
              <a:avLst/>
              <a:gdLst/>
              <a:ahLst/>
              <a:cxnLst/>
              <a:rect l="l" t="t" r="r" b="b"/>
              <a:pathLst>
                <a:path w="1153" h="1136" extrusionOk="0">
                  <a:moveTo>
                    <a:pt x="572" y="0"/>
                  </a:moveTo>
                  <a:cubicBezTo>
                    <a:pt x="91" y="0"/>
                    <a:pt x="1" y="1102"/>
                    <a:pt x="527" y="1135"/>
                  </a:cubicBezTo>
                  <a:cubicBezTo>
                    <a:pt x="535" y="1135"/>
                    <a:pt x="542" y="1136"/>
                    <a:pt x="550" y="1136"/>
                  </a:cubicBezTo>
                  <a:cubicBezTo>
                    <a:pt x="1063" y="1136"/>
                    <a:pt x="1152" y="34"/>
                    <a:pt x="594" y="1"/>
                  </a:cubicBezTo>
                  <a:cubicBezTo>
                    <a:pt x="586" y="0"/>
                    <a:pt x="579" y="0"/>
                    <a:pt x="57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6"/>
            <p:cNvSpPr/>
            <p:nvPr/>
          </p:nvSpPr>
          <p:spPr>
            <a:xfrm>
              <a:off x="7773746" y="1537758"/>
              <a:ext cx="19304" cy="12624"/>
            </a:xfrm>
            <a:custGeom>
              <a:avLst/>
              <a:gdLst/>
              <a:ahLst/>
              <a:cxnLst/>
              <a:rect l="l" t="t" r="r" b="b"/>
              <a:pathLst>
                <a:path w="734" h="480" extrusionOk="0">
                  <a:moveTo>
                    <a:pt x="48" y="0"/>
                  </a:moveTo>
                  <a:cubicBezTo>
                    <a:pt x="22" y="0"/>
                    <a:pt x="0" y="49"/>
                    <a:pt x="0" y="76"/>
                  </a:cubicBezTo>
                  <a:cubicBezTo>
                    <a:pt x="31" y="263"/>
                    <a:pt x="121" y="480"/>
                    <a:pt x="323" y="480"/>
                  </a:cubicBezTo>
                  <a:cubicBezTo>
                    <a:pt x="337" y="480"/>
                    <a:pt x="352" y="479"/>
                    <a:pt x="367" y="476"/>
                  </a:cubicBezTo>
                  <a:cubicBezTo>
                    <a:pt x="600" y="476"/>
                    <a:pt x="734" y="276"/>
                    <a:pt x="734" y="43"/>
                  </a:cubicBezTo>
                  <a:lnTo>
                    <a:pt x="734" y="43"/>
                  </a:lnTo>
                  <a:cubicBezTo>
                    <a:pt x="645" y="132"/>
                    <a:pt x="529" y="248"/>
                    <a:pt x="410" y="248"/>
                  </a:cubicBezTo>
                  <a:cubicBezTo>
                    <a:pt x="396" y="248"/>
                    <a:pt x="381" y="247"/>
                    <a:pt x="367" y="243"/>
                  </a:cubicBezTo>
                  <a:cubicBezTo>
                    <a:pt x="267" y="210"/>
                    <a:pt x="167" y="76"/>
                    <a:pt x="67" y="9"/>
                  </a:cubicBezTo>
                  <a:cubicBezTo>
                    <a:pt x="60" y="3"/>
                    <a:pt x="54" y="0"/>
                    <a:pt x="4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6"/>
            <p:cNvSpPr/>
            <p:nvPr/>
          </p:nvSpPr>
          <p:spPr>
            <a:xfrm>
              <a:off x="7696529" y="1536232"/>
              <a:ext cx="13150" cy="22013"/>
            </a:xfrm>
            <a:custGeom>
              <a:avLst/>
              <a:gdLst/>
              <a:ahLst/>
              <a:cxnLst/>
              <a:rect l="l" t="t" r="r" b="b"/>
              <a:pathLst>
                <a:path w="500" h="837" extrusionOk="0">
                  <a:moveTo>
                    <a:pt x="434" y="1"/>
                  </a:moveTo>
                  <a:cubicBezTo>
                    <a:pt x="434" y="368"/>
                    <a:pt x="334" y="801"/>
                    <a:pt x="1" y="835"/>
                  </a:cubicBezTo>
                  <a:cubicBezTo>
                    <a:pt x="13" y="836"/>
                    <a:pt x="26" y="836"/>
                    <a:pt x="38" y="836"/>
                  </a:cubicBezTo>
                  <a:cubicBezTo>
                    <a:pt x="407" y="836"/>
                    <a:pt x="500" y="356"/>
                    <a:pt x="46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6"/>
            <p:cNvSpPr/>
            <p:nvPr/>
          </p:nvSpPr>
          <p:spPr>
            <a:xfrm>
              <a:off x="7682222" y="1525554"/>
              <a:ext cx="30666" cy="30087"/>
            </a:xfrm>
            <a:custGeom>
              <a:avLst/>
              <a:gdLst/>
              <a:ahLst/>
              <a:cxnLst/>
              <a:rect l="l" t="t" r="r" b="b"/>
              <a:pathLst>
                <a:path w="1166" h="1144" extrusionOk="0">
                  <a:moveTo>
                    <a:pt x="642" y="0"/>
                  </a:moveTo>
                  <a:cubicBezTo>
                    <a:pt x="132" y="0"/>
                    <a:pt x="0" y="1045"/>
                    <a:pt x="511" y="1141"/>
                  </a:cubicBezTo>
                  <a:cubicBezTo>
                    <a:pt x="527" y="1143"/>
                    <a:pt x="541" y="1143"/>
                    <a:pt x="556" y="1143"/>
                  </a:cubicBezTo>
                  <a:cubicBezTo>
                    <a:pt x="1052" y="1143"/>
                    <a:pt x="1165" y="71"/>
                    <a:pt x="711" y="6"/>
                  </a:cubicBezTo>
                  <a:cubicBezTo>
                    <a:pt x="688" y="2"/>
                    <a:pt x="664" y="0"/>
                    <a:pt x="64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6"/>
            <p:cNvSpPr/>
            <p:nvPr/>
          </p:nvSpPr>
          <p:spPr>
            <a:xfrm>
              <a:off x="7678119" y="1523082"/>
              <a:ext cx="17542" cy="14439"/>
            </a:xfrm>
            <a:custGeom>
              <a:avLst/>
              <a:gdLst/>
              <a:ahLst/>
              <a:cxnLst/>
              <a:rect l="l" t="t" r="r" b="b"/>
              <a:pathLst>
                <a:path w="667" h="549" extrusionOk="0">
                  <a:moveTo>
                    <a:pt x="33" y="0"/>
                  </a:moveTo>
                  <a:lnTo>
                    <a:pt x="33" y="0"/>
                  </a:lnTo>
                  <a:cubicBezTo>
                    <a:pt x="0" y="234"/>
                    <a:pt x="33" y="467"/>
                    <a:pt x="234" y="534"/>
                  </a:cubicBezTo>
                  <a:cubicBezTo>
                    <a:pt x="264" y="544"/>
                    <a:pt x="293" y="549"/>
                    <a:pt x="322" y="549"/>
                  </a:cubicBezTo>
                  <a:cubicBezTo>
                    <a:pt x="481" y="549"/>
                    <a:pt x="606" y="399"/>
                    <a:pt x="634" y="201"/>
                  </a:cubicBezTo>
                  <a:cubicBezTo>
                    <a:pt x="661" y="174"/>
                    <a:pt x="666" y="125"/>
                    <a:pt x="649" y="125"/>
                  </a:cubicBezTo>
                  <a:cubicBezTo>
                    <a:pt x="645" y="125"/>
                    <a:pt x="640" y="127"/>
                    <a:pt x="634" y="134"/>
                  </a:cubicBezTo>
                  <a:cubicBezTo>
                    <a:pt x="534" y="167"/>
                    <a:pt x="400" y="267"/>
                    <a:pt x="300" y="267"/>
                  </a:cubicBezTo>
                  <a:cubicBezTo>
                    <a:pt x="200" y="267"/>
                    <a:pt x="100" y="134"/>
                    <a:pt x="3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6"/>
            <p:cNvSpPr/>
            <p:nvPr/>
          </p:nvSpPr>
          <p:spPr>
            <a:xfrm>
              <a:off x="7736899" y="1617447"/>
              <a:ext cx="19304" cy="8311"/>
            </a:xfrm>
            <a:custGeom>
              <a:avLst/>
              <a:gdLst/>
              <a:ahLst/>
              <a:cxnLst/>
              <a:rect l="l" t="t" r="r" b="b"/>
              <a:pathLst>
                <a:path w="734" h="316" extrusionOk="0">
                  <a:moveTo>
                    <a:pt x="709" y="0"/>
                  </a:moveTo>
                  <a:cubicBezTo>
                    <a:pt x="704" y="0"/>
                    <a:pt x="701" y="4"/>
                    <a:pt x="701" y="15"/>
                  </a:cubicBezTo>
                  <a:cubicBezTo>
                    <a:pt x="600" y="82"/>
                    <a:pt x="534" y="182"/>
                    <a:pt x="400" y="182"/>
                  </a:cubicBezTo>
                  <a:cubicBezTo>
                    <a:pt x="267" y="182"/>
                    <a:pt x="133" y="148"/>
                    <a:pt x="0" y="82"/>
                  </a:cubicBezTo>
                  <a:lnTo>
                    <a:pt x="0" y="82"/>
                  </a:lnTo>
                  <a:cubicBezTo>
                    <a:pt x="100" y="248"/>
                    <a:pt x="267" y="315"/>
                    <a:pt x="467" y="315"/>
                  </a:cubicBezTo>
                  <a:cubicBezTo>
                    <a:pt x="600" y="282"/>
                    <a:pt x="734" y="148"/>
                    <a:pt x="734" y="15"/>
                  </a:cubicBezTo>
                  <a:cubicBezTo>
                    <a:pt x="734" y="15"/>
                    <a:pt x="719" y="0"/>
                    <a:pt x="70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6"/>
            <p:cNvSpPr/>
            <p:nvPr/>
          </p:nvSpPr>
          <p:spPr>
            <a:xfrm>
              <a:off x="7703262" y="1488498"/>
              <a:ext cx="48576" cy="114037"/>
            </a:xfrm>
            <a:custGeom>
              <a:avLst/>
              <a:gdLst/>
              <a:ahLst/>
              <a:cxnLst/>
              <a:rect l="l" t="t" r="r" b="b"/>
              <a:pathLst>
                <a:path w="1847" h="4336" extrusionOk="0">
                  <a:moveTo>
                    <a:pt x="1126" y="1"/>
                  </a:moveTo>
                  <a:cubicBezTo>
                    <a:pt x="1118" y="1"/>
                    <a:pt x="1112" y="5"/>
                    <a:pt x="1112" y="14"/>
                  </a:cubicBezTo>
                  <a:cubicBezTo>
                    <a:pt x="612" y="1115"/>
                    <a:pt x="245" y="2283"/>
                    <a:pt x="11" y="3484"/>
                  </a:cubicBezTo>
                  <a:cubicBezTo>
                    <a:pt x="1" y="3526"/>
                    <a:pt x="48" y="3542"/>
                    <a:pt x="121" y="3542"/>
                  </a:cubicBezTo>
                  <a:cubicBezTo>
                    <a:pt x="276" y="3542"/>
                    <a:pt x="544" y="3473"/>
                    <a:pt x="612" y="3450"/>
                  </a:cubicBezTo>
                  <a:lnTo>
                    <a:pt x="612" y="3450"/>
                  </a:lnTo>
                  <a:cubicBezTo>
                    <a:pt x="612" y="3450"/>
                    <a:pt x="512" y="3984"/>
                    <a:pt x="478" y="4217"/>
                  </a:cubicBezTo>
                  <a:cubicBezTo>
                    <a:pt x="478" y="4217"/>
                    <a:pt x="512" y="4284"/>
                    <a:pt x="612" y="4284"/>
                  </a:cubicBezTo>
                  <a:cubicBezTo>
                    <a:pt x="724" y="4319"/>
                    <a:pt x="838" y="4335"/>
                    <a:pt x="951" y="4335"/>
                  </a:cubicBezTo>
                  <a:cubicBezTo>
                    <a:pt x="1276" y="4335"/>
                    <a:pt x="1590" y="4198"/>
                    <a:pt x="1813" y="3951"/>
                  </a:cubicBezTo>
                  <a:cubicBezTo>
                    <a:pt x="1846" y="3951"/>
                    <a:pt x="1813" y="3917"/>
                    <a:pt x="1779" y="3917"/>
                  </a:cubicBezTo>
                  <a:cubicBezTo>
                    <a:pt x="1529" y="4067"/>
                    <a:pt x="1242" y="4142"/>
                    <a:pt x="944" y="4142"/>
                  </a:cubicBezTo>
                  <a:cubicBezTo>
                    <a:pt x="845" y="4142"/>
                    <a:pt x="745" y="4134"/>
                    <a:pt x="645" y="4117"/>
                  </a:cubicBezTo>
                  <a:cubicBezTo>
                    <a:pt x="645" y="4051"/>
                    <a:pt x="912" y="3217"/>
                    <a:pt x="879" y="3217"/>
                  </a:cubicBezTo>
                  <a:cubicBezTo>
                    <a:pt x="679" y="3217"/>
                    <a:pt x="478" y="3250"/>
                    <a:pt x="278" y="3283"/>
                  </a:cubicBezTo>
                  <a:cubicBezTo>
                    <a:pt x="545" y="2183"/>
                    <a:pt x="945" y="1149"/>
                    <a:pt x="1179" y="48"/>
                  </a:cubicBezTo>
                  <a:cubicBezTo>
                    <a:pt x="1179" y="24"/>
                    <a:pt x="1146" y="1"/>
                    <a:pt x="112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6"/>
            <p:cNvSpPr/>
            <p:nvPr/>
          </p:nvSpPr>
          <p:spPr>
            <a:xfrm>
              <a:off x="7720225" y="1591515"/>
              <a:ext cx="32480" cy="22828"/>
            </a:xfrm>
            <a:custGeom>
              <a:avLst/>
              <a:gdLst/>
              <a:ahLst/>
              <a:cxnLst/>
              <a:rect l="l" t="t" r="r" b="b"/>
              <a:pathLst>
                <a:path w="1235" h="868" extrusionOk="0">
                  <a:moveTo>
                    <a:pt x="1168" y="0"/>
                  </a:moveTo>
                  <a:cubicBezTo>
                    <a:pt x="920" y="124"/>
                    <a:pt x="618" y="193"/>
                    <a:pt x="315" y="193"/>
                  </a:cubicBezTo>
                  <a:cubicBezTo>
                    <a:pt x="209" y="193"/>
                    <a:pt x="104" y="184"/>
                    <a:pt x="0" y="167"/>
                  </a:cubicBezTo>
                  <a:lnTo>
                    <a:pt x="0" y="167"/>
                  </a:lnTo>
                  <a:cubicBezTo>
                    <a:pt x="100" y="401"/>
                    <a:pt x="267" y="601"/>
                    <a:pt x="467" y="767"/>
                  </a:cubicBezTo>
                  <a:cubicBezTo>
                    <a:pt x="601" y="834"/>
                    <a:pt x="734" y="868"/>
                    <a:pt x="868" y="868"/>
                  </a:cubicBezTo>
                  <a:cubicBezTo>
                    <a:pt x="1168" y="868"/>
                    <a:pt x="1234" y="601"/>
                    <a:pt x="1234" y="367"/>
                  </a:cubicBezTo>
                  <a:cubicBezTo>
                    <a:pt x="1234" y="234"/>
                    <a:pt x="1201" y="100"/>
                    <a:pt x="116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6"/>
            <p:cNvSpPr/>
            <p:nvPr/>
          </p:nvSpPr>
          <p:spPr>
            <a:xfrm>
              <a:off x="7732507" y="1600772"/>
              <a:ext cx="20198" cy="13571"/>
            </a:xfrm>
            <a:custGeom>
              <a:avLst/>
              <a:gdLst/>
              <a:ahLst/>
              <a:cxnLst/>
              <a:rect l="l" t="t" r="r" b="b"/>
              <a:pathLst>
                <a:path w="768" h="516" extrusionOk="0">
                  <a:moveTo>
                    <a:pt x="633" y="1"/>
                  </a:moveTo>
                  <a:cubicBezTo>
                    <a:pt x="373" y="1"/>
                    <a:pt x="114" y="160"/>
                    <a:pt x="0" y="415"/>
                  </a:cubicBezTo>
                  <a:cubicBezTo>
                    <a:pt x="134" y="482"/>
                    <a:pt x="267" y="516"/>
                    <a:pt x="401" y="516"/>
                  </a:cubicBezTo>
                  <a:cubicBezTo>
                    <a:pt x="701" y="516"/>
                    <a:pt x="767" y="249"/>
                    <a:pt x="767" y="15"/>
                  </a:cubicBezTo>
                  <a:cubicBezTo>
                    <a:pt x="723" y="5"/>
                    <a:pt x="678" y="1"/>
                    <a:pt x="633" y="1"/>
                  </a:cubicBezTo>
                  <a:close/>
                </a:path>
              </a:pathLst>
            </a:custGeom>
            <a:solidFill>
              <a:srgbClr val="FF9A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6"/>
            <p:cNvSpPr/>
            <p:nvPr/>
          </p:nvSpPr>
          <p:spPr>
            <a:xfrm>
              <a:off x="7678119" y="1346951"/>
              <a:ext cx="278123" cy="234938"/>
            </a:xfrm>
            <a:custGeom>
              <a:avLst/>
              <a:gdLst/>
              <a:ahLst/>
              <a:cxnLst/>
              <a:rect l="l" t="t" r="r" b="b"/>
              <a:pathLst>
                <a:path w="10575" h="8933" extrusionOk="0">
                  <a:moveTo>
                    <a:pt x="4555" y="1"/>
                  </a:moveTo>
                  <a:cubicBezTo>
                    <a:pt x="3471" y="1"/>
                    <a:pt x="2284" y="490"/>
                    <a:pt x="1134" y="1927"/>
                  </a:cubicBezTo>
                  <a:cubicBezTo>
                    <a:pt x="67" y="3262"/>
                    <a:pt x="0" y="5263"/>
                    <a:pt x="0" y="5263"/>
                  </a:cubicBezTo>
                  <a:cubicBezTo>
                    <a:pt x="367" y="4462"/>
                    <a:pt x="867" y="3762"/>
                    <a:pt x="1535" y="3228"/>
                  </a:cubicBezTo>
                  <a:cubicBezTo>
                    <a:pt x="2302" y="4929"/>
                    <a:pt x="3870" y="6164"/>
                    <a:pt x="5738" y="6497"/>
                  </a:cubicBezTo>
                  <a:cubicBezTo>
                    <a:pt x="5604" y="6097"/>
                    <a:pt x="5404" y="5330"/>
                    <a:pt x="5371" y="5230"/>
                  </a:cubicBezTo>
                  <a:lnTo>
                    <a:pt x="5371" y="5230"/>
                  </a:lnTo>
                  <a:cubicBezTo>
                    <a:pt x="5904" y="6030"/>
                    <a:pt x="6672" y="6697"/>
                    <a:pt x="7572" y="7131"/>
                  </a:cubicBezTo>
                  <a:cubicBezTo>
                    <a:pt x="7606" y="7898"/>
                    <a:pt x="8039" y="8565"/>
                    <a:pt x="8706" y="8932"/>
                  </a:cubicBezTo>
                  <a:cubicBezTo>
                    <a:pt x="8706" y="8932"/>
                    <a:pt x="10574" y="6964"/>
                    <a:pt x="10241" y="4329"/>
                  </a:cubicBezTo>
                  <a:cubicBezTo>
                    <a:pt x="10041" y="2995"/>
                    <a:pt x="8706" y="2228"/>
                    <a:pt x="8706" y="2228"/>
                  </a:cubicBezTo>
                  <a:cubicBezTo>
                    <a:pt x="8706" y="2228"/>
                    <a:pt x="6866" y="1"/>
                    <a:pt x="45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6"/>
            <p:cNvSpPr/>
            <p:nvPr/>
          </p:nvSpPr>
          <p:spPr>
            <a:xfrm>
              <a:off x="7714965" y="1418303"/>
              <a:ext cx="92129" cy="101281"/>
            </a:xfrm>
            <a:custGeom>
              <a:avLst/>
              <a:gdLst/>
              <a:ahLst/>
              <a:cxnLst/>
              <a:rect l="l" t="t" r="r" b="b"/>
              <a:pathLst>
                <a:path w="3503" h="3851" extrusionOk="0">
                  <a:moveTo>
                    <a:pt x="50" y="0"/>
                  </a:moveTo>
                  <a:cubicBezTo>
                    <a:pt x="30" y="0"/>
                    <a:pt x="0" y="15"/>
                    <a:pt x="0" y="15"/>
                  </a:cubicBezTo>
                  <a:cubicBezTo>
                    <a:pt x="0" y="482"/>
                    <a:pt x="100" y="916"/>
                    <a:pt x="234" y="1349"/>
                  </a:cubicBezTo>
                  <a:cubicBezTo>
                    <a:pt x="400" y="1749"/>
                    <a:pt x="634" y="2116"/>
                    <a:pt x="934" y="2450"/>
                  </a:cubicBezTo>
                  <a:cubicBezTo>
                    <a:pt x="1201" y="2750"/>
                    <a:pt x="1501" y="2984"/>
                    <a:pt x="1835" y="3184"/>
                  </a:cubicBezTo>
                  <a:cubicBezTo>
                    <a:pt x="2368" y="3484"/>
                    <a:pt x="2936" y="3718"/>
                    <a:pt x="3503" y="3851"/>
                  </a:cubicBezTo>
                  <a:cubicBezTo>
                    <a:pt x="2602" y="3551"/>
                    <a:pt x="1768" y="3017"/>
                    <a:pt x="1134" y="2317"/>
                  </a:cubicBezTo>
                  <a:cubicBezTo>
                    <a:pt x="867" y="1983"/>
                    <a:pt x="634" y="1649"/>
                    <a:pt x="467" y="1282"/>
                  </a:cubicBezTo>
                  <a:cubicBezTo>
                    <a:pt x="234" y="882"/>
                    <a:pt x="100" y="482"/>
                    <a:pt x="67" y="15"/>
                  </a:cubicBezTo>
                  <a:cubicBezTo>
                    <a:pt x="67" y="4"/>
                    <a:pt x="59" y="0"/>
                    <a:pt x="5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6"/>
            <p:cNvSpPr/>
            <p:nvPr/>
          </p:nvSpPr>
          <p:spPr>
            <a:xfrm>
              <a:off x="7873738" y="1545306"/>
              <a:ext cx="82503" cy="83108"/>
            </a:xfrm>
            <a:custGeom>
              <a:avLst/>
              <a:gdLst/>
              <a:ahLst/>
              <a:cxnLst/>
              <a:rect l="l" t="t" r="r" b="b"/>
              <a:pathLst>
                <a:path w="3137" h="3160" extrusionOk="0">
                  <a:moveTo>
                    <a:pt x="2131" y="1"/>
                  </a:moveTo>
                  <a:cubicBezTo>
                    <a:pt x="1414" y="1"/>
                    <a:pt x="434" y="1157"/>
                    <a:pt x="434" y="1157"/>
                  </a:cubicBezTo>
                  <a:lnTo>
                    <a:pt x="1" y="2524"/>
                  </a:lnTo>
                  <a:cubicBezTo>
                    <a:pt x="111" y="2910"/>
                    <a:pt x="494" y="3159"/>
                    <a:pt x="887" y="3159"/>
                  </a:cubicBezTo>
                  <a:cubicBezTo>
                    <a:pt x="970" y="3159"/>
                    <a:pt x="1054" y="3148"/>
                    <a:pt x="1135" y="3125"/>
                  </a:cubicBezTo>
                  <a:cubicBezTo>
                    <a:pt x="2036" y="2858"/>
                    <a:pt x="3136" y="590"/>
                    <a:pt x="2436" y="89"/>
                  </a:cubicBezTo>
                  <a:cubicBezTo>
                    <a:pt x="2343" y="28"/>
                    <a:pt x="2240" y="1"/>
                    <a:pt x="2131" y="1"/>
                  </a:cubicBezTo>
                  <a:close/>
                </a:path>
              </a:pathLst>
            </a:custGeom>
            <a:solidFill>
              <a:srgbClr val="F7A9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6"/>
            <p:cNvSpPr/>
            <p:nvPr/>
          </p:nvSpPr>
          <p:spPr>
            <a:xfrm>
              <a:off x="7886020" y="1565189"/>
              <a:ext cx="43027" cy="49497"/>
            </a:xfrm>
            <a:custGeom>
              <a:avLst/>
              <a:gdLst/>
              <a:ahLst/>
              <a:cxnLst/>
              <a:rect l="l" t="t" r="r" b="b"/>
              <a:pathLst>
                <a:path w="1636" h="1882" extrusionOk="0">
                  <a:moveTo>
                    <a:pt x="1635" y="1"/>
                  </a:moveTo>
                  <a:cubicBezTo>
                    <a:pt x="801" y="1"/>
                    <a:pt x="101" y="1035"/>
                    <a:pt x="1" y="1802"/>
                  </a:cubicBezTo>
                  <a:cubicBezTo>
                    <a:pt x="1" y="1851"/>
                    <a:pt x="54" y="1882"/>
                    <a:pt x="96" y="1882"/>
                  </a:cubicBezTo>
                  <a:cubicBezTo>
                    <a:pt x="112" y="1882"/>
                    <a:pt x="125" y="1877"/>
                    <a:pt x="134" y="1869"/>
                  </a:cubicBezTo>
                  <a:cubicBezTo>
                    <a:pt x="201" y="1702"/>
                    <a:pt x="334" y="1535"/>
                    <a:pt x="468" y="1402"/>
                  </a:cubicBezTo>
                  <a:cubicBezTo>
                    <a:pt x="558" y="1288"/>
                    <a:pt x="711" y="1221"/>
                    <a:pt x="862" y="1221"/>
                  </a:cubicBezTo>
                  <a:cubicBezTo>
                    <a:pt x="933" y="1221"/>
                    <a:pt x="1004" y="1236"/>
                    <a:pt x="1068" y="1268"/>
                  </a:cubicBezTo>
                  <a:cubicBezTo>
                    <a:pt x="1102" y="1268"/>
                    <a:pt x="1102" y="1235"/>
                    <a:pt x="1102" y="1235"/>
                  </a:cubicBezTo>
                  <a:cubicBezTo>
                    <a:pt x="998" y="1146"/>
                    <a:pt x="875" y="1103"/>
                    <a:pt x="753" y="1103"/>
                  </a:cubicBezTo>
                  <a:cubicBezTo>
                    <a:pt x="599" y="1103"/>
                    <a:pt x="446" y="1171"/>
                    <a:pt x="334" y="1301"/>
                  </a:cubicBezTo>
                  <a:cubicBezTo>
                    <a:pt x="568" y="701"/>
                    <a:pt x="1035" y="234"/>
                    <a:pt x="163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27"/>
          <p:cNvSpPr/>
          <p:nvPr/>
        </p:nvSpPr>
        <p:spPr>
          <a:xfrm rot="-616021">
            <a:off x="6276339" y="4081421"/>
            <a:ext cx="1479392" cy="841858"/>
          </a:xfrm>
          <a:custGeom>
            <a:avLst/>
            <a:gdLst/>
            <a:ahLst/>
            <a:cxnLst/>
            <a:rect l="l" t="t" r="r" b="b"/>
            <a:pathLst>
              <a:path w="104016" h="59191" extrusionOk="0">
                <a:moveTo>
                  <a:pt x="46431" y="1"/>
                </a:moveTo>
                <a:cubicBezTo>
                  <a:pt x="30208" y="1"/>
                  <a:pt x="30335" y="11492"/>
                  <a:pt x="30335" y="11492"/>
                </a:cubicBezTo>
                <a:cubicBezTo>
                  <a:pt x="30335" y="11492"/>
                  <a:pt x="21885" y="6465"/>
                  <a:pt x="14914" y="13225"/>
                </a:cubicBezTo>
                <a:cubicBezTo>
                  <a:pt x="8028" y="19900"/>
                  <a:pt x="17703" y="24843"/>
                  <a:pt x="17703" y="24843"/>
                </a:cubicBezTo>
                <a:cubicBezTo>
                  <a:pt x="17703" y="24843"/>
                  <a:pt x="1" y="31138"/>
                  <a:pt x="4310" y="39799"/>
                </a:cubicBezTo>
                <a:cubicBezTo>
                  <a:pt x="7479" y="46051"/>
                  <a:pt x="13816" y="47361"/>
                  <a:pt x="18590" y="47361"/>
                </a:cubicBezTo>
                <a:cubicBezTo>
                  <a:pt x="20660" y="47361"/>
                  <a:pt x="22688" y="47150"/>
                  <a:pt x="24716" y="46643"/>
                </a:cubicBezTo>
                <a:cubicBezTo>
                  <a:pt x="24716" y="46643"/>
                  <a:pt x="27082" y="54966"/>
                  <a:pt x="38446" y="56782"/>
                </a:cubicBezTo>
                <a:cubicBezTo>
                  <a:pt x="48332" y="59190"/>
                  <a:pt x="55345" y="51332"/>
                  <a:pt x="55345" y="51332"/>
                </a:cubicBezTo>
                <a:cubicBezTo>
                  <a:pt x="55345" y="51332"/>
                  <a:pt x="60838" y="56402"/>
                  <a:pt x="68696" y="56402"/>
                </a:cubicBezTo>
                <a:cubicBezTo>
                  <a:pt x="72963" y="56402"/>
                  <a:pt x="77314" y="54585"/>
                  <a:pt x="80061" y="51332"/>
                </a:cubicBezTo>
                <a:cubicBezTo>
                  <a:pt x="82553" y="52600"/>
                  <a:pt x="83863" y="56740"/>
                  <a:pt x="90834" y="53360"/>
                </a:cubicBezTo>
                <a:cubicBezTo>
                  <a:pt x="99072" y="49431"/>
                  <a:pt x="95735" y="44108"/>
                  <a:pt x="96115" y="43052"/>
                </a:cubicBezTo>
                <a:cubicBezTo>
                  <a:pt x="96115" y="43052"/>
                  <a:pt x="103170" y="40897"/>
                  <a:pt x="103973" y="35827"/>
                </a:cubicBezTo>
                <a:cubicBezTo>
                  <a:pt x="104015" y="19266"/>
                  <a:pt x="83863" y="19942"/>
                  <a:pt x="83863" y="19942"/>
                </a:cubicBezTo>
                <a:cubicBezTo>
                  <a:pt x="83863" y="19942"/>
                  <a:pt x="89609" y="8028"/>
                  <a:pt x="78624" y="3719"/>
                </a:cubicBezTo>
                <a:cubicBezTo>
                  <a:pt x="64387" y="2536"/>
                  <a:pt x="61978" y="9929"/>
                  <a:pt x="58599" y="11281"/>
                </a:cubicBezTo>
                <a:cubicBezTo>
                  <a:pt x="58599" y="11281"/>
                  <a:pt x="54120" y="1"/>
                  <a:pt x="46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7"/>
          <p:cNvSpPr/>
          <p:nvPr/>
        </p:nvSpPr>
        <p:spPr>
          <a:xfrm>
            <a:off x="976275" y="4084263"/>
            <a:ext cx="1896430" cy="1347491"/>
          </a:xfrm>
          <a:custGeom>
            <a:avLst/>
            <a:gdLst/>
            <a:ahLst/>
            <a:cxnLst/>
            <a:rect l="l" t="t" r="r" b="b"/>
            <a:pathLst>
              <a:path w="93813" h="66658" extrusionOk="0">
                <a:moveTo>
                  <a:pt x="43746" y="1"/>
                </a:moveTo>
                <a:cubicBezTo>
                  <a:pt x="42454" y="1"/>
                  <a:pt x="41060" y="140"/>
                  <a:pt x="39570" y="472"/>
                </a:cubicBezTo>
                <a:cubicBezTo>
                  <a:pt x="30104" y="2208"/>
                  <a:pt x="26968" y="12373"/>
                  <a:pt x="26968" y="12373"/>
                </a:cubicBezTo>
                <a:cubicBezTo>
                  <a:pt x="26968" y="12373"/>
                  <a:pt x="26609" y="12342"/>
                  <a:pt x="25983" y="12342"/>
                </a:cubicBezTo>
                <a:cubicBezTo>
                  <a:pt x="23643" y="12342"/>
                  <a:pt x="17574" y="12778"/>
                  <a:pt x="12602" y="16910"/>
                </a:cubicBezTo>
                <a:cubicBezTo>
                  <a:pt x="6301" y="22175"/>
                  <a:pt x="7701" y="32312"/>
                  <a:pt x="7701" y="32312"/>
                </a:cubicBezTo>
                <a:cubicBezTo>
                  <a:pt x="7001" y="32676"/>
                  <a:pt x="6665" y="33012"/>
                  <a:pt x="6301" y="33376"/>
                </a:cubicBezTo>
                <a:cubicBezTo>
                  <a:pt x="4201" y="35476"/>
                  <a:pt x="0" y="41413"/>
                  <a:pt x="3865" y="49814"/>
                </a:cubicBezTo>
                <a:cubicBezTo>
                  <a:pt x="6697" y="55882"/>
                  <a:pt x="12333" y="57163"/>
                  <a:pt x="16588" y="57163"/>
                </a:cubicBezTo>
                <a:cubicBezTo>
                  <a:pt x="19696" y="57163"/>
                  <a:pt x="22067" y="56479"/>
                  <a:pt x="22067" y="56479"/>
                </a:cubicBezTo>
                <a:cubicBezTo>
                  <a:pt x="22067" y="56479"/>
                  <a:pt x="24168" y="64516"/>
                  <a:pt x="34305" y="66280"/>
                </a:cubicBezTo>
                <a:cubicBezTo>
                  <a:pt x="35573" y="66543"/>
                  <a:pt x="36760" y="66657"/>
                  <a:pt x="37865" y="66657"/>
                </a:cubicBezTo>
                <a:cubicBezTo>
                  <a:pt x="45617" y="66657"/>
                  <a:pt x="49371" y="61016"/>
                  <a:pt x="49371" y="61016"/>
                </a:cubicBezTo>
                <a:cubicBezTo>
                  <a:pt x="49371" y="61016"/>
                  <a:pt x="54272" y="65916"/>
                  <a:pt x="61273" y="65916"/>
                </a:cubicBezTo>
                <a:cubicBezTo>
                  <a:pt x="65109" y="65916"/>
                  <a:pt x="68974" y="64180"/>
                  <a:pt x="71410" y="61016"/>
                </a:cubicBezTo>
                <a:cubicBezTo>
                  <a:pt x="73656" y="62236"/>
                  <a:pt x="75419" y="62984"/>
                  <a:pt x="77261" y="62984"/>
                </a:cubicBezTo>
                <a:cubicBezTo>
                  <a:pt x="78588" y="62984"/>
                  <a:pt x="79957" y="62596"/>
                  <a:pt x="81575" y="61716"/>
                </a:cubicBezTo>
                <a:cubicBezTo>
                  <a:pt x="85412" y="58915"/>
                  <a:pt x="85412" y="54015"/>
                  <a:pt x="85776" y="52979"/>
                </a:cubicBezTo>
                <a:cubicBezTo>
                  <a:pt x="85776" y="52979"/>
                  <a:pt x="92077" y="50878"/>
                  <a:pt x="92777" y="45978"/>
                </a:cubicBezTo>
                <a:cubicBezTo>
                  <a:pt x="93813" y="41413"/>
                  <a:pt x="89612" y="37213"/>
                  <a:pt x="89612" y="37213"/>
                </a:cubicBezTo>
                <a:cubicBezTo>
                  <a:pt x="89612" y="37213"/>
                  <a:pt x="93477" y="31612"/>
                  <a:pt x="91377" y="25675"/>
                </a:cubicBezTo>
                <a:cubicBezTo>
                  <a:pt x="88912" y="19710"/>
                  <a:pt x="81911" y="17610"/>
                  <a:pt x="81911" y="17610"/>
                </a:cubicBezTo>
                <a:cubicBezTo>
                  <a:pt x="81911" y="17610"/>
                  <a:pt x="82275" y="7809"/>
                  <a:pt x="72474" y="3608"/>
                </a:cubicBezTo>
                <a:cubicBezTo>
                  <a:pt x="69873" y="2477"/>
                  <a:pt x="67042" y="1943"/>
                  <a:pt x="64195" y="1943"/>
                </a:cubicBezTo>
                <a:cubicBezTo>
                  <a:pt x="60912" y="1943"/>
                  <a:pt x="57607" y="2652"/>
                  <a:pt x="54608" y="3972"/>
                </a:cubicBezTo>
                <a:cubicBezTo>
                  <a:pt x="54608" y="3972"/>
                  <a:pt x="50636" y="1"/>
                  <a:pt x="437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7"/>
          <p:cNvSpPr/>
          <p:nvPr/>
        </p:nvSpPr>
        <p:spPr>
          <a:xfrm rot="7521371">
            <a:off x="3977465" y="314069"/>
            <a:ext cx="1018710" cy="1037580"/>
          </a:xfrm>
          <a:custGeom>
            <a:avLst/>
            <a:gdLst/>
            <a:ahLst/>
            <a:cxnLst/>
            <a:rect l="l" t="t" r="r" b="b"/>
            <a:pathLst>
              <a:path w="70724" h="72034" extrusionOk="0">
                <a:moveTo>
                  <a:pt x="24800" y="50445"/>
                </a:moveTo>
                <a:cubicBezTo>
                  <a:pt x="24800" y="50445"/>
                  <a:pt x="27715" y="72033"/>
                  <a:pt x="39249" y="68020"/>
                </a:cubicBezTo>
                <a:cubicBezTo>
                  <a:pt x="46642" y="65485"/>
                  <a:pt x="50233" y="57416"/>
                  <a:pt x="50360" y="53909"/>
                </a:cubicBezTo>
                <a:cubicBezTo>
                  <a:pt x="52810" y="55134"/>
                  <a:pt x="55472" y="55768"/>
                  <a:pt x="58218" y="55768"/>
                </a:cubicBezTo>
                <a:cubicBezTo>
                  <a:pt x="63584" y="55768"/>
                  <a:pt x="69160" y="53233"/>
                  <a:pt x="69752" y="45206"/>
                </a:cubicBezTo>
                <a:cubicBezTo>
                  <a:pt x="70724" y="32109"/>
                  <a:pt x="60077" y="29194"/>
                  <a:pt x="60077" y="29194"/>
                </a:cubicBezTo>
                <a:cubicBezTo>
                  <a:pt x="60077" y="29194"/>
                  <a:pt x="67597" y="21843"/>
                  <a:pt x="61767" y="16055"/>
                </a:cubicBezTo>
                <a:cubicBezTo>
                  <a:pt x="47952" y="2240"/>
                  <a:pt x="40643" y="16562"/>
                  <a:pt x="40643" y="16562"/>
                </a:cubicBezTo>
                <a:cubicBezTo>
                  <a:pt x="40643" y="16562"/>
                  <a:pt x="33841" y="1"/>
                  <a:pt x="18928" y="10267"/>
                </a:cubicBezTo>
                <a:cubicBezTo>
                  <a:pt x="8704" y="17280"/>
                  <a:pt x="22519" y="30630"/>
                  <a:pt x="22519" y="30630"/>
                </a:cubicBezTo>
                <a:cubicBezTo>
                  <a:pt x="22519" y="30630"/>
                  <a:pt x="0" y="33968"/>
                  <a:pt x="5788" y="47868"/>
                </a:cubicBezTo>
                <a:cubicBezTo>
                  <a:pt x="11703" y="61978"/>
                  <a:pt x="24800" y="50445"/>
                  <a:pt x="24800" y="5044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7"/>
          <p:cNvSpPr txBox="1">
            <a:spLocks noGrp="1"/>
          </p:cNvSpPr>
          <p:nvPr>
            <p:ph type="title"/>
          </p:nvPr>
        </p:nvSpPr>
        <p:spPr>
          <a:xfrm>
            <a:off x="720000" y="2179625"/>
            <a:ext cx="4646100" cy="841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About the project</a:t>
            </a:r>
            <a:endParaRPr/>
          </a:p>
        </p:txBody>
      </p:sp>
      <p:sp>
        <p:nvSpPr>
          <p:cNvPr id="308" name="Google Shape;308;p27"/>
          <p:cNvSpPr txBox="1">
            <a:spLocks noGrp="1"/>
          </p:cNvSpPr>
          <p:nvPr>
            <p:ph type="subTitle" idx="1"/>
          </p:nvPr>
        </p:nvSpPr>
        <p:spPr>
          <a:xfrm>
            <a:off x="720000" y="3132175"/>
            <a:ext cx="4646100" cy="713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enter a subtitle here if you need it</a:t>
            </a:r>
            <a:endParaRPr/>
          </a:p>
        </p:txBody>
      </p:sp>
      <p:sp>
        <p:nvSpPr>
          <p:cNvPr id="309" name="Google Shape;309;p27"/>
          <p:cNvSpPr txBox="1">
            <a:spLocks noGrp="1"/>
          </p:cNvSpPr>
          <p:nvPr>
            <p:ph type="title" idx="2"/>
          </p:nvPr>
        </p:nvSpPr>
        <p:spPr>
          <a:xfrm>
            <a:off x="720000" y="1337825"/>
            <a:ext cx="31509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grpSp>
        <p:nvGrpSpPr>
          <p:cNvPr id="310" name="Google Shape;310;p27"/>
          <p:cNvGrpSpPr/>
          <p:nvPr/>
        </p:nvGrpSpPr>
        <p:grpSpPr>
          <a:xfrm>
            <a:off x="5402145" y="1741702"/>
            <a:ext cx="3021920" cy="2103941"/>
            <a:chOff x="1547950" y="2414278"/>
            <a:chExt cx="3578354" cy="2491345"/>
          </a:xfrm>
        </p:grpSpPr>
        <p:sp>
          <p:nvSpPr>
            <p:cNvPr id="311" name="Google Shape;311;p27"/>
            <p:cNvSpPr/>
            <p:nvPr/>
          </p:nvSpPr>
          <p:spPr>
            <a:xfrm>
              <a:off x="1800810" y="4467594"/>
              <a:ext cx="3072663" cy="438028"/>
            </a:xfrm>
            <a:custGeom>
              <a:avLst/>
              <a:gdLst/>
              <a:ahLst/>
              <a:cxnLst/>
              <a:rect l="l" t="t" r="r" b="b"/>
              <a:pathLst>
                <a:path w="154444" h="22017" extrusionOk="0">
                  <a:moveTo>
                    <a:pt x="77222" y="1"/>
                  </a:moveTo>
                  <a:cubicBezTo>
                    <a:pt x="34558" y="1"/>
                    <a:pt x="0" y="4937"/>
                    <a:pt x="0" y="11008"/>
                  </a:cubicBezTo>
                  <a:cubicBezTo>
                    <a:pt x="0" y="17113"/>
                    <a:pt x="34558" y="22016"/>
                    <a:pt x="77222" y="22016"/>
                  </a:cubicBezTo>
                  <a:cubicBezTo>
                    <a:pt x="119886" y="22016"/>
                    <a:pt x="154444" y="17113"/>
                    <a:pt x="154444" y="11008"/>
                  </a:cubicBezTo>
                  <a:cubicBezTo>
                    <a:pt x="154444" y="4937"/>
                    <a:pt x="119886" y="1"/>
                    <a:pt x="77222" y="1"/>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7"/>
            <p:cNvSpPr/>
            <p:nvPr/>
          </p:nvSpPr>
          <p:spPr>
            <a:xfrm>
              <a:off x="1547950" y="4029562"/>
              <a:ext cx="3578354" cy="7998"/>
            </a:xfrm>
            <a:custGeom>
              <a:avLst/>
              <a:gdLst/>
              <a:ahLst/>
              <a:cxnLst/>
              <a:rect l="l" t="t" r="r" b="b"/>
              <a:pathLst>
                <a:path w="179862" h="402" extrusionOk="0">
                  <a:moveTo>
                    <a:pt x="89931" y="1"/>
                  </a:moveTo>
                  <a:lnTo>
                    <a:pt x="44966" y="68"/>
                  </a:lnTo>
                  <a:lnTo>
                    <a:pt x="22483" y="101"/>
                  </a:lnTo>
                  <a:lnTo>
                    <a:pt x="0" y="201"/>
                  </a:lnTo>
                  <a:lnTo>
                    <a:pt x="22483" y="301"/>
                  </a:lnTo>
                  <a:lnTo>
                    <a:pt x="44966" y="334"/>
                  </a:lnTo>
                  <a:lnTo>
                    <a:pt x="89931" y="401"/>
                  </a:lnTo>
                  <a:lnTo>
                    <a:pt x="134897" y="334"/>
                  </a:lnTo>
                  <a:lnTo>
                    <a:pt x="157379" y="301"/>
                  </a:lnTo>
                  <a:lnTo>
                    <a:pt x="179862" y="201"/>
                  </a:lnTo>
                  <a:lnTo>
                    <a:pt x="157379" y="101"/>
                  </a:lnTo>
                  <a:lnTo>
                    <a:pt x="134897" y="68"/>
                  </a:lnTo>
                  <a:lnTo>
                    <a:pt x="899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7"/>
            <p:cNvSpPr/>
            <p:nvPr/>
          </p:nvSpPr>
          <p:spPr>
            <a:xfrm>
              <a:off x="1753019" y="4713152"/>
              <a:ext cx="161289" cy="8654"/>
            </a:xfrm>
            <a:custGeom>
              <a:avLst/>
              <a:gdLst/>
              <a:ahLst/>
              <a:cxnLst/>
              <a:rect l="l" t="t" r="r" b="b"/>
              <a:pathLst>
                <a:path w="8107" h="435" extrusionOk="0">
                  <a:moveTo>
                    <a:pt x="4037" y="1"/>
                  </a:moveTo>
                  <a:cubicBezTo>
                    <a:pt x="2703" y="1"/>
                    <a:pt x="1335" y="67"/>
                    <a:pt x="1" y="234"/>
                  </a:cubicBezTo>
                  <a:cubicBezTo>
                    <a:pt x="1335" y="368"/>
                    <a:pt x="2703" y="434"/>
                    <a:pt x="4037" y="434"/>
                  </a:cubicBezTo>
                  <a:cubicBezTo>
                    <a:pt x="5404" y="434"/>
                    <a:pt x="6739" y="368"/>
                    <a:pt x="8106" y="234"/>
                  </a:cubicBezTo>
                  <a:cubicBezTo>
                    <a:pt x="6739" y="67"/>
                    <a:pt x="5404" y="1"/>
                    <a:pt x="40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7"/>
            <p:cNvSpPr/>
            <p:nvPr/>
          </p:nvSpPr>
          <p:spPr>
            <a:xfrm>
              <a:off x="1777571" y="4686610"/>
              <a:ext cx="160632" cy="8654"/>
            </a:xfrm>
            <a:custGeom>
              <a:avLst/>
              <a:gdLst/>
              <a:ahLst/>
              <a:cxnLst/>
              <a:rect l="l" t="t" r="r" b="b"/>
              <a:pathLst>
                <a:path w="8074" h="435" extrusionOk="0">
                  <a:moveTo>
                    <a:pt x="4037" y="0"/>
                  </a:moveTo>
                  <a:cubicBezTo>
                    <a:pt x="2703" y="0"/>
                    <a:pt x="1335" y="67"/>
                    <a:pt x="1" y="234"/>
                  </a:cubicBezTo>
                  <a:cubicBezTo>
                    <a:pt x="1335" y="367"/>
                    <a:pt x="2703" y="434"/>
                    <a:pt x="4037" y="434"/>
                  </a:cubicBezTo>
                  <a:cubicBezTo>
                    <a:pt x="5405" y="434"/>
                    <a:pt x="6739" y="367"/>
                    <a:pt x="8073" y="234"/>
                  </a:cubicBezTo>
                  <a:cubicBezTo>
                    <a:pt x="6739" y="67"/>
                    <a:pt x="5405" y="0"/>
                    <a:pt x="40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7"/>
            <p:cNvSpPr/>
            <p:nvPr/>
          </p:nvSpPr>
          <p:spPr>
            <a:xfrm>
              <a:off x="1803456" y="4660069"/>
              <a:ext cx="160632" cy="8634"/>
            </a:xfrm>
            <a:custGeom>
              <a:avLst/>
              <a:gdLst/>
              <a:ahLst/>
              <a:cxnLst/>
              <a:rect l="l" t="t" r="r" b="b"/>
              <a:pathLst>
                <a:path w="8074" h="434" extrusionOk="0">
                  <a:moveTo>
                    <a:pt x="4037" y="0"/>
                  </a:moveTo>
                  <a:cubicBezTo>
                    <a:pt x="2669" y="0"/>
                    <a:pt x="1335" y="67"/>
                    <a:pt x="1" y="200"/>
                  </a:cubicBezTo>
                  <a:cubicBezTo>
                    <a:pt x="1335" y="367"/>
                    <a:pt x="2669" y="434"/>
                    <a:pt x="4037" y="434"/>
                  </a:cubicBezTo>
                  <a:cubicBezTo>
                    <a:pt x="5371" y="434"/>
                    <a:pt x="6739" y="367"/>
                    <a:pt x="8073" y="200"/>
                  </a:cubicBezTo>
                  <a:cubicBezTo>
                    <a:pt x="6739" y="67"/>
                    <a:pt x="5371" y="0"/>
                    <a:pt x="40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7"/>
            <p:cNvSpPr/>
            <p:nvPr/>
          </p:nvSpPr>
          <p:spPr>
            <a:xfrm>
              <a:off x="1828008" y="4633508"/>
              <a:ext cx="160632" cy="8157"/>
            </a:xfrm>
            <a:custGeom>
              <a:avLst/>
              <a:gdLst/>
              <a:ahLst/>
              <a:cxnLst/>
              <a:rect l="l" t="t" r="r" b="b"/>
              <a:pathLst>
                <a:path w="8074" h="410" extrusionOk="0">
                  <a:moveTo>
                    <a:pt x="4037" y="1"/>
                  </a:moveTo>
                  <a:cubicBezTo>
                    <a:pt x="2670" y="1"/>
                    <a:pt x="1335" y="68"/>
                    <a:pt x="1" y="201"/>
                  </a:cubicBezTo>
                  <a:cubicBezTo>
                    <a:pt x="1113" y="340"/>
                    <a:pt x="2225" y="409"/>
                    <a:pt x="3356" y="409"/>
                  </a:cubicBezTo>
                  <a:cubicBezTo>
                    <a:pt x="3582" y="409"/>
                    <a:pt x="3809" y="407"/>
                    <a:pt x="4037" y="401"/>
                  </a:cubicBezTo>
                  <a:cubicBezTo>
                    <a:pt x="4260" y="407"/>
                    <a:pt x="4483" y="409"/>
                    <a:pt x="4707" y="409"/>
                  </a:cubicBezTo>
                  <a:cubicBezTo>
                    <a:pt x="5826" y="409"/>
                    <a:pt x="6961" y="340"/>
                    <a:pt x="8073" y="201"/>
                  </a:cubicBezTo>
                  <a:cubicBezTo>
                    <a:pt x="6739" y="68"/>
                    <a:pt x="5371" y="1"/>
                    <a:pt x="40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7"/>
            <p:cNvSpPr/>
            <p:nvPr/>
          </p:nvSpPr>
          <p:spPr>
            <a:xfrm>
              <a:off x="1852580" y="4606966"/>
              <a:ext cx="161269" cy="8157"/>
            </a:xfrm>
            <a:custGeom>
              <a:avLst/>
              <a:gdLst/>
              <a:ahLst/>
              <a:cxnLst/>
              <a:rect l="l" t="t" r="r" b="b"/>
              <a:pathLst>
                <a:path w="8106" h="410" extrusionOk="0">
                  <a:moveTo>
                    <a:pt x="4036" y="1"/>
                  </a:moveTo>
                  <a:cubicBezTo>
                    <a:pt x="2702" y="1"/>
                    <a:pt x="1334" y="67"/>
                    <a:pt x="0" y="201"/>
                  </a:cubicBezTo>
                  <a:cubicBezTo>
                    <a:pt x="1112" y="340"/>
                    <a:pt x="2247" y="409"/>
                    <a:pt x="3367" y="409"/>
                  </a:cubicBezTo>
                  <a:cubicBezTo>
                    <a:pt x="3591" y="409"/>
                    <a:pt x="3814" y="406"/>
                    <a:pt x="4036" y="401"/>
                  </a:cubicBezTo>
                  <a:cubicBezTo>
                    <a:pt x="4264" y="406"/>
                    <a:pt x="4491" y="409"/>
                    <a:pt x="4718" y="409"/>
                  </a:cubicBezTo>
                  <a:cubicBezTo>
                    <a:pt x="5850" y="409"/>
                    <a:pt x="6966" y="340"/>
                    <a:pt x="8106" y="201"/>
                  </a:cubicBezTo>
                  <a:cubicBezTo>
                    <a:pt x="6738" y="67"/>
                    <a:pt x="5404" y="1"/>
                    <a:pt x="40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7"/>
            <p:cNvSpPr/>
            <p:nvPr/>
          </p:nvSpPr>
          <p:spPr>
            <a:xfrm>
              <a:off x="1877788" y="4579749"/>
              <a:ext cx="160632" cy="8654"/>
            </a:xfrm>
            <a:custGeom>
              <a:avLst/>
              <a:gdLst/>
              <a:ahLst/>
              <a:cxnLst/>
              <a:rect l="l" t="t" r="r" b="b"/>
              <a:pathLst>
                <a:path w="8074" h="435" extrusionOk="0">
                  <a:moveTo>
                    <a:pt x="4037" y="1"/>
                  </a:moveTo>
                  <a:cubicBezTo>
                    <a:pt x="2669" y="1"/>
                    <a:pt x="1335" y="68"/>
                    <a:pt x="1" y="234"/>
                  </a:cubicBezTo>
                  <a:cubicBezTo>
                    <a:pt x="1335" y="368"/>
                    <a:pt x="2669" y="435"/>
                    <a:pt x="4037" y="435"/>
                  </a:cubicBezTo>
                  <a:cubicBezTo>
                    <a:pt x="5405" y="435"/>
                    <a:pt x="6739" y="368"/>
                    <a:pt x="8073" y="234"/>
                  </a:cubicBezTo>
                  <a:cubicBezTo>
                    <a:pt x="6739" y="68"/>
                    <a:pt x="5405" y="1"/>
                    <a:pt x="40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7"/>
            <p:cNvSpPr/>
            <p:nvPr/>
          </p:nvSpPr>
          <p:spPr>
            <a:xfrm>
              <a:off x="1902340" y="4553705"/>
              <a:ext cx="160632" cy="8157"/>
            </a:xfrm>
            <a:custGeom>
              <a:avLst/>
              <a:gdLst/>
              <a:ahLst/>
              <a:cxnLst/>
              <a:rect l="l" t="t" r="r" b="b"/>
              <a:pathLst>
                <a:path w="8074" h="410" extrusionOk="0">
                  <a:moveTo>
                    <a:pt x="3368" y="1"/>
                  </a:moveTo>
                  <a:cubicBezTo>
                    <a:pt x="2248" y="1"/>
                    <a:pt x="1113" y="70"/>
                    <a:pt x="1" y="209"/>
                  </a:cubicBezTo>
                  <a:cubicBezTo>
                    <a:pt x="1335" y="343"/>
                    <a:pt x="2703" y="409"/>
                    <a:pt x="4037" y="409"/>
                  </a:cubicBezTo>
                  <a:cubicBezTo>
                    <a:pt x="5405" y="409"/>
                    <a:pt x="6739" y="343"/>
                    <a:pt x="8073" y="209"/>
                  </a:cubicBezTo>
                  <a:cubicBezTo>
                    <a:pt x="6961" y="70"/>
                    <a:pt x="5850" y="1"/>
                    <a:pt x="4718" y="1"/>
                  </a:cubicBezTo>
                  <a:cubicBezTo>
                    <a:pt x="4492" y="1"/>
                    <a:pt x="4265" y="3"/>
                    <a:pt x="4037" y="9"/>
                  </a:cubicBezTo>
                  <a:cubicBezTo>
                    <a:pt x="3815" y="3"/>
                    <a:pt x="3591" y="1"/>
                    <a:pt x="33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7"/>
            <p:cNvSpPr/>
            <p:nvPr/>
          </p:nvSpPr>
          <p:spPr>
            <a:xfrm>
              <a:off x="1927568" y="4526666"/>
              <a:ext cx="161289" cy="8634"/>
            </a:xfrm>
            <a:custGeom>
              <a:avLst/>
              <a:gdLst/>
              <a:ahLst/>
              <a:cxnLst/>
              <a:rect l="l" t="t" r="r" b="b"/>
              <a:pathLst>
                <a:path w="8107" h="434" extrusionOk="0">
                  <a:moveTo>
                    <a:pt x="4037" y="0"/>
                  </a:moveTo>
                  <a:cubicBezTo>
                    <a:pt x="2702" y="0"/>
                    <a:pt x="1335" y="67"/>
                    <a:pt x="1" y="234"/>
                  </a:cubicBezTo>
                  <a:cubicBezTo>
                    <a:pt x="1335" y="367"/>
                    <a:pt x="2702" y="434"/>
                    <a:pt x="4037" y="434"/>
                  </a:cubicBezTo>
                  <a:cubicBezTo>
                    <a:pt x="5404" y="434"/>
                    <a:pt x="6739" y="367"/>
                    <a:pt x="8106" y="234"/>
                  </a:cubicBezTo>
                  <a:cubicBezTo>
                    <a:pt x="6739" y="67"/>
                    <a:pt x="5404" y="0"/>
                    <a:pt x="40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7"/>
            <p:cNvSpPr/>
            <p:nvPr/>
          </p:nvSpPr>
          <p:spPr>
            <a:xfrm>
              <a:off x="1951463" y="4500124"/>
              <a:ext cx="161289" cy="8634"/>
            </a:xfrm>
            <a:custGeom>
              <a:avLst/>
              <a:gdLst/>
              <a:ahLst/>
              <a:cxnLst/>
              <a:rect l="l" t="t" r="r" b="b"/>
              <a:pathLst>
                <a:path w="8107" h="434" extrusionOk="0">
                  <a:moveTo>
                    <a:pt x="4070" y="0"/>
                  </a:moveTo>
                  <a:cubicBezTo>
                    <a:pt x="2702" y="0"/>
                    <a:pt x="1368" y="67"/>
                    <a:pt x="0" y="234"/>
                  </a:cubicBezTo>
                  <a:cubicBezTo>
                    <a:pt x="1368" y="367"/>
                    <a:pt x="2702" y="434"/>
                    <a:pt x="4070" y="434"/>
                  </a:cubicBezTo>
                  <a:cubicBezTo>
                    <a:pt x="5404" y="434"/>
                    <a:pt x="6772" y="367"/>
                    <a:pt x="8106" y="234"/>
                  </a:cubicBezTo>
                  <a:cubicBezTo>
                    <a:pt x="6772" y="67"/>
                    <a:pt x="5404" y="0"/>
                    <a:pt x="40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7"/>
            <p:cNvSpPr/>
            <p:nvPr/>
          </p:nvSpPr>
          <p:spPr>
            <a:xfrm>
              <a:off x="1977348" y="4473563"/>
              <a:ext cx="161289" cy="8495"/>
            </a:xfrm>
            <a:custGeom>
              <a:avLst/>
              <a:gdLst/>
              <a:ahLst/>
              <a:cxnLst/>
              <a:rect l="l" t="t" r="r" b="b"/>
              <a:pathLst>
                <a:path w="8107" h="427" extrusionOk="0">
                  <a:moveTo>
                    <a:pt x="4037" y="1"/>
                  </a:moveTo>
                  <a:cubicBezTo>
                    <a:pt x="2702" y="1"/>
                    <a:pt x="1335" y="67"/>
                    <a:pt x="0" y="201"/>
                  </a:cubicBezTo>
                  <a:cubicBezTo>
                    <a:pt x="1351" y="351"/>
                    <a:pt x="2702" y="426"/>
                    <a:pt x="4053" y="426"/>
                  </a:cubicBezTo>
                  <a:cubicBezTo>
                    <a:pt x="5404" y="426"/>
                    <a:pt x="6755" y="351"/>
                    <a:pt x="8106" y="201"/>
                  </a:cubicBezTo>
                  <a:cubicBezTo>
                    <a:pt x="6738" y="67"/>
                    <a:pt x="5404" y="1"/>
                    <a:pt x="40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7"/>
            <p:cNvSpPr/>
            <p:nvPr/>
          </p:nvSpPr>
          <p:spPr>
            <a:xfrm>
              <a:off x="2002557" y="4447022"/>
              <a:ext cx="160632" cy="8654"/>
            </a:xfrm>
            <a:custGeom>
              <a:avLst/>
              <a:gdLst/>
              <a:ahLst/>
              <a:cxnLst/>
              <a:rect l="l" t="t" r="r" b="b"/>
              <a:pathLst>
                <a:path w="8074" h="435" extrusionOk="0">
                  <a:moveTo>
                    <a:pt x="4037" y="0"/>
                  </a:moveTo>
                  <a:cubicBezTo>
                    <a:pt x="2669" y="0"/>
                    <a:pt x="1335" y="67"/>
                    <a:pt x="1" y="234"/>
                  </a:cubicBezTo>
                  <a:cubicBezTo>
                    <a:pt x="1335" y="367"/>
                    <a:pt x="2678" y="434"/>
                    <a:pt x="4025" y="434"/>
                  </a:cubicBezTo>
                  <a:cubicBezTo>
                    <a:pt x="5371" y="434"/>
                    <a:pt x="6722" y="367"/>
                    <a:pt x="8073" y="234"/>
                  </a:cubicBezTo>
                  <a:cubicBezTo>
                    <a:pt x="6739" y="67"/>
                    <a:pt x="5371" y="0"/>
                    <a:pt x="40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7"/>
            <p:cNvSpPr/>
            <p:nvPr/>
          </p:nvSpPr>
          <p:spPr>
            <a:xfrm>
              <a:off x="2027128" y="4420480"/>
              <a:ext cx="161269" cy="8137"/>
            </a:xfrm>
            <a:custGeom>
              <a:avLst/>
              <a:gdLst/>
              <a:ahLst/>
              <a:cxnLst/>
              <a:rect l="l" t="t" r="r" b="b"/>
              <a:pathLst>
                <a:path w="8106" h="409" extrusionOk="0">
                  <a:moveTo>
                    <a:pt x="4053" y="0"/>
                  </a:moveTo>
                  <a:cubicBezTo>
                    <a:pt x="2702" y="0"/>
                    <a:pt x="1351" y="67"/>
                    <a:pt x="0" y="200"/>
                  </a:cubicBezTo>
                  <a:cubicBezTo>
                    <a:pt x="1112" y="339"/>
                    <a:pt x="2247" y="409"/>
                    <a:pt x="3367" y="409"/>
                  </a:cubicBezTo>
                  <a:cubicBezTo>
                    <a:pt x="3591" y="409"/>
                    <a:pt x="3814" y="406"/>
                    <a:pt x="4036" y="400"/>
                  </a:cubicBezTo>
                  <a:cubicBezTo>
                    <a:pt x="4264" y="406"/>
                    <a:pt x="4491" y="409"/>
                    <a:pt x="4718" y="409"/>
                  </a:cubicBezTo>
                  <a:cubicBezTo>
                    <a:pt x="5850" y="409"/>
                    <a:pt x="6966" y="339"/>
                    <a:pt x="8106" y="200"/>
                  </a:cubicBezTo>
                  <a:cubicBezTo>
                    <a:pt x="6755" y="67"/>
                    <a:pt x="5404" y="0"/>
                    <a:pt x="4053" y="0"/>
                  </a:cubicBezTo>
                  <a:close/>
                </a:path>
              </a:pathLst>
            </a:custGeom>
            <a:solidFill>
              <a:srgbClr val="757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7"/>
            <p:cNvSpPr/>
            <p:nvPr/>
          </p:nvSpPr>
          <p:spPr>
            <a:xfrm>
              <a:off x="4760816" y="4713331"/>
              <a:ext cx="160612" cy="8475"/>
            </a:xfrm>
            <a:custGeom>
              <a:avLst/>
              <a:gdLst/>
              <a:ahLst/>
              <a:cxnLst/>
              <a:rect l="l" t="t" r="r" b="b"/>
              <a:pathLst>
                <a:path w="8073" h="426" extrusionOk="0">
                  <a:moveTo>
                    <a:pt x="4024" y="0"/>
                  </a:moveTo>
                  <a:cubicBezTo>
                    <a:pt x="2677" y="0"/>
                    <a:pt x="1334" y="75"/>
                    <a:pt x="0" y="225"/>
                  </a:cubicBezTo>
                  <a:cubicBezTo>
                    <a:pt x="1334" y="359"/>
                    <a:pt x="2677" y="425"/>
                    <a:pt x="4024" y="425"/>
                  </a:cubicBezTo>
                  <a:cubicBezTo>
                    <a:pt x="5371" y="425"/>
                    <a:pt x="6722" y="359"/>
                    <a:pt x="8073" y="225"/>
                  </a:cubicBezTo>
                  <a:cubicBezTo>
                    <a:pt x="6722" y="75"/>
                    <a:pt x="5371" y="0"/>
                    <a:pt x="40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7"/>
            <p:cNvSpPr/>
            <p:nvPr/>
          </p:nvSpPr>
          <p:spPr>
            <a:xfrm>
              <a:off x="4736244" y="4686770"/>
              <a:ext cx="160632" cy="8495"/>
            </a:xfrm>
            <a:custGeom>
              <a:avLst/>
              <a:gdLst/>
              <a:ahLst/>
              <a:cxnLst/>
              <a:rect l="l" t="t" r="r" b="b"/>
              <a:pathLst>
                <a:path w="8074" h="427" extrusionOk="0">
                  <a:moveTo>
                    <a:pt x="4037" y="1"/>
                  </a:moveTo>
                  <a:cubicBezTo>
                    <a:pt x="2686" y="1"/>
                    <a:pt x="1335" y="76"/>
                    <a:pt x="1" y="226"/>
                  </a:cubicBezTo>
                  <a:cubicBezTo>
                    <a:pt x="1335" y="359"/>
                    <a:pt x="2686" y="426"/>
                    <a:pt x="4037" y="426"/>
                  </a:cubicBezTo>
                  <a:cubicBezTo>
                    <a:pt x="5388" y="426"/>
                    <a:pt x="6739" y="359"/>
                    <a:pt x="8073" y="226"/>
                  </a:cubicBezTo>
                  <a:cubicBezTo>
                    <a:pt x="6739" y="76"/>
                    <a:pt x="5388" y="1"/>
                    <a:pt x="4037" y="1"/>
                  </a:cubicBezTo>
                  <a:close/>
                </a:path>
              </a:pathLst>
            </a:custGeom>
            <a:solidFill>
              <a:srgbClr val="757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7"/>
            <p:cNvSpPr/>
            <p:nvPr/>
          </p:nvSpPr>
          <p:spPr>
            <a:xfrm>
              <a:off x="4710379" y="4660069"/>
              <a:ext cx="160612" cy="8475"/>
            </a:xfrm>
            <a:custGeom>
              <a:avLst/>
              <a:gdLst/>
              <a:ahLst/>
              <a:cxnLst/>
              <a:rect l="l" t="t" r="r" b="b"/>
              <a:pathLst>
                <a:path w="8073" h="426" extrusionOk="0">
                  <a:moveTo>
                    <a:pt x="4049" y="0"/>
                  </a:moveTo>
                  <a:cubicBezTo>
                    <a:pt x="2702" y="0"/>
                    <a:pt x="1351" y="67"/>
                    <a:pt x="0" y="200"/>
                  </a:cubicBezTo>
                  <a:cubicBezTo>
                    <a:pt x="1351" y="350"/>
                    <a:pt x="2702" y="425"/>
                    <a:pt x="4049" y="425"/>
                  </a:cubicBezTo>
                  <a:cubicBezTo>
                    <a:pt x="5396" y="425"/>
                    <a:pt x="6738" y="350"/>
                    <a:pt x="8072" y="200"/>
                  </a:cubicBezTo>
                  <a:cubicBezTo>
                    <a:pt x="6738" y="67"/>
                    <a:pt x="5396" y="0"/>
                    <a:pt x="40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7"/>
            <p:cNvSpPr/>
            <p:nvPr/>
          </p:nvSpPr>
          <p:spPr>
            <a:xfrm>
              <a:off x="4685807" y="4633508"/>
              <a:ext cx="160632" cy="7998"/>
            </a:xfrm>
            <a:custGeom>
              <a:avLst/>
              <a:gdLst/>
              <a:ahLst/>
              <a:cxnLst/>
              <a:rect l="l" t="t" r="r" b="b"/>
              <a:pathLst>
                <a:path w="8074" h="402" extrusionOk="0">
                  <a:moveTo>
                    <a:pt x="4050" y="1"/>
                  </a:moveTo>
                  <a:cubicBezTo>
                    <a:pt x="2703" y="1"/>
                    <a:pt x="1352" y="68"/>
                    <a:pt x="1" y="201"/>
                  </a:cubicBezTo>
                  <a:cubicBezTo>
                    <a:pt x="1352" y="334"/>
                    <a:pt x="2703" y="401"/>
                    <a:pt x="4050" y="401"/>
                  </a:cubicBezTo>
                  <a:cubicBezTo>
                    <a:pt x="5396" y="401"/>
                    <a:pt x="6739" y="334"/>
                    <a:pt x="8073" y="201"/>
                  </a:cubicBezTo>
                  <a:cubicBezTo>
                    <a:pt x="6739" y="68"/>
                    <a:pt x="5396" y="1"/>
                    <a:pt x="40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7"/>
            <p:cNvSpPr/>
            <p:nvPr/>
          </p:nvSpPr>
          <p:spPr>
            <a:xfrm>
              <a:off x="4661256" y="4606966"/>
              <a:ext cx="160632" cy="7978"/>
            </a:xfrm>
            <a:custGeom>
              <a:avLst/>
              <a:gdLst/>
              <a:ahLst/>
              <a:cxnLst/>
              <a:rect l="l" t="t" r="r" b="b"/>
              <a:pathLst>
                <a:path w="8074" h="401" extrusionOk="0">
                  <a:moveTo>
                    <a:pt x="4024" y="1"/>
                  </a:moveTo>
                  <a:cubicBezTo>
                    <a:pt x="2678" y="1"/>
                    <a:pt x="1335" y="67"/>
                    <a:pt x="1" y="201"/>
                  </a:cubicBezTo>
                  <a:cubicBezTo>
                    <a:pt x="1335" y="334"/>
                    <a:pt x="2678" y="401"/>
                    <a:pt x="4024" y="401"/>
                  </a:cubicBezTo>
                  <a:cubicBezTo>
                    <a:pt x="5371" y="401"/>
                    <a:pt x="6722" y="334"/>
                    <a:pt x="8073" y="201"/>
                  </a:cubicBezTo>
                  <a:cubicBezTo>
                    <a:pt x="6722" y="67"/>
                    <a:pt x="5371" y="1"/>
                    <a:pt x="40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7"/>
            <p:cNvSpPr/>
            <p:nvPr/>
          </p:nvSpPr>
          <p:spPr>
            <a:xfrm>
              <a:off x="4636047" y="4579928"/>
              <a:ext cx="160612" cy="8475"/>
            </a:xfrm>
            <a:custGeom>
              <a:avLst/>
              <a:gdLst/>
              <a:ahLst/>
              <a:cxnLst/>
              <a:rect l="l" t="t" r="r" b="b"/>
              <a:pathLst>
                <a:path w="8073" h="426" extrusionOk="0">
                  <a:moveTo>
                    <a:pt x="4036" y="0"/>
                  </a:moveTo>
                  <a:cubicBezTo>
                    <a:pt x="2685" y="0"/>
                    <a:pt x="1334" y="75"/>
                    <a:pt x="0" y="225"/>
                  </a:cubicBezTo>
                  <a:cubicBezTo>
                    <a:pt x="1334" y="359"/>
                    <a:pt x="2669" y="426"/>
                    <a:pt x="4036" y="426"/>
                  </a:cubicBezTo>
                  <a:cubicBezTo>
                    <a:pt x="5404" y="426"/>
                    <a:pt x="6738" y="359"/>
                    <a:pt x="8072" y="225"/>
                  </a:cubicBezTo>
                  <a:cubicBezTo>
                    <a:pt x="6738" y="75"/>
                    <a:pt x="5387" y="0"/>
                    <a:pt x="40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7"/>
            <p:cNvSpPr/>
            <p:nvPr/>
          </p:nvSpPr>
          <p:spPr>
            <a:xfrm>
              <a:off x="4611475" y="4553705"/>
              <a:ext cx="160632" cy="8157"/>
            </a:xfrm>
            <a:custGeom>
              <a:avLst/>
              <a:gdLst/>
              <a:ahLst/>
              <a:cxnLst/>
              <a:rect l="l" t="t" r="r" b="b"/>
              <a:pathLst>
                <a:path w="8074" h="410" extrusionOk="0">
                  <a:moveTo>
                    <a:pt x="3356" y="1"/>
                  </a:moveTo>
                  <a:cubicBezTo>
                    <a:pt x="2225" y="1"/>
                    <a:pt x="1113" y="70"/>
                    <a:pt x="1" y="209"/>
                  </a:cubicBezTo>
                  <a:cubicBezTo>
                    <a:pt x="1335" y="343"/>
                    <a:pt x="2669" y="409"/>
                    <a:pt x="4037" y="409"/>
                  </a:cubicBezTo>
                  <a:cubicBezTo>
                    <a:pt x="5371" y="409"/>
                    <a:pt x="6739" y="343"/>
                    <a:pt x="8073" y="209"/>
                  </a:cubicBezTo>
                  <a:cubicBezTo>
                    <a:pt x="6961" y="70"/>
                    <a:pt x="5826" y="1"/>
                    <a:pt x="4707" y="1"/>
                  </a:cubicBezTo>
                  <a:cubicBezTo>
                    <a:pt x="4483" y="1"/>
                    <a:pt x="4259" y="3"/>
                    <a:pt x="4037" y="9"/>
                  </a:cubicBezTo>
                  <a:cubicBezTo>
                    <a:pt x="3809" y="3"/>
                    <a:pt x="3582" y="1"/>
                    <a:pt x="33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7"/>
            <p:cNvSpPr/>
            <p:nvPr/>
          </p:nvSpPr>
          <p:spPr>
            <a:xfrm>
              <a:off x="4585591" y="4526666"/>
              <a:ext cx="161289" cy="8634"/>
            </a:xfrm>
            <a:custGeom>
              <a:avLst/>
              <a:gdLst/>
              <a:ahLst/>
              <a:cxnLst/>
              <a:rect l="l" t="t" r="r" b="b"/>
              <a:pathLst>
                <a:path w="8107" h="434" extrusionOk="0">
                  <a:moveTo>
                    <a:pt x="4070" y="0"/>
                  </a:moveTo>
                  <a:cubicBezTo>
                    <a:pt x="2703" y="0"/>
                    <a:pt x="1369" y="67"/>
                    <a:pt x="1" y="234"/>
                  </a:cubicBezTo>
                  <a:cubicBezTo>
                    <a:pt x="1352" y="367"/>
                    <a:pt x="2703" y="434"/>
                    <a:pt x="4054" y="434"/>
                  </a:cubicBezTo>
                  <a:cubicBezTo>
                    <a:pt x="5405" y="434"/>
                    <a:pt x="6756" y="367"/>
                    <a:pt x="8107" y="234"/>
                  </a:cubicBezTo>
                  <a:cubicBezTo>
                    <a:pt x="6772" y="67"/>
                    <a:pt x="5405" y="0"/>
                    <a:pt x="40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7"/>
            <p:cNvSpPr/>
            <p:nvPr/>
          </p:nvSpPr>
          <p:spPr>
            <a:xfrm>
              <a:off x="4561715" y="4500284"/>
              <a:ext cx="161269" cy="8475"/>
            </a:xfrm>
            <a:custGeom>
              <a:avLst/>
              <a:gdLst/>
              <a:ahLst/>
              <a:cxnLst/>
              <a:rect l="l" t="t" r="r" b="b"/>
              <a:pathLst>
                <a:path w="8106" h="426" extrusionOk="0">
                  <a:moveTo>
                    <a:pt x="4053" y="0"/>
                  </a:moveTo>
                  <a:cubicBezTo>
                    <a:pt x="2702" y="0"/>
                    <a:pt x="1351" y="75"/>
                    <a:pt x="0" y="226"/>
                  </a:cubicBezTo>
                  <a:cubicBezTo>
                    <a:pt x="1351" y="359"/>
                    <a:pt x="2702" y="426"/>
                    <a:pt x="4053" y="426"/>
                  </a:cubicBezTo>
                  <a:cubicBezTo>
                    <a:pt x="5404" y="426"/>
                    <a:pt x="6755" y="359"/>
                    <a:pt x="8106" y="226"/>
                  </a:cubicBezTo>
                  <a:cubicBezTo>
                    <a:pt x="6755" y="75"/>
                    <a:pt x="5404" y="0"/>
                    <a:pt x="40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7"/>
            <p:cNvSpPr/>
            <p:nvPr/>
          </p:nvSpPr>
          <p:spPr>
            <a:xfrm>
              <a:off x="4536487" y="4473563"/>
              <a:ext cx="160612" cy="8495"/>
            </a:xfrm>
            <a:custGeom>
              <a:avLst/>
              <a:gdLst/>
              <a:ahLst/>
              <a:cxnLst/>
              <a:rect l="l" t="t" r="r" b="b"/>
              <a:pathLst>
                <a:path w="8073" h="427" extrusionOk="0">
                  <a:moveTo>
                    <a:pt x="4024" y="1"/>
                  </a:moveTo>
                  <a:cubicBezTo>
                    <a:pt x="2677" y="1"/>
                    <a:pt x="1335" y="67"/>
                    <a:pt x="0" y="201"/>
                  </a:cubicBezTo>
                  <a:cubicBezTo>
                    <a:pt x="1335" y="351"/>
                    <a:pt x="2677" y="426"/>
                    <a:pt x="4024" y="426"/>
                  </a:cubicBezTo>
                  <a:cubicBezTo>
                    <a:pt x="5371" y="426"/>
                    <a:pt x="6722" y="351"/>
                    <a:pt x="8073" y="201"/>
                  </a:cubicBezTo>
                  <a:cubicBezTo>
                    <a:pt x="6722" y="67"/>
                    <a:pt x="5371" y="1"/>
                    <a:pt x="40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7"/>
            <p:cNvSpPr/>
            <p:nvPr/>
          </p:nvSpPr>
          <p:spPr>
            <a:xfrm>
              <a:off x="4511259" y="4447181"/>
              <a:ext cx="160632" cy="8495"/>
            </a:xfrm>
            <a:custGeom>
              <a:avLst/>
              <a:gdLst/>
              <a:ahLst/>
              <a:cxnLst/>
              <a:rect l="l" t="t" r="r" b="b"/>
              <a:pathLst>
                <a:path w="8074" h="427" extrusionOk="0">
                  <a:moveTo>
                    <a:pt x="4050" y="1"/>
                  </a:moveTo>
                  <a:cubicBezTo>
                    <a:pt x="2703" y="1"/>
                    <a:pt x="1352" y="76"/>
                    <a:pt x="1" y="226"/>
                  </a:cubicBezTo>
                  <a:cubicBezTo>
                    <a:pt x="1352" y="359"/>
                    <a:pt x="2703" y="426"/>
                    <a:pt x="4050" y="426"/>
                  </a:cubicBezTo>
                  <a:cubicBezTo>
                    <a:pt x="5396" y="426"/>
                    <a:pt x="6739" y="359"/>
                    <a:pt x="8073" y="226"/>
                  </a:cubicBezTo>
                  <a:cubicBezTo>
                    <a:pt x="6739" y="76"/>
                    <a:pt x="5396" y="1"/>
                    <a:pt x="40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7"/>
            <p:cNvSpPr/>
            <p:nvPr/>
          </p:nvSpPr>
          <p:spPr>
            <a:xfrm>
              <a:off x="4486050" y="4420480"/>
              <a:ext cx="161289" cy="7978"/>
            </a:xfrm>
            <a:custGeom>
              <a:avLst/>
              <a:gdLst/>
              <a:ahLst/>
              <a:cxnLst/>
              <a:rect l="l" t="t" r="r" b="b"/>
              <a:pathLst>
                <a:path w="8107" h="401" extrusionOk="0">
                  <a:moveTo>
                    <a:pt x="4053" y="0"/>
                  </a:moveTo>
                  <a:cubicBezTo>
                    <a:pt x="2702" y="0"/>
                    <a:pt x="1351" y="67"/>
                    <a:pt x="0" y="200"/>
                  </a:cubicBezTo>
                  <a:cubicBezTo>
                    <a:pt x="1351" y="334"/>
                    <a:pt x="2702" y="400"/>
                    <a:pt x="4053" y="400"/>
                  </a:cubicBezTo>
                  <a:cubicBezTo>
                    <a:pt x="5404" y="400"/>
                    <a:pt x="6755" y="334"/>
                    <a:pt x="8106" y="200"/>
                  </a:cubicBezTo>
                  <a:cubicBezTo>
                    <a:pt x="6755" y="67"/>
                    <a:pt x="5404" y="0"/>
                    <a:pt x="40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7"/>
            <p:cNvSpPr/>
            <p:nvPr/>
          </p:nvSpPr>
          <p:spPr>
            <a:xfrm>
              <a:off x="1881111" y="4421137"/>
              <a:ext cx="2912071" cy="299977"/>
            </a:xfrm>
            <a:custGeom>
              <a:avLst/>
              <a:gdLst/>
              <a:ahLst/>
              <a:cxnLst/>
              <a:rect l="l" t="t" r="r" b="b"/>
              <a:pathLst>
                <a:path w="146372" h="15078" extrusionOk="0">
                  <a:moveTo>
                    <a:pt x="14277" y="1"/>
                  </a:moveTo>
                  <a:lnTo>
                    <a:pt x="1" y="15078"/>
                  </a:lnTo>
                  <a:lnTo>
                    <a:pt x="146372" y="15078"/>
                  </a:lnTo>
                  <a:lnTo>
                    <a:pt x="1324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7"/>
            <p:cNvSpPr/>
            <p:nvPr/>
          </p:nvSpPr>
          <p:spPr>
            <a:xfrm>
              <a:off x="1903016" y="4421137"/>
              <a:ext cx="310601" cy="299977"/>
            </a:xfrm>
            <a:custGeom>
              <a:avLst/>
              <a:gdLst/>
              <a:ahLst/>
              <a:cxnLst/>
              <a:rect l="l" t="t" r="r" b="b"/>
              <a:pathLst>
                <a:path w="15612" h="15078" extrusionOk="0">
                  <a:moveTo>
                    <a:pt x="14244" y="1"/>
                  </a:moveTo>
                  <a:lnTo>
                    <a:pt x="0" y="15078"/>
                  </a:lnTo>
                  <a:lnTo>
                    <a:pt x="1468" y="15078"/>
                  </a:lnTo>
                  <a:lnTo>
                    <a:pt x="156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7"/>
            <p:cNvSpPr/>
            <p:nvPr/>
          </p:nvSpPr>
          <p:spPr>
            <a:xfrm>
              <a:off x="1979994" y="4421137"/>
              <a:ext cx="298007" cy="299977"/>
            </a:xfrm>
            <a:custGeom>
              <a:avLst/>
              <a:gdLst/>
              <a:ahLst/>
              <a:cxnLst/>
              <a:rect l="l" t="t" r="r" b="b"/>
              <a:pathLst>
                <a:path w="14979" h="15078" extrusionOk="0">
                  <a:moveTo>
                    <a:pt x="13711" y="1"/>
                  </a:moveTo>
                  <a:lnTo>
                    <a:pt x="1" y="15078"/>
                  </a:lnTo>
                  <a:lnTo>
                    <a:pt x="1602" y="15078"/>
                  </a:lnTo>
                  <a:lnTo>
                    <a:pt x="149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7"/>
            <p:cNvSpPr/>
            <p:nvPr/>
          </p:nvSpPr>
          <p:spPr>
            <a:xfrm>
              <a:off x="2062305" y="4421137"/>
              <a:ext cx="327850" cy="299977"/>
            </a:xfrm>
            <a:custGeom>
              <a:avLst/>
              <a:gdLst/>
              <a:ahLst/>
              <a:cxnLst/>
              <a:rect l="l" t="t" r="r" b="b"/>
              <a:pathLst>
                <a:path w="16479" h="15078" extrusionOk="0">
                  <a:moveTo>
                    <a:pt x="12876" y="1"/>
                  </a:moveTo>
                  <a:lnTo>
                    <a:pt x="0" y="15078"/>
                  </a:lnTo>
                  <a:lnTo>
                    <a:pt x="4437" y="15078"/>
                  </a:lnTo>
                  <a:lnTo>
                    <a:pt x="164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7"/>
            <p:cNvSpPr/>
            <p:nvPr/>
          </p:nvSpPr>
          <p:spPr>
            <a:xfrm>
              <a:off x="2198354" y="4421137"/>
              <a:ext cx="255511" cy="299977"/>
            </a:xfrm>
            <a:custGeom>
              <a:avLst/>
              <a:gdLst/>
              <a:ahLst/>
              <a:cxnLst/>
              <a:rect l="l" t="t" r="r" b="b"/>
              <a:pathLst>
                <a:path w="12843" h="15078" extrusionOk="0">
                  <a:moveTo>
                    <a:pt x="11575" y="1"/>
                  </a:moveTo>
                  <a:lnTo>
                    <a:pt x="0" y="15078"/>
                  </a:lnTo>
                  <a:lnTo>
                    <a:pt x="1601" y="15078"/>
                  </a:lnTo>
                  <a:lnTo>
                    <a:pt x="1284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7"/>
            <p:cNvSpPr/>
            <p:nvPr/>
          </p:nvSpPr>
          <p:spPr>
            <a:xfrm>
              <a:off x="2280645" y="4421137"/>
              <a:ext cx="285394" cy="299977"/>
            </a:xfrm>
            <a:custGeom>
              <a:avLst/>
              <a:gdLst/>
              <a:ahLst/>
              <a:cxnLst/>
              <a:rect l="l" t="t" r="r" b="b"/>
              <a:pathLst>
                <a:path w="14345" h="15078" extrusionOk="0">
                  <a:moveTo>
                    <a:pt x="10742" y="1"/>
                  </a:moveTo>
                  <a:lnTo>
                    <a:pt x="1" y="15078"/>
                  </a:lnTo>
                  <a:lnTo>
                    <a:pt x="4437" y="15078"/>
                  </a:lnTo>
                  <a:lnTo>
                    <a:pt x="1434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7"/>
            <p:cNvSpPr/>
            <p:nvPr/>
          </p:nvSpPr>
          <p:spPr>
            <a:xfrm>
              <a:off x="2416694" y="4421137"/>
              <a:ext cx="213712" cy="299977"/>
            </a:xfrm>
            <a:custGeom>
              <a:avLst/>
              <a:gdLst/>
              <a:ahLst/>
              <a:cxnLst/>
              <a:rect l="l" t="t" r="r" b="b"/>
              <a:pathLst>
                <a:path w="10742" h="15078" extrusionOk="0">
                  <a:moveTo>
                    <a:pt x="9441" y="1"/>
                  </a:moveTo>
                  <a:lnTo>
                    <a:pt x="1" y="15078"/>
                  </a:lnTo>
                  <a:lnTo>
                    <a:pt x="1602" y="15078"/>
                  </a:lnTo>
                  <a:lnTo>
                    <a:pt x="1074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7"/>
            <p:cNvSpPr/>
            <p:nvPr/>
          </p:nvSpPr>
          <p:spPr>
            <a:xfrm>
              <a:off x="2499005" y="4421137"/>
              <a:ext cx="243574" cy="299977"/>
            </a:xfrm>
            <a:custGeom>
              <a:avLst/>
              <a:gdLst/>
              <a:ahLst/>
              <a:cxnLst/>
              <a:rect l="l" t="t" r="r" b="b"/>
              <a:pathLst>
                <a:path w="12243" h="15078" extrusionOk="0">
                  <a:moveTo>
                    <a:pt x="8640" y="1"/>
                  </a:moveTo>
                  <a:lnTo>
                    <a:pt x="0" y="15078"/>
                  </a:lnTo>
                  <a:lnTo>
                    <a:pt x="4437" y="15078"/>
                  </a:lnTo>
                  <a:lnTo>
                    <a:pt x="1224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7"/>
            <p:cNvSpPr/>
            <p:nvPr/>
          </p:nvSpPr>
          <p:spPr>
            <a:xfrm>
              <a:off x="2635054" y="4421137"/>
              <a:ext cx="171236" cy="299977"/>
            </a:xfrm>
            <a:custGeom>
              <a:avLst/>
              <a:gdLst/>
              <a:ahLst/>
              <a:cxnLst/>
              <a:rect l="l" t="t" r="r" b="b"/>
              <a:pathLst>
                <a:path w="8607" h="15078" extrusionOk="0">
                  <a:moveTo>
                    <a:pt x="7339" y="1"/>
                  </a:moveTo>
                  <a:lnTo>
                    <a:pt x="0" y="15078"/>
                  </a:lnTo>
                  <a:lnTo>
                    <a:pt x="1601" y="15078"/>
                  </a:lnTo>
                  <a:lnTo>
                    <a:pt x="8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7"/>
            <p:cNvSpPr/>
            <p:nvPr/>
          </p:nvSpPr>
          <p:spPr>
            <a:xfrm>
              <a:off x="2717345" y="4421137"/>
              <a:ext cx="201099" cy="299977"/>
            </a:xfrm>
            <a:custGeom>
              <a:avLst/>
              <a:gdLst/>
              <a:ahLst/>
              <a:cxnLst/>
              <a:rect l="l" t="t" r="r" b="b"/>
              <a:pathLst>
                <a:path w="10108" h="15078" extrusionOk="0">
                  <a:moveTo>
                    <a:pt x="6505" y="1"/>
                  </a:moveTo>
                  <a:lnTo>
                    <a:pt x="1" y="15078"/>
                  </a:lnTo>
                  <a:lnTo>
                    <a:pt x="4437" y="15078"/>
                  </a:lnTo>
                  <a:lnTo>
                    <a:pt x="1010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7"/>
            <p:cNvSpPr/>
            <p:nvPr/>
          </p:nvSpPr>
          <p:spPr>
            <a:xfrm>
              <a:off x="2854071" y="4421137"/>
              <a:ext cx="128104" cy="299977"/>
            </a:xfrm>
            <a:custGeom>
              <a:avLst/>
              <a:gdLst/>
              <a:ahLst/>
              <a:cxnLst/>
              <a:rect l="l" t="t" r="r" b="b"/>
              <a:pathLst>
                <a:path w="6439" h="15078" extrusionOk="0">
                  <a:moveTo>
                    <a:pt x="5170" y="1"/>
                  </a:moveTo>
                  <a:lnTo>
                    <a:pt x="0" y="15078"/>
                  </a:lnTo>
                  <a:lnTo>
                    <a:pt x="1568" y="15078"/>
                  </a:lnTo>
                  <a:lnTo>
                    <a:pt x="64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7"/>
            <p:cNvSpPr/>
            <p:nvPr/>
          </p:nvSpPr>
          <p:spPr>
            <a:xfrm>
              <a:off x="2935705" y="4421137"/>
              <a:ext cx="158623" cy="299977"/>
            </a:xfrm>
            <a:custGeom>
              <a:avLst/>
              <a:gdLst/>
              <a:ahLst/>
              <a:cxnLst/>
              <a:rect l="l" t="t" r="r" b="b"/>
              <a:pathLst>
                <a:path w="7973" h="15078" extrusionOk="0">
                  <a:moveTo>
                    <a:pt x="4403" y="1"/>
                  </a:moveTo>
                  <a:lnTo>
                    <a:pt x="0" y="15078"/>
                  </a:lnTo>
                  <a:lnTo>
                    <a:pt x="4437" y="15078"/>
                  </a:lnTo>
                  <a:lnTo>
                    <a:pt x="797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7"/>
            <p:cNvSpPr/>
            <p:nvPr/>
          </p:nvSpPr>
          <p:spPr>
            <a:xfrm>
              <a:off x="3072411" y="4421137"/>
              <a:ext cx="86305" cy="299977"/>
            </a:xfrm>
            <a:custGeom>
              <a:avLst/>
              <a:gdLst/>
              <a:ahLst/>
              <a:cxnLst/>
              <a:rect l="l" t="t" r="r" b="b"/>
              <a:pathLst>
                <a:path w="4338" h="15078" extrusionOk="0">
                  <a:moveTo>
                    <a:pt x="3069" y="1"/>
                  </a:moveTo>
                  <a:lnTo>
                    <a:pt x="1" y="15078"/>
                  </a:lnTo>
                  <a:lnTo>
                    <a:pt x="1568" y="15078"/>
                  </a:lnTo>
                  <a:lnTo>
                    <a:pt x="43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7"/>
            <p:cNvSpPr/>
            <p:nvPr/>
          </p:nvSpPr>
          <p:spPr>
            <a:xfrm>
              <a:off x="3154045" y="4421137"/>
              <a:ext cx="116823" cy="299977"/>
            </a:xfrm>
            <a:custGeom>
              <a:avLst/>
              <a:gdLst/>
              <a:ahLst/>
              <a:cxnLst/>
              <a:rect l="l" t="t" r="r" b="b"/>
              <a:pathLst>
                <a:path w="5872" h="15078" extrusionOk="0">
                  <a:moveTo>
                    <a:pt x="2269" y="1"/>
                  </a:moveTo>
                  <a:lnTo>
                    <a:pt x="1" y="15078"/>
                  </a:lnTo>
                  <a:lnTo>
                    <a:pt x="4470" y="15078"/>
                  </a:lnTo>
                  <a:lnTo>
                    <a:pt x="58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7"/>
            <p:cNvSpPr/>
            <p:nvPr/>
          </p:nvSpPr>
          <p:spPr>
            <a:xfrm>
              <a:off x="3290771" y="4421137"/>
              <a:ext cx="43809" cy="299977"/>
            </a:xfrm>
            <a:custGeom>
              <a:avLst/>
              <a:gdLst/>
              <a:ahLst/>
              <a:cxnLst/>
              <a:rect l="l" t="t" r="r" b="b"/>
              <a:pathLst>
                <a:path w="2202" h="15078" extrusionOk="0">
                  <a:moveTo>
                    <a:pt x="934" y="1"/>
                  </a:moveTo>
                  <a:lnTo>
                    <a:pt x="0" y="15078"/>
                  </a:lnTo>
                  <a:lnTo>
                    <a:pt x="1568" y="15078"/>
                  </a:lnTo>
                  <a:lnTo>
                    <a:pt x="22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7"/>
            <p:cNvSpPr/>
            <p:nvPr/>
          </p:nvSpPr>
          <p:spPr>
            <a:xfrm>
              <a:off x="3372405" y="4421137"/>
              <a:ext cx="88931" cy="299977"/>
            </a:xfrm>
            <a:custGeom>
              <a:avLst/>
              <a:gdLst/>
              <a:ahLst/>
              <a:cxnLst/>
              <a:rect l="l" t="t" r="r" b="b"/>
              <a:pathLst>
                <a:path w="4470" h="15078" extrusionOk="0">
                  <a:moveTo>
                    <a:pt x="133" y="1"/>
                  </a:moveTo>
                  <a:lnTo>
                    <a:pt x="0" y="15078"/>
                  </a:lnTo>
                  <a:lnTo>
                    <a:pt x="4470" y="15078"/>
                  </a:lnTo>
                  <a:lnTo>
                    <a:pt x="37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7"/>
            <p:cNvSpPr/>
            <p:nvPr/>
          </p:nvSpPr>
          <p:spPr>
            <a:xfrm>
              <a:off x="3485216" y="4421137"/>
              <a:ext cx="55109" cy="299977"/>
            </a:xfrm>
            <a:custGeom>
              <a:avLst/>
              <a:gdLst/>
              <a:ahLst/>
              <a:cxnLst/>
              <a:rect l="l" t="t" r="r" b="b"/>
              <a:pathLst>
                <a:path w="2770" h="15078" extrusionOk="0">
                  <a:moveTo>
                    <a:pt x="1" y="1"/>
                  </a:moveTo>
                  <a:lnTo>
                    <a:pt x="1202" y="15078"/>
                  </a:lnTo>
                  <a:lnTo>
                    <a:pt x="2769" y="15078"/>
                  </a:lnTo>
                  <a:lnTo>
                    <a:pt x="13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7"/>
            <p:cNvSpPr/>
            <p:nvPr/>
          </p:nvSpPr>
          <p:spPr>
            <a:xfrm>
              <a:off x="3551589" y="4421137"/>
              <a:ext cx="128104" cy="299977"/>
            </a:xfrm>
            <a:custGeom>
              <a:avLst/>
              <a:gdLst/>
              <a:ahLst/>
              <a:cxnLst/>
              <a:rect l="l" t="t" r="r" b="b"/>
              <a:pathLst>
                <a:path w="6439" h="15078" extrusionOk="0">
                  <a:moveTo>
                    <a:pt x="0" y="1"/>
                  </a:moveTo>
                  <a:lnTo>
                    <a:pt x="1969" y="15078"/>
                  </a:lnTo>
                  <a:lnTo>
                    <a:pt x="6438" y="15078"/>
                  </a:lnTo>
                  <a:lnTo>
                    <a:pt x="357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7"/>
            <p:cNvSpPr/>
            <p:nvPr/>
          </p:nvSpPr>
          <p:spPr>
            <a:xfrm>
              <a:off x="3661754" y="4421137"/>
              <a:ext cx="96909" cy="299977"/>
            </a:xfrm>
            <a:custGeom>
              <a:avLst/>
              <a:gdLst/>
              <a:ahLst/>
              <a:cxnLst/>
              <a:rect l="l" t="t" r="r" b="b"/>
              <a:pathLst>
                <a:path w="4871" h="15078" extrusionOk="0">
                  <a:moveTo>
                    <a:pt x="1" y="1"/>
                  </a:moveTo>
                  <a:lnTo>
                    <a:pt x="3303" y="15078"/>
                  </a:lnTo>
                  <a:lnTo>
                    <a:pt x="4871" y="15078"/>
                  </a:lnTo>
                  <a:lnTo>
                    <a:pt x="12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7"/>
            <p:cNvSpPr/>
            <p:nvPr/>
          </p:nvSpPr>
          <p:spPr>
            <a:xfrm>
              <a:off x="3727471" y="4421137"/>
              <a:ext cx="170560" cy="299977"/>
            </a:xfrm>
            <a:custGeom>
              <a:avLst/>
              <a:gdLst/>
              <a:ahLst/>
              <a:cxnLst/>
              <a:rect l="l" t="t" r="r" b="b"/>
              <a:pathLst>
                <a:path w="8573" h="15078" extrusionOk="0">
                  <a:moveTo>
                    <a:pt x="0" y="1"/>
                  </a:moveTo>
                  <a:lnTo>
                    <a:pt x="4103" y="15078"/>
                  </a:lnTo>
                  <a:lnTo>
                    <a:pt x="8573" y="15078"/>
                  </a:lnTo>
                  <a:lnTo>
                    <a:pt x="360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7"/>
            <p:cNvSpPr/>
            <p:nvPr/>
          </p:nvSpPr>
          <p:spPr>
            <a:xfrm>
              <a:off x="3837636" y="4421137"/>
              <a:ext cx="140041" cy="299977"/>
            </a:xfrm>
            <a:custGeom>
              <a:avLst/>
              <a:gdLst/>
              <a:ahLst/>
              <a:cxnLst/>
              <a:rect l="l" t="t" r="r" b="b"/>
              <a:pathLst>
                <a:path w="7039" h="15078" extrusionOk="0">
                  <a:moveTo>
                    <a:pt x="0" y="1"/>
                  </a:moveTo>
                  <a:lnTo>
                    <a:pt x="5438" y="15078"/>
                  </a:lnTo>
                  <a:lnTo>
                    <a:pt x="7039" y="15078"/>
                  </a:lnTo>
                  <a:lnTo>
                    <a:pt x="12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7"/>
            <p:cNvSpPr/>
            <p:nvPr/>
          </p:nvSpPr>
          <p:spPr>
            <a:xfrm>
              <a:off x="3904009" y="4421137"/>
              <a:ext cx="212379" cy="299977"/>
            </a:xfrm>
            <a:custGeom>
              <a:avLst/>
              <a:gdLst/>
              <a:ahLst/>
              <a:cxnLst/>
              <a:rect l="l" t="t" r="r" b="b"/>
              <a:pathLst>
                <a:path w="10675" h="15078" extrusionOk="0">
                  <a:moveTo>
                    <a:pt x="0" y="1"/>
                  </a:moveTo>
                  <a:lnTo>
                    <a:pt x="6205" y="15078"/>
                  </a:lnTo>
                  <a:lnTo>
                    <a:pt x="10674" y="15078"/>
                  </a:lnTo>
                  <a:lnTo>
                    <a:pt x="356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7"/>
            <p:cNvSpPr/>
            <p:nvPr/>
          </p:nvSpPr>
          <p:spPr>
            <a:xfrm>
              <a:off x="4014174" y="4421137"/>
              <a:ext cx="181860" cy="299977"/>
            </a:xfrm>
            <a:custGeom>
              <a:avLst/>
              <a:gdLst/>
              <a:ahLst/>
              <a:cxnLst/>
              <a:rect l="l" t="t" r="r" b="b"/>
              <a:pathLst>
                <a:path w="9141" h="15078" extrusionOk="0">
                  <a:moveTo>
                    <a:pt x="0" y="1"/>
                  </a:moveTo>
                  <a:lnTo>
                    <a:pt x="7539" y="15078"/>
                  </a:lnTo>
                  <a:lnTo>
                    <a:pt x="9140" y="15078"/>
                  </a:lnTo>
                  <a:lnTo>
                    <a:pt x="12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7"/>
            <p:cNvSpPr/>
            <p:nvPr/>
          </p:nvSpPr>
          <p:spPr>
            <a:xfrm>
              <a:off x="4079871" y="4421137"/>
              <a:ext cx="254855" cy="299977"/>
            </a:xfrm>
            <a:custGeom>
              <a:avLst/>
              <a:gdLst/>
              <a:ahLst/>
              <a:cxnLst/>
              <a:rect l="l" t="t" r="r" b="b"/>
              <a:pathLst>
                <a:path w="12810" h="15078" extrusionOk="0">
                  <a:moveTo>
                    <a:pt x="1" y="1"/>
                  </a:moveTo>
                  <a:lnTo>
                    <a:pt x="8373" y="15078"/>
                  </a:lnTo>
                  <a:lnTo>
                    <a:pt x="12810" y="15078"/>
                  </a:lnTo>
                  <a:lnTo>
                    <a:pt x="360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7"/>
            <p:cNvSpPr/>
            <p:nvPr/>
          </p:nvSpPr>
          <p:spPr>
            <a:xfrm>
              <a:off x="4190056" y="4421137"/>
              <a:ext cx="224316" cy="299977"/>
            </a:xfrm>
            <a:custGeom>
              <a:avLst/>
              <a:gdLst/>
              <a:ahLst/>
              <a:cxnLst/>
              <a:rect l="l" t="t" r="r" b="b"/>
              <a:pathLst>
                <a:path w="11275" h="15078" extrusionOk="0">
                  <a:moveTo>
                    <a:pt x="0" y="1"/>
                  </a:moveTo>
                  <a:lnTo>
                    <a:pt x="9674" y="15078"/>
                  </a:lnTo>
                  <a:lnTo>
                    <a:pt x="11275" y="15078"/>
                  </a:lnTo>
                  <a:lnTo>
                    <a:pt x="12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7"/>
            <p:cNvSpPr/>
            <p:nvPr/>
          </p:nvSpPr>
          <p:spPr>
            <a:xfrm>
              <a:off x="4255753" y="4421137"/>
              <a:ext cx="297331" cy="299977"/>
            </a:xfrm>
            <a:custGeom>
              <a:avLst/>
              <a:gdLst/>
              <a:ahLst/>
              <a:cxnLst/>
              <a:rect l="l" t="t" r="r" b="b"/>
              <a:pathLst>
                <a:path w="14945" h="15078" extrusionOk="0">
                  <a:moveTo>
                    <a:pt x="0" y="1"/>
                  </a:moveTo>
                  <a:lnTo>
                    <a:pt x="10508" y="15078"/>
                  </a:lnTo>
                  <a:lnTo>
                    <a:pt x="14944" y="15078"/>
                  </a:lnTo>
                  <a:lnTo>
                    <a:pt x="360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7"/>
            <p:cNvSpPr/>
            <p:nvPr/>
          </p:nvSpPr>
          <p:spPr>
            <a:xfrm>
              <a:off x="4365918" y="4421137"/>
              <a:ext cx="266812" cy="299977"/>
            </a:xfrm>
            <a:custGeom>
              <a:avLst/>
              <a:gdLst/>
              <a:ahLst/>
              <a:cxnLst/>
              <a:rect l="l" t="t" r="r" b="b"/>
              <a:pathLst>
                <a:path w="13411" h="15078" extrusionOk="0">
                  <a:moveTo>
                    <a:pt x="1" y="1"/>
                  </a:moveTo>
                  <a:lnTo>
                    <a:pt x="11842" y="15078"/>
                  </a:lnTo>
                  <a:lnTo>
                    <a:pt x="13410" y="15078"/>
                  </a:lnTo>
                  <a:lnTo>
                    <a:pt x="13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7"/>
            <p:cNvSpPr/>
            <p:nvPr/>
          </p:nvSpPr>
          <p:spPr>
            <a:xfrm>
              <a:off x="4432291" y="4421137"/>
              <a:ext cx="339130" cy="299977"/>
            </a:xfrm>
            <a:custGeom>
              <a:avLst/>
              <a:gdLst/>
              <a:ahLst/>
              <a:cxnLst/>
              <a:rect l="l" t="t" r="r" b="b"/>
              <a:pathLst>
                <a:path w="17046" h="15078" extrusionOk="0">
                  <a:moveTo>
                    <a:pt x="0" y="1"/>
                  </a:moveTo>
                  <a:lnTo>
                    <a:pt x="12609" y="15078"/>
                  </a:lnTo>
                  <a:lnTo>
                    <a:pt x="17046" y="15078"/>
                  </a:lnTo>
                  <a:lnTo>
                    <a:pt x="357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7"/>
            <p:cNvSpPr/>
            <p:nvPr/>
          </p:nvSpPr>
          <p:spPr>
            <a:xfrm>
              <a:off x="1881111" y="4721130"/>
              <a:ext cx="2912071" cy="22581"/>
            </a:xfrm>
            <a:custGeom>
              <a:avLst/>
              <a:gdLst/>
              <a:ahLst/>
              <a:cxnLst/>
              <a:rect l="l" t="t" r="r" b="b"/>
              <a:pathLst>
                <a:path w="146372" h="1135" extrusionOk="0">
                  <a:moveTo>
                    <a:pt x="1" y="0"/>
                  </a:moveTo>
                  <a:lnTo>
                    <a:pt x="1" y="1134"/>
                  </a:lnTo>
                  <a:lnTo>
                    <a:pt x="146372" y="1134"/>
                  </a:lnTo>
                  <a:lnTo>
                    <a:pt x="146372" y="0"/>
                  </a:lnTo>
                  <a:close/>
                </a:path>
              </a:pathLst>
            </a:custGeom>
            <a:solidFill>
              <a:srgbClr val="757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7"/>
            <p:cNvSpPr/>
            <p:nvPr/>
          </p:nvSpPr>
          <p:spPr>
            <a:xfrm>
              <a:off x="1881111" y="4721130"/>
              <a:ext cx="2912071" cy="22581"/>
            </a:xfrm>
            <a:custGeom>
              <a:avLst/>
              <a:gdLst/>
              <a:ahLst/>
              <a:cxnLst/>
              <a:rect l="l" t="t" r="r" b="b"/>
              <a:pathLst>
                <a:path w="146372" h="1135" extrusionOk="0">
                  <a:moveTo>
                    <a:pt x="1" y="0"/>
                  </a:moveTo>
                  <a:lnTo>
                    <a:pt x="1" y="1134"/>
                  </a:lnTo>
                  <a:lnTo>
                    <a:pt x="146372" y="1134"/>
                  </a:lnTo>
                  <a:lnTo>
                    <a:pt x="14637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7"/>
            <p:cNvSpPr/>
            <p:nvPr/>
          </p:nvSpPr>
          <p:spPr>
            <a:xfrm>
              <a:off x="2737917" y="3780025"/>
              <a:ext cx="2032752" cy="839629"/>
            </a:xfrm>
            <a:custGeom>
              <a:avLst/>
              <a:gdLst/>
              <a:ahLst/>
              <a:cxnLst/>
              <a:rect l="l" t="t" r="r" b="b"/>
              <a:pathLst>
                <a:path w="102174" h="42203" extrusionOk="0">
                  <a:moveTo>
                    <a:pt x="23451" y="0"/>
                  </a:moveTo>
                  <a:lnTo>
                    <a:pt x="23605" y="9386"/>
                  </a:lnTo>
                  <a:lnTo>
                    <a:pt x="23605" y="9386"/>
                  </a:lnTo>
                  <a:cubicBezTo>
                    <a:pt x="17989" y="9511"/>
                    <a:pt x="14578" y="9641"/>
                    <a:pt x="14578" y="9641"/>
                  </a:cubicBezTo>
                  <a:lnTo>
                    <a:pt x="1" y="33424"/>
                  </a:lnTo>
                  <a:cubicBezTo>
                    <a:pt x="1" y="33424"/>
                    <a:pt x="41294" y="42203"/>
                    <a:pt x="66475" y="42203"/>
                  </a:cubicBezTo>
                  <a:cubicBezTo>
                    <a:pt x="72801" y="42203"/>
                    <a:pt x="78110" y="41649"/>
                    <a:pt x="81492" y="40263"/>
                  </a:cubicBezTo>
                  <a:cubicBezTo>
                    <a:pt x="102174" y="31790"/>
                    <a:pt x="96203" y="9841"/>
                    <a:pt x="79591" y="6238"/>
                  </a:cubicBezTo>
                  <a:cubicBezTo>
                    <a:pt x="73637" y="4947"/>
                    <a:pt x="67395" y="4560"/>
                    <a:pt x="61423" y="4560"/>
                  </a:cubicBezTo>
                  <a:cubicBezTo>
                    <a:pt x="58294" y="4560"/>
                    <a:pt x="55239" y="4666"/>
                    <a:pt x="52338" y="4804"/>
                  </a:cubicBezTo>
                  <a:lnTo>
                    <a:pt x="481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7"/>
            <p:cNvSpPr/>
            <p:nvPr/>
          </p:nvSpPr>
          <p:spPr>
            <a:xfrm>
              <a:off x="2857254" y="4009387"/>
              <a:ext cx="260764" cy="422291"/>
            </a:xfrm>
            <a:custGeom>
              <a:avLst/>
              <a:gdLst/>
              <a:ahLst/>
              <a:cxnLst/>
              <a:rect l="l" t="t" r="r" b="b"/>
              <a:pathLst>
                <a:path w="13107" h="21226" extrusionOk="0">
                  <a:moveTo>
                    <a:pt x="13036" y="0"/>
                  </a:moveTo>
                  <a:cubicBezTo>
                    <a:pt x="13025" y="0"/>
                    <a:pt x="13016" y="4"/>
                    <a:pt x="13016" y="14"/>
                  </a:cubicBezTo>
                  <a:cubicBezTo>
                    <a:pt x="11182" y="2749"/>
                    <a:pt x="9447" y="5518"/>
                    <a:pt x="7679" y="8287"/>
                  </a:cubicBezTo>
                  <a:cubicBezTo>
                    <a:pt x="5878" y="11022"/>
                    <a:pt x="374" y="20262"/>
                    <a:pt x="40" y="21062"/>
                  </a:cubicBezTo>
                  <a:cubicBezTo>
                    <a:pt x="0" y="21162"/>
                    <a:pt x="44" y="21226"/>
                    <a:pt x="99" y="21226"/>
                  </a:cubicBezTo>
                  <a:cubicBezTo>
                    <a:pt x="137" y="21226"/>
                    <a:pt x="180" y="21197"/>
                    <a:pt x="207" y="21129"/>
                  </a:cubicBezTo>
                  <a:cubicBezTo>
                    <a:pt x="541" y="20462"/>
                    <a:pt x="4410" y="14558"/>
                    <a:pt x="5277" y="13190"/>
                  </a:cubicBezTo>
                  <a:cubicBezTo>
                    <a:pt x="7045" y="10455"/>
                    <a:pt x="8713" y="7686"/>
                    <a:pt x="10348" y="4884"/>
                  </a:cubicBezTo>
                  <a:cubicBezTo>
                    <a:pt x="11282" y="3283"/>
                    <a:pt x="12216" y="1682"/>
                    <a:pt x="13083" y="47"/>
                  </a:cubicBezTo>
                  <a:cubicBezTo>
                    <a:pt x="13106" y="24"/>
                    <a:pt x="13063" y="0"/>
                    <a:pt x="1303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7"/>
            <p:cNvSpPr/>
            <p:nvPr/>
          </p:nvSpPr>
          <p:spPr>
            <a:xfrm>
              <a:off x="3025297" y="3941959"/>
              <a:ext cx="1276861" cy="33304"/>
            </a:xfrm>
            <a:custGeom>
              <a:avLst/>
              <a:gdLst/>
              <a:ahLst/>
              <a:cxnLst/>
              <a:rect l="l" t="t" r="r" b="b"/>
              <a:pathLst>
                <a:path w="64180" h="1674" extrusionOk="0">
                  <a:moveTo>
                    <a:pt x="59343" y="1"/>
                  </a:moveTo>
                  <a:cubicBezTo>
                    <a:pt x="57675" y="1"/>
                    <a:pt x="56007" y="201"/>
                    <a:pt x="54406" y="601"/>
                  </a:cubicBezTo>
                  <a:cubicBezTo>
                    <a:pt x="53438" y="568"/>
                    <a:pt x="52471" y="534"/>
                    <a:pt x="51504" y="501"/>
                  </a:cubicBezTo>
                  <a:cubicBezTo>
                    <a:pt x="47334" y="401"/>
                    <a:pt x="43164" y="401"/>
                    <a:pt x="38995" y="401"/>
                  </a:cubicBezTo>
                  <a:cubicBezTo>
                    <a:pt x="30689" y="468"/>
                    <a:pt x="22383" y="634"/>
                    <a:pt x="14077" y="868"/>
                  </a:cubicBezTo>
                  <a:cubicBezTo>
                    <a:pt x="11742" y="901"/>
                    <a:pt x="9407" y="1001"/>
                    <a:pt x="7072" y="1068"/>
                  </a:cubicBezTo>
                  <a:cubicBezTo>
                    <a:pt x="4737" y="1168"/>
                    <a:pt x="2369" y="1268"/>
                    <a:pt x="34" y="1535"/>
                  </a:cubicBezTo>
                  <a:cubicBezTo>
                    <a:pt x="0" y="1535"/>
                    <a:pt x="0" y="1602"/>
                    <a:pt x="34" y="1602"/>
                  </a:cubicBezTo>
                  <a:cubicBezTo>
                    <a:pt x="1295" y="1662"/>
                    <a:pt x="2543" y="1674"/>
                    <a:pt x="3795" y="1674"/>
                  </a:cubicBezTo>
                  <a:cubicBezTo>
                    <a:pt x="4629" y="1674"/>
                    <a:pt x="5464" y="1669"/>
                    <a:pt x="6305" y="1669"/>
                  </a:cubicBezTo>
                  <a:cubicBezTo>
                    <a:pt x="8373" y="1669"/>
                    <a:pt x="10474" y="1602"/>
                    <a:pt x="12543" y="1568"/>
                  </a:cubicBezTo>
                  <a:cubicBezTo>
                    <a:pt x="16712" y="1468"/>
                    <a:pt x="20882" y="1368"/>
                    <a:pt x="25051" y="1302"/>
                  </a:cubicBezTo>
                  <a:cubicBezTo>
                    <a:pt x="33357" y="1168"/>
                    <a:pt x="41663" y="1135"/>
                    <a:pt x="49969" y="1135"/>
                  </a:cubicBezTo>
                  <a:lnTo>
                    <a:pt x="57008" y="1135"/>
                  </a:lnTo>
                  <a:cubicBezTo>
                    <a:pt x="59343" y="1135"/>
                    <a:pt x="61678" y="1202"/>
                    <a:pt x="64013" y="1202"/>
                  </a:cubicBezTo>
                  <a:cubicBezTo>
                    <a:pt x="64179" y="1202"/>
                    <a:pt x="64179" y="1001"/>
                    <a:pt x="64046" y="1001"/>
                  </a:cubicBezTo>
                  <a:cubicBezTo>
                    <a:pt x="61978" y="868"/>
                    <a:pt x="59876" y="801"/>
                    <a:pt x="57808" y="701"/>
                  </a:cubicBezTo>
                  <a:lnTo>
                    <a:pt x="55240" y="634"/>
                  </a:lnTo>
                  <a:cubicBezTo>
                    <a:pt x="56574" y="401"/>
                    <a:pt x="57942" y="234"/>
                    <a:pt x="59343" y="134"/>
                  </a:cubicBezTo>
                  <a:cubicBezTo>
                    <a:pt x="59409" y="134"/>
                    <a:pt x="59409" y="1"/>
                    <a:pt x="5934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7"/>
            <p:cNvSpPr/>
            <p:nvPr/>
          </p:nvSpPr>
          <p:spPr>
            <a:xfrm>
              <a:off x="3503799" y="3941959"/>
              <a:ext cx="1192586" cy="557478"/>
            </a:xfrm>
            <a:custGeom>
              <a:avLst/>
              <a:gdLst/>
              <a:ahLst/>
              <a:cxnLst/>
              <a:rect l="l" t="t" r="r" b="b"/>
              <a:pathLst>
                <a:path w="59944" h="28021" extrusionOk="0">
                  <a:moveTo>
                    <a:pt x="16279" y="1"/>
                  </a:moveTo>
                  <a:cubicBezTo>
                    <a:pt x="14878" y="701"/>
                    <a:pt x="14278" y="5571"/>
                    <a:pt x="14278" y="5571"/>
                  </a:cubicBezTo>
                  <a:cubicBezTo>
                    <a:pt x="14444" y="6305"/>
                    <a:pt x="1" y="9474"/>
                    <a:pt x="1" y="9474"/>
                  </a:cubicBezTo>
                  <a:lnTo>
                    <a:pt x="16679" y="28021"/>
                  </a:lnTo>
                  <a:lnTo>
                    <a:pt x="39896" y="14344"/>
                  </a:lnTo>
                  <a:cubicBezTo>
                    <a:pt x="39896" y="14344"/>
                    <a:pt x="56208" y="8140"/>
                    <a:pt x="56841" y="7706"/>
                  </a:cubicBezTo>
                  <a:cubicBezTo>
                    <a:pt x="58442" y="6572"/>
                    <a:pt x="59944" y="2669"/>
                    <a:pt x="58576" y="2102"/>
                  </a:cubicBezTo>
                  <a:cubicBezTo>
                    <a:pt x="58176" y="1935"/>
                    <a:pt x="16279" y="1"/>
                    <a:pt x="16279" y="1"/>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7"/>
            <p:cNvSpPr/>
            <p:nvPr/>
          </p:nvSpPr>
          <p:spPr>
            <a:xfrm>
              <a:off x="2169147" y="4014958"/>
              <a:ext cx="113501" cy="7321"/>
            </a:xfrm>
            <a:custGeom>
              <a:avLst/>
              <a:gdLst/>
              <a:ahLst/>
              <a:cxnLst/>
              <a:rect l="l" t="t" r="r" b="b"/>
              <a:pathLst>
                <a:path w="5705" h="368" extrusionOk="0">
                  <a:moveTo>
                    <a:pt x="4904" y="1"/>
                  </a:moveTo>
                  <a:lnTo>
                    <a:pt x="1" y="168"/>
                  </a:lnTo>
                  <a:lnTo>
                    <a:pt x="5705" y="368"/>
                  </a:lnTo>
                  <a:lnTo>
                    <a:pt x="4904"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7"/>
            <p:cNvSpPr/>
            <p:nvPr/>
          </p:nvSpPr>
          <p:spPr>
            <a:xfrm>
              <a:off x="1851247" y="3780025"/>
              <a:ext cx="2147566" cy="830596"/>
            </a:xfrm>
            <a:custGeom>
              <a:avLst/>
              <a:gdLst/>
              <a:ahLst/>
              <a:cxnLst/>
              <a:rect l="l" t="t" r="r" b="b"/>
              <a:pathLst>
                <a:path w="107945" h="41749" extrusionOk="0">
                  <a:moveTo>
                    <a:pt x="57141" y="0"/>
                  </a:moveTo>
                  <a:lnTo>
                    <a:pt x="51304" y="5104"/>
                  </a:lnTo>
                  <a:cubicBezTo>
                    <a:pt x="51304" y="5104"/>
                    <a:pt x="44565" y="4124"/>
                    <a:pt x="36040" y="4124"/>
                  </a:cubicBezTo>
                  <a:cubicBezTo>
                    <a:pt x="30499" y="4124"/>
                    <a:pt x="24204" y="4538"/>
                    <a:pt x="18514" y="5905"/>
                  </a:cubicBezTo>
                  <a:cubicBezTo>
                    <a:pt x="18280" y="5971"/>
                    <a:pt x="18013" y="6038"/>
                    <a:pt x="17780" y="6105"/>
                  </a:cubicBezTo>
                  <a:cubicBezTo>
                    <a:pt x="17613" y="6138"/>
                    <a:pt x="17413" y="6205"/>
                    <a:pt x="17313" y="6238"/>
                  </a:cubicBezTo>
                  <a:cubicBezTo>
                    <a:pt x="17213" y="6272"/>
                    <a:pt x="17113" y="6305"/>
                    <a:pt x="17013" y="6338"/>
                  </a:cubicBezTo>
                  <a:cubicBezTo>
                    <a:pt x="16812" y="6405"/>
                    <a:pt x="16612" y="6472"/>
                    <a:pt x="16412" y="6539"/>
                  </a:cubicBezTo>
                  <a:lnTo>
                    <a:pt x="16345" y="6572"/>
                  </a:lnTo>
                  <a:cubicBezTo>
                    <a:pt x="16145" y="6639"/>
                    <a:pt x="15945" y="6705"/>
                    <a:pt x="15745" y="6805"/>
                  </a:cubicBezTo>
                  <a:lnTo>
                    <a:pt x="15612" y="6839"/>
                  </a:lnTo>
                  <a:lnTo>
                    <a:pt x="15145" y="7039"/>
                  </a:lnTo>
                  <a:cubicBezTo>
                    <a:pt x="15045" y="7072"/>
                    <a:pt x="14944" y="7139"/>
                    <a:pt x="14844" y="7172"/>
                  </a:cubicBezTo>
                  <a:lnTo>
                    <a:pt x="14411" y="7372"/>
                  </a:lnTo>
                  <a:lnTo>
                    <a:pt x="14277" y="7439"/>
                  </a:lnTo>
                  <a:cubicBezTo>
                    <a:pt x="14111" y="7539"/>
                    <a:pt x="13944" y="7606"/>
                    <a:pt x="13744" y="7739"/>
                  </a:cubicBezTo>
                  <a:cubicBezTo>
                    <a:pt x="13543" y="7839"/>
                    <a:pt x="13310" y="7940"/>
                    <a:pt x="13110" y="8073"/>
                  </a:cubicBezTo>
                  <a:cubicBezTo>
                    <a:pt x="1268" y="14945"/>
                    <a:pt x="0" y="32791"/>
                    <a:pt x="17179" y="38795"/>
                  </a:cubicBezTo>
                  <a:cubicBezTo>
                    <a:pt x="23407" y="40974"/>
                    <a:pt x="33616" y="41748"/>
                    <a:pt x="44985" y="41748"/>
                  </a:cubicBezTo>
                  <a:cubicBezTo>
                    <a:pt x="72954" y="41748"/>
                    <a:pt x="107944" y="37060"/>
                    <a:pt x="107944" y="37060"/>
                  </a:cubicBezTo>
                  <a:lnTo>
                    <a:pt x="94268" y="13810"/>
                  </a:lnTo>
                  <a:cubicBezTo>
                    <a:pt x="94268" y="13810"/>
                    <a:pt x="82960" y="13343"/>
                    <a:pt x="68449" y="12843"/>
                  </a:cubicBezTo>
                  <a:lnTo>
                    <a:pt x="68449" y="13910"/>
                  </a:lnTo>
                  <a:lnTo>
                    <a:pt x="13143" y="11976"/>
                  </a:lnTo>
                  <a:cubicBezTo>
                    <a:pt x="15729" y="11889"/>
                    <a:pt x="18904" y="11851"/>
                    <a:pt x="22485" y="11851"/>
                  </a:cubicBezTo>
                  <a:cubicBezTo>
                    <a:pt x="35398" y="11851"/>
                    <a:pt x="53590" y="12347"/>
                    <a:pt x="68449" y="12843"/>
                  </a:cubicBezTo>
                  <a:lnTo>
                    <a:pt x="684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7"/>
            <p:cNvSpPr/>
            <p:nvPr/>
          </p:nvSpPr>
          <p:spPr>
            <a:xfrm>
              <a:off x="2162501" y="3941959"/>
              <a:ext cx="889963" cy="88951"/>
            </a:xfrm>
            <a:custGeom>
              <a:avLst/>
              <a:gdLst/>
              <a:ahLst/>
              <a:cxnLst/>
              <a:rect l="l" t="t" r="r" b="b"/>
              <a:pathLst>
                <a:path w="44733" h="4471" extrusionOk="0">
                  <a:moveTo>
                    <a:pt x="42898" y="1"/>
                  </a:moveTo>
                  <a:cubicBezTo>
                    <a:pt x="42898" y="1"/>
                    <a:pt x="1035" y="1935"/>
                    <a:pt x="601" y="2102"/>
                  </a:cubicBezTo>
                  <a:cubicBezTo>
                    <a:pt x="134" y="2302"/>
                    <a:pt x="1" y="2969"/>
                    <a:pt x="134" y="3770"/>
                  </a:cubicBezTo>
                  <a:cubicBezTo>
                    <a:pt x="2070" y="3734"/>
                    <a:pt x="4237" y="3717"/>
                    <a:pt x="6583" y="3717"/>
                  </a:cubicBezTo>
                  <a:cubicBezTo>
                    <a:pt x="17257" y="3717"/>
                    <a:pt x="31634" y="4060"/>
                    <a:pt x="44733" y="4471"/>
                  </a:cubicBezTo>
                  <a:cubicBezTo>
                    <a:pt x="44466" y="2969"/>
                    <a:pt x="43899" y="501"/>
                    <a:pt x="42898"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7"/>
            <p:cNvSpPr/>
            <p:nvPr/>
          </p:nvSpPr>
          <p:spPr>
            <a:xfrm>
              <a:off x="3025973" y="3950594"/>
              <a:ext cx="792398" cy="25306"/>
            </a:xfrm>
            <a:custGeom>
              <a:avLst/>
              <a:gdLst/>
              <a:ahLst/>
              <a:cxnLst/>
              <a:rect l="l" t="t" r="r" b="b"/>
              <a:pathLst>
                <a:path w="39829" h="1272" extrusionOk="0">
                  <a:moveTo>
                    <a:pt x="38961" y="0"/>
                  </a:moveTo>
                  <a:cubicBezTo>
                    <a:pt x="30655" y="34"/>
                    <a:pt x="22349" y="200"/>
                    <a:pt x="14110" y="434"/>
                  </a:cubicBezTo>
                  <a:cubicBezTo>
                    <a:pt x="11741" y="501"/>
                    <a:pt x="9406" y="567"/>
                    <a:pt x="7071" y="667"/>
                  </a:cubicBezTo>
                  <a:cubicBezTo>
                    <a:pt x="4736" y="734"/>
                    <a:pt x="2368" y="868"/>
                    <a:pt x="66" y="1101"/>
                  </a:cubicBezTo>
                  <a:cubicBezTo>
                    <a:pt x="9" y="1101"/>
                    <a:pt x="1" y="1175"/>
                    <a:pt x="42" y="1175"/>
                  </a:cubicBezTo>
                  <a:cubicBezTo>
                    <a:pt x="49" y="1175"/>
                    <a:pt x="57" y="1173"/>
                    <a:pt x="66" y="1168"/>
                  </a:cubicBezTo>
                  <a:cubicBezTo>
                    <a:pt x="1445" y="1257"/>
                    <a:pt x="2839" y="1272"/>
                    <a:pt x="4227" y="1272"/>
                  </a:cubicBezTo>
                  <a:cubicBezTo>
                    <a:pt x="4922" y="1272"/>
                    <a:pt x="5615" y="1268"/>
                    <a:pt x="6304" y="1268"/>
                  </a:cubicBezTo>
                  <a:cubicBezTo>
                    <a:pt x="8406" y="1268"/>
                    <a:pt x="10474" y="1201"/>
                    <a:pt x="12575" y="1134"/>
                  </a:cubicBezTo>
                  <a:cubicBezTo>
                    <a:pt x="16745" y="1034"/>
                    <a:pt x="20915" y="934"/>
                    <a:pt x="25084" y="868"/>
                  </a:cubicBezTo>
                  <a:cubicBezTo>
                    <a:pt x="29854" y="801"/>
                    <a:pt x="34624" y="768"/>
                    <a:pt x="39428" y="734"/>
                  </a:cubicBezTo>
                  <a:cubicBezTo>
                    <a:pt x="39528" y="467"/>
                    <a:pt x="39661" y="234"/>
                    <a:pt x="3982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7"/>
            <p:cNvSpPr/>
            <p:nvPr/>
          </p:nvSpPr>
          <p:spPr>
            <a:xfrm>
              <a:off x="4044038" y="3941959"/>
              <a:ext cx="257521" cy="22581"/>
            </a:xfrm>
            <a:custGeom>
              <a:avLst/>
              <a:gdLst/>
              <a:ahLst/>
              <a:cxnLst/>
              <a:rect l="l" t="t" r="r" b="b"/>
              <a:pathLst>
                <a:path w="12944" h="1135" extrusionOk="0">
                  <a:moveTo>
                    <a:pt x="8073" y="1"/>
                  </a:moveTo>
                  <a:cubicBezTo>
                    <a:pt x="6438" y="1"/>
                    <a:pt x="4771" y="234"/>
                    <a:pt x="3169" y="601"/>
                  </a:cubicBezTo>
                  <a:cubicBezTo>
                    <a:pt x="2202" y="568"/>
                    <a:pt x="1268" y="534"/>
                    <a:pt x="301" y="501"/>
                  </a:cubicBezTo>
                  <a:lnTo>
                    <a:pt x="0" y="501"/>
                  </a:lnTo>
                  <a:cubicBezTo>
                    <a:pt x="3970" y="701"/>
                    <a:pt x="8540" y="901"/>
                    <a:pt x="12943" y="1135"/>
                  </a:cubicBezTo>
                  <a:cubicBezTo>
                    <a:pt x="12943" y="1052"/>
                    <a:pt x="12898" y="993"/>
                    <a:pt x="12845" y="993"/>
                  </a:cubicBezTo>
                  <a:cubicBezTo>
                    <a:pt x="12833" y="993"/>
                    <a:pt x="12821" y="995"/>
                    <a:pt x="12810" y="1001"/>
                  </a:cubicBezTo>
                  <a:cubicBezTo>
                    <a:pt x="10708" y="835"/>
                    <a:pt x="8640" y="801"/>
                    <a:pt x="6538" y="701"/>
                  </a:cubicBezTo>
                  <a:lnTo>
                    <a:pt x="3970" y="601"/>
                  </a:lnTo>
                  <a:cubicBezTo>
                    <a:pt x="5338" y="401"/>
                    <a:pt x="6705" y="234"/>
                    <a:pt x="8073" y="134"/>
                  </a:cubicBezTo>
                  <a:cubicBezTo>
                    <a:pt x="8173" y="134"/>
                    <a:pt x="8173" y="1"/>
                    <a:pt x="807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7"/>
            <p:cNvSpPr/>
            <p:nvPr/>
          </p:nvSpPr>
          <p:spPr>
            <a:xfrm>
              <a:off x="2162501" y="3941959"/>
              <a:ext cx="889963" cy="88951"/>
            </a:xfrm>
            <a:custGeom>
              <a:avLst/>
              <a:gdLst/>
              <a:ahLst/>
              <a:cxnLst/>
              <a:rect l="l" t="t" r="r" b="b"/>
              <a:pathLst>
                <a:path w="44733" h="4471" extrusionOk="0">
                  <a:moveTo>
                    <a:pt x="42898" y="1"/>
                  </a:moveTo>
                  <a:cubicBezTo>
                    <a:pt x="42898" y="1"/>
                    <a:pt x="1035" y="1935"/>
                    <a:pt x="601" y="2102"/>
                  </a:cubicBezTo>
                  <a:cubicBezTo>
                    <a:pt x="134" y="2302"/>
                    <a:pt x="1" y="2969"/>
                    <a:pt x="134" y="3770"/>
                  </a:cubicBezTo>
                  <a:cubicBezTo>
                    <a:pt x="2070" y="3734"/>
                    <a:pt x="4237" y="3717"/>
                    <a:pt x="6583" y="3717"/>
                  </a:cubicBezTo>
                  <a:cubicBezTo>
                    <a:pt x="17257" y="3717"/>
                    <a:pt x="31634" y="4060"/>
                    <a:pt x="44733" y="4471"/>
                  </a:cubicBezTo>
                  <a:cubicBezTo>
                    <a:pt x="44466" y="2969"/>
                    <a:pt x="43899" y="501"/>
                    <a:pt x="42898" y="1"/>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7"/>
            <p:cNvSpPr/>
            <p:nvPr/>
          </p:nvSpPr>
          <p:spPr>
            <a:xfrm>
              <a:off x="3484559" y="4429553"/>
              <a:ext cx="526282" cy="144239"/>
            </a:xfrm>
            <a:custGeom>
              <a:avLst/>
              <a:gdLst/>
              <a:ahLst/>
              <a:cxnLst/>
              <a:rect l="l" t="t" r="r" b="b"/>
              <a:pathLst>
                <a:path w="26453" h="7250" extrusionOk="0">
                  <a:moveTo>
                    <a:pt x="23336" y="1"/>
                  </a:moveTo>
                  <a:cubicBezTo>
                    <a:pt x="23238" y="1"/>
                    <a:pt x="23132" y="142"/>
                    <a:pt x="23184" y="245"/>
                  </a:cubicBezTo>
                  <a:cubicBezTo>
                    <a:pt x="23584" y="1045"/>
                    <a:pt x="24018" y="1812"/>
                    <a:pt x="24518" y="2546"/>
                  </a:cubicBezTo>
                  <a:cubicBezTo>
                    <a:pt x="24952" y="3180"/>
                    <a:pt x="25318" y="3814"/>
                    <a:pt x="25719" y="4448"/>
                  </a:cubicBezTo>
                  <a:cubicBezTo>
                    <a:pt x="24151" y="4648"/>
                    <a:pt x="22583" y="4781"/>
                    <a:pt x="21015" y="4981"/>
                  </a:cubicBezTo>
                  <a:lnTo>
                    <a:pt x="15978" y="5515"/>
                  </a:lnTo>
                  <a:cubicBezTo>
                    <a:pt x="12576" y="5882"/>
                    <a:pt x="9207" y="6216"/>
                    <a:pt x="5805" y="6549"/>
                  </a:cubicBezTo>
                  <a:cubicBezTo>
                    <a:pt x="3903" y="6749"/>
                    <a:pt x="1968" y="6916"/>
                    <a:pt x="34" y="7150"/>
                  </a:cubicBezTo>
                  <a:cubicBezTo>
                    <a:pt x="0" y="7150"/>
                    <a:pt x="0" y="7216"/>
                    <a:pt x="34" y="7250"/>
                  </a:cubicBezTo>
                  <a:cubicBezTo>
                    <a:pt x="1768" y="7250"/>
                    <a:pt x="3470" y="7150"/>
                    <a:pt x="5204" y="7050"/>
                  </a:cubicBezTo>
                  <a:cubicBezTo>
                    <a:pt x="6905" y="6983"/>
                    <a:pt x="8573" y="6849"/>
                    <a:pt x="10241" y="6716"/>
                  </a:cubicBezTo>
                  <a:cubicBezTo>
                    <a:pt x="13643" y="6449"/>
                    <a:pt x="17013" y="6149"/>
                    <a:pt x="20415" y="5715"/>
                  </a:cubicBezTo>
                  <a:cubicBezTo>
                    <a:pt x="22316" y="5482"/>
                    <a:pt x="24218" y="5182"/>
                    <a:pt x="26119" y="4915"/>
                  </a:cubicBezTo>
                  <a:cubicBezTo>
                    <a:pt x="26319" y="4915"/>
                    <a:pt x="26453" y="4681"/>
                    <a:pt x="26353" y="4514"/>
                  </a:cubicBezTo>
                  <a:cubicBezTo>
                    <a:pt x="25852" y="3781"/>
                    <a:pt x="25385" y="3013"/>
                    <a:pt x="24918" y="2246"/>
                  </a:cubicBezTo>
                  <a:cubicBezTo>
                    <a:pt x="24451" y="1479"/>
                    <a:pt x="23951" y="745"/>
                    <a:pt x="23417" y="45"/>
                  </a:cubicBezTo>
                  <a:cubicBezTo>
                    <a:pt x="23394" y="14"/>
                    <a:pt x="23365" y="1"/>
                    <a:pt x="2333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7"/>
            <p:cNvSpPr/>
            <p:nvPr/>
          </p:nvSpPr>
          <p:spPr>
            <a:xfrm>
              <a:off x="3578131" y="4085987"/>
              <a:ext cx="268582" cy="416701"/>
            </a:xfrm>
            <a:custGeom>
              <a:avLst/>
              <a:gdLst/>
              <a:ahLst/>
              <a:cxnLst/>
              <a:rect l="l" t="t" r="r" b="b"/>
              <a:pathLst>
                <a:path w="13500" h="20945" extrusionOk="0">
                  <a:moveTo>
                    <a:pt x="34" y="0"/>
                  </a:moveTo>
                  <a:cubicBezTo>
                    <a:pt x="34" y="0"/>
                    <a:pt x="1" y="0"/>
                    <a:pt x="1" y="34"/>
                  </a:cubicBezTo>
                  <a:cubicBezTo>
                    <a:pt x="1669" y="2869"/>
                    <a:pt x="3370" y="5671"/>
                    <a:pt x="5104" y="8473"/>
                  </a:cubicBezTo>
                  <a:cubicBezTo>
                    <a:pt x="6806" y="11275"/>
                    <a:pt x="12676" y="20281"/>
                    <a:pt x="13277" y="20882"/>
                  </a:cubicBezTo>
                  <a:cubicBezTo>
                    <a:pt x="13321" y="20926"/>
                    <a:pt x="13366" y="20945"/>
                    <a:pt x="13400" y="20945"/>
                  </a:cubicBezTo>
                  <a:cubicBezTo>
                    <a:pt x="13470" y="20945"/>
                    <a:pt x="13499" y="20871"/>
                    <a:pt x="13410" y="20782"/>
                  </a:cubicBezTo>
                  <a:cubicBezTo>
                    <a:pt x="12943" y="20181"/>
                    <a:pt x="9341" y="14110"/>
                    <a:pt x="8473" y="12743"/>
                  </a:cubicBezTo>
                  <a:cubicBezTo>
                    <a:pt x="6772" y="9974"/>
                    <a:pt x="5038" y="7272"/>
                    <a:pt x="3203" y="4570"/>
                  </a:cubicBezTo>
                  <a:cubicBezTo>
                    <a:pt x="2169" y="3036"/>
                    <a:pt x="1135" y="1501"/>
                    <a:pt x="3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7"/>
            <p:cNvSpPr/>
            <p:nvPr/>
          </p:nvSpPr>
          <p:spPr>
            <a:xfrm>
              <a:off x="2982162" y="2434870"/>
              <a:ext cx="700821" cy="727759"/>
            </a:xfrm>
            <a:custGeom>
              <a:avLst/>
              <a:gdLst/>
              <a:ahLst/>
              <a:cxnLst/>
              <a:rect l="l" t="t" r="r" b="b"/>
              <a:pathLst>
                <a:path w="35226" h="36580" extrusionOk="0">
                  <a:moveTo>
                    <a:pt x="16053" y="0"/>
                  </a:moveTo>
                  <a:cubicBezTo>
                    <a:pt x="14708" y="0"/>
                    <a:pt x="12998" y="332"/>
                    <a:pt x="11442" y="1796"/>
                  </a:cubicBezTo>
                  <a:cubicBezTo>
                    <a:pt x="8806" y="4297"/>
                    <a:pt x="6405" y="12904"/>
                    <a:pt x="5604" y="14705"/>
                  </a:cubicBezTo>
                  <a:cubicBezTo>
                    <a:pt x="4770" y="16540"/>
                    <a:pt x="2202" y="16373"/>
                    <a:pt x="1201" y="18474"/>
                  </a:cubicBezTo>
                  <a:cubicBezTo>
                    <a:pt x="334" y="20276"/>
                    <a:pt x="1601" y="21243"/>
                    <a:pt x="1468" y="22677"/>
                  </a:cubicBezTo>
                  <a:cubicBezTo>
                    <a:pt x="1368" y="23778"/>
                    <a:pt x="0" y="25212"/>
                    <a:pt x="667" y="26980"/>
                  </a:cubicBezTo>
                  <a:cubicBezTo>
                    <a:pt x="1301" y="28615"/>
                    <a:pt x="2935" y="28615"/>
                    <a:pt x="3803" y="29249"/>
                  </a:cubicBezTo>
                  <a:cubicBezTo>
                    <a:pt x="4670" y="29882"/>
                    <a:pt x="4870" y="32217"/>
                    <a:pt x="6505" y="33151"/>
                  </a:cubicBezTo>
                  <a:cubicBezTo>
                    <a:pt x="6942" y="33388"/>
                    <a:pt x="7394" y="33473"/>
                    <a:pt x="7839" y="33473"/>
                  </a:cubicBezTo>
                  <a:cubicBezTo>
                    <a:pt x="8965" y="33473"/>
                    <a:pt x="10047" y="32930"/>
                    <a:pt x="10755" y="32930"/>
                  </a:cubicBezTo>
                  <a:cubicBezTo>
                    <a:pt x="10833" y="32930"/>
                    <a:pt x="10906" y="32937"/>
                    <a:pt x="10975" y="32951"/>
                  </a:cubicBezTo>
                  <a:cubicBezTo>
                    <a:pt x="11909" y="33118"/>
                    <a:pt x="12476" y="36220"/>
                    <a:pt x="15578" y="36554"/>
                  </a:cubicBezTo>
                  <a:cubicBezTo>
                    <a:pt x="15762" y="36572"/>
                    <a:pt x="15939" y="36580"/>
                    <a:pt x="16111" y="36580"/>
                  </a:cubicBezTo>
                  <a:cubicBezTo>
                    <a:pt x="18874" y="36580"/>
                    <a:pt x="20159" y="34437"/>
                    <a:pt x="21415" y="34186"/>
                  </a:cubicBezTo>
                  <a:cubicBezTo>
                    <a:pt x="21545" y="34157"/>
                    <a:pt x="21690" y="34145"/>
                    <a:pt x="21847" y="34145"/>
                  </a:cubicBezTo>
                  <a:cubicBezTo>
                    <a:pt x="22830" y="34145"/>
                    <a:pt x="24300" y="34625"/>
                    <a:pt x="25638" y="34625"/>
                  </a:cubicBezTo>
                  <a:cubicBezTo>
                    <a:pt x="26343" y="34625"/>
                    <a:pt x="27011" y="34492"/>
                    <a:pt x="27553" y="34085"/>
                  </a:cubicBezTo>
                  <a:cubicBezTo>
                    <a:pt x="29288" y="32785"/>
                    <a:pt x="29955" y="30683"/>
                    <a:pt x="30789" y="30049"/>
                  </a:cubicBezTo>
                  <a:cubicBezTo>
                    <a:pt x="31623" y="29415"/>
                    <a:pt x="32924" y="29782"/>
                    <a:pt x="34058" y="28148"/>
                  </a:cubicBezTo>
                  <a:cubicBezTo>
                    <a:pt x="35225" y="26480"/>
                    <a:pt x="33757" y="25046"/>
                    <a:pt x="33824" y="23411"/>
                  </a:cubicBezTo>
                  <a:cubicBezTo>
                    <a:pt x="33858" y="22310"/>
                    <a:pt x="35025" y="21510"/>
                    <a:pt x="34658" y="19709"/>
                  </a:cubicBezTo>
                  <a:cubicBezTo>
                    <a:pt x="34158" y="17240"/>
                    <a:pt x="31256" y="17207"/>
                    <a:pt x="30655" y="14672"/>
                  </a:cubicBezTo>
                  <a:cubicBezTo>
                    <a:pt x="30155" y="12670"/>
                    <a:pt x="29921" y="4364"/>
                    <a:pt x="25485" y="1462"/>
                  </a:cubicBezTo>
                  <a:cubicBezTo>
                    <a:pt x="23729" y="329"/>
                    <a:pt x="21663" y="83"/>
                    <a:pt x="20201" y="83"/>
                  </a:cubicBezTo>
                  <a:cubicBezTo>
                    <a:pt x="19080" y="83"/>
                    <a:pt x="18313" y="228"/>
                    <a:pt x="18313" y="228"/>
                  </a:cubicBezTo>
                  <a:cubicBezTo>
                    <a:pt x="17972" y="213"/>
                    <a:pt x="17130" y="0"/>
                    <a:pt x="16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7"/>
            <p:cNvSpPr/>
            <p:nvPr/>
          </p:nvSpPr>
          <p:spPr>
            <a:xfrm>
              <a:off x="2973527" y="2718807"/>
              <a:ext cx="123448" cy="300653"/>
            </a:xfrm>
            <a:custGeom>
              <a:avLst/>
              <a:gdLst/>
              <a:ahLst/>
              <a:cxnLst/>
              <a:rect l="l" t="t" r="r" b="b"/>
              <a:pathLst>
                <a:path w="6205" h="15112" extrusionOk="0">
                  <a:moveTo>
                    <a:pt x="6205" y="0"/>
                  </a:moveTo>
                  <a:cubicBezTo>
                    <a:pt x="5905" y="334"/>
                    <a:pt x="5538" y="567"/>
                    <a:pt x="5137" y="734"/>
                  </a:cubicBezTo>
                  <a:lnTo>
                    <a:pt x="3903" y="1301"/>
                  </a:lnTo>
                  <a:cubicBezTo>
                    <a:pt x="3069" y="1668"/>
                    <a:pt x="2302" y="2169"/>
                    <a:pt x="1635" y="2769"/>
                  </a:cubicBezTo>
                  <a:cubicBezTo>
                    <a:pt x="901" y="3436"/>
                    <a:pt x="567" y="4437"/>
                    <a:pt x="734" y="5404"/>
                  </a:cubicBezTo>
                  <a:cubicBezTo>
                    <a:pt x="834" y="6372"/>
                    <a:pt x="1535" y="7139"/>
                    <a:pt x="1635" y="7906"/>
                  </a:cubicBezTo>
                  <a:cubicBezTo>
                    <a:pt x="1668" y="8306"/>
                    <a:pt x="1535" y="8673"/>
                    <a:pt x="1335" y="9007"/>
                  </a:cubicBezTo>
                  <a:cubicBezTo>
                    <a:pt x="1101" y="9407"/>
                    <a:pt x="901" y="9774"/>
                    <a:pt x="701" y="10208"/>
                  </a:cubicBezTo>
                  <a:cubicBezTo>
                    <a:pt x="301" y="11008"/>
                    <a:pt x="0" y="12009"/>
                    <a:pt x="367" y="12943"/>
                  </a:cubicBezTo>
                  <a:cubicBezTo>
                    <a:pt x="501" y="13410"/>
                    <a:pt x="834" y="13810"/>
                    <a:pt x="1235" y="14077"/>
                  </a:cubicBezTo>
                  <a:cubicBezTo>
                    <a:pt x="1635" y="14311"/>
                    <a:pt x="2069" y="14477"/>
                    <a:pt x="2536" y="14544"/>
                  </a:cubicBezTo>
                  <a:cubicBezTo>
                    <a:pt x="2969" y="14611"/>
                    <a:pt x="3436" y="14644"/>
                    <a:pt x="3870" y="14711"/>
                  </a:cubicBezTo>
                  <a:cubicBezTo>
                    <a:pt x="4303" y="14711"/>
                    <a:pt x="4737" y="14878"/>
                    <a:pt x="5137" y="15111"/>
                  </a:cubicBezTo>
                  <a:cubicBezTo>
                    <a:pt x="4770" y="14811"/>
                    <a:pt x="4337" y="14644"/>
                    <a:pt x="3903" y="14577"/>
                  </a:cubicBezTo>
                  <a:cubicBezTo>
                    <a:pt x="3470" y="14511"/>
                    <a:pt x="3003" y="14411"/>
                    <a:pt x="2602" y="14311"/>
                  </a:cubicBezTo>
                  <a:cubicBezTo>
                    <a:pt x="2169" y="14210"/>
                    <a:pt x="1768" y="14044"/>
                    <a:pt x="1435" y="13810"/>
                  </a:cubicBezTo>
                  <a:cubicBezTo>
                    <a:pt x="1101" y="13577"/>
                    <a:pt x="834" y="13243"/>
                    <a:pt x="734" y="12843"/>
                  </a:cubicBezTo>
                  <a:cubicBezTo>
                    <a:pt x="534" y="12009"/>
                    <a:pt x="668" y="11142"/>
                    <a:pt x="1101" y="10408"/>
                  </a:cubicBezTo>
                  <a:cubicBezTo>
                    <a:pt x="1301" y="10041"/>
                    <a:pt x="1535" y="9674"/>
                    <a:pt x="1768" y="9274"/>
                  </a:cubicBezTo>
                  <a:cubicBezTo>
                    <a:pt x="2035" y="8840"/>
                    <a:pt x="2202" y="8340"/>
                    <a:pt x="2169" y="7839"/>
                  </a:cubicBezTo>
                  <a:cubicBezTo>
                    <a:pt x="2035" y="7372"/>
                    <a:pt x="1868" y="6939"/>
                    <a:pt x="1635" y="6538"/>
                  </a:cubicBezTo>
                  <a:cubicBezTo>
                    <a:pt x="1401" y="6171"/>
                    <a:pt x="1268" y="5771"/>
                    <a:pt x="1201" y="5371"/>
                  </a:cubicBezTo>
                  <a:cubicBezTo>
                    <a:pt x="1068" y="4537"/>
                    <a:pt x="1335" y="3670"/>
                    <a:pt x="1902" y="3069"/>
                  </a:cubicBezTo>
                  <a:cubicBezTo>
                    <a:pt x="2536" y="2469"/>
                    <a:pt x="3236" y="1935"/>
                    <a:pt x="4003" y="1568"/>
                  </a:cubicBezTo>
                  <a:lnTo>
                    <a:pt x="5171" y="868"/>
                  </a:lnTo>
                  <a:cubicBezTo>
                    <a:pt x="5571" y="667"/>
                    <a:pt x="5938" y="367"/>
                    <a:pt x="620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7"/>
            <p:cNvSpPr/>
            <p:nvPr/>
          </p:nvSpPr>
          <p:spPr>
            <a:xfrm>
              <a:off x="3560224" y="2570144"/>
              <a:ext cx="130750" cy="330516"/>
            </a:xfrm>
            <a:custGeom>
              <a:avLst/>
              <a:gdLst/>
              <a:ahLst/>
              <a:cxnLst/>
              <a:rect l="l" t="t" r="r" b="b"/>
              <a:pathLst>
                <a:path w="6572" h="16613" extrusionOk="0">
                  <a:moveTo>
                    <a:pt x="0" y="0"/>
                  </a:moveTo>
                  <a:lnTo>
                    <a:pt x="0" y="0"/>
                  </a:lnTo>
                  <a:cubicBezTo>
                    <a:pt x="200" y="801"/>
                    <a:pt x="334" y="1568"/>
                    <a:pt x="434" y="2369"/>
                  </a:cubicBezTo>
                  <a:lnTo>
                    <a:pt x="834" y="4737"/>
                  </a:lnTo>
                  <a:cubicBezTo>
                    <a:pt x="967" y="5538"/>
                    <a:pt x="1134" y="6305"/>
                    <a:pt x="1368" y="7072"/>
                  </a:cubicBezTo>
                  <a:cubicBezTo>
                    <a:pt x="1501" y="7506"/>
                    <a:pt x="1668" y="7873"/>
                    <a:pt x="1868" y="8240"/>
                  </a:cubicBezTo>
                  <a:cubicBezTo>
                    <a:pt x="1968" y="8440"/>
                    <a:pt x="2135" y="8606"/>
                    <a:pt x="2302" y="8773"/>
                  </a:cubicBezTo>
                  <a:cubicBezTo>
                    <a:pt x="2469" y="8907"/>
                    <a:pt x="2635" y="9007"/>
                    <a:pt x="2802" y="9140"/>
                  </a:cubicBezTo>
                  <a:cubicBezTo>
                    <a:pt x="3469" y="9540"/>
                    <a:pt x="4136" y="10007"/>
                    <a:pt x="4737" y="10474"/>
                  </a:cubicBezTo>
                  <a:cubicBezTo>
                    <a:pt x="5337" y="10941"/>
                    <a:pt x="5804" y="11575"/>
                    <a:pt x="6071" y="12276"/>
                  </a:cubicBezTo>
                  <a:cubicBezTo>
                    <a:pt x="6171" y="12643"/>
                    <a:pt x="6205" y="13010"/>
                    <a:pt x="6138" y="13377"/>
                  </a:cubicBezTo>
                  <a:cubicBezTo>
                    <a:pt x="6071" y="13743"/>
                    <a:pt x="5904" y="14110"/>
                    <a:pt x="5671" y="14411"/>
                  </a:cubicBezTo>
                  <a:cubicBezTo>
                    <a:pt x="5271" y="15078"/>
                    <a:pt x="4804" y="15778"/>
                    <a:pt x="4737" y="16612"/>
                  </a:cubicBezTo>
                  <a:cubicBezTo>
                    <a:pt x="4937" y="15845"/>
                    <a:pt x="5337" y="15144"/>
                    <a:pt x="5871" y="14544"/>
                  </a:cubicBezTo>
                  <a:cubicBezTo>
                    <a:pt x="6138" y="14210"/>
                    <a:pt x="6338" y="13844"/>
                    <a:pt x="6471" y="13443"/>
                  </a:cubicBezTo>
                  <a:cubicBezTo>
                    <a:pt x="6571" y="13043"/>
                    <a:pt x="6571" y="12609"/>
                    <a:pt x="6471" y="12176"/>
                  </a:cubicBezTo>
                  <a:cubicBezTo>
                    <a:pt x="6205" y="11375"/>
                    <a:pt x="5738" y="10641"/>
                    <a:pt x="5070" y="10141"/>
                  </a:cubicBezTo>
                  <a:cubicBezTo>
                    <a:pt x="4437" y="9607"/>
                    <a:pt x="3769" y="9140"/>
                    <a:pt x="3102" y="8707"/>
                  </a:cubicBezTo>
                  <a:cubicBezTo>
                    <a:pt x="2936" y="8606"/>
                    <a:pt x="2769" y="8506"/>
                    <a:pt x="2635" y="8373"/>
                  </a:cubicBezTo>
                  <a:cubicBezTo>
                    <a:pt x="2569" y="8340"/>
                    <a:pt x="2502" y="8273"/>
                    <a:pt x="2435" y="8206"/>
                  </a:cubicBezTo>
                  <a:cubicBezTo>
                    <a:pt x="2368" y="8139"/>
                    <a:pt x="2335" y="8073"/>
                    <a:pt x="2302" y="7973"/>
                  </a:cubicBezTo>
                  <a:cubicBezTo>
                    <a:pt x="2102" y="7672"/>
                    <a:pt x="1935" y="7306"/>
                    <a:pt x="1835" y="6939"/>
                  </a:cubicBezTo>
                  <a:cubicBezTo>
                    <a:pt x="1601" y="6205"/>
                    <a:pt x="1434" y="5438"/>
                    <a:pt x="1234" y="4637"/>
                  </a:cubicBezTo>
                  <a:cubicBezTo>
                    <a:pt x="834" y="3103"/>
                    <a:pt x="601" y="1501"/>
                    <a:pt x="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7"/>
            <p:cNvSpPr/>
            <p:nvPr/>
          </p:nvSpPr>
          <p:spPr>
            <a:xfrm>
              <a:off x="3401592" y="3024750"/>
              <a:ext cx="209733" cy="118893"/>
            </a:xfrm>
            <a:custGeom>
              <a:avLst/>
              <a:gdLst/>
              <a:ahLst/>
              <a:cxnLst/>
              <a:rect l="l" t="t" r="r" b="b"/>
              <a:pathLst>
                <a:path w="10542" h="5976" extrusionOk="0">
                  <a:moveTo>
                    <a:pt x="10542" y="1"/>
                  </a:moveTo>
                  <a:lnTo>
                    <a:pt x="10542" y="1"/>
                  </a:lnTo>
                  <a:cubicBezTo>
                    <a:pt x="10275" y="134"/>
                    <a:pt x="10075" y="368"/>
                    <a:pt x="9941" y="601"/>
                  </a:cubicBezTo>
                  <a:cubicBezTo>
                    <a:pt x="9774" y="868"/>
                    <a:pt x="9641" y="1102"/>
                    <a:pt x="9508" y="1369"/>
                  </a:cubicBezTo>
                  <a:cubicBezTo>
                    <a:pt x="9241" y="1869"/>
                    <a:pt x="8974" y="2369"/>
                    <a:pt x="8674" y="2870"/>
                  </a:cubicBezTo>
                  <a:cubicBezTo>
                    <a:pt x="8407" y="3337"/>
                    <a:pt x="8107" y="3804"/>
                    <a:pt x="7740" y="4271"/>
                  </a:cubicBezTo>
                  <a:cubicBezTo>
                    <a:pt x="7439" y="4671"/>
                    <a:pt x="7006" y="5038"/>
                    <a:pt x="6539" y="5271"/>
                  </a:cubicBezTo>
                  <a:cubicBezTo>
                    <a:pt x="6176" y="5422"/>
                    <a:pt x="5790" y="5483"/>
                    <a:pt x="5392" y="5483"/>
                  </a:cubicBezTo>
                  <a:cubicBezTo>
                    <a:pt x="4730" y="5483"/>
                    <a:pt x="4037" y="5313"/>
                    <a:pt x="3370" y="5105"/>
                  </a:cubicBezTo>
                  <a:cubicBezTo>
                    <a:pt x="2803" y="4971"/>
                    <a:pt x="2269" y="4771"/>
                    <a:pt x="1702" y="4604"/>
                  </a:cubicBezTo>
                  <a:cubicBezTo>
                    <a:pt x="1391" y="4507"/>
                    <a:pt x="1057" y="4455"/>
                    <a:pt x="721" y="4455"/>
                  </a:cubicBezTo>
                  <a:cubicBezTo>
                    <a:pt x="480" y="4455"/>
                    <a:pt x="237" y="4482"/>
                    <a:pt x="1" y="4538"/>
                  </a:cubicBezTo>
                  <a:cubicBezTo>
                    <a:pt x="72" y="4533"/>
                    <a:pt x="143" y="4531"/>
                    <a:pt x="213" y="4531"/>
                  </a:cubicBezTo>
                  <a:cubicBezTo>
                    <a:pt x="709" y="4531"/>
                    <a:pt x="1197" y="4633"/>
                    <a:pt x="1635" y="4838"/>
                  </a:cubicBezTo>
                  <a:cubicBezTo>
                    <a:pt x="2169" y="5038"/>
                    <a:pt x="2703" y="5271"/>
                    <a:pt x="3236" y="5505"/>
                  </a:cubicBezTo>
                  <a:cubicBezTo>
                    <a:pt x="3918" y="5761"/>
                    <a:pt x="4669" y="5976"/>
                    <a:pt x="5435" y="5976"/>
                  </a:cubicBezTo>
                  <a:cubicBezTo>
                    <a:pt x="5868" y="5976"/>
                    <a:pt x="6305" y="5907"/>
                    <a:pt x="6739" y="5738"/>
                  </a:cubicBezTo>
                  <a:cubicBezTo>
                    <a:pt x="7306" y="5472"/>
                    <a:pt x="7773" y="5038"/>
                    <a:pt x="8140" y="4571"/>
                  </a:cubicBezTo>
                  <a:cubicBezTo>
                    <a:pt x="8473" y="4071"/>
                    <a:pt x="8774" y="3570"/>
                    <a:pt x="9041" y="3036"/>
                  </a:cubicBezTo>
                  <a:cubicBezTo>
                    <a:pt x="9274" y="2536"/>
                    <a:pt x="9508" y="2002"/>
                    <a:pt x="9708" y="1469"/>
                  </a:cubicBezTo>
                  <a:cubicBezTo>
                    <a:pt x="9874" y="935"/>
                    <a:pt x="10175" y="401"/>
                    <a:pt x="1054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7"/>
            <p:cNvSpPr/>
            <p:nvPr/>
          </p:nvSpPr>
          <p:spPr>
            <a:xfrm>
              <a:off x="2373659" y="2967150"/>
              <a:ext cx="923705" cy="897125"/>
            </a:xfrm>
            <a:custGeom>
              <a:avLst/>
              <a:gdLst/>
              <a:ahLst/>
              <a:cxnLst/>
              <a:rect l="l" t="t" r="r" b="b"/>
              <a:pathLst>
                <a:path w="46429" h="45093" extrusionOk="0">
                  <a:moveTo>
                    <a:pt x="43847" y="1"/>
                  </a:moveTo>
                  <a:cubicBezTo>
                    <a:pt x="42697" y="1"/>
                    <a:pt x="41173" y="852"/>
                    <a:pt x="39290" y="2896"/>
                  </a:cubicBezTo>
                  <a:cubicBezTo>
                    <a:pt x="31184" y="11736"/>
                    <a:pt x="26047" y="21142"/>
                    <a:pt x="22945" y="24145"/>
                  </a:cubicBezTo>
                  <a:cubicBezTo>
                    <a:pt x="22512" y="24545"/>
                    <a:pt x="9102" y="26913"/>
                    <a:pt x="4999" y="27881"/>
                  </a:cubicBezTo>
                  <a:cubicBezTo>
                    <a:pt x="1" y="29113"/>
                    <a:pt x="3058" y="45093"/>
                    <a:pt x="6456" y="45093"/>
                  </a:cubicBezTo>
                  <a:cubicBezTo>
                    <a:pt x="6460" y="45093"/>
                    <a:pt x="6463" y="45093"/>
                    <a:pt x="6467" y="45093"/>
                  </a:cubicBezTo>
                  <a:cubicBezTo>
                    <a:pt x="14606" y="44959"/>
                    <a:pt x="29116" y="41357"/>
                    <a:pt x="30884" y="39856"/>
                  </a:cubicBezTo>
                  <a:cubicBezTo>
                    <a:pt x="36121" y="35453"/>
                    <a:pt x="46429" y="10168"/>
                    <a:pt x="46429" y="4497"/>
                  </a:cubicBezTo>
                  <a:cubicBezTo>
                    <a:pt x="46429" y="1869"/>
                    <a:pt x="45549" y="1"/>
                    <a:pt x="43847" y="1"/>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7"/>
            <p:cNvSpPr/>
            <p:nvPr/>
          </p:nvSpPr>
          <p:spPr>
            <a:xfrm>
              <a:off x="2036420" y="3424780"/>
              <a:ext cx="535573" cy="469741"/>
            </a:xfrm>
            <a:custGeom>
              <a:avLst/>
              <a:gdLst/>
              <a:ahLst/>
              <a:cxnLst/>
              <a:rect l="l" t="t" r="r" b="b"/>
              <a:pathLst>
                <a:path w="26920" h="23611" extrusionOk="0">
                  <a:moveTo>
                    <a:pt x="5364" y="1"/>
                  </a:moveTo>
                  <a:cubicBezTo>
                    <a:pt x="5186" y="1"/>
                    <a:pt x="5029" y="44"/>
                    <a:pt x="4870" y="143"/>
                  </a:cubicBezTo>
                  <a:cubicBezTo>
                    <a:pt x="4070" y="610"/>
                    <a:pt x="4970" y="3845"/>
                    <a:pt x="7038" y="5146"/>
                  </a:cubicBezTo>
                  <a:cubicBezTo>
                    <a:pt x="9140" y="6481"/>
                    <a:pt x="11241" y="6414"/>
                    <a:pt x="12476" y="7748"/>
                  </a:cubicBezTo>
                  <a:cubicBezTo>
                    <a:pt x="13710" y="9116"/>
                    <a:pt x="13476" y="11384"/>
                    <a:pt x="12743" y="12085"/>
                  </a:cubicBezTo>
                  <a:cubicBezTo>
                    <a:pt x="12281" y="12522"/>
                    <a:pt x="11439" y="12694"/>
                    <a:pt x="10518" y="12694"/>
                  </a:cubicBezTo>
                  <a:cubicBezTo>
                    <a:pt x="8910" y="12694"/>
                    <a:pt x="7059" y="12169"/>
                    <a:pt x="6571" y="11618"/>
                  </a:cubicBezTo>
                  <a:cubicBezTo>
                    <a:pt x="5804" y="10750"/>
                    <a:pt x="6805" y="6814"/>
                    <a:pt x="4970" y="3212"/>
                  </a:cubicBezTo>
                  <a:cubicBezTo>
                    <a:pt x="4323" y="1963"/>
                    <a:pt x="3663" y="1494"/>
                    <a:pt x="3105" y="1494"/>
                  </a:cubicBezTo>
                  <a:cubicBezTo>
                    <a:pt x="2426" y="1494"/>
                    <a:pt x="1899" y="2188"/>
                    <a:pt x="1735" y="3012"/>
                  </a:cubicBezTo>
                  <a:cubicBezTo>
                    <a:pt x="1368" y="4846"/>
                    <a:pt x="0" y="13152"/>
                    <a:pt x="1301" y="14820"/>
                  </a:cubicBezTo>
                  <a:cubicBezTo>
                    <a:pt x="2602" y="16521"/>
                    <a:pt x="9607" y="22525"/>
                    <a:pt x="11975" y="23259"/>
                  </a:cubicBezTo>
                  <a:cubicBezTo>
                    <a:pt x="12716" y="23489"/>
                    <a:pt x="13899" y="23611"/>
                    <a:pt x="15350" y="23611"/>
                  </a:cubicBezTo>
                  <a:cubicBezTo>
                    <a:pt x="18540" y="23611"/>
                    <a:pt x="23021" y="23021"/>
                    <a:pt x="26919" y="21692"/>
                  </a:cubicBezTo>
                  <a:lnTo>
                    <a:pt x="25352" y="4779"/>
                  </a:lnTo>
                  <a:cubicBezTo>
                    <a:pt x="25352" y="4779"/>
                    <a:pt x="21549" y="2711"/>
                    <a:pt x="19514" y="2078"/>
                  </a:cubicBezTo>
                  <a:cubicBezTo>
                    <a:pt x="17454" y="1431"/>
                    <a:pt x="15576" y="1331"/>
                    <a:pt x="13934" y="1331"/>
                  </a:cubicBezTo>
                  <a:cubicBezTo>
                    <a:pt x="13205" y="1331"/>
                    <a:pt x="12522" y="1351"/>
                    <a:pt x="11891" y="1351"/>
                  </a:cubicBezTo>
                  <a:cubicBezTo>
                    <a:pt x="11158" y="1351"/>
                    <a:pt x="10495" y="1324"/>
                    <a:pt x="9907" y="1210"/>
                  </a:cubicBezTo>
                  <a:cubicBezTo>
                    <a:pt x="7125" y="702"/>
                    <a:pt x="6081" y="1"/>
                    <a:pt x="5364" y="1"/>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7"/>
            <p:cNvSpPr/>
            <p:nvPr/>
          </p:nvSpPr>
          <p:spPr>
            <a:xfrm>
              <a:off x="1912964" y="3615007"/>
              <a:ext cx="428737" cy="204063"/>
            </a:xfrm>
            <a:custGeom>
              <a:avLst/>
              <a:gdLst/>
              <a:ahLst/>
              <a:cxnLst/>
              <a:rect l="l" t="t" r="r" b="b"/>
              <a:pathLst>
                <a:path w="21550" h="10257" extrusionOk="0">
                  <a:moveTo>
                    <a:pt x="2839" y="0"/>
                  </a:moveTo>
                  <a:cubicBezTo>
                    <a:pt x="2065" y="0"/>
                    <a:pt x="1458" y="217"/>
                    <a:pt x="1135" y="756"/>
                  </a:cubicBezTo>
                  <a:cubicBezTo>
                    <a:pt x="1" y="2624"/>
                    <a:pt x="6272" y="7394"/>
                    <a:pt x="8840" y="8695"/>
                  </a:cubicBezTo>
                  <a:cubicBezTo>
                    <a:pt x="11273" y="9858"/>
                    <a:pt x="14577" y="10257"/>
                    <a:pt x="17401" y="10257"/>
                  </a:cubicBezTo>
                  <a:cubicBezTo>
                    <a:pt x="19031" y="10257"/>
                    <a:pt x="20500" y="10124"/>
                    <a:pt x="21549" y="9929"/>
                  </a:cubicBezTo>
                  <a:lnTo>
                    <a:pt x="20782" y="3057"/>
                  </a:lnTo>
                  <a:cubicBezTo>
                    <a:pt x="20782" y="3057"/>
                    <a:pt x="18082" y="3944"/>
                    <a:pt x="15190" y="3944"/>
                  </a:cubicBezTo>
                  <a:cubicBezTo>
                    <a:pt x="14278" y="3944"/>
                    <a:pt x="13348" y="3856"/>
                    <a:pt x="12476" y="3624"/>
                  </a:cubicBezTo>
                  <a:cubicBezTo>
                    <a:pt x="11544" y="3385"/>
                    <a:pt x="5895" y="0"/>
                    <a:pt x="2839" y="0"/>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7"/>
            <p:cNvSpPr/>
            <p:nvPr/>
          </p:nvSpPr>
          <p:spPr>
            <a:xfrm>
              <a:off x="2051680" y="3636674"/>
              <a:ext cx="191151" cy="59247"/>
            </a:xfrm>
            <a:custGeom>
              <a:avLst/>
              <a:gdLst/>
              <a:ahLst/>
              <a:cxnLst/>
              <a:rect l="l" t="t" r="r" b="b"/>
              <a:pathLst>
                <a:path w="9608" h="2978" extrusionOk="0">
                  <a:moveTo>
                    <a:pt x="0" y="0"/>
                  </a:moveTo>
                  <a:cubicBezTo>
                    <a:pt x="734" y="434"/>
                    <a:pt x="1468" y="834"/>
                    <a:pt x="2235" y="1268"/>
                  </a:cubicBezTo>
                  <a:cubicBezTo>
                    <a:pt x="2969" y="1668"/>
                    <a:pt x="3736" y="2035"/>
                    <a:pt x="4504" y="2402"/>
                  </a:cubicBezTo>
                  <a:cubicBezTo>
                    <a:pt x="4904" y="2569"/>
                    <a:pt x="5337" y="2702"/>
                    <a:pt x="5771" y="2802"/>
                  </a:cubicBezTo>
                  <a:cubicBezTo>
                    <a:pt x="6205" y="2902"/>
                    <a:pt x="6638" y="2969"/>
                    <a:pt x="7072" y="2969"/>
                  </a:cubicBezTo>
                  <a:cubicBezTo>
                    <a:pt x="7215" y="2975"/>
                    <a:pt x="7359" y="2978"/>
                    <a:pt x="7504" y="2978"/>
                  </a:cubicBezTo>
                  <a:cubicBezTo>
                    <a:pt x="8203" y="2978"/>
                    <a:pt x="8916" y="2913"/>
                    <a:pt x="9607" y="2802"/>
                  </a:cubicBezTo>
                  <a:cubicBezTo>
                    <a:pt x="8773" y="2769"/>
                    <a:pt x="7906" y="2736"/>
                    <a:pt x="7072" y="2636"/>
                  </a:cubicBezTo>
                  <a:cubicBezTo>
                    <a:pt x="6638" y="2602"/>
                    <a:pt x="6238" y="2535"/>
                    <a:pt x="5838" y="2402"/>
                  </a:cubicBezTo>
                  <a:cubicBezTo>
                    <a:pt x="5438" y="2302"/>
                    <a:pt x="5037" y="2169"/>
                    <a:pt x="4670" y="2002"/>
                  </a:cubicBezTo>
                  <a:lnTo>
                    <a:pt x="2369" y="968"/>
                  </a:lnTo>
                  <a:cubicBezTo>
                    <a:pt x="1601" y="601"/>
                    <a:pt x="801" y="267"/>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7"/>
            <p:cNvSpPr/>
            <p:nvPr/>
          </p:nvSpPr>
          <p:spPr>
            <a:xfrm>
              <a:off x="1915630" y="3691348"/>
              <a:ext cx="438685" cy="159041"/>
            </a:xfrm>
            <a:custGeom>
              <a:avLst/>
              <a:gdLst/>
              <a:ahLst/>
              <a:cxnLst/>
              <a:rect l="l" t="t" r="r" b="b"/>
              <a:pathLst>
                <a:path w="22050" h="7994" extrusionOk="0">
                  <a:moveTo>
                    <a:pt x="3247" y="1"/>
                  </a:moveTo>
                  <a:cubicBezTo>
                    <a:pt x="2038" y="1"/>
                    <a:pt x="1107" y="290"/>
                    <a:pt x="801" y="1088"/>
                  </a:cubicBezTo>
                  <a:cubicBezTo>
                    <a:pt x="0" y="3090"/>
                    <a:pt x="6838" y="6659"/>
                    <a:pt x="9540" y="7460"/>
                  </a:cubicBezTo>
                  <a:cubicBezTo>
                    <a:pt x="10821" y="7841"/>
                    <a:pt x="12276" y="7993"/>
                    <a:pt x="13752" y="7993"/>
                  </a:cubicBezTo>
                  <a:cubicBezTo>
                    <a:pt x="16929" y="7993"/>
                    <a:pt x="20204" y="7286"/>
                    <a:pt x="22049" y="6626"/>
                  </a:cubicBezTo>
                  <a:lnTo>
                    <a:pt x="20181" y="88"/>
                  </a:lnTo>
                  <a:cubicBezTo>
                    <a:pt x="20181" y="88"/>
                    <a:pt x="16432" y="2050"/>
                    <a:pt x="12941" y="2050"/>
                  </a:cubicBezTo>
                  <a:cubicBezTo>
                    <a:pt x="12706" y="2050"/>
                    <a:pt x="12473" y="2041"/>
                    <a:pt x="12242" y="2022"/>
                  </a:cubicBezTo>
                  <a:cubicBezTo>
                    <a:pt x="11399" y="1950"/>
                    <a:pt x="6385" y="1"/>
                    <a:pt x="3247" y="1"/>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7"/>
            <p:cNvSpPr/>
            <p:nvPr/>
          </p:nvSpPr>
          <p:spPr>
            <a:xfrm>
              <a:off x="1957432" y="3688702"/>
              <a:ext cx="286050" cy="48206"/>
            </a:xfrm>
            <a:custGeom>
              <a:avLst/>
              <a:gdLst/>
              <a:ahLst/>
              <a:cxnLst/>
              <a:rect l="l" t="t" r="r" b="b"/>
              <a:pathLst>
                <a:path w="14378" h="2423" extrusionOk="0">
                  <a:moveTo>
                    <a:pt x="1431" y="0"/>
                  </a:moveTo>
                  <a:cubicBezTo>
                    <a:pt x="945" y="0"/>
                    <a:pt x="452" y="102"/>
                    <a:pt x="1" y="287"/>
                  </a:cubicBezTo>
                  <a:cubicBezTo>
                    <a:pt x="355" y="183"/>
                    <a:pt x="735" y="131"/>
                    <a:pt x="1118" y="131"/>
                  </a:cubicBezTo>
                  <a:cubicBezTo>
                    <a:pt x="1347" y="131"/>
                    <a:pt x="1577" y="150"/>
                    <a:pt x="1802" y="187"/>
                  </a:cubicBezTo>
                  <a:cubicBezTo>
                    <a:pt x="2402" y="287"/>
                    <a:pt x="3003" y="421"/>
                    <a:pt x="3570" y="621"/>
                  </a:cubicBezTo>
                  <a:cubicBezTo>
                    <a:pt x="4771" y="955"/>
                    <a:pt x="5938" y="1255"/>
                    <a:pt x="7139" y="1555"/>
                  </a:cubicBezTo>
                  <a:lnTo>
                    <a:pt x="8907" y="2055"/>
                  </a:lnTo>
                  <a:lnTo>
                    <a:pt x="9808" y="2289"/>
                  </a:lnTo>
                  <a:cubicBezTo>
                    <a:pt x="10108" y="2356"/>
                    <a:pt x="10441" y="2422"/>
                    <a:pt x="10742" y="2422"/>
                  </a:cubicBezTo>
                  <a:cubicBezTo>
                    <a:pt x="12009" y="2389"/>
                    <a:pt x="13210" y="2122"/>
                    <a:pt x="14378" y="1588"/>
                  </a:cubicBezTo>
                  <a:lnTo>
                    <a:pt x="14378" y="1588"/>
                  </a:lnTo>
                  <a:cubicBezTo>
                    <a:pt x="13777" y="1755"/>
                    <a:pt x="13177" y="1855"/>
                    <a:pt x="12576" y="1922"/>
                  </a:cubicBezTo>
                  <a:cubicBezTo>
                    <a:pt x="12082" y="2004"/>
                    <a:pt x="11588" y="2064"/>
                    <a:pt x="11094" y="2064"/>
                  </a:cubicBezTo>
                  <a:cubicBezTo>
                    <a:pt x="10988" y="2064"/>
                    <a:pt x="10881" y="2061"/>
                    <a:pt x="10775" y="2055"/>
                  </a:cubicBezTo>
                  <a:cubicBezTo>
                    <a:pt x="10475" y="2022"/>
                    <a:pt x="10175" y="1955"/>
                    <a:pt x="9908" y="1855"/>
                  </a:cubicBezTo>
                  <a:lnTo>
                    <a:pt x="9007" y="1622"/>
                  </a:lnTo>
                  <a:cubicBezTo>
                    <a:pt x="8440" y="1455"/>
                    <a:pt x="7840" y="1321"/>
                    <a:pt x="7239" y="1155"/>
                  </a:cubicBezTo>
                  <a:cubicBezTo>
                    <a:pt x="6038" y="854"/>
                    <a:pt x="4837" y="554"/>
                    <a:pt x="3637" y="287"/>
                  </a:cubicBezTo>
                  <a:cubicBezTo>
                    <a:pt x="3036" y="154"/>
                    <a:pt x="2436" y="54"/>
                    <a:pt x="1802" y="21"/>
                  </a:cubicBezTo>
                  <a:cubicBezTo>
                    <a:pt x="1679" y="7"/>
                    <a:pt x="1555" y="0"/>
                    <a:pt x="14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7"/>
            <p:cNvSpPr/>
            <p:nvPr/>
          </p:nvSpPr>
          <p:spPr>
            <a:xfrm>
              <a:off x="1983715" y="3758159"/>
              <a:ext cx="411070" cy="137554"/>
            </a:xfrm>
            <a:custGeom>
              <a:avLst/>
              <a:gdLst/>
              <a:ahLst/>
              <a:cxnLst/>
              <a:rect l="l" t="t" r="r" b="b"/>
              <a:pathLst>
                <a:path w="20662" h="6914" extrusionOk="0">
                  <a:moveTo>
                    <a:pt x="2375" y="0"/>
                  </a:moveTo>
                  <a:cubicBezTo>
                    <a:pt x="1005" y="0"/>
                    <a:pt x="0" y="359"/>
                    <a:pt x="247" y="1533"/>
                  </a:cubicBezTo>
                  <a:cubicBezTo>
                    <a:pt x="681" y="3568"/>
                    <a:pt x="7119" y="6036"/>
                    <a:pt x="8887" y="6470"/>
                  </a:cubicBezTo>
                  <a:cubicBezTo>
                    <a:pt x="10011" y="6746"/>
                    <a:pt x="12860" y="6913"/>
                    <a:pt x="15807" y="6913"/>
                  </a:cubicBezTo>
                  <a:cubicBezTo>
                    <a:pt x="17495" y="6913"/>
                    <a:pt x="19216" y="6858"/>
                    <a:pt x="20662" y="6737"/>
                  </a:cubicBezTo>
                  <a:lnTo>
                    <a:pt x="12489" y="132"/>
                  </a:lnTo>
                  <a:cubicBezTo>
                    <a:pt x="12489" y="132"/>
                    <a:pt x="10518" y="863"/>
                    <a:pt x="8543" y="863"/>
                  </a:cubicBezTo>
                  <a:cubicBezTo>
                    <a:pt x="8094" y="863"/>
                    <a:pt x="7645" y="825"/>
                    <a:pt x="7219" y="733"/>
                  </a:cubicBezTo>
                  <a:cubicBezTo>
                    <a:pt x="6037" y="482"/>
                    <a:pt x="3961" y="0"/>
                    <a:pt x="2375" y="0"/>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7"/>
            <p:cNvSpPr/>
            <p:nvPr/>
          </p:nvSpPr>
          <p:spPr>
            <a:xfrm>
              <a:off x="1987973" y="3712995"/>
              <a:ext cx="456590" cy="69036"/>
            </a:xfrm>
            <a:custGeom>
              <a:avLst/>
              <a:gdLst/>
              <a:ahLst/>
              <a:cxnLst/>
              <a:rect l="l" t="t" r="r" b="b"/>
              <a:pathLst>
                <a:path w="22950" h="3470" extrusionOk="0">
                  <a:moveTo>
                    <a:pt x="19948" y="0"/>
                  </a:moveTo>
                  <a:cubicBezTo>
                    <a:pt x="18914" y="0"/>
                    <a:pt x="17879" y="100"/>
                    <a:pt x="16879" y="334"/>
                  </a:cubicBezTo>
                  <a:cubicBezTo>
                    <a:pt x="15911" y="601"/>
                    <a:pt x="14944" y="934"/>
                    <a:pt x="14010" y="1335"/>
                  </a:cubicBezTo>
                  <a:cubicBezTo>
                    <a:pt x="13076" y="1735"/>
                    <a:pt x="12142" y="2135"/>
                    <a:pt x="11208" y="2435"/>
                  </a:cubicBezTo>
                  <a:cubicBezTo>
                    <a:pt x="10241" y="2769"/>
                    <a:pt x="9273" y="2969"/>
                    <a:pt x="8273" y="3003"/>
                  </a:cubicBezTo>
                  <a:cubicBezTo>
                    <a:pt x="7272" y="2969"/>
                    <a:pt x="6271" y="2802"/>
                    <a:pt x="5337" y="2536"/>
                  </a:cubicBezTo>
                  <a:cubicBezTo>
                    <a:pt x="4336" y="2302"/>
                    <a:pt x="3336" y="2135"/>
                    <a:pt x="2302" y="2102"/>
                  </a:cubicBezTo>
                  <a:cubicBezTo>
                    <a:pt x="2168" y="2084"/>
                    <a:pt x="2031" y="2076"/>
                    <a:pt x="1894" y="2076"/>
                  </a:cubicBezTo>
                  <a:cubicBezTo>
                    <a:pt x="1518" y="2076"/>
                    <a:pt x="1134" y="2138"/>
                    <a:pt x="767" y="2235"/>
                  </a:cubicBezTo>
                  <a:cubicBezTo>
                    <a:pt x="534" y="2335"/>
                    <a:pt x="334" y="2536"/>
                    <a:pt x="200" y="2736"/>
                  </a:cubicBezTo>
                  <a:cubicBezTo>
                    <a:pt x="67" y="2969"/>
                    <a:pt x="0" y="3236"/>
                    <a:pt x="0" y="3470"/>
                  </a:cubicBezTo>
                  <a:cubicBezTo>
                    <a:pt x="33" y="3236"/>
                    <a:pt x="100" y="3003"/>
                    <a:pt x="234" y="2769"/>
                  </a:cubicBezTo>
                  <a:cubicBezTo>
                    <a:pt x="400" y="2602"/>
                    <a:pt x="600" y="2435"/>
                    <a:pt x="834" y="2369"/>
                  </a:cubicBezTo>
                  <a:cubicBezTo>
                    <a:pt x="1145" y="2280"/>
                    <a:pt x="1471" y="2235"/>
                    <a:pt x="1803" y="2235"/>
                  </a:cubicBezTo>
                  <a:cubicBezTo>
                    <a:pt x="1968" y="2235"/>
                    <a:pt x="2135" y="2246"/>
                    <a:pt x="2302" y="2269"/>
                  </a:cubicBezTo>
                  <a:cubicBezTo>
                    <a:pt x="3302" y="2369"/>
                    <a:pt x="4303" y="2569"/>
                    <a:pt x="5270" y="2836"/>
                  </a:cubicBezTo>
                  <a:cubicBezTo>
                    <a:pt x="6238" y="3169"/>
                    <a:pt x="7272" y="3336"/>
                    <a:pt x="8273" y="3403"/>
                  </a:cubicBezTo>
                  <a:cubicBezTo>
                    <a:pt x="9307" y="3369"/>
                    <a:pt x="10341" y="3169"/>
                    <a:pt x="11341" y="2836"/>
                  </a:cubicBezTo>
                  <a:cubicBezTo>
                    <a:pt x="13276" y="2169"/>
                    <a:pt x="15044" y="1201"/>
                    <a:pt x="16979" y="601"/>
                  </a:cubicBezTo>
                  <a:cubicBezTo>
                    <a:pt x="17946" y="334"/>
                    <a:pt x="18947" y="201"/>
                    <a:pt x="19948" y="167"/>
                  </a:cubicBezTo>
                  <a:cubicBezTo>
                    <a:pt x="20173" y="160"/>
                    <a:pt x="20397" y="156"/>
                    <a:pt x="20622" y="156"/>
                  </a:cubicBezTo>
                  <a:cubicBezTo>
                    <a:pt x="21398" y="156"/>
                    <a:pt x="22174" y="205"/>
                    <a:pt x="22950" y="334"/>
                  </a:cubicBezTo>
                  <a:cubicBezTo>
                    <a:pt x="21949" y="100"/>
                    <a:pt x="20948" y="0"/>
                    <a:pt x="199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7"/>
            <p:cNvSpPr/>
            <p:nvPr/>
          </p:nvSpPr>
          <p:spPr>
            <a:xfrm>
              <a:off x="2909820" y="2969677"/>
              <a:ext cx="387574" cy="822260"/>
            </a:xfrm>
            <a:custGeom>
              <a:avLst/>
              <a:gdLst/>
              <a:ahLst/>
              <a:cxnLst/>
              <a:rect l="l" t="t" r="r" b="b"/>
              <a:pathLst>
                <a:path w="19481" h="41330" extrusionOk="0">
                  <a:moveTo>
                    <a:pt x="17646" y="0"/>
                  </a:moveTo>
                  <a:lnTo>
                    <a:pt x="0" y="41330"/>
                  </a:lnTo>
                  <a:cubicBezTo>
                    <a:pt x="2002" y="40696"/>
                    <a:pt x="3469" y="40129"/>
                    <a:pt x="3936" y="39729"/>
                  </a:cubicBezTo>
                  <a:cubicBezTo>
                    <a:pt x="9173" y="35326"/>
                    <a:pt x="19481" y="10041"/>
                    <a:pt x="19481" y="4370"/>
                  </a:cubicBezTo>
                  <a:cubicBezTo>
                    <a:pt x="19481" y="2169"/>
                    <a:pt x="18847" y="467"/>
                    <a:pt x="176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7"/>
            <p:cNvSpPr/>
            <p:nvPr/>
          </p:nvSpPr>
          <p:spPr>
            <a:xfrm>
              <a:off x="3000745" y="2957620"/>
              <a:ext cx="311973" cy="486572"/>
            </a:xfrm>
            <a:custGeom>
              <a:avLst/>
              <a:gdLst/>
              <a:ahLst/>
              <a:cxnLst/>
              <a:rect l="l" t="t" r="r" b="b"/>
              <a:pathLst>
                <a:path w="15681" h="24457" extrusionOk="0">
                  <a:moveTo>
                    <a:pt x="12923" y="1"/>
                  </a:moveTo>
                  <a:cubicBezTo>
                    <a:pt x="11738" y="1"/>
                    <a:pt x="10186" y="854"/>
                    <a:pt x="8439" y="2441"/>
                  </a:cubicBezTo>
                  <a:cubicBezTo>
                    <a:pt x="5137" y="5443"/>
                    <a:pt x="0" y="11614"/>
                    <a:pt x="0" y="11614"/>
                  </a:cubicBezTo>
                  <a:lnTo>
                    <a:pt x="9473" y="24457"/>
                  </a:lnTo>
                  <a:cubicBezTo>
                    <a:pt x="9473" y="24457"/>
                    <a:pt x="14610" y="11147"/>
                    <a:pt x="15178" y="6344"/>
                  </a:cubicBezTo>
                  <a:cubicBezTo>
                    <a:pt x="15681" y="1976"/>
                    <a:pt x="14726" y="1"/>
                    <a:pt x="12923" y="1"/>
                  </a:cubicBezTo>
                  <a:close/>
                </a:path>
              </a:pathLst>
            </a:custGeom>
            <a:solidFill>
              <a:srgbClr val="757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7"/>
            <p:cNvSpPr/>
            <p:nvPr/>
          </p:nvSpPr>
          <p:spPr>
            <a:xfrm>
              <a:off x="3052495" y="2957342"/>
              <a:ext cx="250876" cy="486851"/>
            </a:xfrm>
            <a:custGeom>
              <a:avLst/>
              <a:gdLst/>
              <a:ahLst/>
              <a:cxnLst/>
              <a:rect l="l" t="t" r="r" b="b"/>
              <a:pathLst>
                <a:path w="12610" h="24471" extrusionOk="0">
                  <a:moveTo>
                    <a:pt x="10343" y="0"/>
                  </a:moveTo>
                  <a:cubicBezTo>
                    <a:pt x="9549" y="0"/>
                    <a:pt x="8586" y="387"/>
                    <a:pt x="7506" y="1121"/>
                  </a:cubicBezTo>
                  <a:cubicBezTo>
                    <a:pt x="8740" y="1488"/>
                    <a:pt x="9941" y="1921"/>
                    <a:pt x="11142" y="2355"/>
                  </a:cubicBezTo>
                  <a:cubicBezTo>
                    <a:pt x="11609" y="2522"/>
                    <a:pt x="12110" y="2655"/>
                    <a:pt x="12610" y="2755"/>
                  </a:cubicBezTo>
                  <a:cubicBezTo>
                    <a:pt x="12350" y="873"/>
                    <a:pt x="11536" y="0"/>
                    <a:pt x="10343" y="0"/>
                  </a:cubicBezTo>
                  <a:close/>
                  <a:moveTo>
                    <a:pt x="2469" y="5857"/>
                  </a:moveTo>
                  <a:cubicBezTo>
                    <a:pt x="1602" y="6791"/>
                    <a:pt x="735" y="7759"/>
                    <a:pt x="1" y="8593"/>
                  </a:cubicBezTo>
                  <a:cubicBezTo>
                    <a:pt x="756" y="8845"/>
                    <a:pt x="1569" y="8963"/>
                    <a:pt x="2381" y="8963"/>
                  </a:cubicBezTo>
                  <a:cubicBezTo>
                    <a:pt x="2645" y="8963"/>
                    <a:pt x="2908" y="8951"/>
                    <a:pt x="3170" y="8926"/>
                  </a:cubicBezTo>
                  <a:cubicBezTo>
                    <a:pt x="3814" y="8874"/>
                    <a:pt x="4477" y="8822"/>
                    <a:pt x="5120" y="8822"/>
                  </a:cubicBezTo>
                  <a:cubicBezTo>
                    <a:pt x="5708" y="8822"/>
                    <a:pt x="6280" y="8865"/>
                    <a:pt x="6806" y="8993"/>
                  </a:cubicBezTo>
                  <a:cubicBezTo>
                    <a:pt x="7106" y="9026"/>
                    <a:pt x="7373" y="9093"/>
                    <a:pt x="7640" y="9126"/>
                  </a:cubicBezTo>
                  <a:cubicBezTo>
                    <a:pt x="7773" y="9160"/>
                    <a:pt x="7907" y="9193"/>
                    <a:pt x="8073" y="9226"/>
                  </a:cubicBezTo>
                  <a:lnTo>
                    <a:pt x="8273" y="9293"/>
                  </a:lnTo>
                  <a:cubicBezTo>
                    <a:pt x="8307" y="9293"/>
                    <a:pt x="8374" y="9327"/>
                    <a:pt x="8474" y="9360"/>
                  </a:cubicBezTo>
                  <a:cubicBezTo>
                    <a:pt x="9374" y="9727"/>
                    <a:pt x="10308" y="10060"/>
                    <a:pt x="11242" y="10327"/>
                  </a:cubicBezTo>
                  <a:lnTo>
                    <a:pt x="11676" y="10427"/>
                  </a:lnTo>
                  <a:cubicBezTo>
                    <a:pt x="11943" y="9493"/>
                    <a:pt x="12176" y="8593"/>
                    <a:pt x="12343" y="7825"/>
                  </a:cubicBezTo>
                  <a:cubicBezTo>
                    <a:pt x="11309" y="7492"/>
                    <a:pt x="10308" y="7092"/>
                    <a:pt x="9308" y="6658"/>
                  </a:cubicBezTo>
                  <a:cubicBezTo>
                    <a:pt x="8440" y="6324"/>
                    <a:pt x="7540" y="6124"/>
                    <a:pt x="6606" y="6024"/>
                  </a:cubicBezTo>
                  <a:cubicBezTo>
                    <a:pt x="5738" y="5924"/>
                    <a:pt x="4871" y="5891"/>
                    <a:pt x="4037" y="5891"/>
                  </a:cubicBezTo>
                  <a:lnTo>
                    <a:pt x="2469" y="5857"/>
                  </a:lnTo>
                  <a:close/>
                  <a:moveTo>
                    <a:pt x="5505" y="14063"/>
                  </a:moveTo>
                  <a:cubicBezTo>
                    <a:pt x="5138" y="14097"/>
                    <a:pt x="4771" y="14130"/>
                    <a:pt x="4404" y="14163"/>
                  </a:cubicBezTo>
                  <a:cubicBezTo>
                    <a:pt x="3070" y="14397"/>
                    <a:pt x="1769" y="14697"/>
                    <a:pt x="468" y="15097"/>
                  </a:cubicBezTo>
                  <a:cubicBezTo>
                    <a:pt x="301" y="15131"/>
                    <a:pt x="168" y="15164"/>
                    <a:pt x="34" y="15197"/>
                  </a:cubicBezTo>
                  <a:lnTo>
                    <a:pt x="1469" y="17132"/>
                  </a:lnTo>
                  <a:lnTo>
                    <a:pt x="2603" y="16865"/>
                  </a:lnTo>
                  <a:cubicBezTo>
                    <a:pt x="3537" y="16632"/>
                    <a:pt x="4537" y="16465"/>
                    <a:pt x="5505" y="16465"/>
                  </a:cubicBezTo>
                  <a:cubicBezTo>
                    <a:pt x="6005" y="16465"/>
                    <a:pt x="6539" y="16498"/>
                    <a:pt x="7039" y="16532"/>
                  </a:cubicBezTo>
                  <a:cubicBezTo>
                    <a:pt x="7573" y="16598"/>
                    <a:pt x="8073" y="16632"/>
                    <a:pt x="8607" y="16732"/>
                  </a:cubicBezTo>
                  <a:cubicBezTo>
                    <a:pt x="8941" y="16799"/>
                    <a:pt x="9274" y="16865"/>
                    <a:pt x="9608" y="16932"/>
                  </a:cubicBezTo>
                  <a:cubicBezTo>
                    <a:pt x="9908" y="16098"/>
                    <a:pt x="10175" y="15264"/>
                    <a:pt x="10442" y="14430"/>
                  </a:cubicBezTo>
                  <a:cubicBezTo>
                    <a:pt x="9808" y="14297"/>
                    <a:pt x="9141" y="14230"/>
                    <a:pt x="8474" y="14163"/>
                  </a:cubicBezTo>
                  <a:cubicBezTo>
                    <a:pt x="7840" y="14130"/>
                    <a:pt x="7173" y="14063"/>
                    <a:pt x="6539" y="14063"/>
                  </a:cubicBezTo>
                  <a:close/>
                  <a:moveTo>
                    <a:pt x="4671" y="21535"/>
                  </a:moveTo>
                  <a:lnTo>
                    <a:pt x="6872" y="24471"/>
                  </a:lnTo>
                  <a:cubicBezTo>
                    <a:pt x="6906" y="24337"/>
                    <a:pt x="7339" y="23270"/>
                    <a:pt x="7907" y="21669"/>
                  </a:cubicBezTo>
                  <a:cubicBezTo>
                    <a:pt x="6973" y="21569"/>
                    <a:pt x="6039" y="21535"/>
                    <a:pt x="5105" y="2153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7"/>
            <p:cNvSpPr/>
            <p:nvPr/>
          </p:nvSpPr>
          <p:spPr>
            <a:xfrm>
              <a:off x="3029455" y="3175144"/>
              <a:ext cx="165546" cy="227141"/>
            </a:xfrm>
            <a:custGeom>
              <a:avLst/>
              <a:gdLst/>
              <a:ahLst/>
              <a:cxnLst/>
              <a:rect l="l" t="t" r="r" b="b"/>
              <a:pathLst>
                <a:path w="8321" h="11417" extrusionOk="0">
                  <a:moveTo>
                    <a:pt x="87" y="1"/>
                  </a:moveTo>
                  <a:cubicBezTo>
                    <a:pt x="47" y="1"/>
                    <a:pt x="0" y="32"/>
                    <a:pt x="25" y="81"/>
                  </a:cubicBezTo>
                  <a:cubicBezTo>
                    <a:pt x="792" y="1315"/>
                    <a:pt x="3527" y="5018"/>
                    <a:pt x="4194" y="5985"/>
                  </a:cubicBezTo>
                  <a:cubicBezTo>
                    <a:pt x="5562" y="7853"/>
                    <a:pt x="6930" y="9488"/>
                    <a:pt x="8231" y="11389"/>
                  </a:cubicBezTo>
                  <a:cubicBezTo>
                    <a:pt x="8240" y="11408"/>
                    <a:pt x="8253" y="11417"/>
                    <a:pt x="8265" y="11417"/>
                  </a:cubicBezTo>
                  <a:cubicBezTo>
                    <a:pt x="8294" y="11417"/>
                    <a:pt x="8321" y="11369"/>
                    <a:pt x="8297" y="11322"/>
                  </a:cubicBezTo>
                  <a:cubicBezTo>
                    <a:pt x="7030" y="9354"/>
                    <a:pt x="5762" y="7419"/>
                    <a:pt x="4395" y="5518"/>
                  </a:cubicBezTo>
                  <a:cubicBezTo>
                    <a:pt x="3727" y="4584"/>
                    <a:pt x="792" y="948"/>
                    <a:pt x="125" y="14"/>
                  </a:cubicBezTo>
                  <a:cubicBezTo>
                    <a:pt x="116" y="5"/>
                    <a:pt x="102" y="1"/>
                    <a:pt x="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7"/>
            <p:cNvSpPr/>
            <p:nvPr/>
          </p:nvSpPr>
          <p:spPr>
            <a:xfrm>
              <a:off x="3025953" y="2958396"/>
              <a:ext cx="286707" cy="485796"/>
            </a:xfrm>
            <a:custGeom>
              <a:avLst/>
              <a:gdLst/>
              <a:ahLst/>
              <a:cxnLst/>
              <a:rect l="l" t="t" r="r" b="b"/>
              <a:pathLst>
                <a:path w="14411" h="24418" extrusionOk="0">
                  <a:moveTo>
                    <a:pt x="12076" y="0"/>
                  </a:moveTo>
                  <a:lnTo>
                    <a:pt x="1" y="13310"/>
                  </a:lnTo>
                  <a:lnTo>
                    <a:pt x="8206" y="24418"/>
                  </a:lnTo>
                  <a:cubicBezTo>
                    <a:pt x="8206" y="24418"/>
                    <a:pt x="13343" y="11108"/>
                    <a:pt x="13911" y="6271"/>
                  </a:cubicBezTo>
                  <a:cubicBezTo>
                    <a:pt x="14411" y="2269"/>
                    <a:pt x="13610" y="267"/>
                    <a:pt x="120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7"/>
            <p:cNvSpPr/>
            <p:nvPr/>
          </p:nvSpPr>
          <p:spPr>
            <a:xfrm>
              <a:off x="3377040" y="2967150"/>
              <a:ext cx="923705" cy="897125"/>
            </a:xfrm>
            <a:custGeom>
              <a:avLst/>
              <a:gdLst/>
              <a:ahLst/>
              <a:cxnLst/>
              <a:rect l="l" t="t" r="r" b="b"/>
              <a:pathLst>
                <a:path w="46429" h="45093" extrusionOk="0">
                  <a:moveTo>
                    <a:pt x="2597" y="1"/>
                  </a:moveTo>
                  <a:cubicBezTo>
                    <a:pt x="892" y="1"/>
                    <a:pt x="1" y="1869"/>
                    <a:pt x="1" y="4497"/>
                  </a:cubicBezTo>
                  <a:cubicBezTo>
                    <a:pt x="1" y="10168"/>
                    <a:pt x="10308" y="35453"/>
                    <a:pt x="15545" y="39856"/>
                  </a:cubicBezTo>
                  <a:cubicBezTo>
                    <a:pt x="17346" y="41357"/>
                    <a:pt x="31823" y="44959"/>
                    <a:pt x="39962" y="45093"/>
                  </a:cubicBezTo>
                  <a:cubicBezTo>
                    <a:pt x="39966" y="45093"/>
                    <a:pt x="39969" y="45093"/>
                    <a:pt x="39973" y="45093"/>
                  </a:cubicBezTo>
                  <a:cubicBezTo>
                    <a:pt x="43371" y="45093"/>
                    <a:pt x="46428" y="29113"/>
                    <a:pt x="41430" y="27881"/>
                  </a:cubicBezTo>
                  <a:cubicBezTo>
                    <a:pt x="37327" y="26913"/>
                    <a:pt x="23918" y="24545"/>
                    <a:pt x="23484" y="24145"/>
                  </a:cubicBezTo>
                  <a:cubicBezTo>
                    <a:pt x="20382" y="21142"/>
                    <a:pt x="15245" y="11736"/>
                    <a:pt x="7139" y="2896"/>
                  </a:cubicBezTo>
                  <a:cubicBezTo>
                    <a:pt x="5270" y="852"/>
                    <a:pt x="3748" y="1"/>
                    <a:pt x="2597" y="1"/>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7"/>
            <p:cNvSpPr/>
            <p:nvPr/>
          </p:nvSpPr>
          <p:spPr>
            <a:xfrm>
              <a:off x="4102433" y="3424780"/>
              <a:ext cx="535593" cy="469741"/>
            </a:xfrm>
            <a:custGeom>
              <a:avLst/>
              <a:gdLst/>
              <a:ahLst/>
              <a:cxnLst/>
              <a:rect l="l" t="t" r="r" b="b"/>
              <a:pathLst>
                <a:path w="26921" h="23611" extrusionOk="0">
                  <a:moveTo>
                    <a:pt x="21560" y="1"/>
                  </a:moveTo>
                  <a:cubicBezTo>
                    <a:pt x="20850" y="1"/>
                    <a:pt x="19822" y="702"/>
                    <a:pt x="17013" y="1210"/>
                  </a:cubicBezTo>
                  <a:cubicBezTo>
                    <a:pt x="16425" y="1324"/>
                    <a:pt x="15762" y="1351"/>
                    <a:pt x="15029" y="1351"/>
                  </a:cubicBezTo>
                  <a:cubicBezTo>
                    <a:pt x="14398" y="1351"/>
                    <a:pt x="13715" y="1331"/>
                    <a:pt x="12986" y="1331"/>
                  </a:cubicBezTo>
                  <a:cubicBezTo>
                    <a:pt x="11344" y="1331"/>
                    <a:pt x="9466" y="1431"/>
                    <a:pt x="7406" y="2078"/>
                  </a:cubicBezTo>
                  <a:cubicBezTo>
                    <a:pt x="5371" y="2711"/>
                    <a:pt x="1569" y="4779"/>
                    <a:pt x="1569" y="4779"/>
                  </a:cubicBezTo>
                  <a:lnTo>
                    <a:pt x="1" y="21692"/>
                  </a:lnTo>
                  <a:cubicBezTo>
                    <a:pt x="3899" y="23021"/>
                    <a:pt x="8380" y="23611"/>
                    <a:pt x="11570" y="23611"/>
                  </a:cubicBezTo>
                  <a:cubicBezTo>
                    <a:pt x="13021" y="23611"/>
                    <a:pt x="14205" y="23489"/>
                    <a:pt x="14945" y="23259"/>
                  </a:cubicBezTo>
                  <a:cubicBezTo>
                    <a:pt x="17313" y="22525"/>
                    <a:pt x="24318" y="16521"/>
                    <a:pt x="25619" y="14820"/>
                  </a:cubicBezTo>
                  <a:cubicBezTo>
                    <a:pt x="26920" y="13152"/>
                    <a:pt x="25552" y="4846"/>
                    <a:pt x="25186" y="3012"/>
                  </a:cubicBezTo>
                  <a:cubicBezTo>
                    <a:pt x="25021" y="2188"/>
                    <a:pt x="24494" y="1494"/>
                    <a:pt x="23815" y="1494"/>
                  </a:cubicBezTo>
                  <a:cubicBezTo>
                    <a:pt x="23258" y="1494"/>
                    <a:pt x="22597" y="1963"/>
                    <a:pt x="21950" y="3212"/>
                  </a:cubicBezTo>
                  <a:cubicBezTo>
                    <a:pt x="20115" y="6814"/>
                    <a:pt x="21116" y="10750"/>
                    <a:pt x="20349" y="11618"/>
                  </a:cubicBezTo>
                  <a:cubicBezTo>
                    <a:pt x="19861" y="12169"/>
                    <a:pt x="18010" y="12694"/>
                    <a:pt x="16410" y="12694"/>
                  </a:cubicBezTo>
                  <a:cubicBezTo>
                    <a:pt x="15494" y="12694"/>
                    <a:pt x="14660" y="12522"/>
                    <a:pt x="14211" y="12085"/>
                  </a:cubicBezTo>
                  <a:cubicBezTo>
                    <a:pt x="13444" y="11384"/>
                    <a:pt x="13210" y="9116"/>
                    <a:pt x="14445" y="7748"/>
                  </a:cubicBezTo>
                  <a:cubicBezTo>
                    <a:pt x="15712" y="6414"/>
                    <a:pt x="17780" y="6481"/>
                    <a:pt x="19882" y="5146"/>
                  </a:cubicBezTo>
                  <a:cubicBezTo>
                    <a:pt x="21950" y="3845"/>
                    <a:pt x="22851" y="610"/>
                    <a:pt x="22050" y="143"/>
                  </a:cubicBezTo>
                  <a:cubicBezTo>
                    <a:pt x="21891" y="44"/>
                    <a:pt x="21735" y="1"/>
                    <a:pt x="21560" y="1"/>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7"/>
            <p:cNvSpPr/>
            <p:nvPr/>
          </p:nvSpPr>
          <p:spPr>
            <a:xfrm>
              <a:off x="4332731" y="3615664"/>
              <a:ext cx="428737" cy="203406"/>
            </a:xfrm>
            <a:custGeom>
              <a:avLst/>
              <a:gdLst/>
              <a:ahLst/>
              <a:cxnLst/>
              <a:rect l="l" t="t" r="r" b="b"/>
              <a:pathLst>
                <a:path w="21550" h="10224" extrusionOk="0">
                  <a:moveTo>
                    <a:pt x="18729" y="1"/>
                  </a:moveTo>
                  <a:cubicBezTo>
                    <a:pt x="15655" y="1"/>
                    <a:pt x="10006" y="3385"/>
                    <a:pt x="9074" y="3625"/>
                  </a:cubicBezTo>
                  <a:cubicBezTo>
                    <a:pt x="8211" y="3846"/>
                    <a:pt x="7290" y="3931"/>
                    <a:pt x="6387" y="3931"/>
                  </a:cubicBezTo>
                  <a:cubicBezTo>
                    <a:pt x="3485" y="3931"/>
                    <a:pt x="768" y="3058"/>
                    <a:pt x="768" y="3058"/>
                  </a:cubicBezTo>
                  <a:lnTo>
                    <a:pt x="1" y="9896"/>
                  </a:lnTo>
                  <a:cubicBezTo>
                    <a:pt x="1050" y="10091"/>
                    <a:pt x="2520" y="10224"/>
                    <a:pt x="4149" y="10224"/>
                  </a:cubicBezTo>
                  <a:cubicBezTo>
                    <a:pt x="6973" y="10224"/>
                    <a:pt x="10277" y="9825"/>
                    <a:pt x="12710" y="8662"/>
                  </a:cubicBezTo>
                  <a:cubicBezTo>
                    <a:pt x="15278" y="7361"/>
                    <a:pt x="21550" y="2624"/>
                    <a:pt x="20449" y="756"/>
                  </a:cubicBezTo>
                  <a:cubicBezTo>
                    <a:pt x="20119" y="217"/>
                    <a:pt x="19506" y="1"/>
                    <a:pt x="18729" y="1"/>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7"/>
            <p:cNvSpPr/>
            <p:nvPr/>
          </p:nvSpPr>
          <p:spPr>
            <a:xfrm>
              <a:off x="4431634" y="3636674"/>
              <a:ext cx="191131" cy="59247"/>
            </a:xfrm>
            <a:custGeom>
              <a:avLst/>
              <a:gdLst/>
              <a:ahLst/>
              <a:cxnLst/>
              <a:rect l="l" t="t" r="r" b="b"/>
              <a:pathLst>
                <a:path w="9607" h="2978" extrusionOk="0">
                  <a:moveTo>
                    <a:pt x="9607" y="0"/>
                  </a:moveTo>
                  <a:lnTo>
                    <a:pt x="9607" y="0"/>
                  </a:lnTo>
                  <a:cubicBezTo>
                    <a:pt x="8773" y="267"/>
                    <a:pt x="8006" y="601"/>
                    <a:pt x="7205" y="968"/>
                  </a:cubicBezTo>
                  <a:lnTo>
                    <a:pt x="4904" y="2002"/>
                  </a:lnTo>
                  <a:cubicBezTo>
                    <a:pt x="4537" y="2169"/>
                    <a:pt x="4136" y="2302"/>
                    <a:pt x="3736" y="2402"/>
                  </a:cubicBezTo>
                  <a:cubicBezTo>
                    <a:pt x="3336" y="2535"/>
                    <a:pt x="2935" y="2602"/>
                    <a:pt x="2535" y="2636"/>
                  </a:cubicBezTo>
                  <a:cubicBezTo>
                    <a:pt x="1701" y="2736"/>
                    <a:pt x="834" y="2769"/>
                    <a:pt x="0" y="2802"/>
                  </a:cubicBezTo>
                  <a:cubicBezTo>
                    <a:pt x="691" y="2913"/>
                    <a:pt x="1405" y="2978"/>
                    <a:pt x="2103" y="2978"/>
                  </a:cubicBezTo>
                  <a:cubicBezTo>
                    <a:pt x="2248" y="2978"/>
                    <a:pt x="2392" y="2975"/>
                    <a:pt x="2535" y="2969"/>
                  </a:cubicBezTo>
                  <a:cubicBezTo>
                    <a:pt x="2969" y="2969"/>
                    <a:pt x="3402" y="2902"/>
                    <a:pt x="3836" y="2802"/>
                  </a:cubicBezTo>
                  <a:cubicBezTo>
                    <a:pt x="4270" y="2702"/>
                    <a:pt x="4670" y="2569"/>
                    <a:pt x="5070" y="2402"/>
                  </a:cubicBezTo>
                  <a:cubicBezTo>
                    <a:pt x="5871" y="2035"/>
                    <a:pt x="6605" y="1668"/>
                    <a:pt x="7372" y="1268"/>
                  </a:cubicBezTo>
                  <a:cubicBezTo>
                    <a:pt x="8106" y="834"/>
                    <a:pt x="8840" y="434"/>
                    <a:pt x="96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7"/>
            <p:cNvSpPr/>
            <p:nvPr/>
          </p:nvSpPr>
          <p:spPr>
            <a:xfrm>
              <a:off x="4320137" y="3691348"/>
              <a:ext cx="438685" cy="159041"/>
            </a:xfrm>
            <a:custGeom>
              <a:avLst/>
              <a:gdLst/>
              <a:ahLst/>
              <a:cxnLst/>
              <a:rect l="l" t="t" r="r" b="b"/>
              <a:pathLst>
                <a:path w="22050" h="7994" extrusionOk="0">
                  <a:moveTo>
                    <a:pt x="18808" y="1"/>
                  </a:moveTo>
                  <a:cubicBezTo>
                    <a:pt x="15677" y="1"/>
                    <a:pt x="10674" y="1950"/>
                    <a:pt x="9807" y="2022"/>
                  </a:cubicBezTo>
                  <a:cubicBezTo>
                    <a:pt x="9576" y="2041"/>
                    <a:pt x="9343" y="2050"/>
                    <a:pt x="9108" y="2050"/>
                  </a:cubicBezTo>
                  <a:cubicBezTo>
                    <a:pt x="5617" y="2050"/>
                    <a:pt x="1868" y="88"/>
                    <a:pt x="1868" y="88"/>
                  </a:cubicBezTo>
                  <a:lnTo>
                    <a:pt x="0" y="6626"/>
                  </a:lnTo>
                  <a:cubicBezTo>
                    <a:pt x="1845" y="7286"/>
                    <a:pt x="5120" y="7993"/>
                    <a:pt x="8297" y="7993"/>
                  </a:cubicBezTo>
                  <a:cubicBezTo>
                    <a:pt x="9773" y="7993"/>
                    <a:pt x="11229" y="7841"/>
                    <a:pt x="12509" y="7460"/>
                  </a:cubicBezTo>
                  <a:cubicBezTo>
                    <a:pt x="15211" y="6659"/>
                    <a:pt x="22049" y="3090"/>
                    <a:pt x="21249" y="1088"/>
                  </a:cubicBezTo>
                  <a:cubicBezTo>
                    <a:pt x="20942" y="290"/>
                    <a:pt x="20014" y="1"/>
                    <a:pt x="18808" y="1"/>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7"/>
            <p:cNvSpPr/>
            <p:nvPr/>
          </p:nvSpPr>
          <p:spPr>
            <a:xfrm>
              <a:off x="4430958" y="3688702"/>
              <a:ext cx="286050" cy="48862"/>
            </a:xfrm>
            <a:custGeom>
              <a:avLst/>
              <a:gdLst/>
              <a:ahLst/>
              <a:cxnLst/>
              <a:rect l="l" t="t" r="r" b="b"/>
              <a:pathLst>
                <a:path w="14378" h="2456" extrusionOk="0">
                  <a:moveTo>
                    <a:pt x="12940" y="1"/>
                  </a:moveTo>
                  <a:cubicBezTo>
                    <a:pt x="12818" y="1"/>
                    <a:pt x="12696" y="7"/>
                    <a:pt x="12576" y="21"/>
                  </a:cubicBezTo>
                  <a:cubicBezTo>
                    <a:pt x="11943" y="54"/>
                    <a:pt x="11342" y="154"/>
                    <a:pt x="10742" y="321"/>
                  </a:cubicBezTo>
                  <a:cubicBezTo>
                    <a:pt x="9541" y="554"/>
                    <a:pt x="8340" y="854"/>
                    <a:pt x="7139" y="1155"/>
                  </a:cubicBezTo>
                  <a:cubicBezTo>
                    <a:pt x="6539" y="1321"/>
                    <a:pt x="5972" y="1488"/>
                    <a:pt x="5371" y="1622"/>
                  </a:cubicBezTo>
                  <a:lnTo>
                    <a:pt x="4471" y="1889"/>
                  </a:lnTo>
                  <a:cubicBezTo>
                    <a:pt x="4204" y="1955"/>
                    <a:pt x="3903" y="2022"/>
                    <a:pt x="3603" y="2055"/>
                  </a:cubicBezTo>
                  <a:cubicBezTo>
                    <a:pt x="3453" y="2064"/>
                    <a:pt x="3303" y="2068"/>
                    <a:pt x="3153" y="2068"/>
                  </a:cubicBezTo>
                  <a:cubicBezTo>
                    <a:pt x="2703" y="2068"/>
                    <a:pt x="2252" y="2030"/>
                    <a:pt x="1802" y="1955"/>
                  </a:cubicBezTo>
                  <a:cubicBezTo>
                    <a:pt x="1202" y="1855"/>
                    <a:pt x="601" y="1722"/>
                    <a:pt x="1" y="1588"/>
                  </a:cubicBezTo>
                  <a:lnTo>
                    <a:pt x="1" y="1588"/>
                  </a:lnTo>
                  <a:cubicBezTo>
                    <a:pt x="1168" y="2122"/>
                    <a:pt x="2402" y="2389"/>
                    <a:pt x="3670" y="2456"/>
                  </a:cubicBezTo>
                  <a:cubicBezTo>
                    <a:pt x="3970" y="2422"/>
                    <a:pt x="4304" y="2389"/>
                    <a:pt x="4604" y="2289"/>
                  </a:cubicBezTo>
                  <a:lnTo>
                    <a:pt x="5505" y="2055"/>
                  </a:lnTo>
                  <a:lnTo>
                    <a:pt x="7239" y="1588"/>
                  </a:lnTo>
                  <a:cubicBezTo>
                    <a:pt x="8440" y="1255"/>
                    <a:pt x="9608" y="955"/>
                    <a:pt x="10808" y="621"/>
                  </a:cubicBezTo>
                  <a:cubicBezTo>
                    <a:pt x="11375" y="454"/>
                    <a:pt x="11976" y="287"/>
                    <a:pt x="12576" y="187"/>
                  </a:cubicBezTo>
                  <a:cubicBezTo>
                    <a:pt x="12792" y="151"/>
                    <a:pt x="13012" y="133"/>
                    <a:pt x="13231" y="133"/>
                  </a:cubicBezTo>
                  <a:cubicBezTo>
                    <a:pt x="13623" y="133"/>
                    <a:pt x="14014" y="192"/>
                    <a:pt x="14378" y="321"/>
                  </a:cubicBezTo>
                  <a:cubicBezTo>
                    <a:pt x="13924" y="107"/>
                    <a:pt x="13428" y="1"/>
                    <a:pt x="129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7"/>
            <p:cNvSpPr/>
            <p:nvPr/>
          </p:nvSpPr>
          <p:spPr>
            <a:xfrm>
              <a:off x="4279648" y="3758159"/>
              <a:ext cx="411389" cy="137554"/>
            </a:xfrm>
            <a:custGeom>
              <a:avLst/>
              <a:gdLst/>
              <a:ahLst/>
              <a:cxnLst/>
              <a:rect l="l" t="t" r="r" b="b"/>
              <a:pathLst>
                <a:path w="20678" h="6914" extrusionOk="0">
                  <a:moveTo>
                    <a:pt x="18313" y="0"/>
                  </a:moveTo>
                  <a:cubicBezTo>
                    <a:pt x="16727" y="0"/>
                    <a:pt x="14643" y="482"/>
                    <a:pt x="13443" y="733"/>
                  </a:cubicBezTo>
                  <a:cubicBezTo>
                    <a:pt x="13017" y="825"/>
                    <a:pt x="12568" y="863"/>
                    <a:pt x="12119" y="863"/>
                  </a:cubicBezTo>
                  <a:cubicBezTo>
                    <a:pt x="10144" y="863"/>
                    <a:pt x="8173" y="132"/>
                    <a:pt x="8173" y="132"/>
                  </a:cubicBezTo>
                  <a:lnTo>
                    <a:pt x="0" y="6737"/>
                  </a:lnTo>
                  <a:cubicBezTo>
                    <a:pt x="1446" y="6858"/>
                    <a:pt x="3167" y="6913"/>
                    <a:pt x="4856" y="6913"/>
                  </a:cubicBezTo>
                  <a:cubicBezTo>
                    <a:pt x="7802" y="6913"/>
                    <a:pt x="10651" y="6746"/>
                    <a:pt x="11775" y="6470"/>
                  </a:cubicBezTo>
                  <a:cubicBezTo>
                    <a:pt x="13543" y="6036"/>
                    <a:pt x="19981" y="3568"/>
                    <a:pt x="20415" y="1533"/>
                  </a:cubicBezTo>
                  <a:cubicBezTo>
                    <a:pt x="20678" y="359"/>
                    <a:pt x="19681" y="0"/>
                    <a:pt x="18313" y="0"/>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7"/>
            <p:cNvSpPr/>
            <p:nvPr/>
          </p:nvSpPr>
          <p:spPr>
            <a:xfrm>
              <a:off x="4229868" y="3712896"/>
              <a:ext cx="456610" cy="69135"/>
            </a:xfrm>
            <a:custGeom>
              <a:avLst/>
              <a:gdLst/>
              <a:ahLst/>
              <a:cxnLst/>
              <a:rect l="l" t="t" r="r" b="b"/>
              <a:pathLst>
                <a:path w="22951" h="3475" extrusionOk="0">
                  <a:moveTo>
                    <a:pt x="3343" y="0"/>
                  </a:moveTo>
                  <a:cubicBezTo>
                    <a:pt x="3241" y="0"/>
                    <a:pt x="3138" y="2"/>
                    <a:pt x="3036" y="5"/>
                  </a:cubicBezTo>
                  <a:cubicBezTo>
                    <a:pt x="2002" y="5"/>
                    <a:pt x="1001" y="105"/>
                    <a:pt x="0" y="339"/>
                  </a:cubicBezTo>
                  <a:cubicBezTo>
                    <a:pt x="743" y="215"/>
                    <a:pt x="1485" y="147"/>
                    <a:pt x="2241" y="147"/>
                  </a:cubicBezTo>
                  <a:cubicBezTo>
                    <a:pt x="2504" y="147"/>
                    <a:pt x="2769" y="155"/>
                    <a:pt x="3036" y="172"/>
                  </a:cubicBezTo>
                  <a:cubicBezTo>
                    <a:pt x="4037" y="206"/>
                    <a:pt x="5037" y="339"/>
                    <a:pt x="6005" y="606"/>
                  </a:cubicBezTo>
                  <a:cubicBezTo>
                    <a:pt x="7906" y="1206"/>
                    <a:pt x="9707" y="2174"/>
                    <a:pt x="11642" y="2841"/>
                  </a:cubicBezTo>
                  <a:cubicBezTo>
                    <a:pt x="12609" y="3174"/>
                    <a:pt x="13644" y="3374"/>
                    <a:pt x="14678" y="3374"/>
                  </a:cubicBezTo>
                  <a:cubicBezTo>
                    <a:pt x="15712" y="3341"/>
                    <a:pt x="16712" y="3141"/>
                    <a:pt x="17680" y="2841"/>
                  </a:cubicBezTo>
                  <a:cubicBezTo>
                    <a:pt x="18647" y="2574"/>
                    <a:pt x="19648" y="2374"/>
                    <a:pt x="20649" y="2274"/>
                  </a:cubicBezTo>
                  <a:cubicBezTo>
                    <a:pt x="20815" y="2251"/>
                    <a:pt x="20982" y="2240"/>
                    <a:pt x="21148" y="2240"/>
                  </a:cubicBezTo>
                  <a:cubicBezTo>
                    <a:pt x="21479" y="2240"/>
                    <a:pt x="21805" y="2285"/>
                    <a:pt x="22116" y="2374"/>
                  </a:cubicBezTo>
                  <a:cubicBezTo>
                    <a:pt x="22350" y="2440"/>
                    <a:pt x="22583" y="2574"/>
                    <a:pt x="22717" y="2774"/>
                  </a:cubicBezTo>
                  <a:cubicBezTo>
                    <a:pt x="22850" y="3008"/>
                    <a:pt x="22917" y="3241"/>
                    <a:pt x="22950" y="3475"/>
                  </a:cubicBezTo>
                  <a:cubicBezTo>
                    <a:pt x="22950" y="3241"/>
                    <a:pt x="22883" y="2974"/>
                    <a:pt x="22750" y="2774"/>
                  </a:cubicBezTo>
                  <a:cubicBezTo>
                    <a:pt x="22617" y="2541"/>
                    <a:pt x="22416" y="2374"/>
                    <a:pt x="22183" y="2274"/>
                  </a:cubicBezTo>
                  <a:cubicBezTo>
                    <a:pt x="21812" y="2150"/>
                    <a:pt x="21422" y="2081"/>
                    <a:pt x="21042" y="2081"/>
                  </a:cubicBezTo>
                  <a:cubicBezTo>
                    <a:pt x="20909" y="2081"/>
                    <a:pt x="20778" y="2090"/>
                    <a:pt x="20649" y="2107"/>
                  </a:cubicBezTo>
                  <a:cubicBezTo>
                    <a:pt x="19614" y="2140"/>
                    <a:pt x="18614" y="2307"/>
                    <a:pt x="17646" y="2541"/>
                  </a:cubicBezTo>
                  <a:cubicBezTo>
                    <a:pt x="16679" y="2807"/>
                    <a:pt x="15678" y="2974"/>
                    <a:pt x="14678" y="3008"/>
                  </a:cubicBezTo>
                  <a:cubicBezTo>
                    <a:pt x="13677" y="2974"/>
                    <a:pt x="12710" y="2774"/>
                    <a:pt x="11776" y="2440"/>
                  </a:cubicBezTo>
                  <a:cubicBezTo>
                    <a:pt x="10808" y="2140"/>
                    <a:pt x="9874" y="1740"/>
                    <a:pt x="8940" y="1340"/>
                  </a:cubicBezTo>
                  <a:cubicBezTo>
                    <a:pt x="8006" y="939"/>
                    <a:pt x="7039" y="606"/>
                    <a:pt x="6071" y="339"/>
                  </a:cubicBezTo>
                  <a:cubicBezTo>
                    <a:pt x="5173" y="129"/>
                    <a:pt x="4247" y="0"/>
                    <a:pt x="33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7"/>
            <p:cNvSpPr/>
            <p:nvPr/>
          </p:nvSpPr>
          <p:spPr>
            <a:xfrm>
              <a:off x="3377040" y="2969677"/>
              <a:ext cx="387594" cy="822260"/>
            </a:xfrm>
            <a:custGeom>
              <a:avLst/>
              <a:gdLst/>
              <a:ahLst/>
              <a:cxnLst/>
              <a:rect l="l" t="t" r="r" b="b"/>
              <a:pathLst>
                <a:path w="19482" h="41330" extrusionOk="0">
                  <a:moveTo>
                    <a:pt x="1835" y="0"/>
                  </a:moveTo>
                  <a:cubicBezTo>
                    <a:pt x="634" y="467"/>
                    <a:pt x="1" y="2169"/>
                    <a:pt x="1" y="4370"/>
                  </a:cubicBezTo>
                  <a:cubicBezTo>
                    <a:pt x="1" y="10041"/>
                    <a:pt x="10308" y="35326"/>
                    <a:pt x="15545" y="39729"/>
                  </a:cubicBezTo>
                  <a:cubicBezTo>
                    <a:pt x="16045" y="40129"/>
                    <a:pt x="17480" y="40696"/>
                    <a:pt x="19481" y="41330"/>
                  </a:cubicBezTo>
                  <a:lnTo>
                    <a:pt x="18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7"/>
            <p:cNvSpPr/>
            <p:nvPr/>
          </p:nvSpPr>
          <p:spPr>
            <a:xfrm>
              <a:off x="3361720" y="2957620"/>
              <a:ext cx="311993" cy="486572"/>
            </a:xfrm>
            <a:custGeom>
              <a:avLst/>
              <a:gdLst/>
              <a:ahLst/>
              <a:cxnLst/>
              <a:rect l="l" t="t" r="r" b="b"/>
              <a:pathLst>
                <a:path w="15682" h="24457" extrusionOk="0">
                  <a:moveTo>
                    <a:pt x="2751" y="1"/>
                  </a:moveTo>
                  <a:cubicBezTo>
                    <a:pt x="955" y="1"/>
                    <a:pt x="0" y="1976"/>
                    <a:pt x="504" y="6344"/>
                  </a:cubicBezTo>
                  <a:cubicBezTo>
                    <a:pt x="1071" y="11147"/>
                    <a:pt x="6208" y="24457"/>
                    <a:pt x="6208" y="24457"/>
                  </a:cubicBezTo>
                  <a:lnTo>
                    <a:pt x="15681" y="11614"/>
                  </a:lnTo>
                  <a:cubicBezTo>
                    <a:pt x="15681" y="11614"/>
                    <a:pt x="10544" y="5443"/>
                    <a:pt x="7208" y="2441"/>
                  </a:cubicBezTo>
                  <a:cubicBezTo>
                    <a:pt x="5476" y="854"/>
                    <a:pt x="3932" y="1"/>
                    <a:pt x="2751" y="1"/>
                  </a:cubicBezTo>
                  <a:close/>
                </a:path>
              </a:pathLst>
            </a:custGeom>
            <a:solidFill>
              <a:srgbClr val="757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7"/>
            <p:cNvSpPr/>
            <p:nvPr/>
          </p:nvSpPr>
          <p:spPr>
            <a:xfrm>
              <a:off x="3370395" y="2957720"/>
              <a:ext cx="248230" cy="392906"/>
            </a:xfrm>
            <a:custGeom>
              <a:avLst/>
              <a:gdLst/>
              <a:ahLst/>
              <a:cxnLst/>
              <a:rect l="l" t="t" r="r" b="b"/>
              <a:pathLst>
                <a:path w="12477" h="19749" extrusionOk="0">
                  <a:moveTo>
                    <a:pt x="2670" y="1"/>
                  </a:moveTo>
                  <a:cubicBezTo>
                    <a:pt x="2336" y="34"/>
                    <a:pt x="2002" y="68"/>
                    <a:pt x="1669" y="68"/>
                  </a:cubicBezTo>
                  <a:cubicBezTo>
                    <a:pt x="768" y="401"/>
                    <a:pt x="168" y="1335"/>
                    <a:pt x="1" y="3036"/>
                  </a:cubicBezTo>
                  <a:lnTo>
                    <a:pt x="1936" y="3036"/>
                  </a:lnTo>
                  <a:cubicBezTo>
                    <a:pt x="3159" y="3036"/>
                    <a:pt x="4367" y="3007"/>
                    <a:pt x="5600" y="3007"/>
                  </a:cubicBezTo>
                  <a:cubicBezTo>
                    <a:pt x="6217" y="3007"/>
                    <a:pt x="6839" y="3014"/>
                    <a:pt x="7473" y="3036"/>
                  </a:cubicBezTo>
                  <a:cubicBezTo>
                    <a:pt x="7239" y="2836"/>
                    <a:pt x="7006" y="2603"/>
                    <a:pt x="6839" y="2403"/>
                  </a:cubicBezTo>
                  <a:cubicBezTo>
                    <a:pt x="5238" y="968"/>
                    <a:pt x="3804" y="134"/>
                    <a:pt x="2670" y="1"/>
                  </a:cubicBezTo>
                  <a:close/>
                  <a:moveTo>
                    <a:pt x="7776" y="7433"/>
                  </a:moveTo>
                  <a:cubicBezTo>
                    <a:pt x="7691" y="7433"/>
                    <a:pt x="7606" y="7448"/>
                    <a:pt x="7524" y="7480"/>
                  </a:cubicBezTo>
                  <a:lnTo>
                    <a:pt x="7524" y="7480"/>
                  </a:lnTo>
                  <a:cubicBezTo>
                    <a:pt x="7562" y="7478"/>
                    <a:pt x="7601" y="7475"/>
                    <a:pt x="7640" y="7473"/>
                  </a:cubicBezTo>
                  <a:cubicBezTo>
                    <a:pt x="7735" y="7461"/>
                    <a:pt x="7830" y="7453"/>
                    <a:pt x="7923" y="7448"/>
                  </a:cubicBezTo>
                  <a:lnTo>
                    <a:pt x="7923" y="7448"/>
                  </a:lnTo>
                  <a:cubicBezTo>
                    <a:pt x="7875" y="7438"/>
                    <a:pt x="7826" y="7433"/>
                    <a:pt x="7776" y="7433"/>
                  </a:cubicBezTo>
                  <a:close/>
                  <a:moveTo>
                    <a:pt x="11659" y="7473"/>
                  </a:moveTo>
                  <a:lnTo>
                    <a:pt x="11676" y="7506"/>
                  </a:lnTo>
                  <a:lnTo>
                    <a:pt x="11676" y="7473"/>
                  </a:lnTo>
                  <a:close/>
                  <a:moveTo>
                    <a:pt x="8407" y="7440"/>
                  </a:moveTo>
                  <a:cubicBezTo>
                    <a:pt x="8257" y="7440"/>
                    <a:pt x="8092" y="7440"/>
                    <a:pt x="7923" y="7448"/>
                  </a:cubicBezTo>
                  <a:lnTo>
                    <a:pt x="7923" y="7448"/>
                  </a:lnTo>
                  <a:cubicBezTo>
                    <a:pt x="8038" y="7473"/>
                    <a:pt x="8147" y="7526"/>
                    <a:pt x="8240" y="7606"/>
                  </a:cubicBezTo>
                  <a:cubicBezTo>
                    <a:pt x="8151" y="7617"/>
                    <a:pt x="8059" y="7625"/>
                    <a:pt x="7965" y="7625"/>
                  </a:cubicBezTo>
                  <a:cubicBezTo>
                    <a:pt x="7788" y="7625"/>
                    <a:pt x="7607" y="7599"/>
                    <a:pt x="7437" y="7521"/>
                  </a:cubicBezTo>
                  <a:lnTo>
                    <a:pt x="7437" y="7521"/>
                  </a:lnTo>
                  <a:cubicBezTo>
                    <a:pt x="7466" y="7505"/>
                    <a:pt x="7495" y="7492"/>
                    <a:pt x="7524" y="7480"/>
                  </a:cubicBezTo>
                  <a:lnTo>
                    <a:pt x="7524" y="7480"/>
                  </a:lnTo>
                  <a:cubicBezTo>
                    <a:pt x="5961" y="7586"/>
                    <a:pt x="4400" y="7851"/>
                    <a:pt x="2903" y="8307"/>
                  </a:cubicBezTo>
                  <a:cubicBezTo>
                    <a:pt x="2169" y="8474"/>
                    <a:pt x="1402" y="8574"/>
                    <a:pt x="635" y="8607"/>
                  </a:cubicBezTo>
                  <a:lnTo>
                    <a:pt x="468" y="8607"/>
                  </a:lnTo>
                  <a:cubicBezTo>
                    <a:pt x="668" y="9341"/>
                    <a:pt x="868" y="10108"/>
                    <a:pt x="1102" y="10942"/>
                  </a:cubicBezTo>
                  <a:lnTo>
                    <a:pt x="1569" y="10909"/>
                  </a:lnTo>
                  <a:cubicBezTo>
                    <a:pt x="2703" y="10742"/>
                    <a:pt x="3704" y="10408"/>
                    <a:pt x="4671" y="10175"/>
                  </a:cubicBezTo>
                  <a:cubicBezTo>
                    <a:pt x="5638" y="9975"/>
                    <a:pt x="6439" y="9474"/>
                    <a:pt x="7273" y="9207"/>
                  </a:cubicBezTo>
                  <a:cubicBezTo>
                    <a:pt x="7688" y="9159"/>
                    <a:pt x="8121" y="9128"/>
                    <a:pt x="8559" y="9128"/>
                  </a:cubicBezTo>
                  <a:cubicBezTo>
                    <a:pt x="8719" y="9128"/>
                    <a:pt x="8880" y="9132"/>
                    <a:pt x="9041" y="9141"/>
                  </a:cubicBezTo>
                  <a:cubicBezTo>
                    <a:pt x="9241" y="9141"/>
                    <a:pt x="9408" y="9141"/>
                    <a:pt x="9608" y="9107"/>
                  </a:cubicBezTo>
                  <a:cubicBezTo>
                    <a:pt x="9775" y="9074"/>
                    <a:pt x="9975" y="9074"/>
                    <a:pt x="10175" y="9041"/>
                  </a:cubicBezTo>
                  <a:cubicBezTo>
                    <a:pt x="10575" y="9007"/>
                    <a:pt x="10909" y="8941"/>
                    <a:pt x="11276" y="8874"/>
                  </a:cubicBezTo>
                  <a:lnTo>
                    <a:pt x="11276" y="8874"/>
                  </a:lnTo>
                  <a:lnTo>
                    <a:pt x="9074" y="9074"/>
                  </a:lnTo>
                  <a:cubicBezTo>
                    <a:pt x="9054" y="9075"/>
                    <a:pt x="9037" y="9076"/>
                    <a:pt x="9021" y="9076"/>
                  </a:cubicBezTo>
                  <a:cubicBezTo>
                    <a:pt x="8606" y="9076"/>
                    <a:pt x="9455" y="8671"/>
                    <a:pt x="9808" y="8607"/>
                  </a:cubicBezTo>
                  <a:cubicBezTo>
                    <a:pt x="9823" y="8601"/>
                    <a:pt x="9840" y="8598"/>
                    <a:pt x="9856" y="8598"/>
                  </a:cubicBezTo>
                  <a:cubicBezTo>
                    <a:pt x="9999" y="8598"/>
                    <a:pt x="10190" y="8793"/>
                    <a:pt x="10337" y="8793"/>
                  </a:cubicBezTo>
                  <a:cubicBezTo>
                    <a:pt x="10363" y="8793"/>
                    <a:pt x="10386" y="8787"/>
                    <a:pt x="10408" y="8774"/>
                  </a:cubicBezTo>
                  <a:cubicBezTo>
                    <a:pt x="10775" y="8740"/>
                    <a:pt x="11142" y="8674"/>
                    <a:pt x="11476" y="8540"/>
                  </a:cubicBezTo>
                  <a:cubicBezTo>
                    <a:pt x="11493" y="8534"/>
                    <a:pt x="11508" y="8531"/>
                    <a:pt x="11521" y="8531"/>
                  </a:cubicBezTo>
                  <a:cubicBezTo>
                    <a:pt x="11636" y="8531"/>
                    <a:pt x="11648" y="8743"/>
                    <a:pt x="11699" y="8743"/>
                  </a:cubicBezTo>
                  <a:cubicBezTo>
                    <a:pt x="11702" y="8743"/>
                    <a:pt x="11706" y="8742"/>
                    <a:pt x="11709" y="8740"/>
                  </a:cubicBezTo>
                  <a:cubicBezTo>
                    <a:pt x="11976" y="8674"/>
                    <a:pt x="12243" y="8574"/>
                    <a:pt x="12477" y="8440"/>
                  </a:cubicBezTo>
                  <a:lnTo>
                    <a:pt x="11709" y="7540"/>
                  </a:lnTo>
                  <a:lnTo>
                    <a:pt x="11676" y="7540"/>
                  </a:lnTo>
                  <a:lnTo>
                    <a:pt x="11676" y="7506"/>
                  </a:lnTo>
                  <a:lnTo>
                    <a:pt x="11609" y="7506"/>
                  </a:lnTo>
                  <a:cubicBezTo>
                    <a:pt x="11476" y="7506"/>
                    <a:pt x="11342" y="7506"/>
                    <a:pt x="11242" y="7540"/>
                  </a:cubicBezTo>
                  <a:lnTo>
                    <a:pt x="11442" y="7540"/>
                  </a:lnTo>
                  <a:cubicBezTo>
                    <a:pt x="11398" y="7549"/>
                    <a:pt x="11355" y="7553"/>
                    <a:pt x="11315" y="7553"/>
                  </a:cubicBezTo>
                  <a:cubicBezTo>
                    <a:pt x="11204" y="7553"/>
                    <a:pt x="11107" y="7522"/>
                    <a:pt x="11009" y="7473"/>
                  </a:cubicBezTo>
                  <a:lnTo>
                    <a:pt x="11659" y="7473"/>
                  </a:lnTo>
                  <a:lnTo>
                    <a:pt x="11643" y="7440"/>
                  </a:lnTo>
                  <a:lnTo>
                    <a:pt x="10975" y="7440"/>
                  </a:lnTo>
                  <a:lnTo>
                    <a:pt x="10775" y="7473"/>
                  </a:lnTo>
                  <a:cubicBezTo>
                    <a:pt x="10659" y="7506"/>
                    <a:pt x="10533" y="7531"/>
                    <a:pt x="10421" y="7531"/>
                  </a:cubicBezTo>
                  <a:cubicBezTo>
                    <a:pt x="10308" y="7531"/>
                    <a:pt x="10208" y="7506"/>
                    <a:pt x="10142" y="7440"/>
                  </a:cubicBezTo>
                  <a:lnTo>
                    <a:pt x="9975" y="7440"/>
                  </a:lnTo>
                  <a:lnTo>
                    <a:pt x="10008" y="7473"/>
                  </a:lnTo>
                  <a:lnTo>
                    <a:pt x="9941" y="7440"/>
                  </a:lnTo>
                  <a:close/>
                  <a:moveTo>
                    <a:pt x="8323" y="16626"/>
                  </a:moveTo>
                  <a:cubicBezTo>
                    <a:pt x="7844" y="16626"/>
                    <a:pt x="7358" y="16648"/>
                    <a:pt x="6873" y="16680"/>
                  </a:cubicBezTo>
                  <a:cubicBezTo>
                    <a:pt x="6222" y="16730"/>
                    <a:pt x="5572" y="16755"/>
                    <a:pt x="4921" y="16755"/>
                  </a:cubicBezTo>
                  <a:cubicBezTo>
                    <a:pt x="4271" y="16755"/>
                    <a:pt x="3620" y="16730"/>
                    <a:pt x="2970" y="16680"/>
                  </a:cubicBezTo>
                  <a:lnTo>
                    <a:pt x="2970" y="16680"/>
                  </a:lnTo>
                  <a:cubicBezTo>
                    <a:pt x="3303" y="17714"/>
                    <a:pt x="3670" y="18714"/>
                    <a:pt x="4004" y="19615"/>
                  </a:cubicBezTo>
                  <a:cubicBezTo>
                    <a:pt x="4604" y="19648"/>
                    <a:pt x="5171" y="19682"/>
                    <a:pt x="5772" y="19682"/>
                  </a:cubicBezTo>
                  <a:cubicBezTo>
                    <a:pt x="6939" y="19715"/>
                    <a:pt x="8073" y="19715"/>
                    <a:pt x="9241" y="19748"/>
                  </a:cubicBezTo>
                  <a:lnTo>
                    <a:pt x="11276" y="17046"/>
                  </a:lnTo>
                  <a:cubicBezTo>
                    <a:pt x="10364" y="16727"/>
                    <a:pt x="9358" y="16626"/>
                    <a:pt x="8323" y="1662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7"/>
            <p:cNvSpPr/>
            <p:nvPr/>
          </p:nvSpPr>
          <p:spPr>
            <a:xfrm>
              <a:off x="3479446" y="3175144"/>
              <a:ext cx="165546" cy="227141"/>
            </a:xfrm>
            <a:custGeom>
              <a:avLst/>
              <a:gdLst/>
              <a:ahLst/>
              <a:cxnLst/>
              <a:rect l="l" t="t" r="r" b="b"/>
              <a:pathLst>
                <a:path w="8321" h="11417" extrusionOk="0">
                  <a:moveTo>
                    <a:pt x="8234" y="1"/>
                  </a:moveTo>
                  <a:cubicBezTo>
                    <a:pt x="8219" y="1"/>
                    <a:pt x="8205" y="5"/>
                    <a:pt x="8196" y="14"/>
                  </a:cubicBezTo>
                  <a:cubicBezTo>
                    <a:pt x="7529" y="948"/>
                    <a:pt x="4594" y="4584"/>
                    <a:pt x="3927" y="5518"/>
                  </a:cubicBezTo>
                  <a:cubicBezTo>
                    <a:pt x="2559" y="7419"/>
                    <a:pt x="1291" y="9354"/>
                    <a:pt x="24" y="11322"/>
                  </a:cubicBezTo>
                  <a:cubicBezTo>
                    <a:pt x="0" y="11369"/>
                    <a:pt x="27" y="11417"/>
                    <a:pt x="56" y="11417"/>
                  </a:cubicBezTo>
                  <a:cubicBezTo>
                    <a:pt x="68" y="11417"/>
                    <a:pt x="81" y="11408"/>
                    <a:pt x="91" y="11389"/>
                  </a:cubicBezTo>
                  <a:cubicBezTo>
                    <a:pt x="1425" y="9488"/>
                    <a:pt x="2759" y="7853"/>
                    <a:pt x="4127" y="5985"/>
                  </a:cubicBezTo>
                  <a:cubicBezTo>
                    <a:pt x="4827" y="5018"/>
                    <a:pt x="7529" y="1315"/>
                    <a:pt x="8296" y="81"/>
                  </a:cubicBezTo>
                  <a:cubicBezTo>
                    <a:pt x="8321" y="32"/>
                    <a:pt x="8274" y="1"/>
                    <a:pt x="82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7"/>
            <p:cNvSpPr/>
            <p:nvPr/>
          </p:nvSpPr>
          <p:spPr>
            <a:xfrm>
              <a:off x="3362437" y="2958396"/>
              <a:ext cx="286050" cy="485796"/>
            </a:xfrm>
            <a:custGeom>
              <a:avLst/>
              <a:gdLst/>
              <a:ahLst/>
              <a:cxnLst/>
              <a:rect l="l" t="t" r="r" b="b"/>
              <a:pathLst>
                <a:path w="14378" h="24418" extrusionOk="0">
                  <a:moveTo>
                    <a:pt x="2302" y="0"/>
                  </a:moveTo>
                  <a:cubicBezTo>
                    <a:pt x="768" y="267"/>
                    <a:pt x="1" y="2269"/>
                    <a:pt x="468" y="6271"/>
                  </a:cubicBezTo>
                  <a:cubicBezTo>
                    <a:pt x="1035" y="11108"/>
                    <a:pt x="6172" y="24418"/>
                    <a:pt x="6172" y="24418"/>
                  </a:cubicBezTo>
                  <a:lnTo>
                    <a:pt x="14378" y="13310"/>
                  </a:lnTo>
                  <a:lnTo>
                    <a:pt x="23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7"/>
            <p:cNvSpPr/>
            <p:nvPr/>
          </p:nvSpPr>
          <p:spPr>
            <a:xfrm>
              <a:off x="2980153" y="2942678"/>
              <a:ext cx="717434" cy="837977"/>
            </a:xfrm>
            <a:custGeom>
              <a:avLst/>
              <a:gdLst/>
              <a:ahLst/>
              <a:cxnLst/>
              <a:rect l="l" t="t" r="r" b="b"/>
              <a:pathLst>
                <a:path w="36061" h="42120" extrusionOk="0">
                  <a:moveTo>
                    <a:pt x="18197" y="0"/>
                  </a:moveTo>
                  <a:cubicBezTo>
                    <a:pt x="16145" y="0"/>
                    <a:pt x="13983" y="965"/>
                    <a:pt x="11843" y="3325"/>
                  </a:cubicBezTo>
                  <a:cubicBezTo>
                    <a:pt x="8707" y="6828"/>
                    <a:pt x="3704" y="13166"/>
                    <a:pt x="1402" y="19370"/>
                  </a:cubicBezTo>
                  <a:cubicBezTo>
                    <a:pt x="1" y="23073"/>
                    <a:pt x="1769" y="28043"/>
                    <a:pt x="1769" y="28043"/>
                  </a:cubicBezTo>
                  <a:cubicBezTo>
                    <a:pt x="234" y="36449"/>
                    <a:pt x="368" y="42120"/>
                    <a:pt x="368" y="42120"/>
                  </a:cubicBezTo>
                  <a:lnTo>
                    <a:pt x="35960" y="42120"/>
                  </a:lnTo>
                  <a:lnTo>
                    <a:pt x="34426" y="27109"/>
                  </a:lnTo>
                  <a:cubicBezTo>
                    <a:pt x="34426" y="27109"/>
                    <a:pt x="36060" y="24474"/>
                    <a:pt x="35059" y="19871"/>
                  </a:cubicBezTo>
                  <a:cubicBezTo>
                    <a:pt x="33925" y="14667"/>
                    <a:pt x="25352" y="3892"/>
                    <a:pt x="24485" y="3025"/>
                  </a:cubicBezTo>
                  <a:cubicBezTo>
                    <a:pt x="22652" y="1210"/>
                    <a:pt x="20494" y="0"/>
                    <a:pt x="18197" y="0"/>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7"/>
            <p:cNvSpPr/>
            <p:nvPr/>
          </p:nvSpPr>
          <p:spPr>
            <a:xfrm>
              <a:off x="2980153" y="2942360"/>
              <a:ext cx="717434" cy="659121"/>
            </a:xfrm>
            <a:custGeom>
              <a:avLst/>
              <a:gdLst/>
              <a:ahLst/>
              <a:cxnLst/>
              <a:rect l="l" t="t" r="r" b="b"/>
              <a:pathLst>
                <a:path w="36061" h="33130" extrusionOk="0">
                  <a:moveTo>
                    <a:pt x="18222" y="1"/>
                  </a:moveTo>
                  <a:cubicBezTo>
                    <a:pt x="16163" y="1"/>
                    <a:pt x="13992" y="971"/>
                    <a:pt x="11843" y="3341"/>
                  </a:cubicBezTo>
                  <a:cubicBezTo>
                    <a:pt x="8707" y="6844"/>
                    <a:pt x="3704" y="13148"/>
                    <a:pt x="1402" y="19386"/>
                  </a:cubicBezTo>
                  <a:cubicBezTo>
                    <a:pt x="1" y="23089"/>
                    <a:pt x="1769" y="28059"/>
                    <a:pt x="1769" y="28059"/>
                  </a:cubicBezTo>
                  <a:cubicBezTo>
                    <a:pt x="1435" y="29894"/>
                    <a:pt x="1202" y="31595"/>
                    <a:pt x="1002" y="33129"/>
                  </a:cubicBezTo>
                  <a:lnTo>
                    <a:pt x="35026" y="33129"/>
                  </a:lnTo>
                  <a:lnTo>
                    <a:pt x="34426" y="27125"/>
                  </a:lnTo>
                  <a:cubicBezTo>
                    <a:pt x="34426" y="27125"/>
                    <a:pt x="36060" y="24490"/>
                    <a:pt x="35059" y="19887"/>
                  </a:cubicBezTo>
                  <a:cubicBezTo>
                    <a:pt x="33892" y="14683"/>
                    <a:pt x="25352" y="3875"/>
                    <a:pt x="24485" y="3008"/>
                  </a:cubicBezTo>
                  <a:cubicBezTo>
                    <a:pt x="22659" y="1199"/>
                    <a:pt x="20510" y="1"/>
                    <a:pt x="182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7"/>
            <p:cNvSpPr/>
            <p:nvPr/>
          </p:nvSpPr>
          <p:spPr>
            <a:xfrm>
              <a:off x="3163336" y="3470760"/>
              <a:ext cx="233627" cy="37840"/>
            </a:xfrm>
            <a:custGeom>
              <a:avLst/>
              <a:gdLst/>
              <a:ahLst/>
              <a:cxnLst/>
              <a:rect l="l" t="t" r="r" b="b"/>
              <a:pathLst>
                <a:path w="11743" h="1902" extrusionOk="0">
                  <a:moveTo>
                    <a:pt x="11676" y="0"/>
                  </a:moveTo>
                  <a:cubicBezTo>
                    <a:pt x="9707" y="0"/>
                    <a:pt x="7739" y="200"/>
                    <a:pt x="5838" y="534"/>
                  </a:cubicBezTo>
                  <a:cubicBezTo>
                    <a:pt x="4871" y="701"/>
                    <a:pt x="3903" y="934"/>
                    <a:pt x="2969" y="1201"/>
                  </a:cubicBezTo>
                  <a:cubicBezTo>
                    <a:pt x="2502" y="1334"/>
                    <a:pt x="2035" y="1434"/>
                    <a:pt x="1568" y="1534"/>
                  </a:cubicBezTo>
                  <a:cubicBezTo>
                    <a:pt x="1154" y="1645"/>
                    <a:pt x="739" y="1710"/>
                    <a:pt x="325" y="1710"/>
                  </a:cubicBezTo>
                  <a:cubicBezTo>
                    <a:pt x="239" y="1710"/>
                    <a:pt x="153" y="1707"/>
                    <a:pt x="67" y="1701"/>
                  </a:cubicBezTo>
                  <a:cubicBezTo>
                    <a:pt x="1" y="1701"/>
                    <a:pt x="1" y="1801"/>
                    <a:pt x="67" y="1801"/>
                  </a:cubicBezTo>
                  <a:cubicBezTo>
                    <a:pt x="534" y="1868"/>
                    <a:pt x="1001" y="1901"/>
                    <a:pt x="1468" y="1901"/>
                  </a:cubicBezTo>
                  <a:cubicBezTo>
                    <a:pt x="1935" y="1868"/>
                    <a:pt x="2402" y="1835"/>
                    <a:pt x="2869" y="1735"/>
                  </a:cubicBezTo>
                  <a:cubicBezTo>
                    <a:pt x="3837" y="1568"/>
                    <a:pt x="4804" y="1301"/>
                    <a:pt x="5771" y="1134"/>
                  </a:cubicBezTo>
                  <a:cubicBezTo>
                    <a:pt x="7739" y="767"/>
                    <a:pt x="9674" y="400"/>
                    <a:pt x="11676" y="167"/>
                  </a:cubicBezTo>
                  <a:cubicBezTo>
                    <a:pt x="11742" y="167"/>
                    <a:pt x="11742" y="0"/>
                    <a:pt x="1167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7"/>
            <p:cNvSpPr/>
            <p:nvPr/>
          </p:nvSpPr>
          <p:spPr>
            <a:xfrm>
              <a:off x="3295407" y="3502355"/>
              <a:ext cx="192484" cy="18184"/>
            </a:xfrm>
            <a:custGeom>
              <a:avLst/>
              <a:gdLst/>
              <a:ahLst/>
              <a:cxnLst/>
              <a:rect l="l" t="t" r="r" b="b"/>
              <a:pathLst>
                <a:path w="9675" h="914" extrusionOk="0">
                  <a:moveTo>
                    <a:pt x="3079" y="0"/>
                  </a:moveTo>
                  <a:cubicBezTo>
                    <a:pt x="2865" y="0"/>
                    <a:pt x="2650" y="4"/>
                    <a:pt x="2436" y="13"/>
                  </a:cubicBezTo>
                  <a:cubicBezTo>
                    <a:pt x="2069" y="13"/>
                    <a:pt x="1668" y="47"/>
                    <a:pt x="1302" y="47"/>
                  </a:cubicBezTo>
                  <a:cubicBezTo>
                    <a:pt x="901" y="80"/>
                    <a:pt x="468" y="147"/>
                    <a:pt x="34" y="180"/>
                  </a:cubicBezTo>
                  <a:cubicBezTo>
                    <a:pt x="1" y="180"/>
                    <a:pt x="1" y="247"/>
                    <a:pt x="34" y="247"/>
                  </a:cubicBezTo>
                  <a:cubicBezTo>
                    <a:pt x="468" y="247"/>
                    <a:pt x="835" y="313"/>
                    <a:pt x="1235" y="347"/>
                  </a:cubicBezTo>
                  <a:lnTo>
                    <a:pt x="2436" y="413"/>
                  </a:lnTo>
                  <a:cubicBezTo>
                    <a:pt x="3236" y="480"/>
                    <a:pt x="4037" y="547"/>
                    <a:pt x="4837" y="580"/>
                  </a:cubicBezTo>
                  <a:cubicBezTo>
                    <a:pt x="6439" y="680"/>
                    <a:pt x="8006" y="780"/>
                    <a:pt x="9607" y="914"/>
                  </a:cubicBezTo>
                  <a:cubicBezTo>
                    <a:pt x="9674" y="914"/>
                    <a:pt x="9674" y="780"/>
                    <a:pt x="9607" y="780"/>
                  </a:cubicBezTo>
                  <a:cubicBezTo>
                    <a:pt x="8040" y="447"/>
                    <a:pt x="6439" y="213"/>
                    <a:pt x="4837" y="80"/>
                  </a:cubicBezTo>
                  <a:cubicBezTo>
                    <a:pt x="4251" y="31"/>
                    <a:pt x="3665" y="0"/>
                    <a:pt x="307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7"/>
            <p:cNvSpPr/>
            <p:nvPr/>
          </p:nvSpPr>
          <p:spPr>
            <a:xfrm>
              <a:off x="2579962" y="2951094"/>
              <a:ext cx="1102322" cy="656356"/>
            </a:xfrm>
            <a:custGeom>
              <a:avLst/>
              <a:gdLst/>
              <a:ahLst/>
              <a:cxnLst/>
              <a:rect l="l" t="t" r="r" b="b"/>
              <a:pathLst>
                <a:path w="55407" h="32991" extrusionOk="0">
                  <a:moveTo>
                    <a:pt x="35893" y="0"/>
                  </a:moveTo>
                  <a:cubicBezTo>
                    <a:pt x="34792" y="467"/>
                    <a:pt x="33758" y="1134"/>
                    <a:pt x="32924" y="1968"/>
                  </a:cubicBezTo>
                  <a:cubicBezTo>
                    <a:pt x="33591" y="2169"/>
                    <a:pt x="34258" y="2402"/>
                    <a:pt x="34892" y="2669"/>
                  </a:cubicBezTo>
                  <a:cubicBezTo>
                    <a:pt x="36026" y="3036"/>
                    <a:pt x="37160" y="3236"/>
                    <a:pt x="38361" y="3336"/>
                  </a:cubicBezTo>
                  <a:cubicBezTo>
                    <a:pt x="39462" y="3403"/>
                    <a:pt x="40563" y="3403"/>
                    <a:pt x="41664" y="3403"/>
                  </a:cubicBezTo>
                  <a:cubicBezTo>
                    <a:pt x="42865" y="3369"/>
                    <a:pt x="44032" y="3336"/>
                    <a:pt x="45266" y="3336"/>
                  </a:cubicBezTo>
                  <a:lnTo>
                    <a:pt x="45233" y="3336"/>
                  </a:lnTo>
                  <a:cubicBezTo>
                    <a:pt x="44933" y="2969"/>
                    <a:pt x="44699" y="2702"/>
                    <a:pt x="44599" y="2569"/>
                  </a:cubicBezTo>
                  <a:cubicBezTo>
                    <a:pt x="43732" y="1702"/>
                    <a:pt x="42731" y="968"/>
                    <a:pt x="41664" y="401"/>
                  </a:cubicBezTo>
                  <a:cubicBezTo>
                    <a:pt x="41094" y="461"/>
                    <a:pt x="40531" y="494"/>
                    <a:pt x="39969" y="494"/>
                  </a:cubicBezTo>
                  <a:cubicBezTo>
                    <a:pt x="39280" y="494"/>
                    <a:pt x="38592" y="444"/>
                    <a:pt x="37894" y="334"/>
                  </a:cubicBezTo>
                  <a:lnTo>
                    <a:pt x="36794" y="167"/>
                  </a:lnTo>
                  <a:cubicBezTo>
                    <a:pt x="36627" y="167"/>
                    <a:pt x="36427" y="134"/>
                    <a:pt x="36260" y="67"/>
                  </a:cubicBezTo>
                  <a:lnTo>
                    <a:pt x="35993" y="0"/>
                  </a:lnTo>
                  <a:close/>
                  <a:moveTo>
                    <a:pt x="47519" y="7746"/>
                  </a:moveTo>
                  <a:cubicBezTo>
                    <a:pt x="47681" y="7746"/>
                    <a:pt x="47840" y="7796"/>
                    <a:pt x="47968" y="7906"/>
                  </a:cubicBezTo>
                  <a:cubicBezTo>
                    <a:pt x="47874" y="7930"/>
                    <a:pt x="47775" y="7941"/>
                    <a:pt x="47675" y="7941"/>
                  </a:cubicBezTo>
                  <a:cubicBezTo>
                    <a:pt x="47493" y="7941"/>
                    <a:pt x="47307" y="7904"/>
                    <a:pt x="47134" y="7839"/>
                  </a:cubicBezTo>
                  <a:cubicBezTo>
                    <a:pt x="47254" y="7779"/>
                    <a:pt x="47388" y="7746"/>
                    <a:pt x="47519" y="7746"/>
                  </a:cubicBezTo>
                  <a:close/>
                  <a:moveTo>
                    <a:pt x="29121" y="6238"/>
                  </a:moveTo>
                  <a:cubicBezTo>
                    <a:pt x="28388" y="7172"/>
                    <a:pt x="27620" y="8173"/>
                    <a:pt x="26886" y="9240"/>
                  </a:cubicBezTo>
                  <a:lnTo>
                    <a:pt x="26920" y="9240"/>
                  </a:lnTo>
                  <a:cubicBezTo>
                    <a:pt x="27613" y="9204"/>
                    <a:pt x="28306" y="9147"/>
                    <a:pt x="28972" y="9147"/>
                  </a:cubicBezTo>
                  <a:cubicBezTo>
                    <a:pt x="29524" y="9147"/>
                    <a:pt x="30057" y="9186"/>
                    <a:pt x="30556" y="9307"/>
                  </a:cubicBezTo>
                  <a:cubicBezTo>
                    <a:pt x="30823" y="9374"/>
                    <a:pt x="31089" y="9407"/>
                    <a:pt x="31390" y="9474"/>
                  </a:cubicBezTo>
                  <a:cubicBezTo>
                    <a:pt x="31523" y="9474"/>
                    <a:pt x="31657" y="9507"/>
                    <a:pt x="31823" y="9540"/>
                  </a:cubicBezTo>
                  <a:lnTo>
                    <a:pt x="32023" y="9607"/>
                  </a:lnTo>
                  <a:cubicBezTo>
                    <a:pt x="32057" y="9607"/>
                    <a:pt x="32124" y="9641"/>
                    <a:pt x="32224" y="9674"/>
                  </a:cubicBezTo>
                  <a:cubicBezTo>
                    <a:pt x="33124" y="10041"/>
                    <a:pt x="34058" y="10374"/>
                    <a:pt x="34992" y="10641"/>
                  </a:cubicBezTo>
                  <a:cubicBezTo>
                    <a:pt x="35993" y="10908"/>
                    <a:pt x="37027" y="11075"/>
                    <a:pt x="38061" y="11175"/>
                  </a:cubicBezTo>
                  <a:cubicBezTo>
                    <a:pt x="38561" y="11208"/>
                    <a:pt x="39062" y="11242"/>
                    <a:pt x="39596" y="11242"/>
                  </a:cubicBezTo>
                  <a:lnTo>
                    <a:pt x="40396" y="11242"/>
                  </a:lnTo>
                  <a:cubicBezTo>
                    <a:pt x="40696" y="11242"/>
                    <a:pt x="40997" y="11175"/>
                    <a:pt x="41297" y="11142"/>
                  </a:cubicBezTo>
                  <a:cubicBezTo>
                    <a:pt x="42464" y="10975"/>
                    <a:pt x="43465" y="10675"/>
                    <a:pt x="44399" y="10441"/>
                  </a:cubicBezTo>
                  <a:cubicBezTo>
                    <a:pt x="45366" y="10208"/>
                    <a:pt x="46167" y="9741"/>
                    <a:pt x="47001" y="9474"/>
                  </a:cubicBezTo>
                  <a:cubicBezTo>
                    <a:pt x="47381" y="9410"/>
                    <a:pt x="47749" y="9387"/>
                    <a:pt x="48120" y="9387"/>
                  </a:cubicBezTo>
                  <a:cubicBezTo>
                    <a:pt x="48334" y="9387"/>
                    <a:pt x="48549" y="9395"/>
                    <a:pt x="48769" y="9407"/>
                  </a:cubicBezTo>
                  <a:cubicBezTo>
                    <a:pt x="48969" y="9407"/>
                    <a:pt x="49136" y="9407"/>
                    <a:pt x="49336" y="9374"/>
                  </a:cubicBezTo>
                  <a:cubicBezTo>
                    <a:pt x="49419" y="9357"/>
                    <a:pt x="49486" y="9357"/>
                    <a:pt x="49548" y="9357"/>
                  </a:cubicBezTo>
                  <a:cubicBezTo>
                    <a:pt x="49611" y="9357"/>
                    <a:pt x="49669" y="9357"/>
                    <a:pt x="49736" y="9340"/>
                  </a:cubicBezTo>
                  <a:lnTo>
                    <a:pt x="49669" y="9240"/>
                  </a:lnTo>
                  <a:lnTo>
                    <a:pt x="48802" y="9307"/>
                  </a:lnTo>
                  <a:cubicBezTo>
                    <a:pt x="48779" y="9309"/>
                    <a:pt x="48758" y="9309"/>
                    <a:pt x="48739" y="9309"/>
                  </a:cubicBezTo>
                  <a:cubicBezTo>
                    <a:pt x="48367" y="9309"/>
                    <a:pt x="49023" y="9000"/>
                    <a:pt x="49436" y="8873"/>
                  </a:cubicBezTo>
                  <a:cubicBezTo>
                    <a:pt x="49202" y="8573"/>
                    <a:pt x="49002" y="8273"/>
                    <a:pt x="48802" y="8006"/>
                  </a:cubicBezTo>
                  <a:cubicBezTo>
                    <a:pt x="48769" y="7939"/>
                    <a:pt x="48702" y="7839"/>
                    <a:pt x="48635" y="7773"/>
                  </a:cubicBezTo>
                  <a:lnTo>
                    <a:pt x="48569" y="7672"/>
                  </a:lnTo>
                  <a:lnTo>
                    <a:pt x="48168" y="7672"/>
                  </a:lnTo>
                  <a:cubicBezTo>
                    <a:pt x="47901" y="7672"/>
                    <a:pt x="47635" y="7672"/>
                    <a:pt x="47401" y="7706"/>
                  </a:cubicBezTo>
                  <a:cubicBezTo>
                    <a:pt x="45767" y="7839"/>
                    <a:pt x="44165" y="8106"/>
                    <a:pt x="42631" y="8540"/>
                  </a:cubicBezTo>
                  <a:cubicBezTo>
                    <a:pt x="41897" y="8740"/>
                    <a:pt x="41130" y="8840"/>
                    <a:pt x="40396" y="8840"/>
                  </a:cubicBezTo>
                  <a:cubicBezTo>
                    <a:pt x="40029" y="8840"/>
                    <a:pt x="39596" y="8807"/>
                    <a:pt x="39195" y="8773"/>
                  </a:cubicBezTo>
                  <a:cubicBezTo>
                    <a:pt x="38828" y="8740"/>
                    <a:pt x="38395" y="8707"/>
                    <a:pt x="37994" y="8640"/>
                  </a:cubicBezTo>
                  <a:cubicBezTo>
                    <a:pt x="36293" y="8273"/>
                    <a:pt x="34625" y="7706"/>
                    <a:pt x="33058" y="6972"/>
                  </a:cubicBezTo>
                  <a:cubicBezTo>
                    <a:pt x="32190" y="6638"/>
                    <a:pt x="31290" y="6438"/>
                    <a:pt x="30356" y="6338"/>
                  </a:cubicBezTo>
                  <a:cubicBezTo>
                    <a:pt x="29955" y="6305"/>
                    <a:pt x="29522" y="6271"/>
                    <a:pt x="29121" y="6238"/>
                  </a:cubicBezTo>
                  <a:close/>
                  <a:moveTo>
                    <a:pt x="29255" y="14377"/>
                  </a:moveTo>
                  <a:cubicBezTo>
                    <a:pt x="28888" y="14377"/>
                    <a:pt x="28521" y="14444"/>
                    <a:pt x="28154" y="14477"/>
                  </a:cubicBezTo>
                  <a:cubicBezTo>
                    <a:pt x="26820" y="14711"/>
                    <a:pt x="25519" y="15011"/>
                    <a:pt x="24218" y="15378"/>
                  </a:cubicBezTo>
                  <a:cubicBezTo>
                    <a:pt x="23718" y="15511"/>
                    <a:pt x="23284" y="15645"/>
                    <a:pt x="22884" y="15778"/>
                  </a:cubicBezTo>
                  <a:cubicBezTo>
                    <a:pt x="22483" y="16579"/>
                    <a:pt x="22116" y="17346"/>
                    <a:pt x="21816" y="18147"/>
                  </a:cubicBezTo>
                  <a:cubicBezTo>
                    <a:pt x="22317" y="18047"/>
                    <a:pt x="22850" y="17980"/>
                    <a:pt x="23351" y="17880"/>
                  </a:cubicBezTo>
                  <a:cubicBezTo>
                    <a:pt x="24385" y="17646"/>
                    <a:pt x="25352" y="17379"/>
                    <a:pt x="26353" y="17146"/>
                  </a:cubicBezTo>
                  <a:cubicBezTo>
                    <a:pt x="27287" y="16912"/>
                    <a:pt x="28287" y="16746"/>
                    <a:pt x="29255" y="16746"/>
                  </a:cubicBezTo>
                  <a:cubicBezTo>
                    <a:pt x="29722" y="16746"/>
                    <a:pt x="30289" y="16779"/>
                    <a:pt x="30789" y="16812"/>
                  </a:cubicBezTo>
                  <a:cubicBezTo>
                    <a:pt x="31290" y="16846"/>
                    <a:pt x="31823" y="16912"/>
                    <a:pt x="32357" y="17013"/>
                  </a:cubicBezTo>
                  <a:cubicBezTo>
                    <a:pt x="34559" y="17446"/>
                    <a:pt x="36693" y="18113"/>
                    <a:pt x="38762" y="19047"/>
                  </a:cubicBezTo>
                  <a:cubicBezTo>
                    <a:pt x="39862" y="19448"/>
                    <a:pt x="40997" y="19714"/>
                    <a:pt x="42197" y="19815"/>
                  </a:cubicBezTo>
                  <a:cubicBezTo>
                    <a:pt x="43298" y="19915"/>
                    <a:pt x="44399" y="19981"/>
                    <a:pt x="45466" y="19981"/>
                  </a:cubicBezTo>
                  <a:cubicBezTo>
                    <a:pt x="47668" y="20048"/>
                    <a:pt x="49803" y="20015"/>
                    <a:pt x="52071" y="20248"/>
                  </a:cubicBezTo>
                  <a:cubicBezTo>
                    <a:pt x="52566" y="20278"/>
                    <a:pt x="53054" y="20295"/>
                    <a:pt x="53538" y="20295"/>
                  </a:cubicBezTo>
                  <a:cubicBezTo>
                    <a:pt x="54132" y="20295"/>
                    <a:pt x="54719" y="20270"/>
                    <a:pt x="55307" y="20215"/>
                  </a:cubicBezTo>
                  <a:cubicBezTo>
                    <a:pt x="55273" y="19981"/>
                    <a:pt x="55240" y="19714"/>
                    <a:pt x="55173" y="19448"/>
                  </a:cubicBezTo>
                  <a:cubicBezTo>
                    <a:pt x="55007" y="18814"/>
                    <a:pt x="54806" y="18180"/>
                    <a:pt x="54573" y="17580"/>
                  </a:cubicBezTo>
                  <a:cubicBezTo>
                    <a:pt x="54086" y="17661"/>
                    <a:pt x="53600" y="17703"/>
                    <a:pt x="53118" y="17703"/>
                  </a:cubicBezTo>
                  <a:cubicBezTo>
                    <a:pt x="52410" y="17703"/>
                    <a:pt x="51712" y="17611"/>
                    <a:pt x="51037" y="17413"/>
                  </a:cubicBezTo>
                  <a:cubicBezTo>
                    <a:pt x="50084" y="17046"/>
                    <a:pt x="48988" y="16948"/>
                    <a:pt x="47840" y="16948"/>
                  </a:cubicBezTo>
                  <a:cubicBezTo>
                    <a:pt x="47421" y="16948"/>
                    <a:pt x="46995" y="16961"/>
                    <a:pt x="46567" y="16979"/>
                  </a:cubicBezTo>
                  <a:cubicBezTo>
                    <a:pt x="45731" y="17014"/>
                    <a:pt x="44877" y="17067"/>
                    <a:pt x="44043" y="17067"/>
                  </a:cubicBezTo>
                  <a:cubicBezTo>
                    <a:pt x="43279" y="17067"/>
                    <a:pt x="42532" y="17023"/>
                    <a:pt x="41830" y="16879"/>
                  </a:cubicBezTo>
                  <a:lnTo>
                    <a:pt x="40730" y="16646"/>
                  </a:lnTo>
                  <a:cubicBezTo>
                    <a:pt x="40563" y="16646"/>
                    <a:pt x="40363" y="16579"/>
                    <a:pt x="40196" y="16546"/>
                  </a:cubicBezTo>
                  <a:lnTo>
                    <a:pt x="39929" y="16479"/>
                  </a:lnTo>
                  <a:cubicBezTo>
                    <a:pt x="39829" y="16445"/>
                    <a:pt x="39729" y="16412"/>
                    <a:pt x="39629" y="16379"/>
                  </a:cubicBezTo>
                  <a:cubicBezTo>
                    <a:pt x="38461" y="15912"/>
                    <a:pt x="37261" y="15511"/>
                    <a:pt x="36060" y="15178"/>
                  </a:cubicBezTo>
                  <a:cubicBezTo>
                    <a:pt x="34792" y="14811"/>
                    <a:pt x="33525" y="14577"/>
                    <a:pt x="32224" y="14477"/>
                  </a:cubicBezTo>
                  <a:cubicBezTo>
                    <a:pt x="31556" y="14411"/>
                    <a:pt x="30923" y="14377"/>
                    <a:pt x="30289" y="14377"/>
                  </a:cubicBezTo>
                  <a:close/>
                  <a:moveTo>
                    <a:pt x="54271" y="23574"/>
                  </a:moveTo>
                  <a:cubicBezTo>
                    <a:pt x="54463" y="23574"/>
                    <a:pt x="54656" y="23626"/>
                    <a:pt x="54840" y="23717"/>
                  </a:cubicBezTo>
                  <a:cubicBezTo>
                    <a:pt x="54690" y="23747"/>
                    <a:pt x="54533" y="23764"/>
                    <a:pt x="54376" y="23764"/>
                  </a:cubicBezTo>
                  <a:cubicBezTo>
                    <a:pt x="54183" y="23764"/>
                    <a:pt x="53989" y="23739"/>
                    <a:pt x="53806" y="23684"/>
                  </a:cubicBezTo>
                  <a:cubicBezTo>
                    <a:pt x="53956" y="23609"/>
                    <a:pt x="54113" y="23574"/>
                    <a:pt x="54271" y="23574"/>
                  </a:cubicBezTo>
                  <a:close/>
                  <a:moveTo>
                    <a:pt x="21016" y="21516"/>
                  </a:moveTo>
                  <a:cubicBezTo>
                    <a:pt x="20949" y="22383"/>
                    <a:pt x="21016" y="23284"/>
                    <a:pt x="21116" y="24151"/>
                  </a:cubicBezTo>
                  <a:cubicBezTo>
                    <a:pt x="21207" y="24147"/>
                    <a:pt x="21299" y="24145"/>
                    <a:pt x="21391" y="24145"/>
                  </a:cubicBezTo>
                  <a:cubicBezTo>
                    <a:pt x="22032" y="24145"/>
                    <a:pt x="22671" y="24247"/>
                    <a:pt x="23284" y="24451"/>
                  </a:cubicBezTo>
                  <a:cubicBezTo>
                    <a:pt x="24212" y="24799"/>
                    <a:pt x="25237" y="24889"/>
                    <a:pt x="26313" y="24889"/>
                  </a:cubicBezTo>
                  <a:cubicBezTo>
                    <a:pt x="26785" y="24889"/>
                    <a:pt x="27266" y="24872"/>
                    <a:pt x="27754" y="24851"/>
                  </a:cubicBezTo>
                  <a:cubicBezTo>
                    <a:pt x="28607" y="24834"/>
                    <a:pt x="29469" y="24780"/>
                    <a:pt x="30302" y="24780"/>
                  </a:cubicBezTo>
                  <a:cubicBezTo>
                    <a:pt x="31066" y="24780"/>
                    <a:pt x="31805" y="24825"/>
                    <a:pt x="32490" y="24985"/>
                  </a:cubicBezTo>
                  <a:lnTo>
                    <a:pt x="33591" y="25185"/>
                  </a:lnTo>
                  <a:cubicBezTo>
                    <a:pt x="33791" y="25218"/>
                    <a:pt x="33958" y="25252"/>
                    <a:pt x="34158" y="25318"/>
                  </a:cubicBezTo>
                  <a:lnTo>
                    <a:pt x="34425" y="25385"/>
                  </a:lnTo>
                  <a:cubicBezTo>
                    <a:pt x="34525" y="25385"/>
                    <a:pt x="34625" y="25419"/>
                    <a:pt x="34725" y="25452"/>
                  </a:cubicBezTo>
                  <a:cubicBezTo>
                    <a:pt x="35893" y="25952"/>
                    <a:pt x="37060" y="26353"/>
                    <a:pt x="38295" y="26686"/>
                  </a:cubicBezTo>
                  <a:cubicBezTo>
                    <a:pt x="39529" y="27020"/>
                    <a:pt x="40830" y="27253"/>
                    <a:pt x="42131" y="27387"/>
                  </a:cubicBezTo>
                  <a:cubicBezTo>
                    <a:pt x="42764" y="27420"/>
                    <a:pt x="43432" y="27453"/>
                    <a:pt x="44065" y="27453"/>
                  </a:cubicBezTo>
                  <a:lnTo>
                    <a:pt x="45099" y="27453"/>
                  </a:lnTo>
                  <a:cubicBezTo>
                    <a:pt x="45466" y="27453"/>
                    <a:pt x="45833" y="27420"/>
                    <a:pt x="46200" y="27387"/>
                  </a:cubicBezTo>
                  <a:cubicBezTo>
                    <a:pt x="47535" y="27120"/>
                    <a:pt x="48835" y="26820"/>
                    <a:pt x="50136" y="26453"/>
                  </a:cubicBezTo>
                  <a:cubicBezTo>
                    <a:pt x="51437" y="26119"/>
                    <a:pt x="52471" y="25619"/>
                    <a:pt x="53539" y="25285"/>
                  </a:cubicBezTo>
                  <a:cubicBezTo>
                    <a:pt x="53939" y="25218"/>
                    <a:pt x="54339" y="25185"/>
                    <a:pt x="54740" y="25185"/>
                  </a:cubicBezTo>
                  <a:lnTo>
                    <a:pt x="55140" y="25185"/>
                  </a:lnTo>
                  <a:cubicBezTo>
                    <a:pt x="55240" y="24785"/>
                    <a:pt x="55340" y="24351"/>
                    <a:pt x="55373" y="23951"/>
                  </a:cubicBezTo>
                  <a:cubicBezTo>
                    <a:pt x="55373" y="23851"/>
                    <a:pt x="55407" y="23751"/>
                    <a:pt x="55407" y="23651"/>
                  </a:cubicBezTo>
                  <a:lnTo>
                    <a:pt x="55407" y="23450"/>
                  </a:lnTo>
                  <a:lnTo>
                    <a:pt x="55107" y="23484"/>
                  </a:lnTo>
                  <a:cubicBezTo>
                    <a:pt x="54773" y="23484"/>
                    <a:pt x="54439" y="23517"/>
                    <a:pt x="54106" y="23551"/>
                  </a:cubicBezTo>
                  <a:cubicBezTo>
                    <a:pt x="53072" y="23617"/>
                    <a:pt x="52004" y="23751"/>
                    <a:pt x="50970" y="23951"/>
                  </a:cubicBezTo>
                  <a:cubicBezTo>
                    <a:pt x="49970" y="24151"/>
                    <a:pt x="48969" y="24418"/>
                    <a:pt x="48002" y="24651"/>
                  </a:cubicBezTo>
                  <a:cubicBezTo>
                    <a:pt x="47034" y="24918"/>
                    <a:pt x="46067" y="25052"/>
                    <a:pt x="45066" y="25085"/>
                  </a:cubicBezTo>
                  <a:cubicBezTo>
                    <a:pt x="44599" y="25085"/>
                    <a:pt x="44065" y="25052"/>
                    <a:pt x="43565" y="24985"/>
                  </a:cubicBezTo>
                  <a:cubicBezTo>
                    <a:pt x="43031" y="24952"/>
                    <a:pt x="42498" y="24885"/>
                    <a:pt x="41997" y="24818"/>
                  </a:cubicBezTo>
                  <a:cubicBezTo>
                    <a:pt x="39729" y="24418"/>
                    <a:pt x="37661" y="23617"/>
                    <a:pt x="35593" y="22783"/>
                  </a:cubicBezTo>
                  <a:cubicBezTo>
                    <a:pt x="34492" y="22383"/>
                    <a:pt x="33324" y="22116"/>
                    <a:pt x="32157" y="21983"/>
                  </a:cubicBezTo>
                  <a:cubicBezTo>
                    <a:pt x="31056" y="21883"/>
                    <a:pt x="29955" y="21849"/>
                    <a:pt x="28855" y="21816"/>
                  </a:cubicBezTo>
                  <a:cubicBezTo>
                    <a:pt x="26686" y="21783"/>
                    <a:pt x="24518" y="21816"/>
                    <a:pt x="22250" y="21549"/>
                  </a:cubicBezTo>
                  <a:cubicBezTo>
                    <a:pt x="21850" y="21516"/>
                    <a:pt x="21416" y="21516"/>
                    <a:pt x="21016" y="21516"/>
                  </a:cubicBezTo>
                  <a:close/>
                  <a:moveTo>
                    <a:pt x="29255" y="28554"/>
                  </a:moveTo>
                  <a:cubicBezTo>
                    <a:pt x="28888" y="28587"/>
                    <a:pt x="28521" y="28621"/>
                    <a:pt x="28154" y="28654"/>
                  </a:cubicBezTo>
                  <a:cubicBezTo>
                    <a:pt x="26820" y="28888"/>
                    <a:pt x="25519" y="29188"/>
                    <a:pt x="24218" y="29555"/>
                  </a:cubicBezTo>
                  <a:cubicBezTo>
                    <a:pt x="23184" y="29855"/>
                    <a:pt x="22283" y="30222"/>
                    <a:pt x="21416" y="30522"/>
                  </a:cubicBezTo>
                  <a:cubicBezTo>
                    <a:pt x="21316" y="31189"/>
                    <a:pt x="21249" y="31790"/>
                    <a:pt x="21149" y="32424"/>
                  </a:cubicBezTo>
                  <a:cubicBezTo>
                    <a:pt x="21916" y="32323"/>
                    <a:pt x="22650" y="32223"/>
                    <a:pt x="23384" y="32057"/>
                  </a:cubicBezTo>
                  <a:cubicBezTo>
                    <a:pt x="24385" y="31856"/>
                    <a:pt x="25385" y="31590"/>
                    <a:pt x="26353" y="31356"/>
                  </a:cubicBezTo>
                  <a:cubicBezTo>
                    <a:pt x="27320" y="31089"/>
                    <a:pt x="28287" y="30956"/>
                    <a:pt x="29288" y="30922"/>
                  </a:cubicBezTo>
                  <a:cubicBezTo>
                    <a:pt x="29755" y="30922"/>
                    <a:pt x="30289" y="30989"/>
                    <a:pt x="30789" y="31023"/>
                  </a:cubicBezTo>
                  <a:cubicBezTo>
                    <a:pt x="31323" y="31056"/>
                    <a:pt x="31857" y="31123"/>
                    <a:pt x="32357" y="31223"/>
                  </a:cubicBezTo>
                  <a:cubicBezTo>
                    <a:pt x="34058" y="31523"/>
                    <a:pt x="35759" y="32023"/>
                    <a:pt x="37361" y="32690"/>
                  </a:cubicBezTo>
                  <a:lnTo>
                    <a:pt x="55173" y="32690"/>
                  </a:lnTo>
                  <a:lnTo>
                    <a:pt x="55040" y="31556"/>
                  </a:lnTo>
                  <a:cubicBezTo>
                    <a:pt x="54873" y="31523"/>
                    <a:pt x="54706" y="31490"/>
                    <a:pt x="54506" y="31490"/>
                  </a:cubicBezTo>
                  <a:cubicBezTo>
                    <a:pt x="55338" y="31639"/>
                    <a:pt x="54396" y="31884"/>
                    <a:pt x="53164" y="31884"/>
                  </a:cubicBezTo>
                  <a:cubicBezTo>
                    <a:pt x="52470" y="31884"/>
                    <a:pt x="51684" y="31806"/>
                    <a:pt x="51070" y="31590"/>
                  </a:cubicBezTo>
                  <a:cubicBezTo>
                    <a:pt x="50093" y="31223"/>
                    <a:pt x="49008" y="31125"/>
                    <a:pt x="47868" y="31125"/>
                  </a:cubicBezTo>
                  <a:cubicBezTo>
                    <a:pt x="47452" y="31125"/>
                    <a:pt x="47029" y="31138"/>
                    <a:pt x="46601" y="31156"/>
                  </a:cubicBezTo>
                  <a:cubicBezTo>
                    <a:pt x="45747" y="31191"/>
                    <a:pt x="44885" y="31244"/>
                    <a:pt x="44051" y="31244"/>
                  </a:cubicBezTo>
                  <a:cubicBezTo>
                    <a:pt x="43288" y="31244"/>
                    <a:pt x="42549" y="31199"/>
                    <a:pt x="41864" y="31056"/>
                  </a:cubicBezTo>
                  <a:lnTo>
                    <a:pt x="40763" y="30856"/>
                  </a:lnTo>
                  <a:cubicBezTo>
                    <a:pt x="40563" y="30822"/>
                    <a:pt x="40396" y="30789"/>
                    <a:pt x="40196" y="30722"/>
                  </a:cubicBezTo>
                  <a:lnTo>
                    <a:pt x="39929" y="30656"/>
                  </a:lnTo>
                  <a:cubicBezTo>
                    <a:pt x="39829" y="30622"/>
                    <a:pt x="39762" y="30622"/>
                    <a:pt x="39629" y="30556"/>
                  </a:cubicBezTo>
                  <a:cubicBezTo>
                    <a:pt x="38461" y="30089"/>
                    <a:pt x="37294" y="29688"/>
                    <a:pt x="36060" y="29355"/>
                  </a:cubicBezTo>
                  <a:cubicBezTo>
                    <a:pt x="34825" y="28988"/>
                    <a:pt x="33525" y="28754"/>
                    <a:pt x="32224" y="28654"/>
                  </a:cubicBezTo>
                  <a:cubicBezTo>
                    <a:pt x="31590" y="28587"/>
                    <a:pt x="30923" y="28554"/>
                    <a:pt x="30289" y="28554"/>
                  </a:cubicBezTo>
                  <a:close/>
                  <a:moveTo>
                    <a:pt x="334" y="32924"/>
                  </a:moveTo>
                  <a:lnTo>
                    <a:pt x="1" y="32991"/>
                  </a:lnTo>
                  <a:lnTo>
                    <a:pt x="334" y="32957"/>
                  </a:lnTo>
                  <a:lnTo>
                    <a:pt x="334" y="32924"/>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7"/>
            <p:cNvSpPr/>
            <p:nvPr/>
          </p:nvSpPr>
          <p:spPr>
            <a:xfrm>
              <a:off x="3324614" y="3667871"/>
              <a:ext cx="30539" cy="78446"/>
            </a:xfrm>
            <a:custGeom>
              <a:avLst/>
              <a:gdLst/>
              <a:ahLst/>
              <a:cxnLst/>
              <a:rect l="l" t="t" r="r" b="b"/>
              <a:pathLst>
                <a:path w="1535" h="3943" extrusionOk="0">
                  <a:moveTo>
                    <a:pt x="1268" y="0"/>
                  </a:moveTo>
                  <a:cubicBezTo>
                    <a:pt x="968" y="134"/>
                    <a:pt x="734" y="334"/>
                    <a:pt x="567" y="567"/>
                  </a:cubicBezTo>
                  <a:cubicBezTo>
                    <a:pt x="401" y="801"/>
                    <a:pt x="267" y="1101"/>
                    <a:pt x="167" y="1368"/>
                  </a:cubicBezTo>
                  <a:cubicBezTo>
                    <a:pt x="67" y="1668"/>
                    <a:pt x="34" y="1968"/>
                    <a:pt x="34" y="2268"/>
                  </a:cubicBezTo>
                  <a:cubicBezTo>
                    <a:pt x="0" y="2602"/>
                    <a:pt x="34" y="2902"/>
                    <a:pt x="100" y="3202"/>
                  </a:cubicBezTo>
                  <a:cubicBezTo>
                    <a:pt x="134" y="3369"/>
                    <a:pt x="200" y="3503"/>
                    <a:pt x="301" y="3669"/>
                  </a:cubicBezTo>
                  <a:cubicBezTo>
                    <a:pt x="434" y="3836"/>
                    <a:pt x="601" y="3936"/>
                    <a:pt x="834" y="3936"/>
                  </a:cubicBezTo>
                  <a:cubicBezTo>
                    <a:pt x="860" y="3941"/>
                    <a:pt x="885" y="3943"/>
                    <a:pt x="910" y="3943"/>
                  </a:cubicBezTo>
                  <a:cubicBezTo>
                    <a:pt x="1084" y="3943"/>
                    <a:pt x="1247" y="3844"/>
                    <a:pt x="1335" y="3669"/>
                  </a:cubicBezTo>
                  <a:cubicBezTo>
                    <a:pt x="1435" y="3536"/>
                    <a:pt x="1501" y="3369"/>
                    <a:pt x="1501" y="3202"/>
                  </a:cubicBezTo>
                  <a:cubicBezTo>
                    <a:pt x="1535" y="2902"/>
                    <a:pt x="1501" y="2602"/>
                    <a:pt x="1401" y="2302"/>
                  </a:cubicBezTo>
                  <a:cubicBezTo>
                    <a:pt x="1335" y="2002"/>
                    <a:pt x="1168" y="1735"/>
                    <a:pt x="968" y="1535"/>
                  </a:cubicBezTo>
                  <a:lnTo>
                    <a:pt x="968" y="1535"/>
                  </a:lnTo>
                  <a:cubicBezTo>
                    <a:pt x="1101" y="1768"/>
                    <a:pt x="1201" y="2035"/>
                    <a:pt x="1235" y="2335"/>
                  </a:cubicBezTo>
                  <a:cubicBezTo>
                    <a:pt x="1268" y="2602"/>
                    <a:pt x="1268" y="2902"/>
                    <a:pt x="1201" y="3169"/>
                  </a:cubicBezTo>
                  <a:cubicBezTo>
                    <a:pt x="1168" y="3269"/>
                    <a:pt x="1134" y="3403"/>
                    <a:pt x="1068" y="3503"/>
                  </a:cubicBezTo>
                  <a:cubicBezTo>
                    <a:pt x="1019" y="3551"/>
                    <a:pt x="970" y="3582"/>
                    <a:pt x="908" y="3582"/>
                  </a:cubicBezTo>
                  <a:cubicBezTo>
                    <a:pt x="885" y="3582"/>
                    <a:pt x="861" y="3578"/>
                    <a:pt x="834" y="3569"/>
                  </a:cubicBezTo>
                  <a:cubicBezTo>
                    <a:pt x="701" y="3569"/>
                    <a:pt x="567" y="3369"/>
                    <a:pt x="501" y="3102"/>
                  </a:cubicBezTo>
                  <a:cubicBezTo>
                    <a:pt x="467" y="2835"/>
                    <a:pt x="434" y="2569"/>
                    <a:pt x="434" y="2302"/>
                  </a:cubicBezTo>
                  <a:cubicBezTo>
                    <a:pt x="434" y="2035"/>
                    <a:pt x="434" y="1735"/>
                    <a:pt x="501" y="1468"/>
                  </a:cubicBezTo>
                  <a:cubicBezTo>
                    <a:pt x="534" y="1201"/>
                    <a:pt x="634" y="934"/>
                    <a:pt x="768" y="701"/>
                  </a:cubicBezTo>
                  <a:cubicBezTo>
                    <a:pt x="868" y="434"/>
                    <a:pt x="1034" y="200"/>
                    <a:pt x="12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7"/>
            <p:cNvSpPr/>
            <p:nvPr/>
          </p:nvSpPr>
          <p:spPr>
            <a:xfrm>
              <a:off x="3176607" y="2935834"/>
              <a:ext cx="325880" cy="136738"/>
            </a:xfrm>
            <a:custGeom>
              <a:avLst/>
              <a:gdLst/>
              <a:ahLst/>
              <a:cxnLst/>
              <a:rect l="l" t="t" r="r" b="b"/>
              <a:pathLst>
                <a:path w="16380" h="6873" extrusionOk="0">
                  <a:moveTo>
                    <a:pt x="8140" y="0"/>
                  </a:moveTo>
                  <a:cubicBezTo>
                    <a:pt x="2769" y="0"/>
                    <a:pt x="1" y="3202"/>
                    <a:pt x="1" y="3202"/>
                  </a:cubicBezTo>
                  <a:cubicBezTo>
                    <a:pt x="2077" y="5510"/>
                    <a:pt x="5033" y="6872"/>
                    <a:pt x="8160" y="6872"/>
                  </a:cubicBezTo>
                  <a:cubicBezTo>
                    <a:pt x="8198" y="6872"/>
                    <a:pt x="8235" y="6872"/>
                    <a:pt x="8273" y="6872"/>
                  </a:cubicBezTo>
                  <a:cubicBezTo>
                    <a:pt x="13010" y="6872"/>
                    <a:pt x="16379" y="3403"/>
                    <a:pt x="16379" y="3403"/>
                  </a:cubicBezTo>
                  <a:cubicBezTo>
                    <a:pt x="16379" y="3403"/>
                    <a:pt x="14077" y="0"/>
                    <a:pt x="8140" y="0"/>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7"/>
            <p:cNvSpPr/>
            <p:nvPr/>
          </p:nvSpPr>
          <p:spPr>
            <a:xfrm>
              <a:off x="3251615" y="2772567"/>
              <a:ext cx="168570" cy="290348"/>
            </a:xfrm>
            <a:custGeom>
              <a:avLst/>
              <a:gdLst/>
              <a:ahLst/>
              <a:cxnLst/>
              <a:rect l="l" t="t" r="r" b="b"/>
              <a:pathLst>
                <a:path w="8473" h="14594" extrusionOk="0">
                  <a:moveTo>
                    <a:pt x="8473" y="0"/>
                  </a:moveTo>
                  <a:lnTo>
                    <a:pt x="567" y="3203"/>
                  </a:lnTo>
                  <a:lnTo>
                    <a:pt x="767" y="8673"/>
                  </a:lnTo>
                  <a:lnTo>
                    <a:pt x="767" y="9073"/>
                  </a:lnTo>
                  <a:cubicBezTo>
                    <a:pt x="767" y="9073"/>
                    <a:pt x="0" y="14244"/>
                    <a:pt x="1468" y="14544"/>
                  </a:cubicBezTo>
                  <a:cubicBezTo>
                    <a:pt x="1647" y="14577"/>
                    <a:pt x="1827" y="14593"/>
                    <a:pt x="2005" y="14593"/>
                  </a:cubicBezTo>
                  <a:cubicBezTo>
                    <a:pt x="4685" y="14593"/>
                    <a:pt x="7226" y="11052"/>
                    <a:pt x="7539" y="10208"/>
                  </a:cubicBezTo>
                  <a:cubicBezTo>
                    <a:pt x="7639" y="9941"/>
                    <a:pt x="8473" y="1"/>
                    <a:pt x="8473" y="0"/>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7"/>
            <p:cNvSpPr/>
            <p:nvPr/>
          </p:nvSpPr>
          <p:spPr>
            <a:xfrm>
              <a:off x="3262220" y="2772567"/>
              <a:ext cx="157310" cy="172569"/>
            </a:xfrm>
            <a:custGeom>
              <a:avLst/>
              <a:gdLst/>
              <a:ahLst/>
              <a:cxnLst/>
              <a:rect l="l" t="t" r="r" b="b"/>
              <a:pathLst>
                <a:path w="7907" h="8674" extrusionOk="0">
                  <a:moveTo>
                    <a:pt x="7906" y="0"/>
                  </a:moveTo>
                  <a:lnTo>
                    <a:pt x="1" y="3203"/>
                  </a:lnTo>
                  <a:lnTo>
                    <a:pt x="201" y="8673"/>
                  </a:lnTo>
                  <a:cubicBezTo>
                    <a:pt x="3270" y="8139"/>
                    <a:pt x="5938" y="6338"/>
                    <a:pt x="7606" y="3703"/>
                  </a:cubicBezTo>
                  <a:cubicBezTo>
                    <a:pt x="7773" y="1702"/>
                    <a:pt x="7906" y="0"/>
                    <a:pt x="790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7"/>
            <p:cNvSpPr/>
            <p:nvPr/>
          </p:nvSpPr>
          <p:spPr>
            <a:xfrm>
              <a:off x="3094973" y="2449414"/>
              <a:ext cx="422769" cy="447538"/>
            </a:xfrm>
            <a:custGeom>
              <a:avLst/>
              <a:gdLst/>
              <a:ahLst/>
              <a:cxnLst/>
              <a:rect l="l" t="t" r="r" b="b"/>
              <a:pathLst>
                <a:path w="21250" h="22495" extrusionOk="0">
                  <a:moveTo>
                    <a:pt x="11020" y="0"/>
                  </a:moveTo>
                  <a:cubicBezTo>
                    <a:pt x="7298" y="0"/>
                    <a:pt x="3302" y="2384"/>
                    <a:pt x="1802" y="10271"/>
                  </a:cubicBezTo>
                  <a:cubicBezTo>
                    <a:pt x="1" y="19745"/>
                    <a:pt x="5471" y="21913"/>
                    <a:pt x="7506" y="22280"/>
                  </a:cubicBezTo>
                  <a:cubicBezTo>
                    <a:pt x="7965" y="22370"/>
                    <a:pt x="8693" y="22494"/>
                    <a:pt x="9571" y="22494"/>
                  </a:cubicBezTo>
                  <a:cubicBezTo>
                    <a:pt x="12271" y="22494"/>
                    <a:pt x="16392" y="21321"/>
                    <a:pt x="18481" y="14374"/>
                  </a:cubicBezTo>
                  <a:cubicBezTo>
                    <a:pt x="21249" y="5134"/>
                    <a:pt x="17413" y="1298"/>
                    <a:pt x="13210" y="264"/>
                  </a:cubicBezTo>
                  <a:cubicBezTo>
                    <a:pt x="12506" y="97"/>
                    <a:pt x="11769" y="0"/>
                    <a:pt x="11020" y="0"/>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7"/>
            <p:cNvSpPr/>
            <p:nvPr/>
          </p:nvSpPr>
          <p:spPr>
            <a:xfrm>
              <a:off x="3191211" y="2602316"/>
              <a:ext cx="38517" cy="18940"/>
            </a:xfrm>
            <a:custGeom>
              <a:avLst/>
              <a:gdLst/>
              <a:ahLst/>
              <a:cxnLst/>
              <a:rect l="l" t="t" r="r" b="b"/>
              <a:pathLst>
                <a:path w="1936" h="952" extrusionOk="0">
                  <a:moveTo>
                    <a:pt x="1224" y="1"/>
                  </a:moveTo>
                  <a:cubicBezTo>
                    <a:pt x="1173" y="1"/>
                    <a:pt x="1120" y="6"/>
                    <a:pt x="1068" y="18"/>
                  </a:cubicBezTo>
                  <a:cubicBezTo>
                    <a:pt x="768" y="18"/>
                    <a:pt x="468" y="151"/>
                    <a:pt x="234" y="351"/>
                  </a:cubicBezTo>
                  <a:cubicBezTo>
                    <a:pt x="1" y="585"/>
                    <a:pt x="167" y="952"/>
                    <a:pt x="501" y="952"/>
                  </a:cubicBezTo>
                  <a:cubicBezTo>
                    <a:pt x="701" y="952"/>
                    <a:pt x="935" y="952"/>
                    <a:pt x="1135" y="918"/>
                  </a:cubicBezTo>
                  <a:cubicBezTo>
                    <a:pt x="1368" y="918"/>
                    <a:pt x="1602" y="852"/>
                    <a:pt x="1802" y="718"/>
                  </a:cubicBezTo>
                  <a:cubicBezTo>
                    <a:pt x="1935" y="618"/>
                    <a:pt x="1935" y="451"/>
                    <a:pt x="1869" y="318"/>
                  </a:cubicBezTo>
                  <a:cubicBezTo>
                    <a:pt x="1703" y="125"/>
                    <a:pt x="1470" y="1"/>
                    <a:pt x="12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7"/>
            <p:cNvSpPr/>
            <p:nvPr/>
          </p:nvSpPr>
          <p:spPr>
            <a:xfrm>
              <a:off x="3304698" y="2615666"/>
              <a:ext cx="36885" cy="23019"/>
            </a:xfrm>
            <a:custGeom>
              <a:avLst/>
              <a:gdLst/>
              <a:ahLst/>
              <a:cxnLst/>
              <a:rect l="l" t="t" r="r" b="b"/>
              <a:pathLst>
                <a:path w="1854" h="1157" extrusionOk="0">
                  <a:moveTo>
                    <a:pt x="636" y="1"/>
                  </a:moveTo>
                  <a:cubicBezTo>
                    <a:pt x="466" y="1"/>
                    <a:pt x="294" y="61"/>
                    <a:pt x="134" y="181"/>
                  </a:cubicBezTo>
                  <a:cubicBezTo>
                    <a:pt x="34" y="281"/>
                    <a:pt x="1" y="448"/>
                    <a:pt x="101" y="581"/>
                  </a:cubicBezTo>
                  <a:cubicBezTo>
                    <a:pt x="234" y="781"/>
                    <a:pt x="468" y="881"/>
                    <a:pt x="701" y="948"/>
                  </a:cubicBezTo>
                  <a:cubicBezTo>
                    <a:pt x="901" y="1015"/>
                    <a:pt x="1101" y="1081"/>
                    <a:pt x="1335" y="1148"/>
                  </a:cubicBezTo>
                  <a:cubicBezTo>
                    <a:pt x="1361" y="1154"/>
                    <a:pt x="1387" y="1157"/>
                    <a:pt x="1412" y="1157"/>
                  </a:cubicBezTo>
                  <a:cubicBezTo>
                    <a:pt x="1673" y="1157"/>
                    <a:pt x="1854" y="858"/>
                    <a:pt x="1702" y="614"/>
                  </a:cubicBezTo>
                  <a:cubicBezTo>
                    <a:pt x="1535" y="348"/>
                    <a:pt x="1268" y="147"/>
                    <a:pt x="968" y="81"/>
                  </a:cubicBezTo>
                  <a:cubicBezTo>
                    <a:pt x="861" y="27"/>
                    <a:pt x="749" y="1"/>
                    <a:pt x="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7"/>
            <p:cNvSpPr/>
            <p:nvPr/>
          </p:nvSpPr>
          <p:spPr>
            <a:xfrm>
              <a:off x="3199169" y="2669684"/>
              <a:ext cx="20591" cy="31892"/>
            </a:xfrm>
            <a:custGeom>
              <a:avLst/>
              <a:gdLst/>
              <a:ahLst/>
              <a:cxnLst/>
              <a:rect l="l" t="t" r="r" b="b"/>
              <a:pathLst>
                <a:path w="1035" h="1603" extrusionOk="0">
                  <a:moveTo>
                    <a:pt x="1002" y="1"/>
                  </a:moveTo>
                  <a:cubicBezTo>
                    <a:pt x="1002" y="1"/>
                    <a:pt x="968" y="1"/>
                    <a:pt x="935" y="68"/>
                  </a:cubicBezTo>
                  <a:cubicBezTo>
                    <a:pt x="868" y="701"/>
                    <a:pt x="635" y="1435"/>
                    <a:pt x="1" y="1569"/>
                  </a:cubicBezTo>
                  <a:lnTo>
                    <a:pt x="1" y="1602"/>
                  </a:lnTo>
                  <a:cubicBezTo>
                    <a:pt x="735" y="1602"/>
                    <a:pt x="1035" y="635"/>
                    <a:pt x="100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7"/>
            <p:cNvSpPr/>
            <p:nvPr/>
          </p:nvSpPr>
          <p:spPr>
            <a:xfrm>
              <a:off x="3170638" y="2653091"/>
              <a:ext cx="23914" cy="21268"/>
            </a:xfrm>
            <a:custGeom>
              <a:avLst/>
              <a:gdLst/>
              <a:ahLst/>
              <a:cxnLst/>
              <a:rect l="l" t="t" r="r" b="b"/>
              <a:pathLst>
                <a:path w="1202" h="1069" extrusionOk="0">
                  <a:moveTo>
                    <a:pt x="167" y="1"/>
                  </a:moveTo>
                  <a:cubicBezTo>
                    <a:pt x="134" y="1"/>
                    <a:pt x="134" y="1"/>
                    <a:pt x="134" y="34"/>
                  </a:cubicBezTo>
                  <a:cubicBezTo>
                    <a:pt x="0" y="435"/>
                    <a:pt x="67" y="868"/>
                    <a:pt x="434" y="1035"/>
                  </a:cubicBezTo>
                  <a:cubicBezTo>
                    <a:pt x="490" y="1057"/>
                    <a:pt x="549" y="1068"/>
                    <a:pt x="610" y="1068"/>
                  </a:cubicBezTo>
                  <a:cubicBezTo>
                    <a:pt x="731" y="1068"/>
                    <a:pt x="857" y="1024"/>
                    <a:pt x="968" y="935"/>
                  </a:cubicBezTo>
                  <a:cubicBezTo>
                    <a:pt x="1035" y="868"/>
                    <a:pt x="1101" y="802"/>
                    <a:pt x="1168" y="701"/>
                  </a:cubicBezTo>
                  <a:cubicBezTo>
                    <a:pt x="1168" y="568"/>
                    <a:pt x="1168" y="468"/>
                    <a:pt x="1201" y="335"/>
                  </a:cubicBezTo>
                  <a:lnTo>
                    <a:pt x="1201" y="335"/>
                  </a:lnTo>
                  <a:cubicBezTo>
                    <a:pt x="1049" y="426"/>
                    <a:pt x="870" y="572"/>
                    <a:pt x="662" y="572"/>
                  </a:cubicBezTo>
                  <a:cubicBezTo>
                    <a:pt x="642" y="572"/>
                    <a:pt x="622" y="571"/>
                    <a:pt x="601" y="568"/>
                  </a:cubicBezTo>
                  <a:cubicBezTo>
                    <a:pt x="367" y="535"/>
                    <a:pt x="267" y="268"/>
                    <a:pt x="1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7"/>
            <p:cNvSpPr/>
            <p:nvPr/>
          </p:nvSpPr>
          <p:spPr>
            <a:xfrm>
              <a:off x="3188564" y="2659736"/>
              <a:ext cx="31195" cy="36030"/>
            </a:xfrm>
            <a:custGeom>
              <a:avLst/>
              <a:gdLst/>
              <a:ahLst/>
              <a:cxnLst/>
              <a:rect l="l" t="t" r="r" b="b"/>
              <a:pathLst>
                <a:path w="1568" h="1811" extrusionOk="0">
                  <a:moveTo>
                    <a:pt x="300" y="1"/>
                  </a:moveTo>
                  <a:lnTo>
                    <a:pt x="300" y="1"/>
                  </a:lnTo>
                  <a:cubicBezTo>
                    <a:pt x="167" y="167"/>
                    <a:pt x="100" y="367"/>
                    <a:pt x="67" y="601"/>
                  </a:cubicBezTo>
                  <a:cubicBezTo>
                    <a:pt x="33" y="701"/>
                    <a:pt x="33" y="801"/>
                    <a:pt x="0" y="901"/>
                  </a:cubicBezTo>
                  <a:cubicBezTo>
                    <a:pt x="0" y="1101"/>
                    <a:pt x="33" y="1268"/>
                    <a:pt x="100" y="1435"/>
                  </a:cubicBezTo>
                  <a:cubicBezTo>
                    <a:pt x="200" y="1602"/>
                    <a:pt x="367" y="1735"/>
                    <a:pt x="567" y="1802"/>
                  </a:cubicBezTo>
                  <a:cubicBezTo>
                    <a:pt x="603" y="1808"/>
                    <a:pt x="638" y="1810"/>
                    <a:pt x="673" y="1810"/>
                  </a:cubicBezTo>
                  <a:cubicBezTo>
                    <a:pt x="837" y="1810"/>
                    <a:pt x="997" y="1751"/>
                    <a:pt x="1134" y="1668"/>
                  </a:cubicBezTo>
                  <a:cubicBezTo>
                    <a:pt x="1268" y="1535"/>
                    <a:pt x="1368" y="1402"/>
                    <a:pt x="1434" y="1235"/>
                  </a:cubicBezTo>
                  <a:cubicBezTo>
                    <a:pt x="1535" y="935"/>
                    <a:pt x="1568" y="601"/>
                    <a:pt x="1535" y="267"/>
                  </a:cubicBezTo>
                  <a:lnTo>
                    <a:pt x="1535" y="267"/>
                  </a:lnTo>
                  <a:cubicBezTo>
                    <a:pt x="1468" y="568"/>
                    <a:pt x="1334" y="834"/>
                    <a:pt x="1201" y="1101"/>
                  </a:cubicBezTo>
                  <a:cubicBezTo>
                    <a:pt x="1051" y="1341"/>
                    <a:pt x="874" y="1473"/>
                    <a:pt x="695" y="1473"/>
                  </a:cubicBezTo>
                  <a:cubicBezTo>
                    <a:pt x="674" y="1473"/>
                    <a:pt x="654" y="1472"/>
                    <a:pt x="634" y="1468"/>
                  </a:cubicBezTo>
                  <a:cubicBezTo>
                    <a:pt x="400" y="1435"/>
                    <a:pt x="300" y="1168"/>
                    <a:pt x="234" y="868"/>
                  </a:cubicBezTo>
                  <a:cubicBezTo>
                    <a:pt x="234" y="734"/>
                    <a:pt x="234" y="601"/>
                    <a:pt x="234" y="468"/>
                  </a:cubicBezTo>
                  <a:cubicBezTo>
                    <a:pt x="267" y="301"/>
                    <a:pt x="267" y="167"/>
                    <a:pt x="30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7"/>
            <p:cNvSpPr/>
            <p:nvPr/>
          </p:nvSpPr>
          <p:spPr>
            <a:xfrm>
              <a:off x="3289438" y="2682776"/>
              <a:ext cx="13946" cy="36706"/>
            </a:xfrm>
            <a:custGeom>
              <a:avLst/>
              <a:gdLst/>
              <a:ahLst/>
              <a:cxnLst/>
              <a:rect l="l" t="t" r="r" b="b"/>
              <a:pathLst>
                <a:path w="701" h="1845" extrusionOk="0">
                  <a:moveTo>
                    <a:pt x="404" y="1"/>
                  </a:moveTo>
                  <a:cubicBezTo>
                    <a:pt x="402" y="1"/>
                    <a:pt x="401" y="4"/>
                    <a:pt x="401" y="10"/>
                  </a:cubicBezTo>
                  <a:cubicBezTo>
                    <a:pt x="134" y="577"/>
                    <a:pt x="0" y="1578"/>
                    <a:pt x="701" y="1845"/>
                  </a:cubicBezTo>
                  <a:lnTo>
                    <a:pt x="701" y="1811"/>
                  </a:lnTo>
                  <a:cubicBezTo>
                    <a:pt x="167" y="1444"/>
                    <a:pt x="267" y="711"/>
                    <a:pt x="434" y="77"/>
                  </a:cubicBezTo>
                  <a:cubicBezTo>
                    <a:pt x="434" y="50"/>
                    <a:pt x="412" y="1"/>
                    <a:pt x="40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7"/>
            <p:cNvSpPr/>
            <p:nvPr/>
          </p:nvSpPr>
          <p:spPr>
            <a:xfrm>
              <a:off x="3321948" y="2682975"/>
              <a:ext cx="23914" cy="18602"/>
            </a:xfrm>
            <a:custGeom>
              <a:avLst/>
              <a:gdLst/>
              <a:ahLst/>
              <a:cxnLst/>
              <a:rect l="l" t="t" r="r" b="b"/>
              <a:pathLst>
                <a:path w="1202" h="935" extrusionOk="0">
                  <a:moveTo>
                    <a:pt x="68" y="0"/>
                  </a:moveTo>
                  <a:cubicBezTo>
                    <a:pt x="68" y="133"/>
                    <a:pt x="34" y="267"/>
                    <a:pt x="1" y="367"/>
                  </a:cubicBezTo>
                  <a:cubicBezTo>
                    <a:pt x="1" y="467"/>
                    <a:pt x="34" y="567"/>
                    <a:pt x="101" y="634"/>
                  </a:cubicBezTo>
                  <a:cubicBezTo>
                    <a:pt x="168" y="834"/>
                    <a:pt x="334" y="934"/>
                    <a:pt x="535" y="934"/>
                  </a:cubicBezTo>
                  <a:cubicBezTo>
                    <a:pt x="935" y="934"/>
                    <a:pt x="1135" y="567"/>
                    <a:pt x="1202" y="167"/>
                  </a:cubicBezTo>
                  <a:cubicBezTo>
                    <a:pt x="1202" y="143"/>
                    <a:pt x="1202" y="120"/>
                    <a:pt x="1190" y="120"/>
                  </a:cubicBezTo>
                  <a:cubicBezTo>
                    <a:pt x="1185" y="120"/>
                    <a:pt x="1178" y="124"/>
                    <a:pt x="1168" y="133"/>
                  </a:cubicBezTo>
                  <a:cubicBezTo>
                    <a:pt x="1024" y="278"/>
                    <a:pt x="830" y="447"/>
                    <a:pt x="651" y="447"/>
                  </a:cubicBezTo>
                  <a:cubicBezTo>
                    <a:pt x="623" y="447"/>
                    <a:pt x="595" y="443"/>
                    <a:pt x="568" y="434"/>
                  </a:cubicBezTo>
                  <a:cubicBezTo>
                    <a:pt x="368" y="400"/>
                    <a:pt x="234" y="167"/>
                    <a:pt x="101" y="33"/>
                  </a:cubicBezTo>
                  <a:lnTo>
                    <a:pt x="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7"/>
            <p:cNvSpPr/>
            <p:nvPr/>
          </p:nvSpPr>
          <p:spPr>
            <a:xfrm>
              <a:off x="3293417" y="2678319"/>
              <a:ext cx="31215" cy="35433"/>
            </a:xfrm>
            <a:custGeom>
              <a:avLst/>
              <a:gdLst/>
              <a:ahLst/>
              <a:cxnLst/>
              <a:rect l="l" t="t" r="r" b="b"/>
              <a:pathLst>
                <a:path w="1569" h="1781" extrusionOk="0">
                  <a:moveTo>
                    <a:pt x="267" y="1"/>
                  </a:moveTo>
                  <a:lnTo>
                    <a:pt x="267" y="1"/>
                  </a:lnTo>
                  <a:cubicBezTo>
                    <a:pt x="101" y="267"/>
                    <a:pt x="34" y="601"/>
                    <a:pt x="1" y="901"/>
                  </a:cubicBezTo>
                  <a:cubicBezTo>
                    <a:pt x="1" y="1101"/>
                    <a:pt x="34" y="1268"/>
                    <a:pt x="101" y="1435"/>
                  </a:cubicBezTo>
                  <a:cubicBezTo>
                    <a:pt x="201" y="1602"/>
                    <a:pt x="367" y="1735"/>
                    <a:pt x="568" y="1768"/>
                  </a:cubicBezTo>
                  <a:cubicBezTo>
                    <a:pt x="615" y="1776"/>
                    <a:pt x="664" y="1780"/>
                    <a:pt x="713" y="1780"/>
                  </a:cubicBezTo>
                  <a:cubicBezTo>
                    <a:pt x="872" y="1780"/>
                    <a:pt x="1033" y="1737"/>
                    <a:pt x="1135" y="1635"/>
                  </a:cubicBezTo>
                  <a:cubicBezTo>
                    <a:pt x="1268" y="1502"/>
                    <a:pt x="1368" y="1368"/>
                    <a:pt x="1435" y="1201"/>
                  </a:cubicBezTo>
                  <a:cubicBezTo>
                    <a:pt x="1468" y="1101"/>
                    <a:pt x="1502" y="1001"/>
                    <a:pt x="1535" y="901"/>
                  </a:cubicBezTo>
                  <a:cubicBezTo>
                    <a:pt x="1568" y="668"/>
                    <a:pt x="1568" y="468"/>
                    <a:pt x="1535" y="234"/>
                  </a:cubicBezTo>
                  <a:cubicBezTo>
                    <a:pt x="1502" y="401"/>
                    <a:pt x="1468" y="534"/>
                    <a:pt x="1402" y="701"/>
                  </a:cubicBezTo>
                  <a:cubicBezTo>
                    <a:pt x="1335" y="834"/>
                    <a:pt x="1268" y="968"/>
                    <a:pt x="1201" y="1068"/>
                  </a:cubicBezTo>
                  <a:cubicBezTo>
                    <a:pt x="1086" y="1300"/>
                    <a:pt x="919" y="1481"/>
                    <a:pt x="725" y="1481"/>
                  </a:cubicBezTo>
                  <a:cubicBezTo>
                    <a:pt x="695" y="1481"/>
                    <a:pt x="665" y="1477"/>
                    <a:pt x="634" y="1468"/>
                  </a:cubicBezTo>
                  <a:cubicBezTo>
                    <a:pt x="434" y="1402"/>
                    <a:pt x="267" y="1201"/>
                    <a:pt x="234" y="901"/>
                  </a:cubicBezTo>
                  <a:cubicBezTo>
                    <a:pt x="234" y="601"/>
                    <a:pt x="234" y="301"/>
                    <a:pt x="2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7"/>
            <p:cNvSpPr/>
            <p:nvPr/>
          </p:nvSpPr>
          <p:spPr>
            <a:xfrm>
              <a:off x="3256251" y="2784683"/>
              <a:ext cx="26560" cy="13887"/>
            </a:xfrm>
            <a:custGeom>
              <a:avLst/>
              <a:gdLst/>
              <a:ahLst/>
              <a:cxnLst/>
              <a:rect l="l" t="t" r="r" b="b"/>
              <a:pathLst>
                <a:path w="1335" h="698" extrusionOk="0">
                  <a:moveTo>
                    <a:pt x="1314" y="0"/>
                  </a:moveTo>
                  <a:cubicBezTo>
                    <a:pt x="1301" y="0"/>
                    <a:pt x="1285" y="8"/>
                    <a:pt x="1268" y="25"/>
                  </a:cubicBezTo>
                  <a:cubicBezTo>
                    <a:pt x="1135" y="192"/>
                    <a:pt x="1001" y="425"/>
                    <a:pt x="768" y="459"/>
                  </a:cubicBezTo>
                  <a:cubicBezTo>
                    <a:pt x="709" y="467"/>
                    <a:pt x="649" y="471"/>
                    <a:pt x="587" y="471"/>
                  </a:cubicBezTo>
                  <a:cubicBezTo>
                    <a:pt x="403" y="471"/>
                    <a:pt x="209" y="434"/>
                    <a:pt x="34" y="359"/>
                  </a:cubicBezTo>
                  <a:cubicBezTo>
                    <a:pt x="34" y="359"/>
                    <a:pt x="1" y="359"/>
                    <a:pt x="34" y="425"/>
                  </a:cubicBezTo>
                  <a:cubicBezTo>
                    <a:pt x="182" y="598"/>
                    <a:pt x="402" y="697"/>
                    <a:pt x="642" y="697"/>
                  </a:cubicBezTo>
                  <a:cubicBezTo>
                    <a:pt x="727" y="697"/>
                    <a:pt x="814" y="685"/>
                    <a:pt x="901" y="659"/>
                  </a:cubicBezTo>
                  <a:cubicBezTo>
                    <a:pt x="1168" y="559"/>
                    <a:pt x="1335" y="325"/>
                    <a:pt x="1335" y="25"/>
                  </a:cubicBezTo>
                  <a:cubicBezTo>
                    <a:pt x="1335" y="8"/>
                    <a:pt x="1326" y="0"/>
                    <a:pt x="13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7"/>
            <p:cNvSpPr/>
            <p:nvPr/>
          </p:nvSpPr>
          <p:spPr>
            <a:xfrm>
              <a:off x="3205775" y="2606375"/>
              <a:ext cx="66827" cy="156952"/>
            </a:xfrm>
            <a:custGeom>
              <a:avLst/>
              <a:gdLst/>
              <a:ahLst/>
              <a:cxnLst/>
              <a:rect l="l" t="t" r="r" b="b"/>
              <a:pathLst>
                <a:path w="3359" h="7889" extrusionOk="0">
                  <a:moveTo>
                    <a:pt x="2175" y="1"/>
                  </a:moveTo>
                  <a:cubicBezTo>
                    <a:pt x="2160" y="1"/>
                    <a:pt x="2146" y="5"/>
                    <a:pt x="2137" y="14"/>
                  </a:cubicBezTo>
                  <a:cubicBezTo>
                    <a:pt x="1170" y="1982"/>
                    <a:pt x="569" y="4284"/>
                    <a:pt x="36" y="6318"/>
                  </a:cubicBezTo>
                  <a:cubicBezTo>
                    <a:pt x="0" y="6413"/>
                    <a:pt x="103" y="6445"/>
                    <a:pt x="260" y="6445"/>
                  </a:cubicBezTo>
                  <a:cubicBezTo>
                    <a:pt x="545" y="6445"/>
                    <a:pt x="1007" y="6340"/>
                    <a:pt x="1137" y="6318"/>
                  </a:cubicBezTo>
                  <a:lnTo>
                    <a:pt x="1137" y="6318"/>
                  </a:lnTo>
                  <a:cubicBezTo>
                    <a:pt x="1137" y="6319"/>
                    <a:pt x="870" y="7252"/>
                    <a:pt x="803" y="7719"/>
                  </a:cubicBezTo>
                  <a:cubicBezTo>
                    <a:pt x="1099" y="7833"/>
                    <a:pt x="1406" y="7889"/>
                    <a:pt x="1709" y="7889"/>
                  </a:cubicBezTo>
                  <a:cubicBezTo>
                    <a:pt x="2295" y="7889"/>
                    <a:pt x="2865" y="7681"/>
                    <a:pt x="3305" y="7286"/>
                  </a:cubicBezTo>
                  <a:cubicBezTo>
                    <a:pt x="3359" y="7259"/>
                    <a:pt x="3325" y="7210"/>
                    <a:pt x="3293" y="7210"/>
                  </a:cubicBezTo>
                  <a:cubicBezTo>
                    <a:pt x="3285" y="7210"/>
                    <a:pt x="3278" y="7213"/>
                    <a:pt x="3271" y="7219"/>
                  </a:cubicBezTo>
                  <a:cubicBezTo>
                    <a:pt x="2780" y="7440"/>
                    <a:pt x="2270" y="7571"/>
                    <a:pt x="1755" y="7571"/>
                  </a:cubicBezTo>
                  <a:cubicBezTo>
                    <a:pt x="1572" y="7571"/>
                    <a:pt x="1387" y="7554"/>
                    <a:pt x="1203" y="7519"/>
                  </a:cubicBezTo>
                  <a:cubicBezTo>
                    <a:pt x="1203" y="7386"/>
                    <a:pt x="1704" y="5918"/>
                    <a:pt x="1604" y="5885"/>
                  </a:cubicBezTo>
                  <a:cubicBezTo>
                    <a:pt x="1237" y="5885"/>
                    <a:pt x="903" y="5918"/>
                    <a:pt x="536" y="5985"/>
                  </a:cubicBezTo>
                  <a:cubicBezTo>
                    <a:pt x="1003" y="3983"/>
                    <a:pt x="1804" y="2082"/>
                    <a:pt x="2271" y="81"/>
                  </a:cubicBezTo>
                  <a:cubicBezTo>
                    <a:pt x="2271" y="32"/>
                    <a:pt x="2217" y="1"/>
                    <a:pt x="21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7"/>
            <p:cNvSpPr/>
            <p:nvPr/>
          </p:nvSpPr>
          <p:spPr>
            <a:xfrm>
              <a:off x="3414206" y="2702652"/>
              <a:ext cx="114834" cy="114138"/>
            </a:xfrm>
            <a:custGeom>
              <a:avLst/>
              <a:gdLst/>
              <a:ahLst/>
              <a:cxnLst/>
              <a:rect l="l" t="t" r="r" b="b"/>
              <a:pathLst>
                <a:path w="5772" h="5737" extrusionOk="0">
                  <a:moveTo>
                    <a:pt x="3888" y="0"/>
                  </a:moveTo>
                  <a:cubicBezTo>
                    <a:pt x="2584" y="0"/>
                    <a:pt x="801" y="2080"/>
                    <a:pt x="801" y="2080"/>
                  </a:cubicBezTo>
                  <a:lnTo>
                    <a:pt x="1" y="4582"/>
                  </a:lnTo>
                  <a:cubicBezTo>
                    <a:pt x="215" y="5277"/>
                    <a:pt x="857" y="5737"/>
                    <a:pt x="1568" y="5737"/>
                  </a:cubicBezTo>
                  <a:cubicBezTo>
                    <a:pt x="1744" y="5737"/>
                    <a:pt x="1924" y="5709"/>
                    <a:pt x="2102" y="5649"/>
                  </a:cubicBezTo>
                  <a:cubicBezTo>
                    <a:pt x="3737" y="5215"/>
                    <a:pt x="5771" y="1046"/>
                    <a:pt x="4470" y="179"/>
                  </a:cubicBezTo>
                  <a:cubicBezTo>
                    <a:pt x="4295" y="54"/>
                    <a:pt x="4098" y="0"/>
                    <a:pt x="3888" y="0"/>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7"/>
            <p:cNvSpPr/>
            <p:nvPr/>
          </p:nvSpPr>
          <p:spPr>
            <a:xfrm>
              <a:off x="3431257" y="2729432"/>
              <a:ext cx="60620" cy="68678"/>
            </a:xfrm>
            <a:custGeom>
              <a:avLst/>
              <a:gdLst/>
              <a:ahLst/>
              <a:cxnLst/>
              <a:rect l="l" t="t" r="r" b="b"/>
              <a:pathLst>
                <a:path w="3047" h="3452" extrusionOk="0">
                  <a:moveTo>
                    <a:pt x="3013" y="0"/>
                  </a:moveTo>
                  <a:cubicBezTo>
                    <a:pt x="1479" y="0"/>
                    <a:pt x="178" y="1868"/>
                    <a:pt x="44" y="3302"/>
                  </a:cubicBezTo>
                  <a:lnTo>
                    <a:pt x="44" y="3336"/>
                  </a:lnTo>
                  <a:cubicBezTo>
                    <a:pt x="1" y="3401"/>
                    <a:pt x="56" y="3452"/>
                    <a:pt x="119" y="3452"/>
                  </a:cubicBezTo>
                  <a:cubicBezTo>
                    <a:pt x="152" y="3452"/>
                    <a:pt x="188" y="3437"/>
                    <a:pt x="211" y="3402"/>
                  </a:cubicBezTo>
                  <a:cubicBezTo>
                    <a:pt x="378" y="3102"/>
                    <a:pt x="611" y="2835"/>
                    <a:pt x="845" y="2569"/>
                  </a:cubicBezTo>
                  <a:cubicBezTo>
                    <a:pt x="1025" y="2366"/>
                    <a:pt x="1296" y="2255"/>
                    <a:pt x="1576" y="2255"/>
                  </a:cubicBezTo>
                  <a:cubicBezTo>
                    <a:pt x="1711" y="2255"/>
                    <a:pt x="1849" y="2281"/>
                    <a:pt x="1979" y="2335"/>
                  </a:cubicBezTo>
                  <a:cubicBezTo>
                    <a:pt x="1986" y="2342"/>
                    <a:pt x="1992" y="2344"/>
                    <a:pt x="1998" y="2344"/>
                  </a:cubicBezTo>
                  <a:cubicBezTo>
                    <a:pt x="2023" y="2344"/>
                    <a:pt x="2039" y="2302"/>
                    <a:pt x="2012" y="2302"/>
                  </a:cubicBezTo>
                  <a:cubicBezTo>
                    <a:pt x="1828" y="2117"/>
                    <a:pt x="1586" y="2025"/>
                    <a:pt x="1350" y="2025"/>
                  </a:cubicBezTo>
                  <a:cubicBezTo>
                    <a:pt x="1074" y="2025"/>
                    <a:pt x="806" y="2150"/>
                    <a:pt x="645" y="2402"/>
                  </a:cubicBezTo>
                  <a:cubicBezTo>
                    <a:pt x="1145" y="1368"/>
                    <a:pt x="1845" y="400"/>
                    <a:pt x="3013" y="33"/>
                  </a:cubicBezTo>
                  <a:cubicBezTo>
                    <a:pt x="3046" y="33"/>
                    <a:pt x="3046" y="0"/>
                    <a:pt x="30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7"/>
            <p:cNvSpPr/>
            <p:nvPr/>
          </p:nvSpPr>
          <p:spPr>
            <a:xfrm>
              <a:off x="3435256" y="2796561"/>
              <a:ext cx="19457" cy="16752"/>
            </a:xfrm>
            <a:custGeom>
              <a:avLst/>
              <a:gdLst/>
              <a:ahLst/>
              <a:cxnLst/>
              <a:rect l="l" t="t" r="r" b="b"/>
              <a:pathLst>
                <a:path w="978" h="842" extrusionOk="0">
                  <a:moveTo>
                    <a:pt x="522" y="0"/>
                  </a:moveTo>
                  <a:cubicBezTo>
                    <a:pt x="224" y="0"/>
                    <a:pt x="1" y="310"/>
                    <a:pt x="143" y="596"/>
                  </a:cubicBezTo>
                  <a:cubicBezTo>
                    <a:pt x="209" y="758"/>
                    <a:pt x="361" y="842"/>
                    <a:pt x="516" y="842"/>
                  </a:cubicBezTo>
                  <a:cubicBezTo>
                    <a:pt x="678" y="842"/>
                    <a:pt x="842" y="750"/>
                    <a:pt x="911" y="562"/>
                  </a:cubicBezTo>
                  <a:cubicBezTo>
                    <a:pt x="977" y="362"/>
                    <a:pt x="877" y="129"/>
                    <a:pt x="677" y="28"/>
                  </a:cubicBezTo>
                  <a:cubicBezTo>
                    <a:pt x="624" y="9"/>
                    <a:pt x="572" y="0"/>
                    <a:pt x="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7"/>
            <p:cNvSpPr/>
            <p:nvPr/>
          </p:nvSpPr>
          <p:spPr>
            <a:xfrm>
              <a:off x="3440748" y="2800919"/>
              <a:ext cx="8654" cy="7759"/>
            </a:xfrm>
            <a:custGeom>
              <a:avLst/>
              <a:gdLst/>
              <a:ahLst/>
              <a:cxnLst/>
              <a:rect l="l" t="t" r="r" b="b"/>
              <a:pathLst>
                <a:path w="435" h="390" extrusionOk="0">
                  <a:moveTo>
                    <a:pt x="245" y="1"/>
                  </a:moveTo>
                  <a:cubicBezTo>
                    <a:pt x="157" y="1"/>
                    <a:pt x="62" y="61"/>
                    <a:pt x="34" y="143"/>
                  </a:cubicBezTo>
                  <a:cubicBezTo>
                    <a:pt x="1" y="243"/>
                    <a:pt x="68" y="343"/>
                    <a:pt x="168" y="377"/>
                  </a:cubicBezTo>
                  <a:cubicBezTo>
                    <a:pt x="193" y="385"/>
                    <a:pt x="218" y="389"/>
                    <a:pt x="242" y="389"/>
                  </a:cubicBezTo>
                  <a:cubicBezTo>
                    <a:pt x="314" y="389"/>
                    <a:pt x="376" y="352"/>
                    <a:pt x="401" y="276"/>
                  </a:cubicBezTo>
                  <a:cubicBezTo>
                    <a:pt x="434" y="176"/>
                    <a:pt x="401" y="43"/>
                    <a:pt x="301" y="10"/>
                  </a:cubicBezTo>
                  <a:cubicBezTo>
                    <a:pt x="283" y="4"/>
                    <a:pt x="265" y="1"/>
                    <a:pt x="24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7"/>
            <p:cNvSpPr/>
            <p:nvPr/>
          </p:nvSpPr>
          <p:spPr>
            <a:xfrm>
              <a:off x="3454158" y="2791388"/>
              <a:ext cx="15160" cy="11559"/>
            </a:xfrm>
            <a:custGeom>
              <a:avLst/>
              <a:gdLst/>
              <a:ahLst/>
              <a:cxnLst/>
              <a:rect l="l" t="t" r="r" b="b"/>
              <a:pathLst>
                <a:path w="762" h="581" extrusionOk="0">
                  <a:moveTo>
                    <a:pt x="422" y="0"/>
                  </a:moveTo>
                  <a:cubicBezTo>
                    <a:pt x="150" y="0"/>
                    <a:pt x="1" y="437"/>
                    <a:pt x="328" y="555"/>
                  </a:cubicBezTo>
                  <a:cubicBezTo>
                    <a:pt x="371" y="573"/>
                    <a:pt x="414" y="581"/>
                    <a:pt x="455" y="581"/>
                  </a:cubicBezTo>
                  <a:cubicBezTo>
                    <a:pt x="574" y="581"/>
                    <a:pt x="678" y="512"/>
                    <a:pt x="728" y="389"/>
                  </a:cubicBezTo>
                  <a:cubicBezTo>
                    <a:pt x="761" y="255"/>
                    <a:pt x="694" y="88"/>
                    <a:pt x="528" y="22"/>
                  </a:cubicBezTo>
                  <a:cubicBezTo>
                    <a:pt x="491" y="7"/>
                    <a:pt x="456" y="0"/>
                    <a:pt x="4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7"/>
            <p:cNvSpPr/>
            <p:nvPr/>
          </p:nvSpPr>
          <p:spPr>
            <a:xfrm>
              <a:off x="3131482" y="2414278"/>
              <a:ext cx="418770" cy="321245"/>
            </a:xfrm>
            <a:custGeom>
              <a:avLst/>
              <a:gdLst/>
              <a:ahLst/>
              <a:cxnLst/>
              <a:rect l="l" t="t" r="r" b="b"/>
              <a:pathLst>
                <a:path w="21049" h="16147" extrusionOk="0">
                  <a:moveTo>
                    <a:pt x="7292" y="0"/>
                  </a:moveTo>
                  <a:cubicBezTo>
                    <a:pt x="6304" y="0"/>
                    <a:pt x="5331" y="185"/>
                    <a:pt x="4437" y="629"/>
                  </a:cubicBezTo>
                  <a:cubicBezTo>
                    <a:pt x="334" y="2697"/>
                    <a:pt x="0" y="8602"/>
                    <a:pt x="267" y="8602"/>
                  </a:cubicBezTo>
                  <a:cubicBezTo>
                    <a:pt x="334" y="8604"/>
                    <a:pt x="402" y="8605"/>
                    <a:pt x="473" y="8605"/>
                  </a:cubicBezTo>
                  <a:cubicBezTo>
                    <a:pt x="3064" y="8605"/>
                    <a:pt x="8406" y="6867"/>
                    <a:pt x="8406" y="6867"/>
                  </a:cubicBezTo>
                  <a:lnTo>
                    <a:pt x="8406" y="6867"/>
                  </a:lnTo>
                  <a:cubicBezTo>
                    <a:pt x="7506" y="7668"/>
                    <a:pt x="4437" y="8268"/>
                    <a:pt x="4570" y="8435"/>
                  </a:cubicBezTo>
                  <a:cubicBezTo>
                    <a:pt x="4647" y="8531"/>
                    <a:pt x="5080" y="8627"/>
                    <a:pt x="5837" y="8627"/>
                  </a:cubicBezTo>
                  <a:cubicBezTo>
                    <a:pt x="6391" y="8627"/>
                    <a:pt x="7118" y="8576"/>
                    <a:pt x="8006" y="8435"/>
                  </a:cubicBezTo>
                  <a:cubicBezTo>
                    <a:pt x="10074" y="8101"/>
                    <a:pt x="12643" y="6667"/>
                    <a:pt x="12643" y="6667"/>
                  </a:cubicBezTo>
                  <a:lnTo>
                    <a:pt x="12643" y="6667"/>
                  </a:lnTo>
                  <a:cubicBezTo>
                    <a:pt x="12317" y="10483"/>
                    <a:pt x="13592" y="12961"/>
                    <a:pt x="13699" y="12961"/>
                  </a:cubicBezTo>
                  <a:cubicBezTo>
                    <a:pt x="13712" y="12961"/>
                    <a:pt x="13707" y="12921"/>
                    <a:pt x="13677" y="12838"/>
                  </a:cubicBezTo>
                  <a:cubicBezTo>
                    <a:pt x="13544" y="12471"/>
                    <a:pt x="13510" y="11090"/>
                    <a:pt x="13510" y="9799"/>
                  </a:cubicBezTo>
                  <a:lnTo>
                    <a:pt x="13510" y="9799"/>
                  </a:lnTo>
                  <a:cubicBezTo>
                    <a:pt x="13809" y="13644"/>
                    <a:pt x="15696" y="16001"/>
                    <a:pt x="16612" y="16140"/>
                  </a:cubicBezTo>
                  <a:cubicBezTo>
                    <a:pt x="16634" y="16145"/>
                    <a:pt x="16656" y="16147"/>
                    <a:pt x="16680" y="16147"/>
                  </a:cubicBezTo>
                  <a:cubicBezTo>
                    <a:pt x="17872" y="16147"/>
                    <a:pt x="21049" y="10344"/>
                    <a:pt x="19348" y="7334"/>
                  </a:cubicBezTo>
                  <a:cubicBezTo>
                    <a:pt x="17613" y="4265"/>
                    <a:pt x="15745" y="3765"/>
                    <a:pt x="15745" y="3765"/>
                  </a:cubicBezTo>
                  <a:cubicBezTo>
                    <a:pt x="14597" y="2382"/>
                    <a:pt x="10839" y="0"/>
                    <a:pt x="729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7"/>
            <p:cNvSpPr/>
            <p:nvPr/>
          </p:nvSpPr>
          <p:spPr>
            <a:xfrm>
              <a:off x="2112741" y="4015794"/>
              <a:ext cx="1100333" cy="41004"/>
            </a:xfrm>
            <a:custGeom>
              <a:avLst/>
              <a:gdLst/>
              <a:ahLst/>
              <a:cxnLst/>
              <a:rect l="l" t="t" r="r" b="b"/>
              <a:pathLst>
                <a:path w="55307" h="2061" extrusionOk="0">
                  <a:moveTo>
                    <a:pt x="9329" y="1"/>
                  </a:moveTo>
                  <a:cubicBezTo>
                    <a:pt x="5750" y="1"/>
                    <a:pt x="2578" y="39"/>
                    <a:pt x="0" y="126"/>
                  </a:cubicBezTo>
                  <a:lnTo>
                    <a:pt x="55306" y="2060"/>
                  </a:lnTo>
                  <a:lnTo>
                    <a:pt x="55306" y="993"/>
                  </a:lnTo>
                  <a:cubicBezTo>
                    <a:pt x="40447" y="497"/>
                    <a:pt x="22235" y="1"/>
                    <a:pt x="93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439"/>
        <p:cNvGrpSpPr/>
        <p:nvPr/>
      </p:nvGrpSpPr>
      <p:grpSpPr>
        <a:xfrm>
          <a:off x="0" y="0"/>
          <a:ext cx="0" cy="0"/>
          <a:chOff x="0" y="0"/>
          <a:chExt cx="0" cy="0"/>
        </a:xfrm>
      </p:grpSpPr>
      <p:sp>
        <p:nvSpPr>
          <p:cNvPr id="440" name="Google Shape;440;p28"/>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Contents of this template</a:t>
            </a:r>
            <a:endParaRPr/>
          </a:p>
        </p:txBody>
      </p:sp>
      <p:sp>
        <p:nvSpPr>
          <p:cNvPr id="441" name="Google Shape;441;p28"/>
          <p:cNvSpPr txBox="1">
            <a:spLocks noGrp="1"/>
          </p:cNvSpPr>
          <p:nvPr>
            <p:ph type="body" idx="4294967295"/>
          </p:nvPr>
        </p:nvSpPr>
        <p:spPr>
          <a:xfrm>
            <a:off x="720000" y="11077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b="1"/>
              <a:t>This is a slide structure based on a minitheme presentation</a:t>
            </a:r>
            <a:endParaRPr sz="1200" b="1"/>
          </a:p>
          <a:p>
            <a:pPr marL="0" lvl="0" indent="0" algn="l" rtl="0">
              <a:spcBef>
                <a:spcPts val="0"/>
              </a:spcBef>
              <a:spcAft>
                <a:spcPts val="0"/>
              </a:spcAft>
              <a:buNone/>
            </a:pPr>
            <a:r>
              <a:rPr lang="en" sz="1200"/>
              <a:t>You can delete this slide when you’re done editing the presentation</a:t>
            </a:r>
            <a:endParaRPr sz="1100"/>
          </a:p>
        </p:txBody>
      </p:sp>
      <p:graphicFrame>
        <p:nvGraphicFramePr>
          <p:cNvPr id="442" name="Google Shape;442;p28"/>
          <p:cNvGraphicFramePr/>
          <p:nvPr/>
        </p:nvGraphicFramePr>
        <p:xfrm>
          <a:off x="683925" y="1865625"/>
          <a:ext cx="3000000" cy="3000000"/>
        </p:xfrm>
        <a:graphic>
          <a:graphicData uri="http://schemas.openxmlformats.org/drawingml/2006/table">
            <a:tbl>
              <a:tblPr>
                <a:noFill/>
                <a:tableStyleId>{28ECCA00-3423-4D35-A1F8-932C58E7BA36}</a:tableStyleId>
              </a:tblPr>
              <a:tblGrid>
                <a:gridCol w="2644400">
                  <a:extLst>
                    <a:ext uri="{9D8B030D-6E8A-4147-A177-3AD203B41FA5}">
                      <a16:colId xmlns:a16="http://schemas.microsoft.com/office/drawing/2014/main" val="20000"/>
                    </a:ext>
                  </a:extLst>
                </a:gridCol>
                <a:gridCol w="5131725">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 sz="1100" b="1" u="sng">
                          <a:solidFill>
                            <a:schemeClr val="hlink"/>
                          </a:solidFill>
                          <a:latin typeface="Raleway"/>
                          <a:ea typeface="Raleway"/>
                          <a:cs typeface="Raleway"/>
                          <a:sym typeface="Raleway"/>
                          <a:hlinkClick r:id="" action="ppaction://noaction"/>
                        </a:rPr>
                        <a:t>Fonts</a:t>
                      </a:r>
                      <a:endParaRPr sz="1100" b="1" u="sng">
                        <a:solidFill>
                          <a:schemeClr val="dk1"/>
                        </a:solidFill>
                        <a:latin typeface="Raleway"/>
                        <a:ea typeface="Raleway"/>
                        <a:cs typeface="Raleway"/>
                        <a:sym typeface="Raleway"/>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900">
                          <a:solidFill>
                            <a:schemeClr val="dk1"/>
                          </a:solidFill>
                          <a:latin typeface="Raleway"/>
                          <a:ea typeface="Raleway"/>
                          <a:cs typeface="Raleway"/>
                          <a:sym typeface="Raleway"/>
                        </a:rPr>
                        <a:t>To view this template correctly in PowerPoint, download and install the fonts we used</a:t>
                      </a:r>
                      <a:endParaRPr sz="900">
                        <a:solidFill>
                          <a:schemeClr val="dk1"/>
                        </a:solidFill>
                        <a:latin typeface="Raleway"/>
                        <a:ea typeface="Raleway"/>
                        <a:cs typeface="Raleway"/>
                        <a:sym typeface="Raleway"/>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en" sz="1100" b="1" u="sng">
                          <a:solidFill>
                            <a:schemeClr val="hlink"/>
                          </a:solidFill>
                          <a:latin typeface="Raleway"/>
                          <a:ea typeface="Raleway"/>
                          <a:cs typeface="Raleway"/>
                          <a:sym typeface="Raleway"/>
                          <a:hlinkClick r:id="" action="ppaction://noaction"/>
                        </a:rPr>
                        <a:t>Used</a:t>
                      </a:r>
                      <a:r>
                        <a:rPr lang="en" sz="1100" b="1">
                          <a:solidFill>
                            <a:schemeClr val="dk1"/>
                          </a:solidFill>
                          <a:latin typeface="Raleway"/>
                          <a:ea typeface="Raleway"/>
                          <a:cs typeface="Raleway"/>
                          <a:sym typeface="Raleway"/>
                        </a:rPr>
                        <a:t> and </a:t>
                      </a:r>
                      <a:r>
                        <a:rPr lang="en" sz="1100" b="1" u="sng">
                          <a:solidFill>
                            <a:schemeClr val="hlink"/>
                          </a:solidFill>
                          <a:latin typeface="Raleway"/>
                          <a:ea typeface="Raleway"/>
                          <a:cs typeface="Raleway"/>
                          <a:sym typeface="Raleway"/>
                          <a:hlinkClick r:id="" action="ppaction://noaction"/>
                        </a:rPr>
                        <a:t>alternative</a:t>
                      </a:r>
                      <a:r>
                        <a:rPr lang="en" sz="1100" b="1" u="sng">
                          <a:solidFill>
                            <a:schemeClr val="hlink"/>
                          </a:solidFill>
                          <a:latin typeface="Raleway"/>
                          <a:ea typeface="Raleway"/>
                          <a:cs typeface="Raleway"/>
                          <a:sym typeface="Raleway"/>
                          <a:hlinkClick r:id="" action="ppaction://noaction"/>
                        </a:rPr>
                        <a:t> resources</a:t>
                      </a:r>
                      <a:endParaRPr sz="1100" b="1" u="sng">
                        <a:solidFill>
                          <a:schemeClr val="dk1"/>
                        </a:solidFill>
                        <a:latin typeface="Raleway"/>
                        <a:ea typeface="Raleway"/>
                        <a:cs typeface="Raleway"/>
                        <a:sym typeface="Raleway"/>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 sz="900">
                          <a:solidFill>
                            <a:schemeClr val="dk1"/>
                          </a:solidFill>
                          <a:latin typeface="Raleway"/>
                          <a:ea typeface="Raleway"/>
                          <a:cs typeface="Raleway"/>
                          <a:sym typeface="Raleway"/>
                        </a:rPr>
                        <a:t>An assortment of graphic resources that are suitable for use in this presentation</a:t>
                      </a:r>
                      <a:endParaRPr sz="900">
                        <a:solidFill>
                          <a:schemeClr val="dk1"/>
                        </a:solidFill>
                        <a:latin typeface="Raleway"/>
                        <a:ea typeface="Raleway"/>
                        <a:cs typeface="Raleway"/>
                        <a:sym typeface="Raleway"/>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en" sz="1100" b="1" u="sng">
                          <a:solidFill>
                            <a:schemeClr val="hlink"/>
                          </a:solidFill>
                          <a:latin typeface="Raleway"/>
                          <a:ea typeface="Raleway"/>
                          <a:cs typeface="Raleway"/>
                          <a:sym typeface="Raleway"/>
                          <a:hlinkClick r:id="rId3" action="ppaction://hlinksldjump"/>
                        </a:rPr>
                        <a:t>Thanks slide</a:t>
                      </a:r>
                      <a:endParaRPr sz="1100" b="1" u="sng">
                        <a:solidFill>
                          <a:schemeClr val="dk1"/>
                        </a:solidFill>
                        <a:latin typeface="Raleway"/>
                        <a:ea typeface="Raleway"/>
                        <a:cs typeface="Raleway"/>
                        <a:sym typeface="Raleway"/>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900">
                          <a:solidFill>
                            <a:schemeClr val="dk1"/>
                          </a:solidFill>
                          <a:latin typeface="Raleway"/>
                          <a:ea typeface="Raleway"/>
                          <a:cs typeface="Raleway"/>
                          <a:sym typeface="Raleway"/>
                        </a:rPr>
                        <a:t>You must keep it so that proper credits for our design are given</a:t>
                      </a:r>
                      <a:endParaRPr sz="900">
                        <a:solidFill>
                          <a:schemeClr val="dk1"/>
                        </a:solidFill>
                        <a:latin typeface="Raleway"/>
                        <a:ea typeface="Raleway"/>
                        <a:cs typeface="Raleway"/>
                        <a:sym typeface="Raleway"/>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50500">
                <a:tc>
                  <a:txBody>
                    <a:bodyPr/>
                    <a:lstStyle/>
                    <a:p>
                      <a:pPr marL="0" lvl="0" indent="0" algn="l" rtl="0">
                        <a:spcBef>
                          <a:spcPts val="0"/>
                        </a:spcBef>
                        <a:spcAft>
                          <a:spcPts val="0"/>
                        </a:spcAft>
                        <a:buNone/>
                      </a:pPr>
                      <a:r>
                        <a:rPr lang="en" sz="1100" b="1" u="sng">
                          <a:solidFill>
                            <a:schemeClr val="hlink"/>
                          </a:solidFill>
                          <a:latin typeface="Raleway"/>
                          <a:ea typeface="Raleway"/>
                          <a:cs typeface="Raleway"/>
                          <a:sym typeface="Raleway"/>
                          <a:hlinkClick r:id="" action="ppaction://noaction"/>
                        </a:rPr>
                        <a:t>Colors</a:t>
                      </a:r>
                      <a:endParaRPr sz="1100" b="1" u="sng">
                        <a:solidFill>
                          <a:schemeClr val="dk1"/>
                        </a:solidFill>
                        <a:latin typeface="Raleway"/>
                        <a:ea typeface="Raleway"/>
                        <a:cs typeface="Raleway"/>
                        <a:sym typeface="Raleway"/>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900">
                          <a:solidFill>
                            <a:schemeClr val="dk1"/>
                          </a:solidFill>
                          <a:latin typeface="Raleway"/>
                          <a:ea typeface="Raleway"/>
                          <a:cs typeface="Raleway"/>
                          <a:sym typeface="Raleway"/>
                        </a:rPr>
                        <a:t>All the colors used in this presentation</a:t>
                      </a:r>
                      <a:endParaRPr sz="900">
                        <a:solidFill>
                          <a:schemeClr val="dk1"/>
                        </a:solidFill>
                        <a:latin typeface="Raleway"/>
                        <a:ea typeface="Raleway"/>
                        <a:cs typeface="Raleway"/>
                        <a:sym typeface="Raleway"/>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50500">
                <a:tc>
                  <a:txBody>
                    <a:bodyPr/>
                    <a:lstStyle/>
                    <a:p>
                      <a:pPr marL="0" lvl="0" indent="0" algn="l" rtl="0">
                        <a:spcBef>
                          <a:spcPts val="0"/>
                        </a:spcBef>
                        <a:spcAft>
                          <a:spcPts val="0"/>
                        </a:spcAft>
                        <a:buNone/>
                      </a:pPr>
                      <a:r>
                        <a:rPr lang="en" sz="1100" b="1" u="sng">
                          <a:solidFill>
                            <a:schemeClr val="hlink"/>
                          </a:solidFill>
                          <a:latin typeface="Raleway"/>
                          <a:ea typeface="Raleway"/>
                          <a:cs typeface="Raleway"/>
                          <a:sym typeface="Raleway"/>
                          <a:hlinkClick r:id="" action="ppaction://noaction"/>
                        </a:rPr>
                        <a:t>Infographic resources</a:t>
                      </a:r>
                      <a:endParaRPr sz="1100" b="1" u="sng">
                        <a:solidFill>
                          <a:schemeClr val="dk1"/>
                        </a:solidFill>
                        <a:latin typeface="Raleway"/>
                        <a:ea typeface="Raleway"/>
                        <a:cs typeface="Raleway"/>
                        <a:sym typeface="Raleway"/>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900">
                          <a:solidFill>
                            <a:schemeClr val="dk1"/>
                          </a:solidFill>
                          <a:latin typeface="Raleway"/>
                          <a:ea typeface="Raleway"/>
                          <a:cs typeface="Raleway"/>
                          <a:sym typeface="Raleway"/>
                        </a:rPr>
                        <a:t>These can be used in the template, and their size and color can be edited</a:t>
                      </a:r>
                      <a:endParaRPr sz="900">
                        <a:solidFill>
                          <a:schemeClr val="dk1"/>
                        </a:solidFill>
                        <a:latin typeface="Raleway"/>
                        <a:ea typeface="Raleway"/>
                        <a:cs typeface="Raleway"/>
                        <a:sym typeface="Raleway"/>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50500">
                <a:tc>
                  <a:txBody>
                    <a:bodyPr/>
                    <a:lstStyle/>
                    <a:p>
                      <a:pPr marL="0" lvl="0" indent="0" algn="l" rtl="0">
                        <a:spcBef>
                          <a:spcPts val="0"/>
                        </a:spcBef>
                        <a:spcAft>
                          <a:spcPts val="0"/>
                        </a:spcAft>
                        <a:buNone/>
                      </a:pPr>
                      <a:r>
                        <a:rPr lang="en" sz="1100" b="1" u="sng">
                          <a:solidFill>
                            <a:schemeClr val="hlink"/>
                          </a:solidFill>
                          <a:latin typeface="Raleway"/>
                          <a:ea typeface="Raleway"/>
                          <a:cs typeface="Raleway"/>
                          <a:sym typeface="Raleway"/>
                          <a:hlinkClick r:id="" action="ppaction://noaction"/>
                        </a:rPr>
                        <a:t>Customizable icons</a:t>
                      </a:r>
                      <a:endParaRPr sz="1100" b="1" u="sng">
                        <a:solidFill>
                          <a:schemeClr val="dk1"/>
                        </a:solidFill>
                        <a:latin typeface="Raleway"/>
                        <a:ea typeface="Raleway"/>
                        <a:cs typeface="Raleway"/>
                        <a:sym typeface="Raleway"/>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900">
                          <a:solidFill>
                            <a:schemeClr val="dk1"/>
                          </a:solidFill>
                          <a:latin typeface="Raleway"/>
                          <a:ea typeface="Raleway"/>
                          <a:cs typeface="Raleway"/>
                          <a:sym typeface="Raleway"/>
                        </a:rPr>
                        <a:t>They are sorted by theme so you can use them in all kinds of presentations</a:t>
                      </a:r>
                      <a:endParaRPr sz="900">
                        <a:solidFill>
                          <a:schemeClr val="dk1"/>
                        </a:solidFill>
                        <a:latin typeface="Raleway"/>
                        <a:ea typeface="Raleway"/>
                        <a:cs typeface="Raleway"/>
                        <a:sym typeface="Raleway"/>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443" name="Google Shape;443;p28"/>
          <p:cNvSpPr txBox="1"/>
          <p:nvPr/>
        </p:nvSpPr>
        <p:spPr>
          <a:xfrm>
            <a:off x="943300" y="4147800"/>
            <a:ext cx="33561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chemeClr val="dk1"/>
                </a:solidFill>
                <a:latin typeface="Raleway"/>
                <a:ea typeface="Raleway"/>
                <a:cs typeface="Raleway"/>
                <a:sym typeface="Raleway"/>
              </a:rPr>
              <a:t>For more info:</a:t>
            </a:r>
            <a:br>
              <a:rPr lang="en" sz="800" b="1">
                <a:solidFill>
                  <a:schemeClr val="dk1"/>
                </a:solidFill>
                <a:latin typeface="Raleway"/>
                <a:ea typeface="Raleway"/>
                <a:cs typeface="Raleway"/>
                <a:sym typeface="Raleway"/>
              </a:rPr>
            </a:br>
            <a:r>
              <a:rPr lang="en" sz="1000" b="1">
                <a:solidFill>
                  <a:schemeClr val="dk1"/>
                </a:solidFill>
                <a:uFill>
                  <a:noFill/>
                </a:uFill>
                <a:latin typeface="Raleway"/>
                <a:ea typeface="Raleway"/>
                <a:cs typeface="Raleway"/>
                <a:sym typeface="Raleway"/>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 </a:t>
            </a:r>
            <a:r>
              <a:rPr lang="en" sz="1000" b="1">
                <a:solidFill>
                  <a:schemeClr val="dk1"/>
                </a:solidFill>
                <a:latin typeface="Raleway"/>
                <a:ea typeface="Raleway"/>
                <a:cs typeface="Raleway"/>
                <a:sym typeface="Raleway"/>
              </a:rPr>
              <a:t> |  </a:t>
            </a:r>
            <a:r>
              <a:rPr lang="en" sz="1000" b="1">
                <a:solidFill>
                  <a:schemeClr val="dk1"/>
                </a:solidFill>
                <a:uFill>
                  <a:noFill/>
                </a:uFill>
                <a:latin typeface="Raleway"/>
                <a:ea typeface="Raleway"/>
                <a:cs typeface="Raleway"/>
                <a:sym typeface="Raleway"/>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 SCHOOL</a:t>
            </a:r>
            <a:r>
              <a:rPr lang="en" sz="1000" b="1">
                <a:solidFill>
                  <a:schemeClr val="dk1"/>
                </a:solidFill>
                <a:latin typeface="Raleway"/>
                <a:ea typeface="Raleway"/>
                <a:cs typeface="Raleway"/>
                <a:sym typeface="Raleway"/>
              </a:rPr>
              <a:t>  |  </a:t>
            </a:r>
            <a:r>
              <a:rPr lang="en" sz="1000" b="1">
                <a:solidFill>
                  <a:schemeClr val="dk1"/>
                </a:solidFill>
                <a:uFill>
                  <a:noFill/>
                </a:uFill>
                <a:latin typeface="Raleway"/>
                <a:ea typeface="Raleway"/>
                <a:cs typeface="Raleway"/>
                <a:sym typeface="Raleway"/>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FAQS</a:t>
            </a:r>
            <a:endParaRPr sz="1500">
              <a:solidFill>
                <a:schemeClr val="dk1"/>
              </a:solidFill>
              <a:latin typeface="Raleway"/>
              <a:ea typeface="Raleway"/>
              <a:cs typeface="Raleway"/>
              <a:sym typeface="Raleway"/>
            </a:endParaRPr>
          </a:p>
        </p:txBody>
      </p:sp>
      <p:sp>
        <p:nvSpPr>
          <p:cNvPr id="444" name="Google Shape;444;p28"/>
          <p:cNvSpPr txBox="1"/>
          <p:nvPr/>
        </p:nvSpPr>
        <p:spPr>
          <a:xfrm>
            <a:off x="4844563" y="4147800"/>
            <a:ext cx="33561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chemeClr val="dk1"/>
                </a:solidFill>
                <a:latin typeface="Raleway"/>
                <a:ea typeface="Raleway"/>
                <a:cs typeface="Raleway"/>
                <a:sym typeface="Raleway"/>
              </a:rPr>
              <a:t>You can visit our sister projects:</a:t>
            </a:r>
            <a:br>
              <a:rPr lang="en" sz="800" b="1">
                <a:solidFill>
                  <a:schemeClr val="dk1"/>
                </a:solidFill>
                <a:latin typeface="Raleway"/>
                <a:ea typeface="Raleway"/>
                <a:cs typeface="Raleway"/>
                <a:sym typeface="Raleway"/>
              </a:rPr>
            </a:br>
            <a:r>
              <a:rPr lang="en" sz="1000" b="1">
                <a:solidFill>
                  <a:schemeClr val="dk1"/>
                </a:solidFill>
                <a:uFill>
                  <a:noFill/>
                </a:uFill>
                <a:latin typeface="Raleway"/>
                <a:ea typeface="Raleway"/>
                <a:cs typeface="Raleway"/>
                <a:sym typeface="Raleway"/>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000" b="1">
                <a:solidFill>
                  <a:schemeClr val="dk1"/>
                </a:solidFill>
                <a:latin typeface="Raleway"/>
                <a:ea typeface="Raleway"/>
                <a:cs typeface="Raleway"/>
                <a:sym typeface="Raleway"/>
              </a:rPr>
              <a:t> | </a:t>
            </a:r>
            <a:r>
              <a:rPr lang="en" sz="1000" b="1">
                <a:solidFill>
                  <a:schemeClr val="dk1"/>
                </a:solidFill>
                <a:uFill>
                  <a:noFill/>
                </a:uFill>
                <a:latin typeface="Raleway"/>
                <a:ea typeface="Raleway"/>
                <a:cs typeface="Raleway"/>
                <a:sym typeface="Raleway"/>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000" b="1">
                <a:solidFill>
                  <a:schemeClr val="dk1"/>
                </a:solidFill>
                <a:latin typeface="Raleway"/>
                <a:ea typeface="Raleway"/>
                <a:cs typeface="Raleway"/>
                <a:sym typeface="Raleway"/>
              </a:rPr>
              <a:t> | </a:t>
            </a:r>
            <a:r>
              <a:rPr lang="en" sz="1000" b="1">
                <a:solidFill>
                  <a:schemeClr val="dk1"/>
                </a:solidFill>
                <a:uFill>
                  <a:noFill/>
                </a:uFill>
                <a:latin typeface="Raleway"/>
                <a:ea typeface="Raleway"/>
                <a:cs typeface="Raleway"/>
                <a:sym typeface="Raleway"/>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sz="1000" b="1">
                <a:solidFill>
                  <a:schemeClr val="dk1"/>
                </a:solidFill>
                <a:latin typeface="Raleway"/>
                <a:ea typeface="Raleway"/>
                <a:cs typeface="Raleway"/>
                <a:sym typeface="Raleway"/>
              </a:rPr>
              <a:t> | </a:t>
            </a:r>
            <a:r>
              <a:rPr lang="en" sz="1000" b="1">
                <a:solidFill>
                  <a:schemeClr val="dk1"/>
                </a:solidFill>
                <a:uFill>
                  <a:noFill/>
                </a:uFill>
                <a:latin typeface="Raleway"/>
                <a:ea typeface="Raleway"/>
                <a:cs typeface="Raleway"/>
                <a:sym typeface="Raleway"/>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WEPIK </a:t>
            </a:r>
            <a:r>
              <a:rPr lang="en" sz="1000" b="1">
                <a:solidFill>
                  <a:schemeClr val="dk1"/>
                </a:solidFill>
                <a:latin typeface="Raleway"/>
                <a:ea typeface="Raleway"/>
                <a:cs typeface="Raleway"/>
                <a:sym typeface="Raleway"/>
              </a:rPr>
              <a:t>| </a:t>
            </a:r>
            <a:r>
              <a:rPr lang="en" sz="1000" b="1">
                <a:solidFill>
                  <a:schemeClr val="dk1"/>
                </a:solidFill>
                <a:uFill>
                  <a:noFill/>
                </a:uFill>
                <a:latin typeface="Raleway"/>
                <a:ea typeface="Raleway"/>
                <a:cs typeface="Raleway"/>
                <a:sym typeface="Raleway"/>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VIDFY</a:t>
            </a:r>
            <a:endParaRPr sz="600" b="1">
              <a:solidFill>
                <a:schemeClr val="dk1"/>
              </a:solidFill>
              <a:latin typeface="Raleway"/>
              <a:ea typeface="Raleway"/>
              <a:cs typeface="Raleway"/>
              <a:sym typeface="Raleway"/>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29"/>
          <p:cNvSpPr/>
          <p:nvPr/>
        </p:nvSpPr>
        <p:spPr>
          <a:xfrm rot="-200560">
            <a:off x="4649708" y="3928583"/>
            <a:ext cx="1094079" cy="777555"/>
          </a:xfrm>
          <a:custGeom>
            <a:avLst/>
            <a:gdLst/>
            <a:ahLst/>
            <a:cxnLst/>
            <a:rect l="l" t="t" r="r" b="b"/>
            <a:pathLst>
              <a:path w="93813" h="66658" extrusionOk="0">
                <a:moveTo>
                  <a:pt x="43746" y="1"/>
                </a:moveTo>
                <a:cubicBezTo>
                  <a:pt x="42454" y="1"/>
                  <a:pt x="41060" y="140"/>
                  <a:pt x="39570" y="472"/>
                </a:cubicBezTo>
                <a:cubicBezTo>
                  <a:pt x="30104" y="2208"/>
                  <a:pt x="26968" y="12373"/>
                  <a:pt x="26968" y="12373"/>
                </a:cubicBezTo>
                <a:cubicBezTo>
                  <a:pt x="26968" y="12373"/>
                  <a:pt x="26609" y="12342"/>
                  <a:pt x="25983" y="12342"/>
                </a:cubicBezTo>
                <a:cubicBezTo>
                  <a:pt x="23643" y="12342"/>
                  <a:pt x="17574" y="12778"/>
                  <a:pt x="12602" y="16910"/>
                </a:cubicBezTo>
                <a:cubicBezTo>
                  <a:pt x="6301" y="22175"/>
                  <a:pt x="7701" y="32312"/>
                  <a:pt x="7701" y="32312"/>
                </a:cubicBezTo>
                <a:cubicBezTo>
                  <a:pt x="7001" y="32676"/>
                  <a:pt x="6665" y="33012"/>
                  <a:pt x="6301" y="33376"/>
                </a:cubicBezTo>
                <a:cubicBezTo>
                  <a:pt x="4201" y="35476"/>
                  <a:pt x="0" y="41413"/>
                  <a:pt x="3865" y="49814"/>
                </a:cubicBezTo>
                <a:cubicBezTo>
                  <a:pt x="6697" y="55882"/>
                  <a:pt x="12333" y="57163"/>
                  <a:pt x="16588" y="57163"/>
                </a:cubicBezTo>
                <a:cubicBezTo>
                  <a:pt x="19696" y="57163"/>
                  <a:pt x="22067" y="56479"/>
                  <a:pt x="22067" y="56479"/>
                </a:cubicBezTo>
                <a:cubicBezTo>
                  <a:pt x="22067" y="56479"/>
                  <a:pt x="24168" y="64516"/>
                  <a:pt x="34305" y="66280"/>
                </a:cubicBezTo>
                <a:cubicBezTo>
                  <a:pt x="35573" y="66543"/>
                  <a:pt x="36760" y="66657"/>
                  <a:pt x="37865" y="66657"/>
                </a:cubicBezTo>
                <a:cubicBezTo>
                  <a:pt x="45617" y="66657"/>
                  <a:pt x="49371" y="61016"/>
                  <a:pt x="49371" y="61016"/>
                </a:cubicBezTo>
                <a:cubicBezTo>
                  <a:pt x="49371" y="61016"/>
                  <a:pt x="54272" y="65916"/>
                  <a:pt x="61273" y="65916"/>
                </a:cubicBezTo>
                <a:cubicBezTo>
                  <a:pt x="65109" y="65916"/>
                  <a:pt x="68974" y="64180"/>
                  <a:pt x="71410" y="61016"/>
                </a:cubicBezTo>
                <a:cubicBezTo>
                  <a:pt x="73656" y="62236"/>
                  <a:pt x="75419" y="62984"/>
                  <a:pt x="77261" y="62984"/>
                </a:cubicBezTo>
                <a:cubicBezTo>
                  <a:pt x="78588" y="62984"/>
                  <a:pt x="79957" y="62596"/>
                  <a:pt x="81575" y="61716"/>
                </a:cubicBezTo>
                <a:cubicBezTo>
                  <a:pt x="85412" y="58915"/>
                  <a:pt x="85412" y="54015"/>
                  <a:pt x="85776" y="52979"/>
                </a:cubicBezTo>
                <a:cubicBezTo>
                  <a:pt x="85776" y="52979"/>
                  <a:pt x="92077" y="50878"/>
                  <a:pt x="92777" y="45978"/>
                </a:cubicBezTo>
                <a:cubicBezTo>
                  <a:pt x="93813" y="41413"/>
                  <a:pt x="89612" y="37213"/>
                  <a:pt x="89612" y="37213"/>
                </a:cubicBezTo>
                <a:cubicBezTo>
                  <a:pt x="89612" y="37213"/>
                  <a:pt x="93477" y="31612"/>
                  <a:pt x="91377" y="25675"/>
                </a:cubicBezTo>
                <a:cubicBezTo>
                  <a:pt x="88912" y="19710"/>
                  <a:pt x="81911" y="17610"/>
                  <a:pt x="81911" y="17610"/>
                </a:cubicBezTo>
                <a:cubicBezTo>
                  <a:pt x="81911" y="17610"/>
                  <a:pt x="82275" y="7809"/>
                  <a:pt x="72474" y="3608"/>
                </a:cubicBezTo>
                <a:cubicBezTo>
                  <a:pt x="69873" y="2477"/>
                  <a:pt x="67042" y="1943"/>
                  <a:pt x="64195" y="1943"/>
                </a:cubicBezTo>
                <a:cubicBezTo>
                  <a:pt x="60912" y="1943"/>
                  <a:pt x="57607" y="2652"/>
                  <a:pt x="54608" y="3972"/>
                </a:cubicBezTo>
                <a:cubicBezTo>
                  <a:pt x="54608" y="3972"/>
                  <a:pt x="50636" y="1"/>
                  <a:pt x="437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9"/>
          <p:cNvSpPr/>
          <p:nvPr/>
        </p:nvSpPr>
        <p:spPr>
          <a:xfrm rot="-9899964">
            <a:off x="449572" y="3188412"/>
            <a:ext cx="1356730" cy="1040029"/>
          </a:xfrm>
          <a:custGeom>
            <a:avLst/>
            <a:gdLst/>
            <a:ahLst/>
            <a:cxnLst/>
            <a:rect l="l" t="t" r="r" b="b"/>
            <a:pathLst>
              <a:path w="60545" h="46412" extrusionOk="0">
                <a:moveTo>
                  <a:pt x="45293" y="0"/>
                </a:moveTo>
                <a:cubicBezTo>
                  <a:pt x="42214" y="0"/>
                  <a:pt x="38918" y="1518"/>
                  <a:pt x="36405" y="4636"/>
                </a:cubicBezTo>
                <a:cubicBezTo>
                  <a:pt x="34023" y="1884"/>
                  <a:pt x="30616" y="652"/>
                  <a:pt x="27204" y="652"/>
                </a:cubicBezTo>
                <a:cubicBezTo>
                  <a:pt x="21067" y="652"/>
                  <a:pt x="14918" y="4638"/>
                  <a:pt x="14702" y="10937"/>
                </a:cubicBezTo>
                <a:cubicBezTo>
                  <a:pt x="13309" y="10180"/>
                  <a:pt x="11193" y="9605"/>
                  <a:pt x="9022" y="9605"/>
                </a:cubicBezTo>
                <a:cubicBezTo>
                  <a:pt x="5170" y="9605"/>
                  <a:pt x="1148" y="11416"/>
                  <a:pt x="700" y="17237"/>
                </a:cubicBezTo>
                <a:cubicBezTo>
                  <a:pt x="0" y="26675"/>
                  <a:pt x="7701" y="28775"/>
                  <a:pt x="7701" y="28775"/>
                </a:cubicBezTo>
                <a:cubicBezTo>
                  <a:pt x="7701" y="28775"/>
                  <a:pt x="5601" y="35776"/>
                  <a:pt x="9801" y="39976"/>
                </a:cubicBezTo>
                <a:cubicBezTo>
                  <a:pt x="11838" y="42026"/>
                  <a:pt x="14587" y="42591"/>
                  <a:pt x="16997" y="42591"/>
                </a:cubicBezTo>
                <a:cubicBezTo>
                  <a:pt x="19955" y="42591"/>
                  <a:pt x="22403" y="41741"/>
                  <a:pt x="22403" y="41741"/>
                </a:cubicBezTo>
                <a:cubicBezTo>
                  <a:pt x="22403" y="41741"/>
                  <a:pt x="26770" y="46412"/>
                  <a:pt x="32327" y="46412"/>
                </a:cubicBezTo>
                <a:cubicBezTo>
                  <a:pt x="32855" y="46412"/>
                  <a:pt x="33394" y="46370"/>
                  <a:pt x="33941" y="46277"/>
                </a:cubicBezTo>
                <a:cubicBezTo>
                  <a:pt x="37105" y="45577"/>
                  <a:pt x="40241" y="43477"/>
                  <a:pt x="43406" y="38576"/>
                </a:cubicBezTo>
                <a:cubicBezTo>
                  <a:pt x="43406" y="38576"/>
                  <a:pt x="52143" y="38576"/>
                  <a:pt x="55643" y="32275"/>
                </a:cubicBezTo>
                <a:cubicBezTo>
                  <a:pt x="60544" y="23174"/>
                  <a:pt x="53543" y="16173"/>
                  <a:pt x="53543" y="16173"/>
                </a:cubicBezTo>
                <a:cubicBezTo>
                  <a:pt x="56305" y="5588"/>
                  <a:pt x="51199" y="0"/>
                  <a:pt x="452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9"/>
          <p:cNvSpPr/>
          <p:nvPr/>
        </p:nvSpPr>
        <p:spPr>
          <a:xfrm>
            <a:off x="7421498" y="2887201"/>
            <a:ext cx="1294426" cy="1318402"/>
          </a:xfrm>
          <a:custGeom>
            <a:avLst/>
            <a:gdLst/>
            <a:ahLst/>
            <a:cxnLst/>
            <a:rect l="l" t="t" r="r" b="b"/>
            <a:pathLst>
              <a:path w="70724" h="72034" extrusionOk="0">
                <a:moveTo>
                  <a:pt x="24800" y="50445"/>
                </a:moveTo>
                <a:cubicBezTo>
                  <a:pt x="24800" y="50445"/>
                  <a:pt x="27715" y="72033"/>
                  <a:pt x="39249" y="68020"/>
                </a:cubicBezTo>
                <a:cubicBezTo>
                  <a:pt x="46642" y="65485"/>
                  <a:pt x="50233" y="57416"/>
                  <a:pt x="50360" y="53909"/>
                </a:cubicBezTo>
                <a:cubicBezTo>
                  <a:pt x="52810" y="55134"/>
                  <a:pt x="55472" y="55768"/>
                  <a:pt x="58218" y="55768"/>
                </a:cubicBezTo>
                <a:cubicBezTo>
                  <a:pt x="63584" y="55768"/>
                  <a:pt x="69160" y="53233"/>
                  <a:pt x="69752" y="45206"/>
                </a:cubicBezTo>
                <a:cubicBezTo>
                  <a:pt x="70724" y="32109"/>
                  <a:pt x="60077" y="29194"/>
                  <a:pt x="60077" y="29194"/>
                </a:cubicBezTo>
                <a:cubicBezTo>
                  <a:pt x="60077" y="29194"/>
                  <a:pt x="67597" y="21843"/>
                  <a:pt x="61767" y="16055"/>
                </a:cubicBezTo>
                <a:cubicBezTo>
                  <a:pt x="47952" y="2240"/>
                  <a:pt x="40643" y="16562"/>
                  <a:pt x="40643" y="16562"/>
                </a:cubicBezTo>
                <a:cubicBezTo>
                  <a:pt x="40643" y="16562"/>
                  <a:pt x="33841" y="1"/>
                  <a:pt x="18928" y="10267"/>
                </a:cubicBezTo>
                <a:cubicBezTo>
                  <a:pt x="8704" y="17280"/>
                  <a:pt x="22519" y="30630"/>
                  <a:pt x="22519" y="30630"/>
                </a:cubicBezTo>
                <a:cubicBezTo>
                  <a:pt x="22519" y="30630"/>
                  <a:pt x="0" y="33968"/>
                  <a:pt x="5788" y="47868"/>
                </a:cubicBezTo>
                <a:cubicBezTo>
                  <a:pt x="11703" y="61978"/>
                  <a:pt x="24800" y="50445"/>
                  <a:pt x="24800" y="5044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9"/>
          <p:cNvSpPr txBox="1">
            <a:spLocks noGrp="1"/>
          </p:cNvSpPr>
          <p:nvPr>
            <p:ph type="title"/>
          </p:nvPr>
        </p:nvSpPr>
        <p:spPr>
          <a:xfrm>
            <a:off x="720000" y="1162575"/>
            <a:ext cx="7704000" cy="813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Introduction</a:t>
            </a:r>
            <a:endParaRPr/>
          </a:p>
        </p:txBody>
      </p:sp>
      <p:sp>
        <p:nvSpPr>
          <p:cNvPr id="453" name="Google Shape;453;p29"/>
          <p:cNvSpPr txBox="1">
            <a:spLocks noGrp="1"/>
          </p:cNvSpPr>
          <p:nvPr>
            <p:ph type="subTitle" idx="1"/>
          </p:nvPr>
        </p:nvSpPr>
        <p:spPr>
          <a:xfrm>
            <a:off x="2241450" y="2195425"/>
            <a:ext cx="4661100" cy="1275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give a brief description of the topic you want to talk about here. For example, if you want to talk about Mercury, you can say that it’s the smallest planet in the entire Solar System</a:t>
            </a:r>
            <a:endParaRPr/>
          </a:p>
        </p:txBody>
      </p:sp>
      <p:sp>
        <p:nvSpPr>
          <p:cNvPr id="454" name="Google Shape;454;p29"/>
          <p:cNvSpPr/>
          <p:nvPr/>
        </p:nvSpPr>
        <p:spPr>
          <a:xfrm rot="3005336">
            <a:off x="575695" y="374146"/>
            <a:ext cx="799175" cy="813978"/>
          </a:xfrm>
          <a:custGeom>
            <a:avLst/>
            <a:gdLst/>
            <a:ahLst/>
            <a:cxnLst/>
            <a:rect l="l" t="t" r="r" b="b"/>
            <a:pathLst>
              <a:path w="70724" h="72034" extrusionOk="0">
                <a:moveTo>
                  <a:pt x="24800" y="50445"/>
                </a:moveTo>
                <a:cubicBezTo>
                  <a:pt x="24800" y="50445"/>
                  <a:pt x="27715" y="72033"/>
                  <a:pt x="39249" y="68020"/>
                </a:cubicBezTo>
                <a:cubicBezTo>
                  <a:pt x="46642" y="65485"/>
                  <a:pt x="50233" y="57416"/>
                  <a:pt x="50360" y="53909"/>
                </a:cubicBezTo>
                <a:cubicBezTo>
                  <a:pt x="52810" y="55134"/>
                  <a:pt x="55472" y="55768"/>
                  <a:pt x="58218" y="55768"/>
                </a:cubicBezTo>
                <a:cubicBezTo>
                  <a:pt x="63584" y="55768"/>
                  <a:pt x="69160" y="53233"/>
                  <a:pt x="69752" y="45206"/>
                </a:cubicBezTo>
                <a:cubicBezTo>
                  <a:pt x="70724" y="32109"/>
                  <a:pt x="60077" y="29194"/>
                  <a:pt x="60077" y="29194"/>
                </a:cubicBezTo>
                <a:cubicBezTo>
                  <a:pt x="60077" y="29194"/>
                  <a:pt x="67597" y="21843"/>
                  <a:pt x="61767" y="16055"/>
                </a:cubicBezTo>
                <a:cubicBezTo>
                  <a:pt x="47952" y="2240"/>
                  <a:pt x="40643" y="16562"/>
                  <a:pt x="40643" y="16562"/>
                </a:cubicBezTo>
                <a:cubicBezTo>
                  <a:pt x="40643" y="16562"/>
                  <a:pt x="33841" y="1"/>
                  <a:pt x="18928" y="10267"/>
                </a:cubicBezTo>
                <a:cubicBezTo>
                  <a:pt x="8704" y="17280"/>
                  <a:pt x="22519" y="30630"/>
                  <a:pt x="22519" y="30630"/>
                </a:cubicBezTo>
                <a:cubicBezTo>
                  <a:pt x="22519" y="30630"/>
                  <a:pt x="0" y="33968"/>
                  <a:pt x="5788" y="47868"/>
                </a:cubicBezTo>
                <a:cubicBezTo>
                  <a:pt x="11703" y="61978"/>
                  <a:pt x="24800" y="50445"/>
                  <a:pt x="24800" y="5044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9"/>
          <p:cNvSpPr/>
          <p:nvPr/>
        </p:nvSpPr>
        <p:spPr>
          <a:xfrm rot="10800000">
            <a:off x="7918236" y="759775"/>
            <a:ext cx="799181" cy="813984"/>
          </a:xfrm>
          <a:custGeom>
            <a:avLst/>
            <a:gdLst/>
            <a:ahLst/>
            <a:cxnLst/>
            <a:rect l="l" t="t" r="r" b="b"/>
            <a:pathLst>
              <a:path w="70724" h="72034" extrusionOk="0">
                <a:moveTo>
                  <a:pt x="24800" y="50445"/>
                </a:moveTo>
                <a:cubicBezTo>
                  <a:pt x="24800" y="50445"/>
                  <a:pt x="27715" y="72033"/>
                  <a:pt x="39249" y="68020"/>
                </a:cubicBezTo>
                <a:cubicBezTo>
                  <a:pt x="46642" y="65485"/>
                  <a:pt x="50233" y="57416"/>
                  <a:pt x="50360" y="53909"/>
                </a:cubicBezTo>
                <a:cubicBezTo>
                  <a:pt x="52810" y="55134"/>
                  <a:pt x="55472" y="55768"/>
                  <a:pt x="58218" y="55768"/>
                </a:cubicBezTo>
                <a:cubicBezTo>
                  <a:pt x="63584" y="55768"/>
                  <a:pt x="69160" y="53233"/>
                  <a:pt x="69752" y="45206"/>
                </a:cubicBezTo>
                <a:cubicBezTo>
                  <a:pt x="70724" y="32109"/>
                  <a:pt x="60077" y="29194"/>
                  <a:pt x="60077" y="29194"/>
                </a:cubicBezTo>
                <a:cubicBezTo>
                  <a:pt x="60077" y="29194"/>
                  <a:pt x="67597" y="21843"/>
                  <a:pt x="61767" y="16055"/>
                </a:cubicBezTo>
                <a:cubicBezTo>
                  <a:pt x="47952" y="2240"/>
                  <a:pt x="40643" y="16562"/>
                  <a:pt x="40643" y="16562"/>
                </a:cubicBezTo>
                <a:cubicBezTo>
                  <a:pt x="40643" y="16562"/>
                  <a:pt x="33841" y="1"/>
                  <a:pt x="18928" y="10267"/>
                </a:cubicBezTo>
                <a:cubicBezTo>
                  <a:pt x="8704" y="17280"/>
                  <a:pt x="22519" y="30630"/>
                  <a:pt x="22519" y="30630"/>
                </a:cubicBezTo>
                <a:cubicBezTo>
                  <a:pt x="22519" y="30630"/>
                  <a:pt x="0" y="33968"/>
                  <a:pt x="5788" y="47868"/>
                </a:cubicBezTo>
                <a:cubicBezTo>
                  <a:pt x="11703" y="61978"/>
                  <a:pt x="24800" y="50445"/>
                  <a:pt x="24800" y="5044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459"/>
        <p:cNvGrpSpPr/>
        <p:nvPr/>
      </p:nvGrpSpPr>
      <p:grpSpPr>
        <a:xfrm>
          <a:off x="0" y="0"/>
          <a:ext cx="0" cy="0"/>
          <a:chOff x="0" y="0"/>
          <a:chExt cx="0" cy="0"/>
        </a:xfrm>
      </p:grpSpPr>
      <p:sp>
        <p:nvSpPr>
          <p:cNvPr id="460" name="Google Shape;460;p30"/>
          <p:cNvSpPr/>
          <p:nvPr/>
        </p:nvSpPr>
        <p:spPr>
          <a:xfrm>
            <a:off x="4602725" y="1589475"/>
            <a:ext cx="565500" cy="5727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0"/>
          <p:cNvSpPr/>
          <p:nvPr/>
        </p:nvSpPr>
        <p:spPr>
          <a:xfrm>
            <a:off x="730500" y="1589475"/>
            <a:ext cx="565500" cy="5655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0"/>
          <p:cNvSpPr/>
          <p:nvPr/>
        </p:nvSpPr>
        <p:spPr>
          <a:xfrm>
            <a:off x="5171875" y="3334475"/>
            <a:ext cx="565500" cy="5655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0"/>
          <p:cNvSpPr/>
          <p:nvPr/>
        </p:nvSpPr>
        <p:spPr>
          <a:xfrm>
            <a:off x="1313025" y="3334475"/>
            <a:ext cx="565500" cy="5655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0"/>
          <p:cNvSpPr txBox="1">
            <a:spLocks noGrp="1"/>
          </p:cNvSpPr>
          <p:nvPr>
            <p:ph type="title" idx="15"/>
          </p:nvPr>
        </p:nvSpPr>
        <p:spPr>
          <a:xfrm>
            <a:off x="5221950" y="3408625"/>
            <a:ext cx="475800" cy="41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4</a:t>
            </a:r>
            <a:endParaRPr/>
          </a:p>
        </p:txBody>
      </p:sp>
      <p:sp>
        <p:nvSpPr>
          <p:cNvPr id="465" name="Google Shape;465;p30"/>
          <p:cNvSpPr txBox="1">
            <a:spLocks noGrp="1"/>
          </p:cNvSpPr>
          <p:nvPr>
            <p:ph type="subTitle" idx="5"/>
          </p:nvPr>
        </p:nvSpPr>
        <p:spPr>
          <a:xfrm>
            <a:off x="5358725" y="1676625"/>
            <a:ext cx="2624400" cy="391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Mental Disorders</a:t>
            </a:r>
            <a:endParaRPr/>
          </a:p>
        </p:txBody>
      </p:sp>
      <p:sp>
        <p:nvSpPr>
          <p:cNvPr id="466" name="Google Shape;466;p30"/>
          <p:cNvSpPr txBox="1">
            <a:spLocks noGrp="1"/>
          </p:cNvSpPr>
          <p:nvPr>
            <p:ph type="subTitle" idx="9"/>
          </p:nvPr>
        </p:nvSpPr>
        <p:spPr>
          <a:xfrm>
            <a:off x="5932975" y="3421625"/>
            <a:ext cx="2624400" cy="391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Potential Solutions</a:t>
            </a:r>
            <a:endParaRPr/>
          </a:p>
        </p:txBody>
      </p:sp>
      <p:sp>
        <p:nvSpPr>
          <p:cNvPr id="467" name="Google Shape;467;p30"/>
          <p:cNvSpPr txBox="1">
            <a:spLocks noGrp="1"/>
          </p:cNvSpPr>
          <p:nvPr>
            <p:ph type="title" idx="2"/>
          </p:nvPr>
        </p:nvSpPr>
        <p:spPr>
          <a:xfrm>
            <a:off x="787350" y="1676625"/>
            <a:ext cx="475500" cy="39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468" name="Google Shape;468;p30"/>
          <p:cNvSpPr txBox="1">
            <a:spLocks noGrp="1"/>
          </p:cNvSpPr>
          <p:nvPr>
            <p:ph type="subTitle" idx="1"/>
          </p:nvPr>
        </p:nvSpPr>
        <p:spPr>
          <a:xfrm>
            <a:off x="1486500" y="2084526"/>
            <a:ext cx="2471400" cy="48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469" name="Google Shape;469;p30"/>
          <p:cNvSpPr txBox="1">
            <a:spLocks noGrp="1"/>
          </p:cNvSpPr>
          <p:nvPr>
            <p:ph type="title"/>
          </p:nvPr>
        </p:nvSpPr>
        <p:spPr>
          <a:xfrm>
            <a:off x="715100" y="540000"/>
            <a:ext cx="7704000" cy="5727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a:t>Table of contents</a:t>
            </a:r>
            <a:endParaRPr/>
          </a:p>
        </p:txBody>
      </p:sp>
      <p:sp>
        <p:nvSpPr>
          <p:cNvPr id="470" name="Google Shape;470;p30"/>
          <p:cNvSpPr txBox="1">
            <a:spLocks noGrp="1"/>
          </p:cNvSpPr>
          <p:nvPr>
            <p:ph type="subTitle" idx="3"/>
          </p:nvPr>
        </p:nvSpPr>
        <p:spPr>
          <a:xfrm>
            <a:off x="1486500" y="1676625"/>
            <a:ext cx="2624400" cy="391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Evolution </a:t>
            </a:r>
            <a:endParaRPr/>
          </a:p>
        </p:txBody>
      </p:sp>
      <p:sp>
        <p:nvSpPr>
          <p:cNvPr id="471" name="Google Shape;471;p30"/>
          <p:cNvSpPr txBox="1">
            <a:spLocks noGrp="1"/>
          </p:cNvSpPr>
          <p:nvPr>
            <p:ph type="title" idx="14"/>
          </p:nvPr>
        </p:nvSpPr>
        <p:spPr>
          <a:xfrm>
            <a:off x="1366875" y="3408625"/>
            <a:ext cx="475800" cy="41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472" name="Google Shape;472;p30"/>
          <p:cNvSpPr txBox="1">
            <a:spLocks noGrp="1"/>
          </p:cNvSpPr>
          <p:nvPr>
            <p:ph type="subTitle" idx="6"/>
          </p:nvPr>
        </p:nvSpPr>
        <p:spPr>
          <a:xfrm>
            <a:off x="2060750" y="3834169"/>
            <a:ext cx="2471400" cy="48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473" name="Google Shape;473;p30"/>
          <p:cNvSpPr txBox="1">
            <a:spLocks noGrp="1"/>
          </p:cNvSpPr>
          <p:nvPr>
            <p:ph type="subTitle" idx="7"/>
          </p:nvPr>
        </p:nvSpPr>
        <p:spPr>
          <a:xfrm>
            <a:off x="2060750" y="3421625"/>
            <a:ext cx="2622300" cy="391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Common Disorders</a:t>
            </a:r>
            <a:endParaRPr/>
          </a:p>
        </p:txBody>
      </p:sp>
      <p:sp>
        <p:nvSpPr>
          <p:cNvPr id="474" name="Google Shape;474;p30"/>
          <p:cNvSpPr txBox="1">
            <a:spLocks noGrp="1"/>
          </p:cNvSpPr>
          <p:nvPr>
            <p:ph type="subTitle" idx="4"/>
          </p:nvPr>
        </p:nvSpPr>
        <p:spPr>
          <a:xfrm>
            <a:off x="5358725" y="2084526"/>
            <a:ext cx="2471400" cy="48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475" name="Google Shape;475;p30"/>
          <p:cNvSpPr txBox="1">
            <a:spLocks noGrp="1"/>
          </p:cNvSpPr>
          <p:nvPr>
            <p:ph type="subTitle" idx="8"/>
          </p:nvPr>
        </p:nvSpPr>
        <p:spPr>
          <a:xfrm>
            <a:off x="5932975" y="3834169"/>
            <a:ext cx="2471400" cy="48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476" name="Google Shape;476;p30"/>
          <p:cNvSpPr txBox="1">
            <a:spLocks noGrp="1"/>
          </p:cNvSpPr>
          <p:nvPr>
            <p:ph type="title" idx="13"/>
          </p:nvPr>
        </p:nvSpPr>
        <p:spPr>
          <a:xfrm>
            <a:off x="4647700" y="1667225"/>
            <a:ext cx="475800" cy="41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480"/>
        <p:cNvGrpSpPr/>
        <p:nvPr/>
      </p:nvGrpSpPr>
      <p:grpSpPr>
        <a:xfrm>
          <a:off x="0" y="0"/>
          <a:ext cx="0" cy="0"/>
          <a:chOff x="0" y="0"/>
          <a:chExt cx="0" cy="0"/>
        </a:xfrm>
      </p:grpSpPr>
      <p:sp>
        <p:nvSpPr>
          <p:cNvPr id="481" name="Google Shape;481;p31"/>
          <p:cNvSpPr/>
          <p:nvPr/>
        </p:nvSpPr>
        <p:spPr>
          <a:xfrm>
            <a:off x="7612070" y="136070"/>
            <a:ext cx="1129816" cy="1150743"/>
          </a:xfrm>
          <a:custGeom>
            <a:avLst/>
            <a:gdLst/>
            <a:ahLst/>
            <a:cxnLst/>
            <a:rect l="l" t="t" r="r" b="b"/>
            <a:pathLst>
              <a:path w="70724" h="72034" extrusionOk="0">
                <a:moveTo>
                  <a:pt x="24800" y="50445"/>
                </a:moveTo>
                <a:cubicBezTo>
                  <a:pt x="24800" y="50445"/>
                  <a:pt x="27715" y="72033"/>
                  <a:pt x="39249" y="68020"/>
                </a:cubicBezTo>
                <a:cubicBezTo>
                  <a:pt x="46642" y="65485"/>
                  <a:pt x="50233" y="57416"/>
                  <a:pt x="50360" y="53909"/>
                </a:cubicBezTo>
                <a:cubicBezTo>
                  <a:pt x="52810" y="55134"/>
                  <a:pt x="55472" y="55768"/>
                  <a:pt x="58218" y="55768"/>
                </a:cubicBezTo>
                <a:cubicBezTo>
                  <a:pt x="63584" y="55768"/>
                  <a:pt x="69160" y="53233"/>
                  <a:pt x="69752" y="45206"/>
                </a:cubicBezTo>
                <a:cubicBezTo>
                  <a:pt x="70724" y="32109"/>
                  <a:pt x="60077" y="29194"/>
                  <a:pt x="60077" y="29194"/>
                </a:cubicBezTo>
                <a:cubicBezTo>
                  <a:pt x="60077" y="29194"/>
                  <a:pt x="67597" y="21843"/>
                  <a:pt x="61767" y="16055"/>
                </a:cubicBezTo>
                <a:cubicBezTo>
                  <a:pt x="47952" y="2240"/>
                  <a:pt x="40643" y="16562"/>
                  <a:pt x="40643" y="16562"/>
                </a:cubicBezTo>
                <a:cubicBezTo>
                  <a:pt x="40643" y="16562"/>
                  <a:pt x="33841" y="1"/>
                  <a:pt x="18928" y="10267"/>
                </a:cubicBezTo>
                <a:cubicBezTo>
                  <a:pt x="8704" y="17280"/>
                  <a:pt x="22519" y="30630"/>
                  <a:pt x="22519" y="30630"/>
                </a:cubicBezTo>
                <a:cubicBezTo>
                  <a:pt x="22519" y="30630"/>
                  <a:pt x="0" y="33968"/>
                  <a:pt x="5788" y="47868"/>
                </a:cubicBezTo>
                <a:cubicBezTo>
                  <a:pt x="11703" y="61978"/>
                  <a:pt x="24800" y="50445"/>
                  <a:pt x="24800" y="5044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1"/>
          <p:cNvSpPr/>
          <p:nvPr/>
        </p:nvSpPr>
        <p:spPr>
          <a:xfrm rot="900113">
            <a:off x="4835103" y="1364133"/>
            <a:ext cx="3661183" cy="2689034"/>
          </a:xfrm>
          <a:prstGeom prst="cloudCallout">
            <a:avLst>
              <a:gd name="adj1" fmla="val -20833"/>
              <a:gd name="adj2" fmla="val 62500"/>
            </a:avLst>
          </a:prstGeom>
          <a:solidFill>
            <a:srgbClr val="263238">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1"/>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The slide title goes here!</a:t>
            </a:r>
            <a:endParaRPr/>
          </a:p>
        </p:txBody>
      </p:sp>
      <p:sp>
        <p:nvSpPr>
          <p:cNvPr id="484" name="Google Shape;484;p31"/>
          <p:cNvSpPr txBox="1">
            <a:spLocks noGrp="1"/>
          </p:cNvSpPr>
          <p:nvPr>
            <p:ph type="body" idx="1"/>
          </p:nvPr>
        </p:nvSpPr>
        <p:spPr>
          <a:xfrm>
            <a:off x="720000" y="1464325"/>
            <a:ext cx="3918600" cy="310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Do you know what helps you make your point clear?</a:t>
            </a:r>
            <a:endParaRPr/>
          </a:p>
          <a:p>
            <a:pPr marL="0" lvl="0" indent="0" algn="l" rtl="0">
              <a:spcBef>
                <a:spcPts val="0"/>
              </a:spcBef>
              <a:spcAft>
                <a:spcPts val="0"/>
              </a:spcAft>
              <a:buNone/>
            </a:pPr>
            <a:r>
              <a:rPr lang="en"/>
              <a:t>Lists like this one:</a:t>
            </a:r>
            <a:endParaRPr/>
          </a:p>
          <a:p>
            <a:pPr marL="457200" lvl="0" indent="-317500" algn="l" rtl="0">
              <a:spcBef>
                <a:spcPts val="1600"/>
              </a:spcBef>
              <a:spcAft>
                <a:spcPts val="0"/>
              </a:spcAft>
              <a:buSzPts val="1400"/>
              <a:buChar char="●"/>
            </a:pPr>
            <a:r>
              <a:rPr lang="en"/>
              <a:t>They’re simple </a:t>
            </a:r>
            <a:endParaRPr/>
          </a:p>
          <a:p>
            <a:pPr marL="457200" lvl="0" indent="-317500" algn="l" rtl="0">
              <a:spcBef>
                <a:spcPts val="0"/>
              </a:spcBef>
              <a:spcAft>
                <a:spcPts val="0"/>
              </a:spcAft>
              <a:buSzPts val="1400"/>
              <a:buChar char="●"/>
            </a:pPr>
            <a:r>
              <a:rPr lang="en"/>
              <a:t>You can organize your ideas clearly</a:t>
            </a:r>
            <a:endParaRPr/>
          </a:p>
          <a:p>
            <a:pPr marL="457200" lvl="0" indent="-317500" algn="l" rtl="0">
              <a:spcBef>
                <a:spcPts val="0"/>
              </a:spcBef>
              <a:spcAft>
                <a:spcPts val="0"/>
              </a:spcAft>
              <a:buSzPts val="1400"/>
              <a:buChar char="●"/>
            </a:pPr>
            <a:r>
              <a:rPr lang="en"/>
              <a:t>You’ll never forget to buy milk!</a:t>
            </a:r>
            <a:endParaRPr/>
          </a:p>
          <a:p>
            <a:pPr marL="0" lvl="0" indent="0" algn="l" rtl="0">
              <a:spcBef>
                <a:spcPts val="1600"/>
              </a:spcBef>
              <a:spcAft>
                <a:spcPts val="0"/>
              </a:spcAft>
              <a:buNone/>
            </a:pPr>
            <a:r>
              <a:rPr lang="en"/>
              <a:t>And the most important thing: the audience won’t miss the point of your presentation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489"/>
        <p:cNvGrpSpPr/>
        <p:nvPr/>
      </p:nvGrpSpPr>
      <p:grpSpPr>
        <a:xfrm>
          <a:off x="0" y="0"/>
          <a:ext cx="0" cy="0"/>
          <a:chOff x="0" y="0"/>
          <a:chExt cx="0" cy="0"/>
        </a:xfrm>
      </p:grpSpPr>
      <p:sp>
        <p:nvSpPr>
          <p:cNvPr id="490" name="Google Shape;490;p32"/>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Mental Disorders</a:t>
            </a:r>
            <a:endParaRPr sz="3000"/>
          </a:p>
        </p:txBody>
      </p:sp>
      <p:sp>
        <p:nvSpPr>
          <p:cNvPr id="491" name="Google Shape;491;p32"/>
          <p:cNvSpPr/>
          <p:nvPr/>
        </p:nvSpPr>
        <p:spPr>
          <a:xfrm>
            <a:off x="3758075" y="1315525"/>
            <a:ext cx="813900" cy="8139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2"/>
          <p:cNvSpPr/>
          <p:nvPr/>
        </p:nvSpPr>
        <p:spPr>
          <a:xfrm>
            <a:off x="3758088" y="2530675"/>
            <a:ext cx="813900" cy="8139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2"/>
          <p:cNvSpPr/>
          <p:nvPr/>
        </p:nvSpPr>
        <p:spPr>
          <a:xfrm>
            <a:off x="3758100" y="3745825"/>
            <a:ext cx="813900" cy="8139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4" name="Google Shape;494;p32"/>
          <p:cNvGrpSpPr/>
          <p:nvPr/>
        </p:nvGrpSpPr>
        <p:grpSpPr>
          <a:xfrm>
            <a:off x="3961244" y="1561835"/>
            <a:ext cx="407580" cy="353766"/>
            <a:chOff x="-28462125" y="3199700"/>
            <a:chExt cx="298550" cy="259150"/>
          </a:xfrm>
        </p:grpSpPr>
        <p:sp>
          <p:nvSpPr>
            <p:cNvPr id="495" name="Google Shape;495;p32"/>
            <p:cNvSpPr/>
            <p:nvPr/>
          </p:nvSpPr>
          <p:spPr>
            <a:xfrm>
              <a:off x="-28459750" y="3284775"/>
              <a:ext cx="296175" cy="104775"/>
            </a:xfrm>
            <a:custGeom>
              <a:avLst/>
              <a:gdLst/>
              <a:ahLst/>
              <a:cxnLst/>
              <a:rect l="l" t="t" r="r" b="b"/>
              <a:pathLst>
                <a:path w="11847" h="4191" extrusionOk="0">
                  <a:moveTo>
                    <a:pt x="5230" y="0"/>
                  </a:moveTo>
                  <a:cubicBezTo>
                    <a:pt x="5073" y="0"/>
                    <a:pt x="4947" y="63"/>
                    <a:pt x="4915" y="189"/>
                  </a:cubicBezTo>
                  <a:lnTo>
                    <a:pt x="4096" y="2080"/>
                  </a:lnTo>
                  <a:lnTo>
                    <a:pt x="347" y="2080"/>
                  </a:lnTo>
                  <a:cubicBezTo>
                    <a:pt x="158" y="2080"/>
                    <a:pt x="0" y="2237"/>
                    <a:pt x="0" y="2426"/>
                  </a:cubicBezTo>
                  <a:cubicBezTo>
                    <a:pt x="0" y="2615"/>
                    <a:pt x="158" y="2773"/>
                    <a:pt x="347" y="2773"/>
                  </a:cubicBezTo>
                  <a:lnTo>
                    <a:pt x="4316" y="2773"/>
                  </a:lnTo>
                  <a:cubicBezTo>
                    <a:pt x="4411" y="2773"/>
                    <a:pt x="4505" y="2710"/>
                    <a:pt x="4600" y="2584"/>
                  </a:cubicBezTo>
                  <a:lnTo>
                    <a:pt x="5199" y="1292"/>
                  </a:lnTo>
                  <a:lnTo>
                    <a:pt x="6238" y="3970"/>
                  </a:lnTo>
                  <a:cubicBezTo>
                    <a:pt x="6301" y="4096"/>
                    <a:pt x="6396" y="4159"/>
                    <a:pt x="6522" y="4191"/>
                  </a:cubicBezTo>
                  <a:lnTo>
                    <a:pt x="6553" y="4191"/>
                  </a:lnTo>
                  <a:cubicBezTo>
                    <a:pt x="6679" y="4191"/>
                    <a:pt x="6805" y="4127"/>
                    <a:pt x="6868" y="4033"/>
                  </a:cubicBezTo>
                  <a:lnTo>
                    <a:pt x="7624" y="2836"/>
                  </a:lnTo>
                  <a:lnTo>
                    <a:pt x="11500" y="2836"/>
                  </a:lnTo>
                  <a:cubicBezTo>
                    <a:pt x="11689" y="2836"/>
                    <a:pt x="11846" y="2678"/>
                    <a:pt x="11846" y="2458"/>
                  </a:cubicBezTo>
                  <a:cubicBezTo>
                    <a:pt x="11846" y="2269"/>
                    <a:pt x="11689" y="2111"/>
                    <a:pt x="11500" y="2111"/>
                  </a:cubicBezTo>
                  <a:lnTo>
                    <a:pt x="7435" y="2111"/>
                  </a:lnTo>
                  <a:cubicBezTo>
                    <a:pt x="7309" y="2111"/>
                    <a:pt x="7183" y="2206"/>
                    <a:pt x="7120" y="2269"/>
                  </a:cubicBezTo>
                  <a:lnTo>
                    <a:pt x="6648" y="3056"/>
                  </a:lnTo>
                  <a:lnTo>
                    <a:pt x="5545" y="221"/>
                  </a:lnTo>
                  <a:cubicBezTo>
                    <a:pt x="5514" y="95"/>
                    <a:pt x="5388" y="0"/>
                    <a:pt x="5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2"/>
            <p:cNvSpPr/>
            <p:nvPr/>
          </p:nvSpPr>
          <p:spPr>
            <a:xfrm>
              <a:off x="-28462125" y="3199700"/>
              <a:ext cx="295400" cy="125275"/>
            </a:xfrm>
            <a:custGeom>
              <a:avLst/>
              <a:gdLst/>
              <a:ahLst/>
              <a:cxnLst/>
              <a:rect l="l" t="t" r="r" b="b"/>
              <a:pathLst>
                <a:path w="11816" h="5011" extrusionOk="0">
                  <a:moveTo>
                    <a:pt x="3151" y="1"/>
                  </a:moveTo>
                  <a:cubicBezTo>
                    <a:pt x="1387" y="1"/>
                    <a:pt x="1" y="1419"/>
                    <a:pt x="1" y="3277"/>
                  </a:cubicBezTo>
                  <a:cubicBezTo>
                    <a:pt x="1" y="3876"/>
                    <a:pt x="158" y="4349"/>
                    <a:pt x="442" y="4821"/>
                  </a:cubicBezTo>
                  <a:lnTo>
                    <a:pt x="3655" y="4821"/>
                  </a:lnTo>
                  <a:lnTo>
                    <a:pt x="4285" y="3340"/>
                  </a:lnTo>
                  <a:cubicBezTo>
                    <a:pt x="4443" y="2994"/>
                    <a:pt x="4821" y="2773"/>
                    <a:pt x="5199" y="2710"/>
                  </a:cubicBezTo>
                  <a:cubicBezTo>
                    <a:pt x="5672" y="2710"/>
                    <a:pt x="6018" y="2994"/>
                    <a:pt x="6176" y="3403"/>
                  </a:cubicBezTo>
                  <a:lnTo>
                    <a:pt x="6806" y="5010"/>
                  </a:lnTo>
                  <a:cubicBezTo>
                    <a:pt x="6963" y="4884"/>
                    <a:pt x="7215" y="4821"/>
                    <a:pt x="7404" y="4821"/>
                  </a:cubicBezTo>
                  <a:lnTo>
                    <a:pt x="11374" y="4821"/>
                  </a:lnTo>
                  <a:cubicBezTo>
                    <a:pt x="11626" y="4349"/>
                    <a:pt x="11815" y="3813"/>
                    <a:pt x="11815" y="3277"/>
                  </a:cubicBezTo>
                  <a:cubicBezTo>
                    <a:pt x="11815" y="1419"/>
                    <a:pt x="10429" y="1"/>
                    <a:pt x="8665" y="1"/>
                  </a:cubicBezTo>
                  <a:cubicBezTo>
                    <a:pt x="7247" y="1"/>
                    <a:pt x="6396" y="977"/>
                    <a:pt x="5924" y="1860"/>
                  </a:cubicBezTo>
                  <a:cubicBezTo>
                    <a:pt x="5451" y="977"/>
                    <a:pt x="4537" y="1"/>
                    <a:pt x="3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2"/>
            <p:cNvSpPr/>
            <p:nvPr/>
          </p:nvSpPr>
          <p:spPr>
            <a:xfrm>
              <a:off x="-28405400" y="3360375"/>
              <a:ext cx="186675" cy="98475"/>
            </a:xfrm>
            <a:custGeom>
              <a:avLst/>
              <a:gdLst/>
              <a:ahLst/>
              <a:cxnLst/>
              <a:rect l="l" t="t" r="r" b="b"/>
              <a:pathLst>
                <a:path w="7467" h="3939" extrusionOk="0">
                  <a:moveTo>
                    <a:pt x="2962" y="1"/>
                  </a:moveTo>
                  <a:cubicBezTo>
                    <a:pt x="2773" y="284"/>
                    <a:pt x="2458" y="442"/>
                    <a:pt x="2111" y="442"/>
                  </a:cubicBezTo>
                  <a:lnTo>
                    <a:pt x="0" y="442"/>
                  </a:lnTo>
                  <a:cubicBezTo>
                    <a:pt x="158" y="599"/>
                    <a:pt x="347" y="757"/>
                    <a:pt x="536" y="914"/>
                  </a:cubicBezTo>
                  <a:cubicBezTo>
                    <a:pt x="1449" y="1734"/>
                    <a:pt x="2426" y="2647"/>
                    <a:pt x="3434" y="3813"/>
                  </a:cubicBezTo>
                  <a:cubicBezTo>
                    <a:pt x="3529" y="3907"/>
                    <a:pt x="3592" y="3939"/>
                    <a:pt x="3718" y="3939"/>
                  </a:cubicBezTo>
                  <a:cubicBezTo>
                    <a:pt x="3844" y="3939"/>
                    <a:pt x="3907" y="3907"/>
                    <a:pt x="4001" y="3813"/>
                  </a:cubicBezTo>
                  <a:cubicBezTo>
                    <a:pt x="4978" y="2584"/>
                    <a:pt x="6018" y="1734"/>
                    <a:pt x="6900" y="914"/>
                  </a:cubicBezTo>
                  <a:cubicBezTo>
                    <a:pt x="7120" y="757"/>
                    <a:pt x="7278" y="599"/>
                    <a:pt x="7467" y="442"/>
                  </a:cubicBezTo>
                  <a:lnTo>
                    <a:pt x="5860" y="442"/>
                  </a:lnTo>
                  <a:lnTo>
                    <a:pt x="5293" y="1324"/>
                  </a:lnTo>
                  <a:cubicBezTo>
                    <a:pt x="5104" y="1639"/>
                    <a:pt x="4789" y="1860"/>
                    <a:pt x="4379" y="1860"/>
                  </a:cubicBezTo>
                  <a:lnTo>
                    <a:pt x="4316" y="1860"/>
                  </a:lnTo>
                  <a:cubicBezTo>
                    <a:pt x="3907" y="1797"/>
                    <a:pt x="3592" y="1576"/>
                    <a:pt x="3434" y="1167"/>
                  </a:cubicBezTo>
                  <a:lnTo>
                    <a:pt x="2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 name="Google Shape;498;p32"/>
          <p:cNvGrpSpPr/>
          <p:nvPr/>
        </p:nvGrpSpPr>
        <p:grpSpPr>
          <a:xfrm>
            <a:off x="3937830" y="3927173"/>
            <a:ext cx="454155" cy="451211"/>
            <a:chOff x="-22845575" y="3504075"/>
            <a:chExt cx="296950" cy="295025"/>
          </a:xfrm>
        </p:grpSpPr>
        <p:sp>
          <p:nvSpPr>
            <p:cNvPr id="499" name="Google Shape;499;p32"/>
            <p:cNvSpPr/>
            <p:nvPr/>
          </p:nvSpPr>
          <p:spPr>
            <a:xfrm>
              <a:off x="-22688825" y="3504100"/>
              <a:ext cx="140200" cy="295000"/>
            </a:xfrm>
            <a:custGeom>
              <a:avLst/>
              <a:gdLst/>
              <a:ahLst/>
              <a:cxnLst/>
              <a:rect l="l" t="t" r="r" b="b"/>
              <a:pathLst>
                <a:path w="5608" h="11800" extrusionOk="0">
                  <a:moveTo>
                    <a:pt x="1465" y="2908"/>
                  </a:moveTo>
                  <a:cubicBezTo>
                    <a:pt x="1552" y="2908"/>
                    <a:pt x="1638" y="2931"/>
                    <a:pt x="1701" y="2979"/>
                  </a:cubicBezTo>
                  <a:cubicBezTo>
                    <a:pt x="1827" y="3105"/>
                    <a:pt x="1827" y="3357"/>
                    <a:pt x="1701" y="3451"/>
                  </a:cubicBezTo>
                  <a:cubicBezTo>
                    <a:pt x="1292" y="3861"/>
                    <a:pt x="1292" y="4522"/>
                    <a:pt x="1701" y="4932"/>
                  </a:cubicBezTo>
                  <a:cubicBezTo>
                    <a:pt x="1827" y="5026"/>
                    <a:pt x="1827" y="5279"/>
                    <a:pt x="1701" y="5373"/>
                  </a:cubicBezTo>
                  <a:cubicBezTo>
                    <a:pt x="1632" y="5477"/>
                    <a:pt x="1544" y="5524"/>
                    <a:pt x="1452" y="5524"/>
                  </a:cubicBezTo>
                  <a:cubicBezTo>
                    <a:pt x="1377" y="5524"/>
                    <a:pt x="1300" y="5493"/>
                    <a:pt x="1229" y="5436"/>
                  </a:cubicBezTo>
                  <a:cubicBezTo>
                    <a:pt x="567" y="4774"/>
                    <a:pt x="567" y="3672"/>
                    <a:pt x="1229" y="2979"/>
                  </a:cubicBezTo>
                  <a:cubicBezTo>
                    <a:pt x="1292" y="2931"/>
                    <a:pt x="1378" y="2908"/>
                    <a:pt x="1465" y="2908"/>
                  </a:cubicBezTo>
                  <a:close/>
                  <a:moveTo>
                    <a:pt x="2461" y="7313"/>
                  </a:moveTo>
                  <a:cubicBezTo>
                    <a:pt x="2532" y="7313"/>
                    <a:pt x="2605" y="7318"/>
                    <a:pt x="2678" y="7326"/>
                  </a:cubicBezTo>
                  <a:cubicBezTo>
                    <a:pt x="2867" y="7358"/>
                    <a:pt x="3025" y="7515"/>
                    <a:pt x="2993" y="7704"/>
                  </a:cubicBezTo>
                  <a:cubicBezTo>
                    <a:pt x="2962" y="7925"/>
                    <a:pt x="2804" y="8019"/>
                    <a:pt x="2615" y="8019"/>
                  </a:cubicBezTo>
                  <a:cubicBezTo>
                    <a:pt x="2579" y="8016"/>
                    <a:pt x="2543" y="8014"/>
                    <a:pt x="2507" y="8014"/>
                  </a:cubicBezTo>
                  <a:cubicBezTo>
                    <a:pt x="1947" y="8014"/>
                    <a:pt x="1418" y="8467"/>
                    <a:pt x="1418" y="9059"/>
                  </a:cubicBezTo>
                  <a:cubicBezTo>
                    <a:pt x="1418" y="9248"/>
                    <a:pt x="1260" y="9406"/>
                    <a:pt x="1071" y="9406"/>
                  </a:cubicBezTo>
                  <a:cubicBezTo>
                    <a:pt x="882" y="9406"/>
                    <a:pt x="725" y="9248"/>
                    <a:pt x="725" y="9059"/>
                  </a:cubicBezTo>
                  <a:cubicBezTo>
                    <a:pt x="725" y="8091"/>
                    <a:pt x="1490" y="7313"/>
                    <a:pt x="2461" y="7313"/>
                  </a:cubicBezTo>
                  <a:close/>
                  <a:moveTo>
                    <a:pt x="1060" y="0"/>
                  </a:moveTo>
                  <a:cubicBezTo>
                    <a:pt x="689" y="0"/>
                    <a:pt x="327" y="130"/>
                    <a:pt x="0" y="364"/>
                  </a:cubicBezTo>
                  <a:lnTo>
                    <a:pt x="0" y="5247"/>
                  </a:lnTo>
                  <a:cubicBezTo>
                    <a:pt x="0" y="5814"/>
                    <a:pt x="473" y="6255"/>
                    <a:pt x="1040" y="6255"/>
                  </a:cubicBezTo>
                  <a:cubicBezTo>
                    <a:pt x="1229" y="6255"/>
                    <a:pt x="1386" y="6413"/>
                    <a:pt x="1386" y="6602"/>
                  </a:cubicBezTo>
                  <a:cubicBezTo>
                    <a:pt x="1386" y="6822"/>
                    <a:pt x="1229" y="6948"/>
                    <a:pt x="1040" y="6948"/>
                  </a:cubicBezTo>
                  <a:cubicBezTo>
                    <a:pt x="630" y="6948"/>
                    <a:pt x="284" y="6854"/>
                    <a:pt x="0" y="6602"/>
                  </a:cubicBezTo>
                  <a:lnTo>
                    <a:pt x="0" y="11453"/>
                  </a:lnTo>
                  <a:cubicBezTo>
                    <a:pt x="284" y="11705"/>
                    <a:pt x="630" y="11800"/>
                    <a:pt x="1040" y="11800"/>
                  </a:cubicBezTo>
                  <a:cubicBezTo>
                    <a:pt x="1733" y="11800"/>
                    <a:pt x="2363" y="11359"/>
                    <a:pt x="2647" y="10760"/>
                  </a:cubicBezTo>
                  <a:cubicBezTo>
                    <a:pt x="3497" y="10634"/>
                    <a:pt x="4190" y="9910"/>
                    <a:pt x="4190" y="9028"/>
                  </a:cubicBezTo>
                  <a:cubicBezTo>
                    <a:pt x="4190" y="8902"/>
                    <a:pt x="4159" y="8776"/>
                    <a:pt x="4159" y="8618"/>
                  </a:cubicBezTo>
                  <a:cubicBezTo>
                    <a:pt x="4505" y="8555"/>
                    <a:pt x="4820" y="8397"/>
                    <a:pt x="5104" y="8145"/>
                  </a:cubicBezTo>
                  <a:cubicBezTo>
                    <a:pt x="5419" y="7830"/>
                    <a:pt x="5608" y="7389"/>
                    <a:pt x="5608" y="6917"/>
                  </a:cubicBezTo>
                  <a:cubicBezTo>
                    <a:pt x="5608" y="6539"/>
                    <a:pt x="5482" y="6192"/>
                    <a:pt x="5261" y="5909"/>
                  </a:cubicBezTo>
                  <a:cubicBezTo>
                    <a:pt x="5482" y="5594"/>
                    <a:pt x="5608" y="5247"/>
                    <a:pt x="5608" y="4869"/>
                  </a:cubicBezTo>
                  <a:cubicBezTo>
                    <a:pt x="5608" y="4396"/>
                    <a:pt x="5387" y="3987"/>
                    <a:pt x="5072" y="3672"/>
                  </a:cubicBezTo>
                  <a:cubicBezTo>
                    <a:pt x="4852" y="3420"/>
                    <a:pt x="4505" y="3262"/>
                    <a:pt x="4127" y="3199"/>
                  </a:cubicBezTo>
                  <a:cubicBezTo>
                    <a:pt x="4253" y="2632"/>
                    <a:pt x="4096" y="2002"/>
                    <a:pt x="3655" y="1561"/>
                  </a:cubicBezTo>
                  <a:cubicBezTo>
                    <a:pt x="3403" y="1309"/>
                    <a:pt x="3025" y="1120"/>
                    <a:pt x="2647" y="1088"/>
                  </a:cubicBezTo>
                  <a:cubicBezTo>
                    <a:pt x="2394" y="584"/>
                    <a:pt x="1985" y="143"/>
                    <a:pt x="1449" y="49"/>
                  </a:cubicBezTo>
                  <a:cubicBezTo>
                    <a:pt x="1319" y="16"/>
                    <a:pt x="1189" y="0"/>
                    <a:pt x="10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2"/>
            <p:cNvSpPr/>
            <p:nvPr/>
          </p:nvSpPr>
          <p:spPr>
            <a:xfrm>
              <a:off x="-22845575" y="3504075"/>
              <a:ext cx="139425" cy="294250"/>
            </a:xfrm>
            <a:custGeom>
              <a:avLst/>
              <a:gdLst/>
              <a:ahLst/>
              <a:cxnLst/>
              <a:rect l="l" t="t" r="r" b="b"/>
              <a:pathLst>
                <a:path w="5577" h="11770" extrusionOk="0">
                  <a:moveTo>
                    <a:pt x="4187" y="2948"/>
                  </a:moveTo>
                  <a:cubicBezTo>
                    <a:pt x="4277" y="2948"/>
                    <a:pt x="4364" y="2980"/>
                    <a:pt x="4411" y="3043"/>
                  </a:cubicBezTo>
                  <a:cubicBezTo>
                    <a:pt x="5104" y="3673"/>
                    <a:pt x="5104" y="4775"/>
                    <a:pt x="4411" y="5437"/>
                  </a:cubicBezTo>
                  <a:cubicBezTo>
                    <a:pt x="4364" y="5500"/>
                    <a:pt x="4277" y="5532"/>
                    <a:pt x="4187" y="5532"/>
                  </a:cubicBezTo>
                  <a:cubicBezTo>
                    <a:pt x="4096" y="5532"/>
                    <a:pt x="4002" y="5500"/>
                    <a:pt x="3939" y="5437"/>
                  </a:cubicBezTo>
                  <a:cubicBezTo>
                    <a:pt x="3844" y="5311"/>
                    <a:pt x="3844" y="5090"/>
                    <a:pt x="3939" y="4964"/>
                  </a:cubicBezTo>
                  <a:cubicBezTo>
                    <a:pt x="4348" y="4555"/>
                    <a:pt x="4348" y="3893"/>
                    <a:pt x="3939" y="3515"/>
                  </a:cubicBezTo>
                  <a:cubicBezTo>
                    <a:pt x="3844" y="3389"/>
                    <a:pt x="3844" y="3137"/>
                    <a:pt x="3939" y="3043"/>
                  </a:cubicBezTo>
                  <a:cubicBezTo>
                    <a:pt x="4002" y="2980"/>
                    <a:pt x="4096" y="2948"/>
                    <a:pt x="4187" y="2948"/>
                  </a:cubicBezTo>
                  <a:close/>
                  <a:moveTo>
                    <a:pt x="3148" y="7314"/>
                  </a:moveTo>
                  <a:cubicBezTo>
                    <a:pt x="4123" y="7314"/>
                    <a:pt x="4915" y="8092"/>
                    <a:pt x="4915" y="9060"/>
                  </a:cubicBezTo>
                  <a:cubicBezTo>
                    <a:pt x="4915" y="9249"/>
                    <a:pt x="4726" y="9407"/>
                    <a:pt x="4537" y="9407"/>
                  </a:cubicBezTo>
                  <a:cubicBezTo>
                    <a:pt x="4348" y="9407"/>
                    <a:pt x="4191" y="9249"/>
                    <a:pt x="4191" y="9060"/>
                  </a:cubicBezTo>
                  <a:cubicBezTo>
                    <a:pt x="4191" y="8468"/>
                    <a:pt x="3662" y="8015"/>
                    <a:pt x="3101" y="8015"/>
                  </a:cubicBezTo>
                  <a:cubicBezTo>
                    <a:pt x="3066" y="8015"/>
                    <a:pt x="3030" y="8017"/>
                    <a:pt x="2994" y="8020"/>
                  </a:cubicBezTo>
                  <a:cubicBezTo>
                    <a:pt x="2968" y="8029"/>
                    <a:pt x="2944" y="8033"/>
                    <a:pt x="2920" y="8033"/>
                  </a:cubicBezTo>
                  <a:cubicBezTo>
                    <a:pt x="2765" y="8033"/>
                    <a:pt x="2643" y="7869"/>
                    <a:pt x="2616" y="7705"/>
                  </a:cubicBezTo>
                  <a:cubicBezTo>
                    <a:pt x="2584" y="7516"/>
                    <a:pt x="2742" y="7359"/>
                    <a:pt x="2931" y="7327"/>
                  </a:cubicBezTo>
                  <a:cubicBezTo>
                    <a:pt x="3004" y="7319"/>
                    <a:pt x="3077" y="7314"/>
                    <a:pt x="3148" y="7314"/>
                  </a:cubicBezTo>
                  <a:close/>
                  <a:moveTo>
                    <a:pt x="4581" y="0"/>
                  </a:moveTo>
                  <a:cubicBezTo>
                    <a:pt x="4444" y="0"/>
                    <a:pt x="4303" y="16"/>
                    <a:pt x="4159" y="50"/>
                  </a:cubicBezTo>
                  <a:cubicBezTo>
                    <a:pt x="3592" y="144"/>
                    <a:pt x="3214" y="585"/>
                    <a:pt x="2962" y="1089"/>
                  </a:cubicBezTo>
                  <a:cubicBezTo>
                    <a:pt x="2584" y="1152"/>
                    <a:pt x="2206" y="1310"/>
                    <a:pt x="1954" y="1562"/>
                  </a:cubicBezTo>
                  <a:cubicBezTo>
                    <a:pt x="1513" y="2003"/>
                    <a:pt x="1355" y="2633"/>
                    <a:pt x="1481" y="3200"/>
                  </a:cubicBezTo>
                  <a:cubicBezTo>
                    <a:pt x="1135" y="3232"/>
                    <a:pt x="820" y="3389"/>
                    <a:pt x="536" y="3673"/>
                  </a:cubicBezTo>
                  <a:cubicBezTo>
                    <a:pt x="221" y="3988"/>
                    <a:pt x="1" y="4397"/>
                    <a:pt x="1" y="4870"/>
                  </a:cubicBezTo>
                  <a:cubicBezTo>
                    <a:pt x="1" y="5280"/>
                    <a:pt x="127" y="5626"/>
                    <a:pt x="379" y="5910"/>
                  </a:cubicBezTo>
                  <a:cubicBezTo>
                    <a:pt x="127" y="6225"/>
                    <a:pt x="1" y="6571"/>
                    <a:pt x="1" y="6918"/>
                  </a:cubicBezTo>
                  <a:cubicBezTo>
                    <a:pt x="1" y="7390"/>
                    <a:pt x="221" y="7831"/>
                    <a:pt x="536" y="8146"/>
                  </a:cubicBezTo>
                  <a:cubicBezTo>
                    <a:pt x="788" y="8430"/>
                    <a:pt x="1135" y="8588"/>
                    <a:pt x="1481" y="8619"/>
                  </a:cubicBezTo>
                  <a:cubicBezTo>
                    <a:pt x="1229" y="9690"/>
                    <a:pt x="1985" y="10604"/>
                    <a:pt x="2931" y="10698"/>
                  </a:cubicBezTo>
                  <a:cubicBezTo>
                    <a:pt x="3214" y="11328"/>
                    <a:pt x="3781" y="11769"/>
                    <a:pt x="4537" y="11769"/>
                  </a:cubicBezTo>
                  <a:cubicBezTo>
                    <a:pt x="4947" y="11769"/>
                    <a:pt x="5293" y="11612"/>
                    <a:pt x="5577" y="11423"/>
                  </a:cubicBezTo>
                  <a:lnTo>
                    <a:pt x="5577" y="6571"/>
                  </a:lnTo>
                  <a:cubicBezTo>
                    <a:pt x="5293" y="6823"/>
                    <a:pt x="4947" y="6918"/>
                    <a:pt x="4537" y="6918"/>
                  </a:cubicBezTo>
                  <a:cubicBezTo>
                    <a:pt x="4348" y="6918"/>
                    <a:pt x="4191" y="6760"/>
                    <a:pt x="4191" y="6571"/>
                  </a:cubicBezTo>
                  <a:cubicBezTo>
                    <a:pt x="4191" y="6382"/>
                    <a:pt x="4348" y="6225"/>
                    <a:pt x="4537" y="6225"/>
                  </a:cubicBezTo>
                  <a:cubicBezTo>
                    <a:pt x="5136" y="6225"/>
                    <a:pt x="5577" y="5752"/>
                    <a:pt x="5577" y="5185"/>
                  </a:cubicBezTo>
                  <a:lnTo>
                    <a:pt x="5577" y="302"/>
                  </a:lnTo>
                  <a:cubicBezTo>
                    <a:pt x="5300" y="117"/>
                    <a:pt x="4956" y="0"/>
                    <a:pt x="45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1" name="Google Shape;501;p32"/>
          <p:cNvGrpSpPr/>
          <p:nvPr/>
        </p:nvGrpSpPr>
        <p:grpSpPr>
          <a:xfrm>
            <a:off x="3939134" y="2694497"/>
            <a:ext cx="453740" cy="453769"/>
            <a:chOff x="-25834600" y="3176875"/>
            <a:chExt cx="296950" cy="296950"/>
          </a:xfrm>
        </p:grpSpPr>
        <p:sp>
          <p:nvSpPr>
            <p:cNvPr id="502" name="Google Shape;502;p32"/>
            <p:cNvSpPr/>
            <p:nvPr/>
          </p:nvSpPr>
          <p:spPr>
            <a:xfrm>
              <a:off x="-25625875" y="3316275"/>
              <a:ext cx="69325" cy="85875"/>
            </a:xfrm>
            <a:custGeom>
              <a:avLst/>
              <a:gdLst/>
              <a:ahLst/>
              <a:cxnLst/>
              <a:rect l="l" t="t" r="r" b="b"/>
              <a:pathLst>
                <a:path w="2773" h="3435" extrusionOk="0">
                  <a:moveTo>
                    <a:pt x="0" y="1"/>
                  </a:moveTo>
                  <a:lnTo>
                    <a:pt x="0" y="3435"/>
                  </a:lnTo>
                  <a:lnTo>
                    <a:pt x="2773" y="3435"/>
                  </a:lnTo>
                  <a:lnTo>
                    <a:pt x="2773" y="2741"/>
                  </a:lnTo>
                  <a:lnTo>
                    <a:pt x="1040" y="2741"/>
                  </a:lnTo>
                  <a:cubicBezTo>
                    <a:pt x="851" y="2741"/>
                    <a:pt x="693" y="2584"/>
                    <a:pt x="693" y="2395"/>
                  </a:cubicBezTo>
                  <a:cubicBezTo>
                    <a:pt x="693" y="2206"/>
                    <a:pt x="851" y="2048"/>
                    <a:pt x="1040" y="2048"/>
                  </a:cubicBezTo>
                  <a:lnTo>
                    <a:pt x="2773" y="2048"/>
                  </a:lnTo>
                  <a:lnTo>
                    <a:pt x="2773" y="1324"/>
                  </a:lnTo>
                  <a:lnTo>
                    <a:pt x="1040" y="1324"/>
                  </a:lnTo>
                  <a:cubicBezTo>
                    <a:pt x="851" y="1324"/>
                    <a:pt x="693" y="1166"/>
                    <a:pt x="693" y="977"/>
                  </a:cubicBezTo>
                  <a:cubicBezTo>
                    <a:pt x="693" y="851"/>
                    <a:pt x="851" y="694"/>
                    <a:pt x="1040" y="694"/>
                  </a:cubicBezTo>
                  <a:lnTo>
                    <a:pt x="2773" y="694"/>
                  </a:lnTo>
                  <a:lnTo>
                    <a:pt x="2773" y="1"/>
                  </a:lnTo>
                  <a:close/>
                </a:path>
              </a:pathLst>
            </a:custGeom>
            <a:solidFill>
              <a:srgbClr val="FFE4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2"/>
            <p:cNvSpPr/>
            <p:nvPr/>
          </p:nvSpPr>
          <p:spPr>
            <a:xfrm>
              <a:off x="-25729075" y="3176875"/>
              <a:ext cx="191425" cy="296950"/>
            </a:xfrm>
            <a:custGeom>
              <a:avLst/>
              <a:gdLst/>
              <a:ahLst/>
              <a:cxnLst/>
              <a:rect l="l" t="t" r="r" b="b"/>
              <a:pathLst>
                <a:path w="7657" h="11878" extrusionOk="0">
                  <a:moveTo>
                    <a:pt x="2049" y="693"/>
                  </a:moveTo>
                  <a:lnTo>
                    <a:pt x="2049" y="2773"/>
                  </a:lnTo>
                  <a:lnTo>
                    <a:pt x="1356" y="2773"/>
                  </a:lnTo>
                  <a:lnTo>
                    <a:pt x="1356" y="693"/>
                  </a:lnTo>
                  <a:close/>
                  <a:moveTo>
                    <a:pt x="3435" y="693"/>
                  </a:moveTo>
                  <a:lnTo>
                    <a:pt x="3435" y="2773"/>
                  </a:lnTo>
                  <a:lnTo>
                    <a:pt x="2710" y="2773"/>
                  </a:lnTo>
                  <a:lnTo>
                    <a:pt x="2710" y="693"/>
                  </a:lnTo>
                  <a:close/>
                  <a:moveTo>
                    <a:pt x="4821" y="693"/>
                  </a:moveTo>
                  <a:lnTo>
                    <a:pt x="4821" y="2773"/>
                  </a:lnTo>
                  <a:lnTo>
                    <a:pt x="4097" y="2773"/>
                  </a:lnTo>
                  <a:lnTo>
                    <a:pt x="4097" y="693"/>
                  </a:lnTo>
                  <a:close/>
                  <a:moveTo>
                    <a:pt x="6176" y="693"/>
                  </a:moveTo>
                  <a:lnTo>
                    <a:pt x="6176" y="2773"/>
                  </a:lnTo>
                  <a:lnTo>
                    <a:pt x="5483" y="2773"/>
                  </a:lnTo>
                  <a:lnTo>
                    <a:pt x="5483" y="693"/>
                  </a:lnTo>
                  <a:close/>
                  <a:moveTo>
                    <a:pt x="1041" y="0"/>
                  </a:moveTo>
                  <a:cubicBezTo>
                    <a:pt x="442" y="0"/>
                    <a:pt x="1" y="473"/>
                    <a:pt x="1" y="1040"/>
                  </a:cubicBezTo>
                  <a:lnTo>
                    <a:pt x="1" y="3119"/>
                  </a:lnTo>
                  <a:cubicBezTo>
                    <a:pt x="1" y="3308"/>
                    <a:pt x="158" y="3466"/>
                    <a:pt x="379" y="3466"/>
                  </a:cubicBezTo>
                  <a:lnTo>
                    <a:pt x="726" y="3466"/>
                  </a:lnTo>
                  <a:lnTo>
                    <a:pt x="726" y="4883"/>
                  </a:lnTo>
                  <a:lnTo>
                    <a:pt x="2458" y="4883"/>
                  </a:lnTo>
                  <a:cubicBezTo>
                    <a:pt x="2647" y="4883"/>
                    <a:pt x="2805" y="5041"/>
                    <a:pt x="2805" y="5262"/>
                  </a:cubicBezTo>
                  <a:lnTo>
                    <a:pt x="2805" y="9420"/>
                  </a:lnTo>
                  <a:cubicBezTo>
                    <a:pt x="2805" y="9609"/>
                    <a:pt x="2647" y="9767"/>
                    <a:pt x="2458" y="9767"/>
                  </a:cubicBezTo>
                  <a:lnTo>
                    <a:pt x="2112" y="9767"/>
                  </a:lnTo>
                  <a:cubicBezTo>
                    <a:pt x="2112" y="10523"/>
                    <a:pt x="1797" y="11247"/>
                    <a:pt x="1261" y="11751"/>
                  </a:cubicBezTo>
                  <a:cubicBezTo>
                    <a:pt x="1419" y="11815"/>
                    <a:pt x="1576" y="11878"/>
                    <a:pt x="1734" y="11878"/>
                  </a:cubicBezTo>
                  <a:lnTo>
                    <a:pt x="5924" y="11878"/>
                  </a:lnTo>
                  <a:cubicBezTo>
                    <a:pt x="6522" y="11878"/>
                    <a:pt x="6932" y="11405"/>
                    <a:pt x="6932" y="10838"/>
                  </a:cubicBezTo>
                  <a:lnTo>
                    <a:pt x="6932" y="9798"/>
                  </a:lnTo>
                  <a:lnTo>
                    <a:pt x="3813" y="9798"/>
                  </a:lnTo>
                  <a:cubicBezTo>
                    <a:pt x="3624" y="9798"/>
                    <a:pt x="3467" y="9672"/>
                    <a:pt x="3467" y="9452"/>
                  </a:cubicBezTo>
                  <a:lnTo>
                    <a:pt x="3467" y="5293"/>
                  </a:lnTo>
                  <a:cubicBezTo>
                    <a:pt x="3467" y="5104"/>
                    <a:pt x="3624" y="4946"/>
                    <a:pt x="3813" y="4946"/>
                  </a:cubicBezTo>
                  <a:lnTo>
                    <a:pt x="6932" y="4946"/>
                  </a:lnTo>
                  <a:lnTo>
                    <a:pt x="6932" y="3529"/>
                  </a:lnTo>
                  <a:lnTo>
                    <a:pt x="7310" y="3529"/>
                  </a:lnTo>
                  <a:cubicBezTo>
                    <a:pt x="7499" y="3529"/>
                    <a:pt x="7657" y="3371"/>
                    <a:pt x="7657" y="3151"/>
                  </a:cubicBezTo>
                  <a:lnTo>
                    <a:pt x="7657" y="1040"/>
                  </a:lnTo>
                  <a:lnTo>
                    <a:pt x="7625" y="1040"/>
                  </a:lnTo>
                  <a:cubicBezTo>
                    <a:pt x="7625" y="441"/>
                    <a:pt x="7153" y="0"/>
                    <a:pt x="6585" y="0"/>
                  </a:cubicBezTo>
                  <a:close/>
                </a:path>
              </a:pathLst>
            </a:custGeom>
            <a:solidFill>
              <a:srgbClr val="FFE4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2"/>
            <p:cNvSpPr/>
            <p:nvPr/>
          </p:nvSpPr>
          <p:spPr>
            <a:xfrm>
              <a:off x="-25834600" y="3350150"/>
              <a:ext cx="69325" cy="96100"/>
            </a:xfrm>
            <a:custGeom>
              <a:avLst/>
              <a:gdLst/>
              <a:ahLst/>
              <a:cxnLst/>
              <a:rect l="l" t="t" r="r" b="b"/>
              <a:pathLst>
                <a:path w="2773" h="3844" extrusionOk="0">
                  <a:moveTo>
                    <a:pt x="2143" y="0"/>
                  </a:moveTo>
                  <a:cubicBezTo>
                    <a:pt x="1008" y="0"/>
                    <a:pt x="63" y="945"/>
                    <a:pt x="63" y="2080"/>
                  </a:cubicBezTo>
                  <a:cubicBezTo>
                    <a:pt x="0" y="2804"/>
                    <a:pt x="378" y="3434"/>
                    <a:pt x="914" y="3844"/>
                  </a:cubicBezTo>
                  <a:cubicBezTo>
                    <a:pt x="788" y="3529"/>
                    <a:pt x="725" y="3151"/>
                    <a:pt x="725" y="2804"/>
                  </a:cubicBezTo>
                  <a:cubicBezTo>
                    <a:pt x="725" y="1544"/>
                    <a:pt x="1576" y="473"/>
                    <a:pt x="2773" y="126"/>
                  </a:cubicBezTo>
                  <a:cubicBezTo>
                    <a:pt x="2584" y="63"/>
                    <a:pt x="2332" y="0"/>
                    <a:pt x="2143" y="0"/>
                  </a:cubicBezTo>
                  <a:close/>
                </a:path>
              </a:pathLst>
            </a:custGeom>
            <a:solidFill>
              <a:srgbClr val="FFE4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2"/>
            <p:cNvSpPr/>
            <p:nvPr/>
          </p:nvSpPr>
          <p:spPr>
            <a:xfrm>
              <a:off x="-25799950" y="3368250"/>
              <a:ext cx="104775" cy="104000"/>
            </a:xfrm>
            <a:custGeom>
              <a:avLst/>
              <a:gdLst/>
              <a:ahLst/>
              <a:cxnLst/>
              <a:rect l="l" t="t" r="r" b="b"/>
              <a:pathLst>
                <a:path w="4191" h="4160" extrusionOk="0">
                  <a:moveTo>
                    <a:pt x="2080" y="694"/>
                  </a:moveTo>
                  <a:cubicBezTo>
                    <a:pt x="2836" y="694"/>
                    <a:pt x="3466" y="1324"/>
                    <a:pt x="3466" y="2080"/>
                  </a:cubicBezTo>
                  <a:cubicBezTo>
                    <a:pt x="3466" y="2364"/>
                    <a:pt x="3403" y="2584"/>
                    <a:pt x="3246" y="2836"/>
                  </a:cubicBezTo>
                  <a:lnTo>
                    <a:pt x="1292" y="915"/>
                  </a:lnTo>
                  <a:cubicBezTo>
                    <a:pt x="1576" y="788"/>
                    <a:pt x="1828" y="694"/>
                    <a:pt x="2080" y="694"/>
                  </a:cubicBezTo>
                  <a:close/>
                  <a:moveTo>
                    <a:pt x="2111" y="1"/>
                  </a:moveTo>
                  <a:cubicBezTo>
                    <a:pt x="946" y="1"/>
                    <a:pt x="1" y="946"/>
                    <a:pt x="1" y="2080"/>
                  </a:cubicBezTo>
                  <a:cubicBezTo>
                    <a:pt x="1" y="3214"/>
                    <a:pt x="946" y="4160"/>
                    <a:pt x="2111" y="4160"/>
                  </a:cubicBezTo>
                  <a:cubicBezTo>
                    <a:pt x="3246" y="4160"/>
                    <a:pt x="4191" y="3214"/>
                    <a:pt x="4191" y="2080"/>
                  </a:cubicBezTo>
                  <a:cubicBezTo>
                    <a:pt x="4191" y="946"/>
                    <a:pt x="3246" y="1"/>
                    <a:pt x="2111" y="1"/>
                  </a:cubicBezTo>
                  <a:close/>
                </a:path>
              </a:pathLst>
            </a:custGeom>
            <a:solidFill>
              <a:srgbClr val="FFE4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2"/>
            <p:cNvSpPr/>
            <p:nvPr/>
          </p:nvSpPr>
          <p:spPr>
            <a:xfrm>
              <a:off x="-25712525" y="3317075"/>
              <a:ext cx="34675" cy="86650"/>
            </a:xfrm>
            <a:custGeom>
              <a:avLst/>
              <a:gdLst/>
              <a:ahLst/>
              <a:cxnLst/>
              <a:rect l="l" t="t" r="r" b="b"/>
              <a:pathLst>
                <a:path w="1387" h="3466" extrusionOk="0">
                  <a:moveTo>
                    <a:pt x="1" y="0"/>
                  </a:moveTo>
                  <a:lnTo>
                    <a:pt x="1" y="1764"/>
                  </a:lnTo>
                  <a:cubicBezTo>
                    <a:pt x="631" y="2111"/>
                    <a:pt x="1072" y="2709"/>
                    <a:pt x="1261" y="3466"/>
                  </a:cubicBezTo>
                  <a:lnTo>
                    <a:pt x="1387" y="3466"/>
                  </a:lnTo>
                  <a:lnTo>
                    <a:pt x="1387" y="0"/>
                  </a:lnTo>
                  <a:close/>
                </a:path>
              </a:pathLst>
            </a:custGeom>
            <a:solidFill>
              <a:srgbClr val="FFE4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07" name="Google Shape;507;p32"/>
          <p:cNvCxnSpPr>
            <a:endCxn id="491" idx="2"/>
          </p:cNvCxnSpPr>
          <p:nvPr/>
        </p:nvCxnSpPr>
        <p:spPr>
          <a:xfrm rot="-5400000">
            <a:off x="2114825" y="2058325"/>
            <a:ext cx="1979100" cy="1307400"/>
          </a:xfrm>
          <a:prstGeom prst="curvedConnector2">
            <a:avLst/>
          </a:prstGeom>
          <a:noFill/>
          <a:ln w="19050" cap="flat" cmpd="sng">
            <a:solidFill>
              <a:schemeClr val="accent1"/>
            </a:solidFill>
            <a:prstDash val="solid"/>
            <a:round/>
            <a:headEnd type="none" w="med" len="med"/>
            <a:tailEnd type="none" w="med" len="med"/>
          </a:ln>
        </p:spPr>
      </p:cxnSp>
      <p:cxnSp>
        <p:nvCxnSpPr>
          <p:cNvPr id="508" name="Google Shape;508;p32"/>
          <p:cNvCxnSpPr/>
          <p:nvPr/>
        </p:nvCxnSpPr>
        <p:spPr>
          <a:xfrm rot="10800000" flipH="1">
            <a:off x="2462144" y="2830858"/>
            <a:ext cx="1296000" cy="870900"/>
          </a:xfrm>
          <a:prstGeom prst="curvedConnector3">
            <a:avLst>
              <a:gd name="adj1" fmla="val 50000"/>
            </a:avLst>
          </a:prstGeom>
          <a:noFill/>
          <a:ln w="19050" cap="flat" cmpd="sng">
            <a:solidFill>
              <a:schemeClr val="accent2"/>
            </a:solidFill>
            <a:prstDash val="solid"/>
            <a:round/>
            <a:headEnd type="none" w="med" len="med"/>
            <a:tailEnd type="none" w="med" len="med"/>
          </a:ln>
        </p:spPr>
      </p:cxnSp>
      <p:cxnSp>
        <p:nvCxnSpPr>
          <p:cNvPr id="509" name="Google Shape;509;p32"/>
          <p:cNvCxnSpPr/>
          <p:nvPr/>
        </p:nvCxnSpPr>
        <p:spPr>
          <a:xfrm>
            <a:off x="2433700" y="3701577"/>
            <a:ext cx="1324500" cy="451200"/>
          </a:xfrm>
          <a:prstGeom prst="curvedConnector3">
            <a:avLst>
              <a:gd name="adj1" fmla="val 50000"/>
            </a:avLst>
          </a:prstGeom>
          <a:noFill/>
          <a:ln w="19050" cap="flat" cmpd="sng">
            <a:solidFill>
              <a:schemeClr val="dk2"/>
            </a:solidFill>
            <a:prstDash val="solid"/>
            <a:round/>
            <a:headEnd type="oval" w="med" len="med"/>
            <a:tailEnd type="none" w="med" len="med"/>
          </a:ln>
        </p:spPr>
      </p:cxnSp>
      <p:grpSp>
        <p:nvGrpSpPr>
          <p:cNvPr id="510" name="Google Shape;510;p32"/>
          <p:cNvGrpSpPr/>
          <p:nvPr/>
        </p:nvGrpSpPr>
        <p:grpSpPr>
          <a:xfrm>
            <a:off x="441658" y="3416586"/>
            <a:ext cx="1900900" cy="1726972"/>
            <a:chOff x="1572950" y="931000"/>
            <a:chExt cx="4446550" cy="4039700"/>
          </a:xfrm>
        </p:grpSpPr>
        <p:sp>
          <p:nvSpPr>
            <p:cNvPr id="511" name="Google Shape;511;p32"/>
            <p:cNvSpPr/>
            <p:nvPr/>
          </p:nvSpPr>
          <p:spPr>
            <a:xfrm>
              <a:off x="5137175" y="1536550"/>
              <a:ext cx="167650" cy="339425"/>
            </a:xfrm>
            <a:custGeom>
              <a:avLst/>
              <a:gdLst/>
              <a:ahLst/>
              <a:cxnLst/>
              <a:rect l="l" t="t" r="r" b="b"/>
              <a:pathLst>
                <a:path w="6706" h="13577" extrusionOk="0">
                  <a:moveTo>
                    <a:pt x="4270" y="0"/>
                  </a:moveTo>
                  <a:lnTo>
                    <a:pt x="0" y="13577"/>
                  </a:lnTo>
                  <a:lnTo>
                    <a:pt x="6705" y="1735"/>
                  </a:lnTo>
                  <a:lnTo>
                    <a:pt x="42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2"/>
            <p:cNvSpPr/>
            <p:nvPr/>
          </p:nvSpPr>
          <p:spPr>
            <a:xfrm>
              <a:off x="5221400" y="1888450"/>
              <a:ext cx="305250" cy="79250"/>
            </a:xfrm>
            <a:custGeom>
              <a:avLst/>
              <a:gdLst/>
              <a:ahLst/>
              <a:cxnLst/>
              <a:rect l="l" t="t" r="r" b="b"/>
              <a:pathLst>
                <a:path w="12210" h="3170" extrusionOk="0">
                  <a:moveTo>
                    <a:pt x="11575" y="1"/>
                  </a:moveTo>
                  <a:lnTo>
                    <a:pt x="0" y="2803"/>
                  </a:lnTo>
                  <a:lnTo>
                    <a:pt x="12209" y="3170"/>
                  </a:lnTo>
                  <a:lnTo>
                    <a:pt x="115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2"/>
            <p:cNvSpPr/>
            <p:nvPr/>
          </p:nvSpPr>
          <p:spPr>
            <a:xfrm>
              <a:off x="5190550" y="1540700"/>
              <a:ext cx="436175" cy="351950"/>
            </a:xfrm>
            <a:custGeom>
              <a:avLst/>
              <a:gdLst/>
              <a:ahLst/>
              <a:cxnLst/>
              <a:rect l="l" t="t" r="r" b="b"/>
              <a:pathLst>
                <a:path w="17447" h="14078" extrusionOk="0">
                  <a:moveTo>
                    <a:pt x="14611" y="1"/>
                  </a:moveTo>
                  <a:lnTo>
                    <a:pt x="0" y="14078"/>
                  </a:lnTo>
                  <a:lnTo>
                    <a:pt x="17446" y="3870"/>
                  </a:lnTo>
                  <a:lnTo>
                    <a:pt x="146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2"/>
            <p:cNvSpPr/>
            <p:nvPr/>
          </p:nvSpPr>
          <p:spPr>
            <a:xfrm>
              <a:off x="4077250" y="4082525"/>
              <a:ext cx="1139175" cy="883175"/>
            </a:xfrm>
            <a:custGeom>
              <a:avLst/>
              <a:gdLst/>
              <a:ahLst/>
              <a:cxnLst/>
              <a:rect l="l" t="t" r="r" b="b"/>
              <a:pathLst>
                <a:path w="45567" h="35327" extrusionOk="0">
                  <a:moveTo>
                    <a:pt x="6338" y="1"/>
                  </a:moveTo>
                  <a:cubicBezTo>
                    <a:pt x="3803" y="34"/>
                    <a:pt x="2102" y="1502"/>
                    <a:pt x="1168" y="4104"/>
                  </a:cubicBezTo>
                  <a:cubicBezTo>
                    <a:pt x="134" y="7006"/>
                    <a:pt x="0" y="11275"/>
                    <a:pt x="768" y="16446"/>
                  </a:cubicBezTo>
                  <a:cubicBezTo>
                    <a:pt x="901" y="17480"/>
                    <a:pt x="1068" y="18514"/>
                    <a:pt x="1301" y="19615"/>
                  </a:cubicBezTo>
                  <a:cubicBezTo>
                    <a:pt x="1401" y="20149"/>
                    <a:pt x="1502" y="20716"/>
                    <a:pt x="1635" y="21283"/>
                  </a:cubicBezTo>
                  <a:cubicBezTo>
                    <a:pt x="2169" y="23684"/>
                    <a:pt x="2836" y="26220"/>
                    <a:pt x="3670" y="28821"/>
                  </a:cubicBezTo>
                  <a:cubicBezTo>
                    <a:pt x="4337" y="30923"/>
                    <a:pt x="5037" y="33091"/>
                    <a:pt x="5771" y="35326"/>
                  </a:cubicBezTo>
                  <a:lnTo>
                    <a:pt x="45566" y="35326"/>
                  </a:lnTo>
                  <a:cubicBezTo>
                    <a:pt x="41263" y="30623"/>
                    <a:pt x="37127" y="26086"/>
                    <a:pt x="33524" y="21950"/>
                  </a:cubicBezTo>
                  <a:cubicBezTo>
                    <a:pt x="32757" y="21083"/>
                    <a:pt x="32023" y="20215"/>
                    <a:pt x="31289" y="19381"/>
                  </a:cubicBezTo>
                  <a:cubicBezTo>
                    <a:pt x="29121" y="16846"/>
                    <a:pt x="27086" y="14611"/>
                    <a:pt x="25185" y="12610"/>
                  </a:cubicBezTo>
                  <a:cubicBezTo>
                    <a:pt x="17213" y="4304"/>
                    <a:pt x="11309" y="501"/>
                    <a:pt x="7272" y="34"/>
                  </a:cubicBezTo>
                  <a:cubicBezTo>
                    <a:pt x="7039" y="1"/>
                    <a:pt x="6839" y="1"/>
                    <a:pt x="6639" y="1"/>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2"/>
            <p:cNvSpPr/>
            <p:nvPr/>
          </p:nvSpPr>
          <p:spPr>
            <a:xfrm>
              <a:off x="3922975" y="3908600"/>
              <a:ext cx="1510275" cy="1057100"/>
            </a:xfrm>
            <a:custGeom>
              <a:avLst/>
              <a:gdLst/>
              <a:ahLst/>
              <a:cxnLst/>
              <a:rect l="l" t="t" r="r" b="b"/>
              <a:pathLst>
                <a:path w="60411" h="42284" extrusionOk="0">
                  <a:moveTo>
                    <a:pt x="8918" y="0"/>
                  </a:moveTo>
                  <a:cubicBezTo>
                    <a:pt x="7931" y="0"/>
                    <a:pt x="7013" y="139"/>
                    <a:pt x="6171" y="420"/>
                  </a:cubicBezTo>
                  <a:cubicBezTo>
                    <a:pt x="6071" y="453"/>
                    <a:pt x="5971" y="486"/>
                    <a:pt x="5871" y="520"/>
                  </a:cubicBezTo>
                  <a:cubicBezTo>
                    <a:pt x="4137" y="1220"/>
                    <a:pt x="2736" y="2488"/>
                    <a:pt x="1902" y="4156"/>
                  </a:cubicBezTo>
                  <a:cubicBezTo>
                    <a:pt x="601" y="6524"/>
                    <a:pt x="0" y="9893"/>
                    <a:pt x="201" y="14196"/>
                  </a:cubicBezTo>
                  <a:lnTo>
                    <a:pt x="201" y="14363"/>
                  </a:lnTo>
                  <a:cubicBezTo>
                    <a:pt x="201" y="14697"/>
                    <a:pt x="234" y="14997"/>
                    <a:pt x="267" y="15330"/>
                  </a:cubicBezTo>
                  <a:cubicBezTo>
                    <a:pt x="301" y="15964"/>
                    <a:pt x="367" y="16565"/>
                    <a:pt x="434" y="17198"/>
                  </a:cubicBezTo>
                  <a:cubicBezTo>
                    <a:pt x="501" y="17632"/>
                    <a:pt x="534" y="18032"/>
                    <a:pt x="601" y="18466"/>
                  </a:cubicBezTo>
                  <a:cubicBezTo>
                    <a:pt x="668" y="18866"/>
                    <a:pt x="734" y="19300"/>
                    <a:pt x="801" y="19734"/>
                  </a:cubicBezTo>
                  <a:cubicBezTo>
                    <a:pt x="901" y="20367"/>
                    <a:pt x="1034" y="21001"/>
                    <a:pt x="1168" y="21735"/>
                  </a:cubicBezTo>
                  <a:cubicBezTo>
                    <a:pt x="1301" y="22469"/>
                    <a:pt x="1468" y="23203"/>
                    <a:pt x="1635" y="23937"/>
                  </a:cubicBezTo>
                  <a:cubicBezTo>
                    <a:pt x="1935" y="25171"/>
                    <a:pt x="2235" y="26405"/>
                    <a:pt x="2602" y="27706"/>
                  </a:cubicBezTo>
                  <a:cubicBezTo>
                    <a:pt x="2769" y="28340"/>
                    <a:pt x="3003" y="29007"/>
                    <a:pt x="3203" y="29674"/>
                  </a:cubicBezTo>
                  <a:cubicBezTo>
                    <a:pt x="3703" y="31309"/>
                    <a:pt x="4270" y="33010"/>
                    <a:pt x="4904" y="34811"/>
                  </a:cubicBezTo>
                  <a:cubicBezTo>
                    <a:pt x="5771" y="37179"/>
                    <a:pt x="6705" y="39681"/>
                    <a:pt x="7739" y="42283"/>
                  </a:cubicBezTo>
                  <a:lnTo>
                    <a:pt x="60410" y="42283"/>
                  </a:lnTo>
                  <a:cubicBezTo>
                    <a:pt x="48201" y="29307"/>
                    <a:pt x="35426" y="16398"/>
                    <a:pt x="25852" y="8392"/>
                  </a:cubicBezTo>
                  <a:cubicBezTo>
                    <a:pt x="21182" y="4489"/>
                    <a:pt x="16979" y="1988"/>
                    <a:pt x="13377" y="787"/>
                  </a:cubicBezTo>
                  <a:cubicBezTo>
                    <a:pt x="11772" y="265"/>
                    <a:pt x="10279" y="0"/>
                    <a:pt x="89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2"/>
            <p:cNvSpPr/>
            <p:nvPr/>
          </p:nvSpPr>
          <p:spPr>
            <a:xfrm>
              <a:off x="4696850" y="4250150"/>
              <a:ext cx="647150" cy="715550"/>
            </a:xfrm>
            <a:custGeom>
              <a:avLst/>
              <a:gdLst/>
              <a:ahLst/>
              <a:cxnLst/>
              <a:rect l="l" t="t" r="r" b="b"/>
              <a:pathLst>
                <a:path w="25886" h="28622" extrusionOk="0">
                  <a:moveTo>
                    <a:pt x="868" y="1"/>
                  </a:moveTo>
                  <a:cubicBezTo>
                    <a:pt x="168" y="968"/>
                    <a:pt x="1" y="2369"/>
                    <a:pt x="168" y="3903"/>
                  </a:cubicBezTo>
                  <a:cubicBezTo>
                    <a:pt x="201" y="4570"/>
                    <a:pt x="301" y="5238"/>
                    <a:pt x="434" y="5871"/>
                  </a:cubicBezTo>
                  <a:cubicBezTo>
                    <a:pt x="835" y="8040"/>
                    <a:pt x="1535" y="10141"/>
                    <a:pt x="2569" y="12076"/>
                  </a:cubicBezTo>
                  <a:cubicBezTo>
                    <a:pt x="3398" y="13601"/>
                    <a:pt x="4852" y="16179"/>
                    <a:pt x="6900" y="16179"/>
                  </a:cubicBezTo>
                  <a:cubicBezTo>
                    <a:pt x="6913" y="16179"/>
                    <a:pt x="6926" y="16179"/>
                    <a:pt x="6939" y="16179"/>
                  </a:cubicBezTo>
                  <a:cubicBezTo>
                    <a:pt x="7673" y="16179"/>
                    <a:pt x="8340" y="15845"/>
                    <a:pt x="8774" y="15245"/>
                  </a:cubicBezTo>
                  <a:cubicBezTo>
                    <a:pt x="9441" y="14344"/>
                    <a:pt x="9674" y="13043"/>
                    <a:pt x="9708" y="12009"/>
                  </a:cubicBezTo>
                  <a:cubicBezTo>
                    <a:pt x="9674" y="10642"/>
                    <a:pt x="9541" y="9274"/>
                    <a:pt x="9241" y="7940"/>
                  </a:cubicBezTo>
                  <a:cubicBezTo>
                    <a:pt x="6339" y="5104"/>
                    <a:pt x="3537" y="2402"/>
                    <a:pt x="868" y="1"/>
                  </a:cubicBezTo>
                  <a:close/>
                  <a:moveTo>
                    <a:pt x="16012" y="14678"/>
                  </a:moveTo>
                  <a:lnTo>
                    <a:pt x="16012" y="14678"/>
                  </a:lnTo>
                  <a:cubicBezTo>
                    <a:pt x="16546" y="17747"/>
                    <a:pt x="17613" y="20682"/>
                    <a:pt x="19148" y="23351"/>
                  </a:cubicBezTo>
                  <a:cubicBezTo>
                    <a:pt x="20010" y="24840"/>
                    <a:pt x="21465" y="26738"/>
                    <a:pt x="23210" y="26738"/>
                  </a:cubicBezTo>
                  <a:cubicBezTo>
                    <a:pt x="23693" y="26738"/>
                    <a:pt x="24198" y="26593"/>
                    <a:pt x="24718" y="26253"/>
                  </a:cubicBezTo>
                  <a:cubicBezTo>
                    <a:pt x="25219" y="25919"/>
                    <a:pt x="25619" y="25452"/>
                    <a:pt x="25886" y="24885"/>
                  </a:cubicBezTo>
                  <a:cubicBezTo>
                    <a:pt x="22584" y="21416"/>
                    <a:pt x="19281" y="17980"/>
                    <a:pt x="16012" y="14678"/>
                  </a:cubicBezTo>
                  <a:close/>
                  <a:moveTo>
                    <a:pt x="6630" y="27676"/>
                  </a:moveTo>
                  <a:cubicBezTo>
                    <a:pt x="5851" y="27676"/>
                    <a:pt x="5115" y="27949"/>
                    <a:pt x="4504" y="28621"/>
                  </a:cubicBezTo>
                  <a:lnTo>
                    <a:pt x="9441" y="28621"/>
                  </a:lnTo>
                  <a:cubicBezTo>
                    <a:pt x="8536" y="28060"/>
                    <a:pt x="7553" y="27676"/>
                    <a:pt x="6630" y="2767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2"/>
            <p:cNvSpPr/>
            <p:nvPr/>
          </p:nvSpPr>
          <p:spPr>
            <a:xfrm>
              <a:off x="3917125" y="3976625"/>
              <a:ext cx="610475" cy="989075"/>
            </a:xfrm>
            <a:custGeom>
              <a:avLst/>
              <a:gdLst/>
              <a:ahLst/>
              <a:cxnLst/>
              <a:rect l="l" t="t" r="r" b="b"/>
              <a:pathLst>
                <a:path w="24419" h="39563" extrusionOk="0">
                  <a:moveTo>
                    <a:pt x="3103" y="0"/>
                  </a:moveTo>
                  <a:cubicBezTo>
                    <a:pt x="2736" y="467"/>
                    <a:pt x="2403" y="934"/>
                    <a:pt x="2136" y="1468"/>
                  </a:cubicBezTo>
                  <a:cubicBezTo>
                    <a:pt x="535" y="4370"/>
                    <a:pt x="1" y="8740"/>
                    <a:pt x="668" y="14511"/>
                  </a:cubicBezTo>
                  <a:cubicBezTo>
                    <a:pt x="735" y="14911"/>
                    <a:pt x="768" y="15345"/>
                    <a:pt x="835" y="15745"/>
                  </a:cubicBezTo>
                  <a:cubicBezTo>
                    <a:pt x="902" y="16179"/>
                    <a:pt x="968" y="16612"/>
                    <a:pt x="1035" y="17046"/>
                  </a:cubicBezTo>
                  <a:cubicBezTo>
                    <a:pt x="1135" y="17680"/>
                    <a:pt x="1268" y="18313"/>
                    <a:pt x="1402" y="19014"/>
                  </a:cubicBezTo>
                  <a:cubicBezTo>
                    <a:pt x="1535" y="19748"/>
                    <a:pt x="1702" y="20482"/>
                    <a:pt x="1869" y="21249"/>
                  </a:cubicBezTo>
                  <a:cubicBezTo>
                    <a:pt x="2169" y="22450"/>
                    <a:pt x="2469" y="23684"/>
                    <a:pt x="2836" y="24985"/>
                  </a:cubicBezTo>
                  <a:cubicBezTo>
                    <a:pt x="3036" y="25619"/>
                    <a:pt x="3237" y="26286"/>
                    <a:pt x="3437" y="26953"/>
                  </a:cubicBezTo>
                  <a:cubicBezTo>
                    <a:pt x="3937" y="28588"/>
                    <a:pt x="4504" y="30289"/>
                    <a:pt x="5138" y="32090"/>
                  </a:cubicBezTo>
                  <a:cubicBezTo>
                    <a:pt x="6005" y="34458"/>
                    <a:pt x="6939" y="36960"/>
                    <a:pt x="7973" y="39562"/>
                  </a:cubicBezTo>
                  <a:lnTo>
                    <a:pt x="24418" y="39562"/>
                  </a:lnTo>
                  <a:lnTo>
                    <a:pt x="23117" y="37127"/>
                  </a:lnTo>
                  <a:lnTo>
                    <a:pt x="19915" y="31189"/>
                  </a:lnTo>
                  <a:lnTo>
                    <a:pt x="13811" y="19881"/>
                  </a:lnTo>
                  <a:lnTo>
                    <a:pt x="13410" y="19147"/>
                  </a:lnTo>
                  <a:lnTo>
                    <a:pt x="11843" y="16279"/>
                  </a:lnTo>
                  <a:lnTo>
                    <a:pt x="7573" y="8306"/>
                  </a:lnTo>
                  <a:lnTo>
                    <a:pt x="4337" y="2302"/>
                  </a:lnTo>
                  <a:lnTo>
                    <a:pt x="3103"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2"/>
            <p:cNvSpPr/>
            <p:nvPr/>
          </p:nvSpPr>
          <p:spPr>
            <a:xfrm>
              <a:off x="3825400" y="3802325"/>
              <a:ext cx="682175" cy="1163375"/>
            </a:xfrm>
            <a:custGeom>
              <a:avLst/>
              <a:gdLst/>
              <a:ahLst/>
              <a:cxnLst/>
              <a:rect l="l" t="t" r="r" b="b"/>
              <a:pathLst>
                <a:path w="27287" h="46535" extrusionOk="0">
                  <a:moveTo>
                    <a:pt x="1" y="1"/>
                  </a:moveTo>
                  <a:lnTo>
                    <a:pt x="468" y="1769"/>
                  </a:lnTo>
                  <a:lnTo>
                    <a:pt x="701" y="2703"/>
                  </a:lnTo>
                  <a:cubicBezTo>
                    <a:pt x="701" y="2703"/>
                    <a:pt x="701" y="3637"/>
                    <a:pt x="701" y="5371"/>
                  </a:cubicBezTo>
                  <a:cubicBezTo>
                    <a:pt x="668" y="9274"/>
                    <a:pt x="634" y="17180"/>
                    <a:pt x="601" y="27187"/>
                  </a:cubicBezTo>
                  <a:lnTo>
                    <a:pt x="601" y="31457"/>
                  </a:lnTo>
                  <a:lnTo>
                    <a:pt x="601" y="33792"/>
                  </a:lnTo>
                  <a:lnTo>
                    <a:pt x="601" y="46534"/>
                  </a:lnTo>
                  <a:lnTo>
                    <a:pt x="27287" y="46534"/>
                  </a:lnTo>
                  <a:cubicBezTo>
                    <a:pt x="27120" y="45700"/>
                    <a:pt x="26953" y="44900"/>
                    <a:pt x="26786" y="44099"/>
                  </a:cubicBezTo>
                  <a:cubicBezTo>
                    <a:pt x="24185" y="31824"/>
                    <a:pt x="21783" y="21650"/>
                    <a:pt x="20048" y="17246"/>
                  </a:cubicBezTo>
                  <a:cubicBezTo>
                    <a:pt x="19348" y="15445"/>
                    <a:pt x="18447" y="13744"/>
                    <a:pt x="17380" y="12143"/>
                  </a:cubicBezTo>
                  <a:cubicBezTo>
                    <a:pt x="17180" y="11809"/>
                    <a:pt x="16913" y="11476"/>
                    <a:pt x="16713" y="11175"/>
                  </a:cubicBezTo>
                  <a:cubicBezTo>
                    <a:pt x="16512" y="10909"/>
                    <a:pt x="16312" y="10642"/>
                    <a:pt x="16079" y="10341"/>
                  </a:cubicBezTo>
                  <a:cubicBezTo>
                    <a:pt x="15979" y="10208"/>
                    <a:pt x="15845" y="10041"/>
                    <a:pt x="15712" y="9908"/>
                  </a:cubicBezTo>
                  <a:cubicBezTo>
                    <a:pt x="14544" y="8473"/>
                    <a:pt x="13210" y="7139"/>
                    <a:pt x="11776" y="5972"/>
                  </a:cubicBezTo>
                  <a:cubicBezTo>
                    <a:pt x="11209" y="5505"/>
                    <a:pt x="10642" y="5104"/>
                    <a:pt x="10108" y="4704"/>
                  </a:cubicBezTo>
                  <a:cubicBezTo>
                    <a:pt x="7039" y="2536"/>
                    <a:pt x="3603" y="935"/>
                    <a:pt x="1" y="1"/>
                  </a:cubicBezTo>
                  <a:close/>
                </a:path>
              </a:pathLst>
            </a:custGeom>
            <a:solidFill>
              <a:srgbClr val="FFC7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2"/>
            <p:cNvSpPr/>
            <p:nvPr/>
          </p:nvSpPr>
          <p:spPr>
            <a:xfrm>
              <a:off x="2320150" y="3825625"/>
              <a:ext cx="2133225" cy="1140075"/>
            </a:xfrm>
            <a:custGeom>
              <a:avLst/>
              <a:gdLst/>
              <a:ahLst/>
              <a:cxnLst/>
              <a:rect l="l" t="t" r="r" b="b"/>
              <a:pathLst>
                <a:path w="85329" h="45603" extrusionOk="0">
                  <a:moveTo>
                    <a:pt x="51607" y="0"/>
                  </a:moveTo>
                  <a:cubicBezTo>
                    <a:pt x="48182" y="0"/>
                    <a:pt x="44753" y="341"/>
                    <a:pt x="41397" y="1003"/>
                  </a:cubicBezTo>
                  <a:cubicBezTo>
                    <a:pt x="40296" y="1237"/>
                    <a:pt x="39229" y="1504"/>
                    <a:pt x="38195" y="1804"/>
                  </a:cubicBezTo>
                  <a:cubicBezTo>
                    <a:pt x="36260" y="2338"/>
                    <a:pt x="34392" y="3038"/>
                    <a:pt x="32591" y="3872"/>
                  </a:cubicBezTo>
                  <a:cubicBezTo>
                    <a:pt x="30756" y="4739"/>
                    <a:pt x="29055" y="5774"/>
                    <a:pt x="27454" y="7008"/>
                  </a:cubicBezTo>
                  <a:cubicBezTo>
                    <a:pt x="26653" y="7608"/>
                    <a:pt x="25919" y="8242"/>
                    <a:pt x="25219" y="8942"/>
                  </a:cubicBezTo>
                  <a:cubicBezTo>
                    <a:pt x="20015" y="14180"/>
                    <a:pt x="10275" y="28623"/>
                    <a:pt x="1" y="45602"/>
                  </a:cubicBezTo>
                  <a:lnTo>
                    <a:pt x="85329" y="45602"/>
                  </a:lnTo>
                  <a:cubicBezTo>
                    <a:pt x="84828" y="42700"/>
                    <a:pt x="84294" y="39898"/>
                    <a:pt x="83794" y="37229"/>
                  </a:cubicBezTo>
                  <a:cubicBezTo>
                    <a:pt x="81759" y="26789"/>
                    <a:pt x="79658" y="18016"/>
                    <a:pt x="77623" y="12678"/>
                  </a:cubicBezTo>
                  <a:cubicBezTo>
                    <a:pt x="77289" y="11744"/>
                    <a:pt x="76956" y="10977"/>
                    <a:pt x="76622" y="10277"/>
                  </a:cubicBezTo>
                  <a:cubicBezTo>
                    <a:pt x="76489" y="9977"/>
                    <a:pt x="76355" y="9676"/>
                    <a:pt x="76189" y="9443"/>
                  </a:cubicBezTo>
                  <a:cubicBezTo>
                    <a:pt x="76122" y="9276"/>
                    <a:pt x="76022" y="9109"/>
                    <a:pt x="75955" y="8976"/>
                  </a:cubicBezTo>
                  <a:cubicBezTo>
                    <a:pt x="75788" y="8742"/>
                    <a:pt x="75655" y="8542"/>
                    <a:pt x="75522" y="8342"/>
                  </a:cubicBezTo>
                  <a:cubicBezTo>
                    <a:pt x="74554" y="7041"/>
                    <a:pt x="73320" y="5940"/>
                    <a:pt x="71952" y="5040"/>
                  </a:cubicBezTo>
                  <a:cubicBezTo>
                    <a:pt x="71319" y="4606"/>
                    <a:pt x="70651" y="4239"/>
                    <a:pt x="69984" y="3872"/>
                  </a:cubicBezTo>
                  <a:cubicBezTo>
                    <a:pt x="67049" y="2438"/>
                    <a:pt x="63913" y="1404"/>
                    <a:pt x="60711" y="837"/>
                  </a:cubicBezTo>
                  <a:cubicBezTo>
                    <a:pt x="59477" y="603"/>
                    <a:pt x="58176" y="436"/>
                    <a:pt x="56842" y="270"/>
                  </a:cubicBezTo>
                  <a:cubicBezTo>
                    <a:pt x="55105" y="89"/>
                    <a:pt x="53357" y="0"/>
                    <a:pt x="516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2"/>
            <p:cNvSpPr/>
            <p:nvPr/>
          </p:nvSpPr>
          <p:spPr>
            <a:xfrm>
              <a:off x="3200800" y="4068350"/>
              <a:ext cx="1099975" cy="587475"/>
            </a:xfrm>
            <a:custGeom>
              <a:avLst/>
              <a:gdLst/>
              <a:ahLst/>
              <a:cxnLst/>
              <a:rect l="l" t="t" r="r" b="b"/>
              <a:pathLst>
                <a:path w="43999" h="23499" extrusionOk="0">
                  <a:moveTo>
                    <a:pt x="0" y="1"/>
                  </a:moveTo>
                  <a:lnTo>
                    <a:pt x="0" y="1"/>
                  </a:lnTo>
                  <a:cubicBezTo>
                    <a:pt x="2135" y="4370"/>
                    <a:pt x="4870" y="8440"/>
                    <a:pt x="8106" y="12076"/>
                  </a:cubicBezTo>
                  <a:cubicBezTo>
                    <a:pt x="11342" y="15845"/>
                    <a:pt x="15278" y="18914"/>
                    <a:pt x="19714" y="21183"/>
                  </a:cubicBezTo>
                  <a:cubicBezTo>
                    <a:pt x="22672" y="22607"/>
                    <a:pt x="26004" y="23498"/>
                    <a:pt x="29332" y="23498"/>
                  </a:cubicBezTo>
                  <a:cubicBezTo>
                    <a:pt x="31071" y="23498"/>
                    <a:pt x="32809" y="23255"/>
                    <a:pt x="34491" y="22717"/>
                  </a:cubicBezTo>
                  <a:cubicBezTo>
                    <a:pt x="39495" y="21283"/>
                    <a:pt x="43131" y="16779"/>
                    <a:pt x="43998" y="12043"/>
                  </a:cubicBezTo>
                  <a:lnTo>
                    <a:pt x="43998" y="12043"/>
                  </a:lnTo>
                  <a:cubicBezTo>
                    <a:pt x="42197" y="16512"/>
                    <a:pt x="38428" y="19915"/>
                    <a:pt x="33991" y="20949"/>
                  </a:cubicBezTo>
                  <a:cubicBezTo>
                    <a:pt x="32751" y="21229"/>
                    <a:pt x="31494" y="21360"/>
                    <a:pt x="30237" y="21360"/>
                  </a:cubicBezTo>
                  <a:cubicBezTo>
                    <a:pt x="26998" y="21360"/>
                    <a:pt x="23752" y="20489"/>
                    <a:pt x="20748" y="19048"/>
                  </a:cubicBezTo>
                  <a:cubicBezTo>
                    <a:pt x="16579" y="17046"/>
                    <a:pt x="12843" y="14077"/>
                    <a:pt x="9440" y="10808"/>
                  </a:cubicBezTo>
                  <a:cubicBezTo>
                    <a:pt x="6038" y="7439"/>
                    <a:pt x="2869" y="3837"/>
                    <a:pt x="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2"/>
            <p:cNvSpPr/>
            <p:nvPr/>
          </p:nvSpPr>
          <p:spPr>
            <a:xfrm>
              <a:off x="2183400" y="3828175"/>
              <a:ext cx="1127500" cy="1137525"/>
            </a:xfrm>
            <a:custGeom>
              <a:avLst/>
              <a:gdLst/>
              <a:ahLst/>
              <a:cxnLst/>
              <a:rect l="l" t="t" r="r" b="b"/>
              <a:pathLst>
                <a:path w="45100" h="45501" extrusionOk="0">
                  <a:moveTo>
                    <a:pt x="43598" y="1"/>
                  </a:moveTo>
                  <a:cubicBezTo>
                    <a:pt x="39829" y="735"/>
                    <a:pt x="36160" y="1735"/>
                    <a:pt x="32590" y="3070"/>
                  </a:cubicBezTo>
                  <a:cubicBezTo>
                    <a:pt x="28020" y="4738"/>
                    <a:pt x="22983" y="7239"/>
                    <a:pt x="19514" y="10708"/>
                  </a:cubicBezTo>
                  <a:cubicBezTo>
                    <a:pt x="19314" y="10875"/>
                    <a:pt x="19181" y="11042"/>
                    <a:pt x="19014" y="11242"/>
                  </a:cubicBezTo>
                  <a:cubicBezTo>
                    <a:pt x="16112" y="14845"/>
                    <a:pt x="8673" y="28721"/>
                    <a:pt x="0" y="45500"/>
                  </a:cubicBezTo>
                  <a:lnTo>
                    <a:pt x="45099" y="45500"/>
                  </a:lnTo>
                  <a:cubicBezTo>
                    <a:pt x="44766" y="34325"/>
                    <a:pt x="44432" y="23784"/>
                    <a:pt x="44132" y="15645"/>
                  </a:cubicBezTo>
                  <a:cubicBezTo>
                    <a:pt x="44099" y="15012"/>
                    <a:pt x="44099" y="14444"/>
                    <a:pt x="44065" y="13877"/>
                  </a:cubicBezTo>
                  <a:cubicBezTo>
                    <a:pt x="43898" y="8207"/>
                    <a:pt x="43732" y="3904"/>
                    <a:pt x="43665" y="1669"/>
                  </a:cubicBezTo>
                  <a:cubicBezTo>
                    <a:pt x="43598" y="601"/>
                    <a:pt x="43598" y="1"/>
                    <a:pt x="43598" y="1"/>
                  </a:cubicBezTo>
                  <a:close/>
                </a:path>
              </a:pathLst>
            </a:custGeom>
            <a:solidFill>
              <a:srgbClr val="FFC7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2"/>
            <p:cNvSpPr/>
            <p:nvPr/>
          </p:nvSpPr>
          <p:spPr>
            <a:xfrm>
              <a:off x="2853875" y="4347150"/>
              <a:ext cx="386125" cy="481975"/>
            </a:xfrm>
            <a:custGeom>
              <a:avLst/>
              <a:gdLst/>
              <a:ahLst/>
              <a:cxnLst/>
              <a:rect l="l" t="t" r="r" b="b"/>
              <a:pathLst>
                <a:path w="15445" h="19279" extrusionOk="0">
                  <a:moveTo>
                    <a:pt x="12620" y="0"/>
                  </a:moveTo>
                  <a:cubicBezTo>
                    <a:pt x="12331" y="0"/>
                    <a:pt x="12047" y="53"/>
                    <a:pt x="11776" y="157"/>
                  </a:cubicBezTo>
                  <a:cubicBezTo>
                    <a:pt x="10775" y="490"/>
                    <a:pt x="9841" y="991"/>
                    <a:pt x="9007" y="1658"/>
                  </a:cubicBezTo>
                  <a:cubicBezTo>
                    <a:pt x="7973" y="2425"/>
                    <a:pt x="7006" y="3292"/>
                    <a:pt x="6105" y="4226"/>
                  </a:cubicBezTo>
                  <a:cubicBezTo>
                    <a:pt x="5805" y="4527"/>
                    <a:pt x="5504" y="4860"/>
                    <a:pt x="5204" y="5227"/>
                  </a:cubicBezTo>
                  <a:cubicBezTo>
                    <a:pt x="5004" y="5427"/>
                    <a:pt x="4804" y="5661"/>
                    <a:pt x="4637" y="5928"/>
                  </a:cubicBezTo>
                  <a:cubicBezTo>
                    <a:pt x="4437" y="6161"/>
                    <a:pt x="4270" y="6395"/>
                    <a:pt x="4070" y="6628"/>
                  </a:cubicBezTo>
                  <a:cubicBezTo>
                    <a:pt x="2669" y="8563"/>
                    <a:pt x="1635" y="10731"/>
                    <a:pt x="1068" y="13066"/>
                  </a:cubicBezTo>
                  <a:cubicBezTo>
                    <a:pt x="935" y="13333"/>
                    <a:pt x="834" y="13566"/>
                    <a:pt x="734" y="13833"/>
                  </a:cubicBezTo>
                  <a:cubicBezTo>
                    <a:pt x="701" y="13967"/>
                    <a:pt x="668" y="14067"/>
                    <a:pt x="634" y="14167"/>
                  </a:cubicBezTo>
                  <a:cubicBezTo>
                    <a:pt x="601" y="14267"/>
                    <a:pt x="568" y="14367"/>
                    <a:pt x="534" y="14467"/>
                  </a:cubicBezTo>
                  <a:cubicBezTo>
                    <a:pt x="501" y="14567"/>
                    <a:pt x="434" y="14701"/>
                    <a:pt x="401" y="14834"/>
                  </a:cubicBezTo>
                  <a:cubicBezTo>
                    <a:pt x="1" y="16268"/>
                    <a:pt x="1" y="17603"/>
                    <a:pt x="701" y="18437"/>
                  </a:cubicBezTo>
                  <a:cubicBezTo>
                    <a:pt x="734" y="18470"/>
                    <a:pt x="768" y="18503"/>
                    <a:pt x="834" y="18570"/>
                  </a:cubicBezTo>
                  <a:cubicBezTo>
                    <a:pt x="901" y="18637"/>
                    <a:pt x="1001" y="18737"/>
                    <a:pt x="1101" y="18803"/>
                  </a:cubicBezTo>
                  <a:cubicBezTo>
                    <a:pt x="1402" y="19004"/>
                    <a:pt x="1735" y="19137"/>
                    <a:pt x="2069" y="19204"/>
                  </a:cubicBezTo>
                  <a:cubicBezTo>
                    <a:pt x="2102" y="19237"/>
                    <a:pt x="2169" y="19237"/>
                    <a:pt x="2202" y="19237"/>
                  </a:cubicBezTo>
                  <a:lnTo>
                    <a:pt x="2336" y="19270"/>
                  </a:lnTo>
                  <a:cubicBezTo>
                    <a:pt x="2410" y="19276"/>
                    <a:pt x="2484" y="19279"/>
                    <a:pt x="2559" y="19279"/>
                  </a:cubicBezTo>
                  <a:cubicBezTo>
                    <a:pt x="2917" y="19279"/>
                    <a:pt x="3271" y="19214"/>
                    <a:pt x="3603" y="19104"/>
                  </a:cubicBezTo>
                  <a:cubicBezTo>
                    <a:pt x="3703" y="19070"/>
                    <a:pt x="3837" y="19037"/>
                    <a:pt x="3970" y="18970"/>
                  </a:cubicBezTo>
                  <a:cubicBezTo>
                    <a:pt x="4103" y="18904"/>
                    <a:pt x="4237" y="18837"/>
                    <a:pt x="4370" y="18770"/>
                  </a:cubicBezTo>
                  <a:cubicBezTo>
                    <a:pt x="4504" y="18703"/>
                    <a:pt x="4637" y="18637"/>
                    <a:pt x="4771" y="18570"/>
                  </a:cubicBezTo>
                  <a:cubicBezTo>
                    <a:pt x="4904" y="18470"/>
                    <a:pt x="5004" y="18403"/>
                    <a:pt x="5104" y="18336"/>
                  </a:cubicBezTo>
                  <a:cubicBezTo>
                    <a:pt x="5605" y="18003"/>
                    <a:pt x="6072" y="17636"/>
                    <a:pt x="6539" y="17236"/>
                  </a:cubicBezTo>
                  <a:lnTo>
                    <a:pt x="6705" y="17069"/>
                  </a:lnTo>
                  <a:cubicBezTo>
                    <a:pt x="6772" y="17036"/>
                    <a:pt x="6805" y="16969"/>
                    <a:pt x="6872" y="16935"/>
                  </a:cubicBezTo>
                  <a:lnTo>
                    <a:pt x="7206" y="16635"/>
                  </a:lnTo>
                  <a:lnTo>
                    <a:pt x="7339" y="16468"/>
                  </a:lnTo>
                  <a:cubicBezTo>
                    <a:pt x="7539" y="16302"/>
                    <a:pt x="7706" y="16135"/>
                    <a:pt x="7839" y="16001"/>
                  </a:cubicBezTo>
                  <a:lnTo>
                    <a:pt x="8206" y="15635"/>
                  </a:lnTo>
                  <a:cubicBezTo>
                    <a:pt x="8440" y="15434"/>
                    <a:pt x="8640" y="15201"/>
                    <a:pt x="8874" y="15001"/>
                  </a:cubicBezTo>
                  <a:cubicBezTo>
                    <a:pt x="9107" y="14767"/>
                    <a:pt x="9174" y="14667"/>
                    <a:pt x="9341" y="14467"/>
                  </a:cubicBezTo>
                  <a:cubicBezTo>
                    <a:pt x="9507" y="14300"/>
                    <a:pt x="9707" y="14067"/>
                    <a:pt x="9874" y="13867"/>
                  </a:cubicBezTo>
                  <a:cubicBezTo>
                    <a:pt x="10074" y="13700"/>
                    <a:pt x="10241" y="13466"/>
                    <a:pt x="10408" y="13266"/>
                  </a:cubicBezTo>
                  <a:cubicBezTo>
                    <a:pt x="11742" y="11632"/>
                    <a:pt x="12876" y="9797"/>
                    <a:pt x="13677" y="7862"/>
                  </a:cubicBezTo>
                  <a:cubicBezTo>
                    <a:pt x="14344" y="6261"/>
                    <a:pt x="15445" y="3259"/>
                    <a:pt x="14678" y="1391"/>
                  </a:cubicBezTo>
                  <a:cubicBezTo>
                    <a:pt x="14644" y="1324"/>
                    <a:pt x="14611" y="1258"/>
                    <a:pt x="14578" y="1191"/>
                  </a:cubicBezTo>
                  <a:cubicBezTo>
                    <a:pt x="14544" y="1124"/>
                    <a:pt x="14511" y="1024"/>
                    <a:pt x="14444" y="957"/>
                  </a:cubicBezTo>
                  <a:cubicBezTo>
                    <a:pt x="14411" y="857"/>
                    <a:pt x="14344" y="791"/>
                    <a:pt x="14277" y="724"/>
                  </a:cubicBezTo>
                  <a:cubicBezTo>
                    <a:pt x="14244" y="690"/>
                    <a:pt x="14211" y="624"/>
                    <a:pt x="14177" y="590"/>
                  </a:cubicBezTo>
                  <a:cubicBezTo>
                    <a:pt x="14111" y="524"/>
                    <a:pt x="14044" y="490"/>
                    <a:pt x="13977" y="424"/>
                  </a:cubicBezTo>
                  <a:cubicBezTo>
                    <a:pt x="13910" y="390"/>
                    <a:pt x="13844" y="324"/>
                    <a:pt x="13777" y="290"/>
                  </a:cubicBezTo>
                  <a:cubicBezTo>
                    <a:pt x="13744" y="257"/>
                    <a:pt x="13710" y="223"/>
                    <a:pt x="13644" y="223"/>
                  </a:cubicBezTo>
                  <a:cubicBezTo>
                    <a:pt x="13510" y="157"/>
                    <a:pt x="13377" y="90"/>
                    <a:pt x="13243" y="57"/>
                  </a:cubicBezTo>
                  <a:lnTo>
                    <a:pt x="13143" y="57"/>
                  </a:lnTo>
                  <a:cubicBezTo>
                    <a:pt x="12968" y="19"/>
                    <a:pt x="12793" y="0"/>
                    <a:pt x="1262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2"/>
            <p:cNvSpPr/>
            <p:nvPr/>
          </p:nvSpPr>
          <p:spPr>
            <a:xfrm>
              <a:off x="1932375" y="3948850"/>
              <a:ext cx="1298350" cy="1016850"/>
            </a:xfrm>
            <a:custGeom>
              <a:avLst/>
              <a:gdLst/>
              <a:ahLst/>
              <a:cxnLst/>
              <a:rect l="l" t="t" r="r" b="b"/>
              <a:pathLst>
                <a:path w="51934" h="40674" extrusionOk="0">
                  <a:moveTo>
                    <a:pt x="44786" y="1"/>
                  </a:moveTo>
                  <a:cubicBezTo>
                    <a:pt x="44659" y="1"/>
                    <a:pt x="44530" y="4"/>
                    <a:pt x="44399" y="11"/>
                  </a:cubicBezTo>
                  <a:cubicBezTo>
                    <a:pt x="30189" y="711"/>
                    <a:pt x="11809" y="28931"/>
                    <a:pt x="1" y="40673"/>
                  </a:cubicBezTo>
                  <a:lnTo>
                    <a:pt x="37127" y="40673"/>
                  </a:lnTo>
                  <a:cubicBezTo>
                    <a:pt x="38362" y="38638"/>
                    <a:pt x="39596" y="36737"/>
                    <a:pt x="40797" y="34902"/>
                  </a:cubicBezTo>
                  <a:cubicBezTo>
                    <a:pt x="41264" y="34168"/>
                    <a:pt x="41764" y="33435"/>
                    <a:pt x="42231" y="32734"/>
                  </a:cubicBezTo>
                  <a:cubicBezTo>
                    <a:pt x="46367" y="26496"/>
                    <a:pt x="48969" y="20759"/>
                    <a:pt x="50070" y="15989"/>
                  </a:cubicBezTo>
                  <a:cubicBezTo>
                    <a:pt x="51933" y="7915"/>
                    <a:pt x="50978" y="1"/>
                    <a:pt x="44786" y="1"/>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2"/>
            <p:cNvSpPr/>
            <p:nvPr/>
          </p:nvSpPr>
          <p:spPr>
            <a:xfrm>
              <a:off x="1905700" y="3908675"/>
              <a:ext cx="1348475" cy="1057025"/>
            </a:xfrm>
            <a:custGeom>
              <a:avLst/>
              <a:gdLst/>
              <a:ahLst/>
              <a:cxnLst/>
              <a:rect l="l" t="t" r="r" b="b"/>
              <a:pathLst>
                <a:path w="53939" h="42281" extrusionOk="0">
                  <a:moveTo>
                    <a:pt x="46249" y="0"/>
                  </a:moveTo>
                  <a:cubicBezTo>
                    <a:pt x="40230" y="0"/>
                    <a:pt x="31201" y="5872"/>
                    <a:pt x="23250" y="14360"/>
                  </a:cubicBezTo>
                  <a:cubicBezTo>
                    <a:pt x="13043" y="25201"/>
                    <a:pt x="67" y="42213"/>
                    <a:pt x="0" y="42280"/>
                  </a:cubicBezTo>
                  <a:lnTo>
                    <a:pt x="43298" y="42280"/>
                  </a:lnTo>
                  <a:cubicBezTo>
                    <a:pt x="45166" y="38244"/>
                    <a:pt x="46867" y="34374"/>
                    <a:pt x="48335" y="30772"/>
                  </a:cubicBezTo>
                  <a:lnTo>
                    <a:pt x="48702" y="29871"/>
                  </a:lnTo>
                  <a:cubicBezTo>
                    <a:pt x="48835" y="29571"/>
                    <a:pt x="48969" y="29271"/>
                    <a:pt x="49069" y="28971"/>
                  </a:cubicBezTo>
                  <a:cubicBezTo>
                    <a:pt x="49536" y="27803"/>
                    <a:pt x="50003" y="26636"/>
                    <a:pt x="50436" y="25535"/>
                  </a:cubicBezTo>
                  <a:cubicBezTo>
                    <a:pt x="50537" y="25235"/>
                    <a:pt x="50637" y="24968"/>
                    <a:pt x="50737" y="24701"/>
                  </a:cubicBezTo>
                  <a:cubicBezTo>
                    <a:pt x="50837" y="24434"/>
                    <a:pt x="50937" y="24200"/>
                    <a:pt x="51037" y="23900"/>
                  </a:cubicBezTo>
                  <a:cubicBezTo>
                    <a:pt x="51137" y="23567"/>
                    <a:pt x="51270" y="23266"/>
                    <a:pt x="51370" y="22966"/>
                  </a:cubicBezTo>
                  <a:cubicBezTo>
                    <a:pt x="51504" y="22533"/>
                    <a:pt x="51637" y="22132"/>
                    <a:pt x="51771" y="21699"/>
                  </a:cubicBezTo>
                  <a:cubicBezTo>
                    <a:pt x="51871" y="21432"/>
                    <a:pt x="51938" y="21165"/>
                    <a:pt x="52038" y="20931"/>
                  </a:cubicBezTo>
                  <a:cubicBezTo>
                    <a:pt x="52238" y="20231"/>
                    <a:pt x="52438" y="19564"/>
                    <a:pt x="52605" y="18930"/>
                  </a:cubicBezTo>
                  <a:cubicBezTo>
                    <a:pt x="53405" y="16128"/>
                    <a:pt x="53872" y="13259"/>
                    <a:pt x="53939" y="10324"/>
                  </a:cubicBezTo>
                  <a:cubicBezTo>
                    <a:pt x="53939" y="9924"/>
                    <a:pt x="53939" y="9490"/>
                    <a:pt x="53906" y="9123"/>
                  </a:cubicBezTo>
                  <a:cubicBezTo>
                    <a:pt x="53672" y="4820"/>
                    <a:pt x="52038" y="1884"/>
                    <a:pt x="49169" y="584"/>
                  </a:cubicBezTo>
                  <a:cubicBezTo>
                    <a:pt x="48308" y="188"/>
                    <a:pt x="47327" y="0"/>
                    <a:pt x="4624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2"/>
            <p:cNvSpPr/>
            <p:nvPr/>
          </p:nvSpPr>
          <p:spPr>
            <a:xfrm>
              <a:off x="2853875" y="4347725"/>
              <a:ext cx="366950" cy="481500"/>
            </a:xfrm>
            <a:custGeom>
              <a:avLst/>
              <a:gdLst/>
              <a:ahLst/>
              <a:cxnLst/>
              <a:rect l="l" t="t" r="r" b="b"/>
              <a:pathLst>
                <a:path w="14678" h="19260" extrusionOk="0">
                  <a:moveTo>
                    <a:pt x="12677" y="0"/>
                  </a:moveTo>
                  <a:cubicBezTo>
                    <a:pt x="12369" y="0"/>
                    <a:pt x="12065" y="45"/>
                    <a:pt x="11776" y="134"/>
                  </a:cubicBezTo>
                  <a:cubicBezTo>
                    <a:pt x="10775" y="467"/>
                    <a:pt x="9841" y="1001"/>
                    <a:pt x="9007" y="1635"/>
                  </a:cubicBezTo>
                  <a:cubicBezTo>
                    <a:pt x="7973" y="2402"/>
                    <a:pt x="7006" y="3269"/>
                    <a:pt x="6105" y="4203"/>
                  </a:cubicBezTo>
                  <a:cubicBezTo>
                    <a:pt x="5805" y="4537"/>
                    <a:pt x="5504" y="4870"/>
                    <a:pt x="5204" y="5204"/>
                  </a:cubicBezTo>
                  <a:cubicBezTo>
                    <a:pt x="5004" y="5438"/>
                    <a:pt x="4804" y="5671"/>
                    <a:pt x="4637" y="5905"/>
                  </a:cubicBezTo>
                  <a:cubicBezTo>
                    <a:pt x="4437" y="6138"/>
                    <a:pt x="4270" y="6372"/>
                    <a:pt x="4070" y="6638"/>
                  </a:cubicBezTo>
                  <a:cubicBezTo>
                    <a:pt x="2669" y="8540"/>
                    <a:pt x="1635" y="10741"/>
                    <a:pt x="1068" y="13043"/>
                  </a:cubicBezTo>
                  <a:cubicBezTo>
                    <a:pt x="935" y="13310"/>
                    <a:pt x="834" y="13577"/>
                    <a:pt x="734" y="13844"/>
                  </a:cubicBezTo>
                  <a:cubicBezTo>
                    <a:pt x="701" y="13944"/>
                    <a:pt x="668" y="14044"/>
                    <a:pt x="634" y="14177"/>
                  </a:cubicBezTo>
                  <a:cubicBezTo>
                    <a:pt x="601" y="14277"/>
                    <a:pt x="568" y="14344"/>
                    <a:pt x="534" y="14444"/>
                  </a:cubicBezTo>
                  <a:cubicBezTo>
                    <a:pt x="501" y="14544"/>
                    <a:pt x="434" y="14711"/>
                    <a:pt x="401" y="14811"/>
                  </a:cubicBezTo>
                  <a:cubicBezTo>
                    <a:pt x="1" y="16279"/>
                    <a:pt x="1" y="17580"/>
                    <a:pt x="701" y="18414"/>
                  </a:cubicBezTo>
                  <a:cubicBezTo>
                    <a:pt x="734" y="18447"/>
                    <a:pt x="768" y="18514"/>
                    <a:pt x="834" y="18547"/>
                  </a:cubicBezTo>
                  <a:cubicBezTo>
                    <a:pt x="901" y="18647"/>
                    <a:pt x="1001" y="18714"/>
                    <a:pt x="1101" y="18780"/>
                  </a:cubicBezTo>
                  <a:cubicBezTo>
                    <a:pt x="1402" y="18981"/>
                    <a:pt x="1735" y="19114"/>
                    <a:pt x="2069" y="19214"/>
                  </a:cubicBezTo>
                  <a:lnTo>
                    <a:pt x="2202" y="19247"/>
                  </a:lnTo>
                  <a:lnTo>
                    <a:pt x="2336" y="19247"/>
                  </a:lnTo>
                  <a:cubicBezTo>
                    <a:pt x="2438" y="19255"/>
                    <a:pt x="2540" y="19259"/>
                    <a:pt x="2642" y="19259"/>
                  </a:cubicBezTo>
                  <a:cubicBezTo>
                    <a:pt x="2972" y="19259"/>
                    <a:pt x="3297" y="19216"/>
                    <a:pt x="3603" y="19114"/>
                  </a:cubicBezTo>
                  <a:cubicBezTo>
                    <a:pt x="3703" y="19081"/>
                    <a:pt x="3837" y="19014"/>
                    <a:pt x="3970" y="18981"/>
                  </a:cubicBezTo>
                  <a:cubicBezTo>
                    <a:pt x="4103" y="18914"/>
                    <a:pt x="4237" y="18847"/>
                    <a:pt x="4370" y="18780"/>
                  </a:cubicBezTo>
                  <a:cubicBezTo>
                    <a:pt x="4504" y="18714"/>
                    <a:pt x="4637" y="18647"/>
                    <a:pt x="4771" y="18547"/>
                  </a:cubicBezTo>
                  <a:cubicBezTo>
                    <a:pt x="4904" y="18480"/>
                    <a:pt x="5004" y="18414"/>
                    <a:pt x="5104" y="18347"/>
                  </a:cubicBezTo>
                  <a:cubicBezTo>
                    <a:pt x="5605" y="17980"/>
                    <a:pt x="6072" y="17613"/>
                    <a:pt x="6539" y="17213"/>
                  </a:cubicBezTo>
                  <a:lnTo>
                    <a:pt x="6705" y="17079"/>
                  </a:lnTo>
                  <a:cubicBezTo>
                    <a:pt x="6772" y="17013"/>
                    <a:pt x="6805" y="16979"/>
                    <a:pt x="6872" y="16912"/>
                  </a:cubicBezTo>
                  <a:lnTo>
                    <a:pt x="7206" y="16612"/>
                  </a:lnTo>
                  <a:lnTo>
                    <a:pt x="7339" y="16479"/>
                  </a:lnTo>
                  <a:cubicBezTo>
                    <a:pt x="7539" y="16312"/>
                    <a:pt x="7706" y="16145"/>
                    <a:pt x="7839" y="15978"/>
                  </a:cubicBezTo>
                  <a:lnTo>
                    <a:pt x="8206" y="15612"/>
                  </a:lnTo>
                  <a:cubicBezTo>
                    <a:pt x="8440" y="15411"/>
                    <a:pt x="8640" y="15211"/>
                    <a:pt x="8874" y="14978"/>
                  </a:cubicBezTo>
                  <a:cubicBezTo>
                    <a:pt x="9107" y="14744"/>
                    <a:pt x="9174" y="14644"/>
                    <a:pt x="9341" y="14477"/>
                  </a:cubicBezTo>
                  <a:cubicBezTo>
                    <a:pt x="9507" y="14311"/>
                    <a:pt x="9707" y="14044"/>
                    <a:pt x="9874" y="13877"/>
                  </a:cubicBezTo>
                  <a:cubicBezTo>
                    <a:pt x="10074" y="13677"/>
                    <a:pt x="10241" y="13443"/>
                    <a:pt x="10408" y="13243"/>
                  </a:cubicBezTo>
                  <a:lnTo>
                    <a:pt x="10775" y="12343"/>
                  </a:lnTo>
                  <a:cubicBezTo>
                    <a:pt x="10908" y="12042"/>
                    <a:pt x="11042" y="11742"/>
                    <a:pt x="11142" y="11442"/>
                  </a:cubicBezTo>
                  <a:cubicBezTo>
                    <a:pt x="11642" y="10241"/>
                    <a:pt x="12076" y="9107"/>
                    <a:pt x="12509" y="7973"/>
                  </a:cubicBezTo>
                  <a:cubicBezTo>
                    <a:pt x="12610" y="7706"/>
                    <a:pt x="12710" y="7439"/>
                    <a:pt x="12810" y="7139"/>
                  </a:cubicBezTo>
                  <a:cubicBezTo>
                    <a:pt x="12910" y="6872"/>
                    <a:pt x="13010" y="6605"/>
                    <a:pt x="13110" y="6338"/>
                  </a:cubicBezTo>
                  <a:cubicBezTo>
                    <a:pt x="13210" y="6071"/>
                    <a:pt x="13343" y="5738"/>
                    <a:pt x="13443" y="5404"/>
                  </a:cubicBezTo>
                  <a:cubicBezTo>
                    <a:pt x="13577" y="5004"/>
                    <a:pt x="13710" y="4570"/>
                    <a:pt x="13844" y="4170"/>
                  </a:cubicBezTo>
                  <a:cubicBezTo>
                    <a:pt x="13944" y="3903"/>
                    <a:pt x="14044" y="3636"/>
                    <a:pt x="14111" y="3369"/>
                  </a:cubicBezTo>
                  <a:cubicBezTo>
                    <a:pt x="14311" y="2702"/>
                    <a:pt x="14511" y="2035"/>
                    <a:pt x="14678" y="1368"/>
                  </a:cubicBezTo>
                  <a:cubicBezTo>
                    <a:pt x="14644" y="1301"/>
                    <a:pt x="14611" y="1235"/>
                    <a:pt x="14578" y="1168"/>
                  </a:cubicBezTo>
                  <a:cubicBezTo>
                    <a:pt x="14544" y="1068"/>
                    <a:pt x="14511" y="1001"/>
                    <a:pt x="14444" y="901"/>
                  </a:cubicBezTo>
                  <a:cubicBezTo>
                    <a:pt x="14411" y="834"/>
                    <a:pt x="14344" y="768"/>
                    <a:pt x="14277" y="701"/>
                  </a:cubicBezTo>
                  <a:cubicBezTo>
                    <a:pt x="14244" y="634"/>
                    <a:pt x="14211" y="601"/>
                    <a:pt x="14177" y="567"/>
                  </a:cubicBezTo>
                  <a:cubicBezTo>
                    <a:pt x="14111" y="501"/>
                    <a:pt x="14044" y="434"/>
                    <a:pt x="13977" y="401"/>
                  </a:cubicBezTo>
                  <a:cubicBezTo>
                    <a:pt x="13910" y="334"/>
                    <a:pt x="13844" y="301"/>
                    <a:pt x="13777" y="267"/>
                  </a:cubicBezTo>
                  <a:cubicBezTo>
                    <a:pt x="13744" y="234"/>
                    <a:pt x="13710" y="200"/>
                    <a:pt x="13644" y="200"/>
                  </a:cubicBezTo>
                  <a:cubicBezTo>
                    <a:pt x="13510" y="100"/>
                    <a:pt x="13377" y="67"/>
                    <a:pt x="13243" y="34"/>
                  </a:cubicBezTo>
                  <a:lnTo>
                    <a:pt x="13143" y="34"/>
                  </a:lnTo>
                  <a:cubicBezTo>
                    <a:pt x="12988" y="11"/>
                    <a:pt x="12832" y="0"/>
                    <a:pt x="126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2"/>
            <p:cNvSpPr/>
            <p:nvPr/>
          </p:nvSpPr>
          <p:spPr>
            <a:xfrm>
              <a:off x="2999825" y="4939275"/>
              <a:ext cx="22875" cy="26425"/>
            </a:xfrm>
            <a:custGeom>
              <a:avLst/>
              <a:gdLst/>
              <a:ahLst/>
              <a:cxnLst/>
              <a:rect l="l" t="t" r="r" b="b"/>
              <a:pathLst>
                <a:path w="915" h="1057" extrusionOk="0">
                  <a:moveTo>
                    <a:pt x="724" y="0"/>
                  </a:moveTo>
                  <a:cubicBezTo>
                    <a:pt x="687" y="0"/>
                    <a:pt x="653" y="16"/>
                    <a:pt x="634" y="55"/>
                  </a:cubicBezTo>
                  <a:cubicBezTo>
                    <a:pt x="434" y="389"/>
                    <a:pt x="234" y="722"/>
                    <a:pt x="0" y="1056"/>
                  </a:cubicBezTo>
                  <a:lnTo>
                    <a:pt x="400" y="1056"/>
                  </a:lnTo>
                  <a:cubicBezTo>
                    <a:pt x="567" y="756"/>
                    <a:pt x="701" y="489"/>
                    <a:pt x="867" y="189"/>
                  </a:cubicBezTo>
                  <a:cubicBezTo>
                    <a:pt x="914" y="94"/>
                    <a:pt x="812" y="0"/>
                    <a:pt x="72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2"/>
            <p:cNvSpPr/>
            <p:nvPr/>
          </p:nvSpPr>
          <p:spPr>
            <a:xfrm>
              <a:off x="2316000" y="931000"/>
              <a:ext cx="2998825" cy="2836750"/>
            </a:xfrm>
            <a:custGeom>
              <a:avLst/>
              <a:gdLst/>
              <a:ahLst/>
              <a:cxnLst/>
              <a:rect l="l" t="t" r="r" b="b"/>
              <a:pathLst>
                <a:path w="119953" h="113470" extrusionOk="0">
                  <a:moveTo>
                    <a:pt x="69872" y="583"/>
                  </a:moveTo>
                  <a:cubicBezTo>
                    <a:pt x="70369" y="583"/>
                    <a:pt x="70895" y="643"/>
                    <a:pt x="71451" y="772"/>
                  </a:cubicBezTo>
                  <a:cubicBezTo>
                    <a:pt x="73953" y="1372"/>
                    <a:pt x="75321" y="3140"/>
                    <a:pt x="76054" y="5242"/>
                  </a:cubicBezTo>
                  <a:lnTo>
                    <a:pt x="75988" y="5242"/>
                  </a:lnTo>
                  <a:cubicBezTo>
                    <a:pt x="75054" y="4041"/>
                    <a:pt x="73820" y="3140"/>
                    <a:pt x="72385" y="2607"/>
                  </a:cubicBezTo>
                  <a:cubicBezTo>
                    <a:pt x="71541" y="2303"/>
                    <a:pt x="70671" y="2156"/>
                    <a:pt x="69809" y="2156"/>
                  </a:cubicBezTo>
                  <a:cubicBezTo>
                    <a:pt x="67639" y="2156"/>
                    <a:pt x="65526" y="3089"/>
                    <a:pt x="64046" y="4808"/>
                  </a:cubicBezTo>
                  <a:lnTo>
                    <a:pt x="63812" y="4675"/>
                  </a:lnTo>
                  <a:cubicBezTo>
                    <a:pt x="65279" y="2390"/>
                    <a:pt x="67151" y="583"/>
                    <a:pt x="69872" y="583"/>
                  </a:cubicBezTo>
                  <a:close/>
                  <a:moveTo>
                    <a:pt x="10841" y="29126"/>
                  </a:moveTo>
                  <a:cubicBezTo>
                    <a:pt x="10841" y="29359"/>
                    <a:pt x="10841" y="29526"/>
                    <a:pt x="10841" y="29526"/>
                  </a:cubicBezTo>
                  <a:cubicBezTo>
                    <a:pt x="10841" y="29526"/>
                    <a:pt x="9874" y="29993"/>
                    <a:pt x="9407" y="30260"/>
                  </a:cubicBezTo>
                  <a:cubicBezTo>
                    <a:pt x="6872" y="31861"/>
                    <a:pt x="5171" y="34496"/>
                    <a:pt x="4704" y="37465"/>
                  </a:cubicBezTo>
                  <a:cubicBezTo>
                    <a:pt x="4603" y="38332"/>
                    <a:pt x="4603" y="39200"/>
                    <a:pt x="4704" y="40067"/>
                  </a:cubicBezTo>
                  <a:lnTo>
                    <a:pt x="4704" y="40400"/>
                  </a:lnTo>
                  <a:cubicBezTo>
                    <a:pt x="4070" y="38799"/>
                    <a:pt x="3936" y="37031"/>
                    <a:pt x="4270" y="35330"/>
                  </a:cubicBezTo>
                  <a:cubicBezTo>
                    <a:pt x="4970" y="31994"/>
                    <a:pt x="7539" y="29726"/>
                    <a:pt x="10841" y="29126"/>
                  </a:cubicBezTo>
                  <a:close/>
                  <a:moveTo>
                    <a:pt x="91632" y="105981"/>
                  </a:moveTo>
                  <a:cubicBezTo>
                    <a:pt x="88950" y="109919"/>
                    <a:pt x="85120" y="112661"/>
                    <a:pt x="80957" y="112661"/>
                  </a:cubicBezTo>
                  <a:cubicBezTo>
                    <a:pt x="80254" y="112661"/>
                    <a:pt x="79541" y="112583"/>
                    <a:pt x="78823" y="112419"/>
                  </a:cubicBezTo>
                  <a:cubicBezTo>
                    <a:pt x="76855" y="111985"/>
                    <a:pt x="74854" y="110884"/>
                    <a:pt x="72886" y="108983"/>
                  </a:cubicBezTo>
                  <a:lnTo>
                    <a:pt x="72986" y="108916"/>
                  </a:lnTo>
                  <a:cubicBezTo>
                    <a:pt x="74787" y="110184"/>
                    <a:pt x="76888" y="110984"/>
                    <a:pt x="79090" y="111251"/>
                  </a:cubicBezTo>
                  <a:cubicBezTo>
                    <a:pt x="79604" y="111308"/>
                    <a:pt x="80117" y="111336"/>
                    <a:pt x="80627" y="111336"/>
                  </a:cubicBezTo>
                  <a:cubicBezTo>
                    <a:pt x="84893" y="111336"/>
                    <a:pt x="88981" y="109377"/>
                    <a:pt x="91632" y="105981"/>
                  </a:cubicBezTo>
                  <a:close/>
                  <a:moveTo>
                    <a:pt x="70168" y="0"/>
                  </a:moveTo>
                  <a:cubicBezTo>
                    <a:pt x="67274" y="0"/>
                    <a:pt x="64594" y="1719"/>
                    <a:pt x="63445" y="4475"/>
                  </a:cubicBezTo>
                  <a:cubicBezTo>
                    <a:pt x="60212" y="2643"/>
                    <a:pt x="56544" y="1050"/>
                    <a:pt x="52757" y="1050"/>
                  </a:cubicBezTo>
                  <a:cubicBezTo>
                    <a:pt x="51855" y="1050"/>
                    <a:pt x="50947" y="1140"/>
                    <a:pt x="50036" y="1339"/>
                  </a:cubicBezTo>
                  <a:cubicBezTo>
                    <a:pt x="46166" y="2173"/>
                    <a:pt x="42531" y="5042"/>
                    <a:pt x="41797" y="9011"/>
                  </a:cubicBezTo>
                  <a:cubicBezTo>
                    <a:pt x="40089" y="8324"/>
                    <a:pt x="38327" y="8000"/>
                    <a:pt x="36593" y="8000"/>
                  </a:cubicBezTo>
                  <a:cubicBezTo>
                    <a:pt x="30501" y="8000"/>
                    <a:pt x="24745" y="11994"/>
                    <a:pt x="22850" y="18251"/>
                  </a:cubicBezTo>
                  <a:cubicBezTo>
                    <a:pt x="22535" y="18218"/>
                    <a:pt x="22222" y="18202"/>
                    <a:pt x="21909" y="18202"/>
                  </a:cubicBezTo>
                  <a:cubicBezTo>
                    <a:pt x="18774" y="18202"/>
                    <a:pt x="15785" y="19839"/>
                    <a:pt x="13843" y="22388"/>
                  </a:cubicBezTo>
                  <a:cubicBezTo>
                    <a:pt x="11742" y="25190"/>
                    <a:pt x="11108" y="27625"/>
                    <a:pt x="10941" y="28792"/>
                  </a:cubicBezTo>
                  <a:cubicBezTo>
                    <a:pt x="10915" y="28792"/>
                    <a:pt x="10888" y="28792"/>
                    <a:pt x="10862" y="28792"/>
                  </a:cubicBezTo>
                  <a:cubicBezTo>
                    <a:pt x="7725" y="28792"/>
                    <a:pt x="4894" y="30752"/>
                    <a:pt x="3803" y="33696"/>
                  </a:cubicBezTo>
                  <a:cubicBezTo>
                    <a:pt x="2702" y="36598"/>
                    <a:pt x="3369" y="39366"/>
                    <a:pt x="4770" y="41868"/>
                  </a:cubicBezTo>
                  <a:cubicBezTo>
                    <a:pt x="4704" y="42702"/>
                    <a:pt x="4470" y="43503"/>
                    <a:pt x="4070" y="44237"/>
                  </a:cubicBezTo>
                  <a:cubicBezTo>
                    <a:pt x="1968" y="48073"/>
                    <a:pt x="1801" y="52376"/>
                    <a:pt x="3770" y="56212"/>
                  </a:cubicBezTo>
                  <a:cubicBezTo>
                    <a:pt x="0" y="59748"/>
                    <a:pt x="300" y="66152"/>
                    <a:pt x="4403" y="69121"/>
                  </a:cubicBezTo>
                  <a:cubicBezTo>
                    <a:pt x="1801" y="73691"/>
                    <a:pt x="3636" y="79829"/>
                    <a:pt x="8239" y="82130"/>
                  </a:cubicBezTo>
                  <a:cubicBezTo>
                    <a:pt x="6538" y="85866"/>
                    <a:pt x="6605" y="90169"/>
                    <a:pt x="8373" y="93905"/>
                  </a:cubicBezTo>
                  <a:cubicBezTo>
                    <a:pt x="9665" y="96554"/>
                    <a:pt x="12239" y="98934"/>
                    <a:pt x="15277" y="98934"/>
                  </a:cubicBezTo>
                  <a:cubicBezTo>
                    <a:pt x="15454" y="98934"/>
                    <a:pt x="15632" y="98925"/>
                    <a:pt x="15811" y="98909"/>
                  </a:cubicBezTo>
                  <a:lnTo>
                    <a:pt x="15811" y="98909"/>
                  </a:lnTo>
                  <a:cubicBezTo>
                    <a:pt x="15011" y="101277"/>
                    <a:pt x="16912" y="103679"/>
                    <a:pt x="19181" y="104513"/>
                  </a:cubicBezTo>
                  <a:cubicBezTo>
                    <a:pt x="20048" y="104813"/>
                    <a:pt x="20948" y="105013"/>
                    <a:pt x="21882" y="105113"/>
                  </a:cubicBezTo>
                  <a:cubicBezTo>
                    <a:pt x="22950" y="105247"/>
                    <a:pt x="24384" y="105147"/>
                    <a:pt x="25352" y="105680"/>
                  </a:cubicBezTo>
                  <a:cubicBezTo>
                    <a:pt x="26319" y="106181"/>
                    <a:pt x="26786" y="107448"/>
                    <a:pt x="27420" y="108316"/>
                  </a:cubicBezTo>
                  <a:cubicBezTo>
                    <a:pt x="27887" y="108950"/>
                    <a:pt x="28420" y="109517"/>
                    <a:pt x="29021" y="110017"/>
                  </a:cubicBezTo>
                  <a:cubicBezTo>
                    <a:pt x="31291" y="111969"/>
                    <a:pt x="34250" y="112949"/>
                    <a:pt x="37227" y="112949"/>
                  </a:cubicBezTo>
                  <a:cubicBezTo>
                    <a:pt x="38931" y="112949"/>
                    <a:pt x="40640" y="112628"/>
                    <a:pt x="42230" y="111985"/>
                  </a:cubicBezTo>
                  <a:cubicBezTo>
                    <a:pt x="43331" y="111551"/>
                    <a:pt x="44332" y="110984"/>
                    <a:pt x="45266" y="110250"/>
                  </a:cubicBezTo>
                  <a:cubicBezTo>
                    <a:pt x="46997" y="112550"/>
                    <a:pt x="49729" y="113429"/>
                    <a:pt x="52563" y="113429"/>
                  </a:cubicBezTo>
                  <a:cubicBezTo>
                    <a:pt x="53387" y="113429"/>
                    <a:pt x="54220" y="113355"/>
                    <a:pt x="55039" y="113219"/>
                  </a:cubicBezTo>
                  <a:cubicBezTo>
                    <a:pt x="55440" y="113153"/>
                    <a:pt x="55873" y="113052"/>
                    <a:pt x="56274" y="112952"/>
                  </a:cubicBezTo>
                  <a:cubicBezTo>
                    <a:pt x="57575" y="112619"/>
                    <a:pt x="58809" y="112152"/>
                    <a:pt x="60010" y="111618"/>
                  </a:cubicBezTo>
                  <a:cubicBezTo>
                    <a:pt x="60410" y="111418"/>
                    <a:pt x="60810" y="111251"/>
                    <a:pt x="61244" y="111118"/>
                  </a:cubicBezTo>
                  <a:cubicBezTo>
                    <a:pt x="61728" y="110980"/>
                    <a:pt x="62227" y="110905"/>
                    <a:pt x="62721" y="110905"/>
                  </a:cubicBezTo>
                  <a:cubicBezTo>
                    <a:pt x="62942" y="110905"/>
                    <a:pt x="63162" y="110920"/>
                    <a:pt x="63379" y="110951"/>
                  </a:cubicBezTo>
                  <a:cubicBezTo>
                    <a:pt x="64146" y="111084"/>
                    <a:pt x="64846" y="111385"/>
                    <a:pt x="65614" y="111518"/>
                  </a:cubicBezTo>
                  <a:cubicBezTo>
                    <a:pt x="65953" y="111571"/>
                    <a:pt x="66287" y="111596"/>
                    <a:pt x="66616" y="111596"/>
                  </a:cubicBezTo>
                  <a:cubicBezTo>
                    <a:pt x="68770" y="111596"/>
                    <a:pt x="70686" y="110523"/>
                    <a:pt x="72452" y="109250"/>
                  </a:cubicBezTo>
                  <a:cubicBezTo>
                    <a:pt x="74020" y="111251"/>
                    <a:pt x="76188" y="112652"/>
                    <a:pt x="78656" y="113219"/>
                  </a:cubicBezTo>
                  <a:cubicBezTo>
                    <a:pt x="79422" y="113388"/>
                    <a:pt x="80198" y="113470"/>
                    <a:pt x="80974" y="113470"/>
                  </a:cubicBezTo>
                  <a:cubicBezTo>
                    <a:pt x="86930" y="113470"/>
                    <a:pt x="92895" y="108677"/>
                    <a:pt x="94134" y="101978"/>
                  </a:cubicBezTo>
                  <a:cubicBezTo>
                    <a:pt x="94580" y="102024"/>
                    <a:pt x="95026" y="102047"/>
                    <a:pt x="95469" y="102047"/>
                  </a:cubicBezTo>
                  <a:cubicBezTo>
                    <a:pt x="99200" y="102047"/>
                    <a:pt x="102767" y="100437"/>
                    <a:pt x="105242" y="97575"/>
                  </a:cubicBezTo>
                  <a:cubicBezTo>
                    <a:pt x="105542" y="97208"/>
                    <a:pt x="105809" y="96874"/>
                    <a:pt x="106043" y="96474"/>
                  </a:cubicBezTo>
                  <a:cubicBezTo>
                    <a:pt x="108344" y="92905"/>
                    <a:pt x="108611" y="88335"/>
                    <a:pt x="106710" y="84532"/>
                  </a:cubicBezTo>
                  <a:cubicBezTo>
                    <a:pt x="106576" y="84265"/>
                    <a:pt x="106443" y="84032"/>
                    <a:pt x="106309" y="83765"/>
                  </a:cubicBezTo>
                  <a:lnTo>
                    <a:pt x="106710" y="83765"/>
                  </a:lnTo>
                  <a:cubicBezTo>
                    <a:pt x="106782" y="83766"/>
                    <a:pt x="106854" y="83766"/>
                    <a:pt x="106926" y="83766"/>
                  </a:cubicBezTo>
                  <a:cubicBezTo>
                    <a:pt x="111621" y="83766"/>
                    <a:pt x="116211" y="81622"/>
                    <a:pt x="118018" y="76760"/>
                  </a:cubicBezTo>
                  <a:cubicBezTo>
                    <a:pt x="119952" y="71556"/>
                    <a:pt x="117384" y="66452"/>
                    <a:pt x="112714" y="64017"/>
                  </a:cubicBezTo>
                  <a:cubicBezTo>
                    <a:pt x="112681" y="64017"/>
                    <a:pt x="112647" y="64051"/>
                    <a:pt x="112681" y="64084"/>
                  </a:cubicBezTo>
                  <a:cubicBezTo>
                    <a:pt x="116650" y="66786"/>
                    <a:pt x="119052" y="71689"/>
                    <a:pt x="117217" y="76460"/>
                  </a:cubicBezTo>
                  <a:cubicBezTo>
                    <a:pt x="115616" y="80563"/>
                    <a:pt x="112147" y="82330"/>
                    <a:pt x="108277" y="82764"/>
                  </a:cubicBezTo>
                  <a:cubicBezTo>
                    <a:pt x="111613" y="81163"/>
                    <a:pt x="114449" y="78528"/>
                    <a:pt x="115583" y="74958"/>
                  </a:cubicBezTo>
                  <a:cubicBezTo>
                    <a:pt x="116850" y="71089"/>
                    <a:pt x="115683" y="66619"/>
                    <a:pt x="112547" y="64151"/>
                  </a:cubicBezTo>
                  <a:cubicBezTo>
                    <a:pt x="115583" y="60615"/>
                    <a:pt x="117617" y="55778"/>
                    <a:pt x="116517" y="51175"/>
                  </a:cubicBezTo>
                  <a:cubicBezTo>
                    <a:pt x="115616" y="47272"/>
                    <a:pt x="112480" y="44103"/>
                    <a:pt x="108478" y="43536"/>
                  </a:cubicBezTo>
                  <a:cubicBezTo>
                    <a:pt x="110746" y="39500"/>
                    <a:pt x="110579" y="34263"/>
                    <a:pt x="107677" y="30660"/>
                  </a:cubicBezTo>
                  <a:cubicBezTo>
                    <a:pt x="105498" y="27976"/>
                    <a:pt x="102133" y="26541"/>
                    <a:pt x="98695" y="26541"/>
                  </a:cubicBezTo>
                  <a:cubicBezTo>
                    <a:pt x="97818" y="26541"/>
                    <a:pt x="96937" y="26634"/>
                    <a:pt x="96069" y="26824"/>
                  </a:cubicBezTo>
                  <a:cubicBezTo>
                    <a:pt x="99063" y="20604"/>
                    <a:pt x="94493" y="13410"/>
                    <a:pt x="87612" y="13410"/>
                  </a:cubicBezTo>
                  <a:cubicBezTo>
                    <a:pt x="87518" y="13410"/>
                    <a:pt x="87424" y="13412"/>
                    <a:pt x="87329" y="13414"/>
                  </a:cubicBezTo>
                  <a:cubicBezTo>
                    <a:pt x="88030" y="11013"/>
                    <a:pt x="87029" y="8478"/>
                    <a:pt x="85094" y="6876"/>
                  </a:cubicBezTo>
                  <a:cubicBezTo>
                    <a:pt x="83373" y="5489"/>
                    <a:pt x="81158" y="5032"/>
                    <a:pt x="78936" y="5032"/>
                  </a:cubicBezTo>
                  <a:cubicBezTo>
                    <a:pt x="78272" y="5032"/>
                    <a:pt x="77607" y="5073"/>
                    <a:pt x="76955" y="5142"/>
                  </a:cubicBezTo>
                  <a:cubicBezTo>
                    <a:pt x="76155" y="2673"/>
                    <a:pt x="74120" y="772"/>
                    <a:pt x="71585" y="138"/>
                  </a:cubicBezTo>
                  <a:cubicBezTo>
                    <a:pt x="71111" y="45"/>
                    <a:pt x="70636" y="0"/>
                    <a:pt x="70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2"/>
            <p:cNvSpPr/>
            <p:nvPr/>
          </p:nvSpPr>
          <p:spPr>
            <a:xfrm>
              <a:off x="3322550" y="3137700"/>
              <a:ext cx="1053275" cy="1371650"/>
            </a:xfrm>
            <a:custGeom>
              <a:avLst/>
              <a:gdLst/>
              <a:ahLst/>
              <a:cxnLst/>
              <a:rect l="l" t="t" r="r" b="b"/>
              <a:pathLst>
                <a:path w="42131" h="54866" extrusionOk="0">
                  <a:moveTo>
                    <a:pt x="5104" y="0"/>
                  </a:moveTo>
                  <a:cubicBezTo>
                    <a:pt x="4770" y="6004"/>
                    <a:pt x="0" y="35692"/>
                    <a:pt x="367" y="36459"/>
                  </a:cubicBezTo>
                  <a:cubicBezTo>
                    <a:pt x="5302" y="46789"/>
                    <a:pt x="18039" y="54865"/>
                    <a:pt x="27008" y="54865"/>
                  </a:cubicBezTo>
                  <a:cubicBezTo>
                    <a:pt x="27800" y="54865"/>
                    <a:pt x="28563" y="54802"/>
                    <a:pt x="29288" y="54672"/>
                  </a:cubicBezTo>
                  <a:cubicBezTo>
                    <a:pt x="37894" y="53138"/>
                    <a:pt x="37861" y="41596"/>
                    <a:pt x="37360" y="36893"/>
                  </a:cubicBezTo>
                  <a:cubicBezTo>
                    <a:pt x="37360" y="36726"/>
                    <a:pt x="37327" y="36593"/>
                    <a:pt x="37327" y="36459"/>
                  </a:cubicBezTo>
                  <a:cubicBezTo>
                    <a:pt x="37227" y="35659"/>
                    <a:pt x="37193" y="34825"/>
                    <a:pt x="37227" y="33991"/>
                  </a:cubicBezTo>
                  <a:cubicBezTo>
                    <a:pt x="37727" y="23550"/>
                    <a:pt x="42130" y="11241"/>
                    <a:pt x="42130" y="11241"/>
                  </a:cubicBezTo>
                  <a:lnTo>
                    <a:pt x="5104" y="0"/>
                  </a:ln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2"/>
            <p:cNvSpPr/>
            <p:nvPr/>
          </p:nvSpPr>
          <p:spPr>
            <a:xfrm>
              <a:off x="3512675" y="3156875"/>
              <a:ext cx="863150" cy="904200"/>
            </a:xfrm>
            <a:custGeom>
              <a:avLst/>
              <a:gdLst/>
              <a:ahLst/>
              <a:cxnLst/>
              <a:rect l="l" t="t" r="r" b="b"/>
              <a:pathLst>
                <a:path w="34526" h="36168" extrusionOk="0">
                  <a:moveTo>
                    <a:pt x="1" y="0"/>
                  </a:moveTo>
                  <a:lnTo>
                    <a:pt x="1" y="0"/>
                  </a:lnTo>
                  <a:cubicBezTo>
                    <a:pt x="601" y="7539"/>
                    <a:pt x="4204" y="34392"/>
                    <a:pt x="25886" y="36093"/>
                  </a:cubicBezTo>
                  <a:cubicBezTo>
                    <a:pt x="26536" y="36143"/>
                    <a:pt x="27178" y="36168"/>
                    <a:pt x="27821" y="36168"/>
                  </a:cubicBezTo>
                  <a:cubicBezTo>
                    <a:pt x="28463" y="36168"/>
                    <a:pt x="29105" y="36143"/>
                    <a:pt x="29755" y="36093"/>
                  </a:cubicBezTo>
                  <a:cubicBezTo>
                    <a:pt x="29755" y="35959"/>
                    <a:pt x="29722" y="35826"/>
                    <a:pt x="29722" y="35692"/>
                  </a:cubicBezTo>
                  <a:cubicBezTo>
                    <a:pt x="29622" y="34892"/>
                    <a:pt x="29588" y="34058"/>
                    <a:pt x="29622" y="33224"/>
                  </a:cubicBezTo>
                  <a:cubicBezTo>
                    <a:pt x="30122" y="22817"/>
                    <a:pt x="34525" y="10474"/>
                    <a:pt x="34525" y="10474"/>
                  </a:cubicBezTo>
                  <a:lnTo>
                    <a:pt x="9274" y="2802"/>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2"/>
            <p:cNvSpPr/>
            <p:nvPr/>
          </p:nvSpPr>
          <p:spPr>
            <a:xfrm>
              <a:off x="3217475" y="1501750"/>
              <a:ext cx="1922225" cy="2323775"/>
            </a:xfrm>
            <a:custGeom>
              <a:avLst/>
              <a:gdLst/>
              <a:ahLst/>
              <a:cxnLst/>
              <a:rect l="l" t="t" r="r" b="b"/>
              <a:pathLst>
                <a:path w="76889" h="92951" extrusionOk="0">
                  <a:moveTo>
                    <a:pt x="36406" y="0"/>
                  </a:moveTo>
                  <a:cubicBezTo>
                    <a:pt x="21921" y="0"/>
                    <a:pt x="6663" y="9417"/>
                    <a:pt x="3203" y="24275"/>
                  </a:cubicBezTo>
                  <a:cubicBezTo>
                    <a:pt x="0" y="38118"/>
                    <a:pt x="9841" y="76846"/>
                    <a:pt x="20115" y="84919"/>
                  </a:cubicBezTo>
                  <a:cubicBezTo>
                    <a:pt x="26697" y="90125"/>
                    <a:pt x="34885" y="92951"/>
                    <a:pt x="42800" y="92951"/>
                  </a:cubicBezTo>
                  <a:cubicBezTo>
                    <a:pt x="52734" y="92951"/>
                    <a:pt x="62235" y="88499"/>
                    <a:pt x="67582" y="78714"/>
                  </a:cubicBezTo>
                  <a:cubicBezTo>
                    <a:pt x="76888" y="61702"/>
                    <a:pt x="63179" y="11466"/>
                    <a:pt x="51837" y="4261"/>
                  </a:cubicBezTo>
                  <a:cubicBezTo>
                    <a:pt x="47259" y="1349"/>
                    <a:pt x="41888" y="0"/>
                    <a:pt x="36406" y="0"/>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2"/>
            <p:cNvSpPr/>
            <p:nvPr/>
          </p:nvSpPr>
          <p:spPr>
            <a:xfrm>
              <a:off x="4224200" y="2622900"/>
              <a:ext cx="72400" cy="189725"/>
            </a:xfrm>
            <a:custGeom>
              <a:avLst/>
              <a:gdLst/>
              <a:ahLst/>
              <a:cxnLst/>
              <a:rect l="l" t="t" r="r" b="b"/>
              <a:pathLst>
                <a:path w="2896" h="7589" extrusionOk="0">
                  <a:moveTo>
                    <a:pt x="1213" y="0"/>
                  </a:moveTo>
                  <a:cubicBezTo>
                    <a:pt x="1167" y="0"/>
                    <a:pt x="1064" y="222"/>
                    <a:pt x="1094" y="311"/>
                  </a:cubicBezTo>
                  <a:cubicBezTo>
                    <a:pt x="1828" y="2913"/>
                    <a:pt x="2228" y="5982"/>
                    <a:pt x="60" y="7449"/>
                  </a:cubicBezTo>
                  <a:cubicBezTo>
                    <a:pt x="1" y="7479"/>
                    <a:pt x="47" y="7588"/>
                    <a:pt x="105" y="7588"/>
                  </a:cubicBezTo>
                  <a:cubicBezTo>
                    <a:pt x="112" y="7588"/>
                    <a:pt x="119" y="7586"/>
                    <a:pt x="127" y="7583"/>
                  </a:cubicBezTo>
                  <a:cubicBezTo>
                    <a:pt x="2895" y="6449"/>
                    <a:pt x="2328" y="2379"/>
                    <a:pt x="1228" y="11"/>
                  </a:cubicBezTo>
                  <a:cubicBezTo>
                    <a:pt x="1224" y="3"/>
                    <a:pt x="1219" y="0"/>
                    <a:pt x="121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2"/>
            <p:cNvSpPr/>
            <p:nvPr/>
          </p:nvSpPr>
          <p:spPr>
            <a:xfrm>
              <a:off x="4076275" y="2569025"/>
              <a:ext cx="233675" cy="216025"/>
            </a:xfrm>
            <a:custGeom>
              <a:avLst/>
              <a:gdLst/>
              <a:ahLst/>
              <a:cxnLst/>
              <a:rect l="l" t="t" r="r" b="b"/>
              <a:pathLst>
                <a:path w="9347" h="8641" extrusionOk="0">
                  <a:moveTo>
                    <a:pt x="4470" y="0"/>
                  </a:moveTo>
                  <a:cubicBezTo>
                    <a:pt x="4352" y="0"/>
                    <a:pt x="4232" y="10"/>
                    <a:pt x="4109" y="31"/>
                  </a:cubicBezTo>
                  <a:cubicBezTo>
                    <a:pt x="0" y="737"/>
                    <a:pt x="1483" y="8641"/>
                    <a:pt x="5138" y="8641"/>
                  </a:cubicBezTo>
                  <a:cubicBezTo>
                    <a:pt x="5281" y="8641"/>
                    <a:pt x="5427" y="8629"/>
                    <a:pt x="5577" y="8604"/>
                  </a:cubicBezTo>
                  <a:cubicBezTo>
                    <a:pt x="9347" y="7959"/>
                    <a:pt x="7825" y="0"/>
                    <a:pt x="44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2"/>
            <p:cNvSpPr/>
            <p:nvPr/>
          </p:nvSpPr>
          <p:spPr>
            <a:xfrm>
              <a:off x="4649325" y="2541150"/>
              <a:ext cx="109275" cy="158925"/>
            </a:xfrm>
            <a:custGeom>
              <a:avLst/>
              <a:gdLst/>
              <a:ahLst/>
              <a:cxnLst/>
              <a:rect l="l" t="t" r="r" b="b"/>
              <a:pathLst>
                <a:path w="4371" h="6357" extrusionOk="0">
                  <a:moveTo>
                    <a:pt x="33" y="1"/>
                  </a:moveTo>
                  <a:cubicBezTo>
                    <a:pt x="14" y="1"/>
                    <a:pt x="0" y="13"/>
                    <a:pt x="0" y="45"/>
                  </a:cubicBezTo>
                  <a:cubicBezTo>
                    <a:pt x="0" y="2550"/>
                    <a:pt x="1206" y="6357"/>
                    <a:pt x="4052" y="6357"/>
                  </a:cubicBezTo>
                  <a:cubicBezTo>
                    <a:pt x="4124" y="6357"/>
                    <a:pt x="4196" y="6354"/>
                    <a:pt x="4270" y="6349"/>
                  </a:cubicBezTo>
                  <a:cubicBezTo>
                    <a:pt x="4370" y="6349"/>
                    <a:pt x="4337" y="6216"/>
                    <a:pt x="4270" y="6216"/>
                  </a:cubicBezTo>
                  <a:cubicBezTo>
                    <a:pt x="1702" y="5816"/>
                    <a:pt x="701" y="2880"/>
                    <a:pt x="234" y="212"/>
                  </a:cubicBezTo>
                  <a:cubicBezTo>
                    <a:pt x="234" y="135"/>
                    <a:pt x="98" y="1"/>
                    <a:pt x="3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2"/>
            <p:cNvSpPr/>
            <p:nvPr/>
          </p:nvSpPr>
          <p:spPr>
            <a:xfrm>
              <a:off x="4611300" y="2458450"/>
              <a:ext cx="232600" cy="213900"/>
            </a:xfrm>
            <a:custGeom>
              <a:avLst/>
              <a:gdLst/>
              <a:ahLst/>
              <a:cxnLst/>
              <a:rect l="l" t="t" r="r" b="b"/>
              <a:pathLst>
                <a:path w="9304" h="8556" extrusionOk="0">
                  <a:moveTo>
                    <a:pt x="4091" y="0"/>
                  </a:moveTo>
                  <a:cubicBezTo>
                    <a:pt x="3834" y="0"/>
                    <a:pt x="3566" y="38"/>
                    <a:pt x="3289" y="117"/>
                  </a:cubicBezTo>
                  <a:cubicBezTo>
                    <a:pt x="1" y="1057"/>
                    <a:pt x="1623" y="8555"/>
                    <a:pt x="5010" y="8555"/>
                  </a:cubicBezTo>
                  <a:cubicBezTo>
                    <a:pt x="5230" y="8555"/>
                    <a:pt x="5457" y="8524"/>
                    <a:pt x="5691" y="8457"/>
                  </a:cubicBezTo>
                  <a:cubicBezTo>
                    <a:pt x="9304" y="7398"/>
                    <a:pt x="7712" y="0"/>
                    <a:pt x="40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2"/>
            <p:cNvSpPr/>
            <p:nvPr/>
          </p:nvSpPr>
          <p:spPr>
            <a:xfrm>
              <a:off x="4016375" y="2386025"/>
              <a:ext cx="251875" cy="139300"/>
            </a:xfrm>
            <a:custGeom>
              <a:avLst/>
              <a:gdLst/>
              <a:ahLst/>
              <a:cxnLst/>
              <a:rect l="l" t="t" r="r" b="b"/>
              <a:pathLst>
                <a:path w="10075" h="5572" extrusionOk="0">
                  <a:moveTo>
                    <a:pt x="7687" y="1"/>
                  </a:moveTo>
                  <a:cubicBezTo>
                    <a:pt x="6875" y="1"/>
                    <a:pt x="6117" y="264"/>
                    <a:pt x="5237" y="513"/>
                  </a:cubicBezTo>
                  <a:cubicBezTo>
                    <a:pt x="4070" y="746"/>
                    <a:pt x="2902" y="1080"/>
                    <a:pt x="1768" y="1447"/>
                  </a:cubicBezTo>
                  <a:cubicBezTo>
                    <a:pt x="267" y="2014"/>
                    <a:pt x="0" y="4382"/>
                    <a:pt x="1602" y="5016"/>
                  </a:cubicBezTo>
                  <a:cubicBezTo>
                    <a:pt x="2454" y="5386"/>
                    <a:pt x="3368" y="5572"/>
                    <a:pt x="4281" y="5572"/>
                  </a:cubicBezTo>
                  <a:cubicBezTo>
                    <a:pt x="5012" y="5572"/>
                    <a:pt x="5742" y="5453"/>
                    <a:pt x="6438" y="5216"/>
                  </a:cubicBezTo>
                  <a:cubicBezTo>
                    <a:pt x="8006" y="4716"/>
                    <a:pt x="9507" y="3915"/>
                    <a:pt x="9941" y="2214"/>
                  </a:cubicBezTo>
                  <a:cubicBezTo>
                    <a:pt x="10074" y="1380"/>
                    <a:pt x="9674" y="579"/>
                    <a:pt x="8907" y="212"/>
                  </a:cubicBezTo>
                  <a:cubicBezTo>
                    <a:pt x="8475" y="61"/>
                    <a:pt x="8075" y="1"/>
                    <a:pt x="76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2"/>
            <p:cNvSpPr/>
            <p:nvPr/>
          </p:nvSpPr>
          <p:spPr>
            <a:xfrm>
              <a:off x="4550925" y="2168450"/>
              <a:ext cx="262700" cy="127000"/>
            </a:xfrm>
            <a:custGeom>
              <a:avLst/>
              <a:gdLst/>
              <a:ahLst/>
              <a:cxnLst/>
              <a:rect l="l" t="t" r="r" b="b"/>
              <a:pathLst>
                <a:path w="10508" h="5080" extrusionOk="0">
                  <a:moveTo>
                    <a:pt x="4287" y="0"/>
                  </a:moveTo>
                  <a:cubicBezTo>
                    <a:pt x="2758" y="0"/>
                    <a:pt x="1257" y="365"/>
                    <a:pt x="401" y="1710"/>
                  </a:cubicBezTo>
                  <a:cubicBezTo>
                    <a:pt x="0" y="2444"/>
                    <a:pt x="134" y="3345"/>
                    <a:pt x="734" y="3945"/>
                  </a:cubicBezTo>
                  <a:cubicBezTo>
                    <a:pt x="1868" y="4812"/>
                    <a:pt x="2969" y="4746"/>
                    <a:pt x="4337" y="4846"/>
                  </a:cubicBezTo>
                  <a:cubicBezTo>
                    <a:pt x="5504" y="4979"/>
                    <a:pt x="6705" y="5046"/>
                    <a:pt x="7873" y="5079"/>
                  </a:cubicBezTo>
                  <a:cubicBezTo>
                    <a:pt x="9507" y="5013"/>
                    <a:pt x="10508" y="2878"/>
                    <a:pt x="9207" y="1744"/>
                  </a:cubicBezTo>
                  <a:cubicBezTo>
                    <a:pt x="7973" y="609"/>
                    <a:pt x="6372" y="9"/>
                    <a:pt x="4704" y="9"/>
                  </a:cubicBezTo>
                  <a:cubicBezTo>
                    <a:pt x="4565" y="3"/>
                    <a:pt x="4425" y="0"/>
                    <a:pt x="42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2"/>
            <p:cNvSpPr/>
            <p:nvPr/>
          </p:nvSpPr>
          <p:spPr>
            <a:xfrm>
              <a:off x="4447000" y="3251325"/>
              <a:ext cx="137200" cy="69700"/>
            </a:xfrm>
            <a:custGeom>
              <a:avLst/>
              <a:gdLst/>
              <a:ahLst/>
              <a:cxnLst/>
              <a:rect l="l" t="t" r="r" b="b"/>
              <a:pathLst>
                <a:path w="5488" h="2788" extrusionOk="0">
                  <a:moveTo>
                    <a:pt x="158" y="0"/>
                  </a:moveTo>
                  <a:cubicBezTo>
                    <a:pt x="79" y="0"/>
                    <a:pt x="1" y="44"/>
                    <a:pt x="21" y="125"/>
                  </a:cubicBezTo>
                  <a:cubicBezTo>
                    <a:pt x="221" y="1259"/>
                    <a:pt x="722" y="2360"/>
                    <a:pt x="1922" y="2694"/>
                  </a:cubicBezTo>
                  <a:cubicBezTo>
                    <a:pt x="2188" y="2756"/>
                    <a:pt x="2458" y="2787"/>
                    <a:pt x="2727" y="2787"/>
                  </a:cubicBezTo>
                  <a:cubicBezTo>
                    <a:pt x="3743" y="2787"/>
                    <a:pt x="4746" y="2350"/>
                    <a:pt x="5458" y="1559"/>
                  </a:cubicBezTo>
                  <a:cubicBezTo>
                    <a:pt x="5487" y="1502"/>
                    <a:pt x="5441" y="1419"/>
                    <a:pt x="5385" y="1419"/>
                  </a:cubicBezTo>
                  <a:cubicBezTo>
                    <a:pt x="5376" y="1419"/>
                    <a:pt x="5367" y="1421"/>
                    <a:pt x="5358" y="1426"/>
                  </a:cubicBezTo>
                  <a:cubicBezTo>
                    <a:pt x="4638" y="1639"/>
                    <a:pt x="3789" y="1874"/>
                    <a:pt x="2983" y="1874"/>
                  </a:cubicBezTo>
                  <a:cubicBezTo>
                    <a:pt x="2782" y="1874"/>
                    <a:pt x="2583" y="1860"/>
                    <a:pt x="2389" y="1826"/>
                  </a:cubicBezTo>
                  <a:cubicBezTo>
                    <a:pt x="1422" y="1659"/>
                    <a:pt x="888" y="725"/>
                    <a:pt x="288" y="58"/>
                  </a:cubicBezTo>
                  <a:cubicBezTo>
                    <a:pt x="262" y="19"/>
                    <a:pt x="209" y="0"/>
                    <a:pt x="1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2"/>
            <p:cNvSpPr/>
            <p:nvPr/>
          </p:nvSpPr>
          <p:spPr>
            <a:xfrm>
              <a:off x="4343350" y="2281775"/>
              <a:ext cx="375475" cy="826025"/>
            </a:xfrm>
            <a:custGeom>
              <a:avLst/>
              <a:gdLst/>
              <a:ahLst/>
              <a:cxnLst/>
              <a:rect l="l" t="t" r="r" b="b"/>
              <a:pathLst>
                <a:path w="15019" h="33041" extrusionOk="0">
                  <a:moveTo>
                    <a:pt x="6582" y="0"/>
                  </a:moveTo>
                  <a:cubicBezTo>
                    <a:pt x="6447" y="0"/>
                    <a:pt x="6315" y="114"/>
                    <a:pt x="6335" y="279"/>
                  </a:cubicBezTo>
                  <a:cubicBezTo>
                    <a:pt x="7970" y="8585"/>
                    <a:pt x="11072" y="16558"/>
                    <a:pt x="12840" y="24830"/>
                  </a:cubicBezTo>
                  <a:cubicBezTo>
                    <a:pt x="11830" y="24639"/>
                    <a:pt x="10239" y="24269"/>
                    <a:pt x="9109" y="24269"/>
                  </a:cubicBezTo>
                  <a:cubicBezTo>
                    <a:pt x="8858" y="24269"/>
                    <a:pt x="8631" y="24288"/>
                    <a:pt x="8437" y="24330"/>
                  </a:cubicBezTo>
                  <a:cubicBezTo>
                    <a:pt x="8170" y="24430"/>
                    <a:pt x="9971" y="30101"/>
                    <a:pt x="10038" y="31001"/>
                  </a:cubicBezTo>
                  <a:cubicBezTo>
                    <a:pt x="10038" y="31035"/>
                    <a:pt x="10038" y="31068"/>
                    <a:pt x="10038" y="31101"/>
                  </a:cubicBezTo>
                  <a:cubicBezTo>
                    <a:pt x="8928" y="31438"/>
                    <a:pt x="7887" y="31597"/>
                    <a:pt x="6853" y="31597"/>
                  </a:cubicBezTo>
                  <a:cubicBezTo>
                    <a:pt x="4811" y="31597"/>
                    <a:pt x="2801" y="30975"/>
                    <a:pt x="364" y="29867"/>
                  </a:cubicBezTo>
                  <a:cubicBezTo>
                    <a:pt x="321" y="29849"/>
                    <a:pt x="281" y="29841"/>
                    <a:pt x="244" y="29841"/>
                  </a:cubicBezTo>
                  <a:cubicBezTo>
                    <a:pt x="82" y="29841"/>
                    <a:pt x="1" y="30004"/>
                    <a:pt x="164" y="30167"/>
                  </a:cubicBezTo>
                  <a:cubicBezTo>
                    <a:pt x="1865" y="32002"/>
                    <a:pt x="4234" y="33036"/>
                    <a:pt x="6769" y="33036"/>
                  </a:cubicBezTo>
                  <a:cubicBezTo>
                    <a:pt x="6860" y="33039"/>
                    <a:pt x="6951" y="33040"/>
                    <a:pt x="7042" y="33040"/>
                  </a:cubicBezTo>
                  <a:cubicBezTo>
                    <a:pt x="8018" y="33040"/>
                    <a:pt x="8995" y="32880"/>
                    <a:pt x="9971" y="32636"/>
                  </a:cubicBezTo>
                  <a:cubicBezTo>
                    <a:pt x="10171" y="32603"/>
                    <a:pt x="10371" y="32536"/>
                    <a:pt x="10572" y="32436"/>
                  </a:cubicBezTo>
                  <a:cubicBezTo>
                    <a:pt x="10738" y="32402"/>
                    <a:pt x="10905" y="32336"/>
                    <a:pt x="11105" y="32269"/>
                  </a:cubicBezTo>
                  <a:cubicBezTo>
                    <a:pt x="11372" y="32169"/>
                    <a:pt x="11539" y="31869"/>
                    <a:pt x="11539" y="31602"/>
                  </a:cubicBezTo>
                  <a:lnTo>
                    <a:pt x="11539" y="31568"/>
                  </a:lnTo>
                  <a:cubicBezTo>
                    <a:pt x="11506" y="31468"/>
                    <a:pt x="11472" y="31402"/>
                    <a:pt x="11439" y="31302"/>
                  </a:cubicBezTo>
                  <a:lnTo>
                    <a:pt x="11406" y="31068"/>
                  </a:lnTo>
                  <a:cubicBezTo>
                    <a:pt x="11105" y="29067"/>
                    <a:pt x="10372" y="26065"/>
                    <a:pt x="10371" y="26065"/>
                  </a:cubicBezTo>
                  <a:lnTo>
                    <a:pt x="10371" y="26065"/>
                  </a:lnTo>
                  <a:cubicBezTo>
                    <a:pt x="10909" y="26221"/>
                    <a:pt x="12892" y="26724"/>
                    <a:pt x="14065" y="26724"/>
                  </a:cubicBezTo>
                  <a:cubicBezTo>
                    <a:pt x="14638" y="26724"/>
                    <a:pt x="15018" y="26604"/>
                    <a:pt x="14941" y="26265"/>
                  </a:cubicBezTo>
                  <a:cubicBezTo>
                    <a:pt x="12907" y="17725"/>
                    <a:pt x="10638" y="8218"/>
                    <a:pt x="6802" y="146"/>
                  </a:cubicBezTo>
                  <a:cubicBezTo>
                    <a:pt x="6751" y="44"/>
                    <a:pt x="6666" y="0"/>
                    <a:pt x="65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2"/>
            <p:cNvSpPr/>
            <p:nvPr/>
          </p:nvSpPr>
          <p:spPr>
            <a:xfrm>
              <a:off x="3079875" y="1437050"/>
              <a:ext cx="1791300" cy="1496075"/>
            </a:xfrm>
            <a:custGeom>
              <a:avLst/>
              <a:gdLst/>
              <a:ahLst/>
              <a:cxnLst/>
              <a:rect l="l" t="t" r="r" b="b"/>
              <a:pathLst>
                <a:path w="71652" h="59843" extrusionOk="0">
                  <a:moveTo>
                    <a:pt x="50336" y="18457"/>
                  </a:moveTo>
                  <a:cubicBezTo>
                    <a:pt x="49736" y="24662"/>
                    <a:pt x="46233" y="28298"/>
                    <a:pt x="41630" y="29765"/>
                  </a:cubicBezTo>
                  <a:cubicBezTo>
                    <a:pt x="45866" y="27931"/>
                    <a:pt x="49202" y="23861"/>
                    <a:pt x="50336" y="18457"/>
                  </a:cubicBezTo>
                  <a:close/>
                  <a:moveTo>
                    <a:pt x="20482" y="46010"/>
                  </a:moveTo>
                  <a:lnTo>
                    <a:pt x="20482" y="46010"/>
                  </a:lnTo>
                  <a:cubicBezTo>
                    <a:pt x="21249" y="48178"/>
                    <a:pt x="21249" y="50513"/>
                    <a:pt x="20482" y="52682"/>
                  </a:cubicBezTo>
                  <a:cubicBezTo>
                    <a:pt x="20015" y="53983"/>
                    <a:pt x="19281" y="55217"/>
                    <a:pt x="18313" y="56218"/>
                  </a:cubicBezTo>
                  <a:cubicBezTo>
                    <a:pt x="18213" y="56351"/>
                    <a:pt x="18113" y="56451"/>
                    <a:pt x="18013" y="56551"/>
                  </a:cubicBezTo>
                  <a:cubicBezTo>
                    <a:pt x="18113" y="56418"/>
                    <a:pt x="18213" y="56318"/>
                    <a:pt x="18280" y="56184"/>
                  </a:cubicBezTo>
                  <a:cubicBezTo>
                    <a:pt x="18680" y="55584"/>
                    <a:pt x="19014" y="54950"/>
                    <a:pt x="19281" y="54283"/>
                  </a:cubicBezTo>
                  <a:cubicBezTo>
                    <a:pt x="19514" y="53749"/>
                    <a:pt x="19681" y="53215"/>
                    <a:pt x="19848" y="52682"/>
                  </a:cubicBezTo>
                  <a:cubicBezTo>
                    <a:pt x="20348" y="50480"/>
                    <a:pt x="20548" y="48245"/>
                    <a:pt x="20482" y="46010"/>
                  </a:cubicBezTo>
                  <a:close/>
                  <a:moveTo>
                    <a:pt x="39886" y="0"/>
                  </a:moveTo>
                  <a:cubicBezTo>
                    <a:pt x="37699" y="0"/>
                    <a:pt x="32743" y="607"/>
                    <a:pt x="31223" y="1445"/>
                  </a:cubicBezTo>
                  <a:cubicBezTo>
                    <a:pt x="30398" y="1916"/>
                    <a:pt x="29495" y="2030"/>
                    <a:pt x="28565" y="2030"/>
                  </a:cubicBezTo>
                  <a:cubicBezTo>
                    <a:pt x="27701" y="2030"/>
                    <a:pt x="26813" y="1932"/>
                    <a:pt x="25944" y="1932"/>
                  </a:cubicBezTo>
                  <a:cubicBezTo>
                    <a:pt x="25633" y="1932"/>
                    <a:pt x="25323" y="1944"/>
                    <a:pt x="25018" y="1979"/>
                  </a:cubicBezTo>
                  <a:cubicBezTo>
                    <a:pt x="23083" y="2179"/>
                    <a:pt x="21249" y="2813"/>
                    <a:pt x="19581" y="3780"/>
                  </a:cubicBezTo>
                  <a:cubicBezTo>
                    <a:pt x="18147" y="4614"/>
                    <a:pt x="16879" y="5648"/>
                    <a:pt x="15812" y="6882"/>
                  </a:cubicBezTo>
                  <a:cubicBezTo>
                    <a:pt x="15178" y="7649"/>
                    <a:pt x="14611" y="8450"/>
                    <a:pt x="14110" y="9251"/>
                  </a:cubicBezTo>
                  <a:cubicBezTo>
                    <a:pt x="13176" y="10618"/>
                    <a:pt x="12209" y="11185"/>
                    <a:pt x="10841" y="11786"/>
                  </a:cubicBezTo>
                  <a:cubicBezTo>
                    <a:pt x="7839" y="13120"/>
                    <a:pt x="5571" y="15689"/>
                    <a:pt x="4403" y="19158"/>
                  </a:cubicBezTo>
                  <a:cubicBezTo>
                    <a:pt x="3770" y="21193"/>
                    <a:pt x="3570" y="23294"/>
                    <a:pt x="3836" y="25429"/>
                  </a:cubicBezTo>
                  <a:cubicBezTo>
                    <a:pt x="4070" y="28031"/>
                    <a:pt x="1468" y="29632"/>
                    <a:pt x="768" y="32000"/>
                  </a:cubicBezTo>
                  <a:cubicBezTo>
                    <a:pt x="601" y="32534"/>
                    <a:pt x="467" y="33034"/>
                    <a:pt x="401" y="33568"/>
                  </a:cubicBezTo>
                  <a:cubicBezTo>
                    <a:pt x="0" y="36970"/>
                    <a:pt x="1368" y="40340"/>
                    <a:pt x="4003" y="42474"/>
                  </a:cubicBezTo>
                  <a:cubicBezTo>
                    <a:pt x="901" y="45410"/>
                    <a:pt x="334" y="51047"/>
                    <a:pt x="2736" y="55083"/>
                  </a:cubicBezTo>
                  <a:cubicBezTo>
                    <a:pt x="3236" y="55951"/>
                    <a:pt x="3870" y="56685"/>
                    <a:pt x="4604" y="57318"/>
                  </a:cubicBezTo>
                  <a:lnTo>
                    <a:pt x="4837" y="57519"/>
                  </a:lnTo>
                  <a:cubicBezTo>
                    <a:pt x="5271" y="57852"/>
                    <a:pt x="5738" y="58152"/>
                    <a:pt x="6205" y="58386"/>
                  </a:cubicBezTo>
                  <a:cubicBezTo>
                    <a:pt x="7672" y="59120"/>
                    <a:pt x="9240" y="59587"/>
                    <a:pt x="10875" y="59787"/>
                  </a:cubicBezTo>
                  <a:cubicBezTo>
                    <a:pt x="11207" y="59826"/>
                    <a:pt x="11539" y="59842"/>
                    <a:pt x="11878" y="59842"/>
                  </a:cubicBezTo>
                  <a:cubicBezTo>
                    <a:pt x="12118" y="59842"/>
                    <a:pt x="12361" y="59834"/>
                    <a:pt x="12609" y="59820"/>
                  </a:cubicBezTo>
                  <a:lnTo>
                    <a:pt x="13143" y="59820"/>
                  </a:lnTo>
                  <a:cubicBezTo>
                    <a:pt x="13510" y="59820"/>
                    <a:pt x="13877" y="59753"/>
                    <a:pt x="14244" y="59687"/>
                  </a:cubicBezTo>
                  <a:cubicBezTo>
                    <a:pt x="14778" y="59620"/>
                    <a:pt x="15278" y="59453"/>
                    <a:pt x="15745" y="59253"/>
                  </a:cubicBezTo>
                  <a:cubicBezTo>
                    <a:pt x="17113" y="58719"/>
                    <a:pt x="18347" y="57819"/>
                    <a:pt x="19281" y="56685"/>
                  </a:cubicBezTo>
                  <a:cubicBezTo>
                    <a:pt x="19948" y="55951"/>
                    <a:pt x="20482" y="55083"/>
                    <a:pt x="20882" y="54183"/>
                  </a:cubicBezTo>
                  <a:cubicBezTo>
                    <a:pt x="22116" y="51447"/>
                    <a:pt x="22083" y="48279"/>
                    <a:pt x="20849" y="45543"/>
                  </a:cubicBezTo>
                  <a:lnTo>
                    <a:pt x="20849" y="45443"/>
                  </a:lnTo>
                  <a:cubicBezTo>
                    <a:pt x="20849" y="45443"/>
                    <a:pt x="22026" y="45734"/>
                    <a:pt x="23639" y="45734"/>
                  </a:cubicBezTo>
                  <a:cubicBezTo>
                    <a:pt x="26042" y="45734"/>
                    <a:pt x="29413" y="45088"/>
                    <a:pt x="31289" y="41874"/>
                  </a:cubicBezTo>
                  <a:cubicBezTo>
                    <a:pt x="33224" y="38572"/>
                    <a:pt x="33458" y="34369"/>
                    <a:pt x="32957" y="30366"/>
                  </a:cubicBezTo>
                  <a:lnTo>
                    <a:pt x="32957" y="30366"/>
                  </a:lnTo>
                  <a:cubicBezTo>
                    <a:pt x="34662" y="31150"/>
                    <a:pt x="36438" y="31516"/>
                    <a:pt x="38183" y="31516"/>
                  </a:cubicBezTo>
                  <a:cubicBezTo>
                    <a:pt x="44975" y="31516"/>
                    <a:pt x="51324" y="25978"/>
                    <a:pt x="51404" y="17990"/>
                  </a:cubicBezTo>
                  <a:cubicBezTo>
                    <a:pt x="53440" y="19701"/>
                    <a:pt x="57422" y="21699"/>
                    <a:pt x="60344" y="21699"/>
                  </a:cubicBezTo>
                  <a:cubicBezTo>
                    <a:pt x="61012" y="21699"/>
                    <a:pt x="61624" y="21595"/>
                    <a:pt x="62145" y="21359"/>
                  </a:cubicBezTo>
                  <a:cubicBezTo>
                    <a:pt x="64218" y="28777"/>
                    <a:pt x="67928" y="29598"/>
                    <a:pt x="69984" y="29598"/>
                  </a:cubicBezTo>
                  <a:cubicBezTo>
                    <a:pt x="70276" y="29598"/>
                    <a:pt x="70535" y="29582"/>
                    <a:pt x="70751" y="29565"/>
                  </a:cubicBezTo>
                  <a:lnTo>
                    <a:pt x="70884" y="29565"/>
                  </a:lnTo>
                  <a:cubicBezTo>
                    <a:pt x="71051" y="29498"/>
                    <a:pt x="71651" y="25562"/>
                    <a:pt x="69717" y="21793"/>
                  </a:cubicBezTo>
                  <a:cubicBezTo>
                    <a:pt x="68049" y="18457"/>
                    <a:pt x="66348" y="17957"/>
                    <a:pt x="66348" y="17957"/>
                  </a:cubicBezTo>
                  <a:cubicBezTo>
                    <a:pt x="66348" y="17957"/>
                    <a:pt x="65847" y="13854"/>
                    <a:pt x="61444" y="9084"/>
                  </a:cubicBezTo>
                  <a:cubicBezTo>
                    <a:pt x="56874" y="4114"/>
                    <a:pt x="52571" y="3947"/>
                    <a:pt x="52571" y="3947"/>
                  </a:cubicBezTo>
                  <a:cubicBezTo>
                    <a:pt x="52571" y="3947"/>
                    <a:pt x="50169" y="1845"/>
                    <a:pt x="45299" y="711"/>
                  </a:cubicBezTo>
                  <a:cubicBezTo>
                    <a:pt x="43665" y="311"/>
                    <a:pt x="41997" y="77"/>
                    <a:pt x="40329" y="11"/>
                  </a:cubicBezTo>
                  <a:cubicBezTo>
                    <a:pt x="40199" y="4"/>
                    <a:pt x="40050" y="0"/>
                    <a:pt x="398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2"/>
            <p:cNvSpPr/>
            <p:nvPr/>
          </p:nvSpPr>
          <p:spPr>
            <a:xfrm>
              <a:off x="2899750" y="1280850"/>
              <a:ext cx="1706225" cy="1318250"/>
            </a:xfrm>
            <a:custGeom>
              <a:avLst/>
              <a:gdLst/>
              <a:ahLst/>
              <a:cxnLst/>
              <a:rect l="l" t="t" r="r" b="b"/>
              <a:pathLst>
                <a:path w="68249" h="52730" extrusionOk="0">
                  <a:moveTo>
                    <a:pt x="45407" y="0"/>
                  </a:moveTo>
                  <a:cubicBezTo>
                    <a:pt x="38129" y="0"/>
                    <a:pt x="29689" y="2270"/>
                    <a:pt x="21816" y="6892"/>
                  </a:cubicBezTo>
                  <a:cubicBezTo>
                    <a:pt x="6271" y="16032"/>
                    <a:pt x="0" y="38448"/>
                    <a:pt x="12442" y="49189"/>
                  </a:cubicBezTo>
                  <a:cubicBezTo>
                    <a:pt x="15216" y="51596"/>
                    <a:pt x="18827" y="52729"/>
                    <a:pt x="22600" y="52729"/>
                  </a:cubicBezTo>
                  <a:cubicBezTo>
                    <a:pt x="26358" y="52729"/>
                    <a:pt x="30278" y="51604"/>
                    <a:pt x="33691" y="49490"/>
                  </a:cubicBezTo>
                  <a:cubicBezTo>
                    <a:pt x="38194" y="46721"/>
                    <a:pt x="40496" y="40450"/>
                    <a:pt x="44765" y="35046"/>
                  </a:cubicBezTo>
                  <a:cubicBezTo>
                    <a:pt x="51737" y="26140"/>
                    <a:pt x="68249" y="24038"/>
                    <a:pt x="63812" y="10262"/>
                  </a:cubicBezTo>
                  <a:cubicBezTo>
                    <a:pt x="61636" y="3473"/>
                    <a:pt x="54410" y="0"/>
                    <a:pt x="454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2"/>
            <p:cNvSpPr/>
            <p:nvPr/>
          </p:nvSpPr>
          <p:spPr>
            <a:xfrm>
              <a:off x="3861200" y="2485225"/>
              <a:ext cx="653050" cy="612075"/>
            </a:xfrm>
            <a:custGeom>
              <a:avLst/>
              <a:gdLst/>
              <a:ahLst/>
              <a:cxnLst/>
              <a:rect l="l" t="t" r="r" b="b"/>
              <a:pathLst>
                <a:path w="26122" h="24483" extrusionOk="0">
                  <a:moveTo>
                    <a:pt x="12966" y="1620"/>
                  </a:moveTo>
                  <a:cubicBezTo>
                    <a:pt x="17093" y="1620"/>
                    <a:pt x="21213" y="3952"/>
                    <a:pt x="22919" y="8520"/>
                  </a:cubicBezTo>
                  <a:cubicBezTo>
                    <a:pt x="24954" y="13990"/>
                    <a:pt x="22185" y="20095"/>
                    <a:pt x="16715" y="22130"/>
                  </a:cubicBezTo>
                  <a:lnTo>
                    <a:pt x="16715" y="22163"/>
                  </a:lnTo>
                  <a:cubicBezTo>
                    <a:pt x="15432" y="22640"/>
                    <a:pt x="14158" y="22860"/>
                    <a:pt x="12931" y="22860"/>
                  </a:cubicBezTo>
                  <a:cubicBezTo>
                    <a:pt x="5668" y="22860"/>
                    <a:pt x="0" y="15181"/>
                    <a:pt x="3339" y="7819"/>
                  </a:cubicBezTo>
                  <a:cubicBezTo>
                    <a:pt x="5241" y="3660"/>
                    <a:pt x="9107" y="1620"/>
                    <a:pt x="12966" y="1620"/>
                  </a:cubicBezTo>
                  <a:close/>
                  <a:moveTo>
                    <a:pt x="12992" y="0"/>
                  </a:moveTo>
                  <a:cubicBezTo>
                    <a:pt x="11566" y="0"/>
                    <a:pt x="10117" y="252"/>
                    <a:pt x="8709" y="781"/>
                  </a:cubicBezTo>
                  <a:cubicBezTo>
                    <a:pt x="8442" y="881"/>
                    <a:pt x="8175" y="981"/>
                    <a:pt x="7875" y="1114"/>
                  </a:cubicBezTo>
                  <a:cubicBezTo>
                    <a:pt x="4306" y="2749"/>
                    <a:pt x="1738" y="5985"/>
                    <a:pt x="970" y="9821"/>
                  </a:cubicBezTo>
                  <a:cubicBezTo>
                    <a:pt x="870" y="10354"/>
                    <a:pt x="804" y="10888"/>
                    <a:pt x="770" y="11455"/>
                  </a:cubicBezTo>
                  <a:cubicBezTo>
                    <a:pt x="301" y="18768"/>
                    <a:pt x="6201" y="24482"/>
                    <a:pt x="12955" y="24482"/>
                  </a:cubicBezTo>
                  <a:cubicBezTo>
                    <a:pt x="14366" y="24482"/>
                    <a:pt x="15814" y="24233"/>
                    <a:pt x="17249" y="23697"/>
                  </a:cubicBezTo>
                  <a:cubicBezTo>
                    <a:pt x="18149" y="23364"/>
                    <a:pt x="18983" y="22930"/>
                    <a:pt x="19784" y="22396"/>
                  </a:cubicBezTo>
                  <a:cubicBezTo>
                    <a:pt x="19951" y="22296"/>
                    <a:pt x="20117" y="22163"/>
                    <a:pt x="20284" y="22063"/>
                  </a:cubicBezTo>
                  <a:cubicBezTo>
                    <a:pt x="24354" y="19027"/>
                    <a:pt x="26122" y="13824"/>
                    <a:pt x="24787" y="8953"/>
                  </a:cubicBezTo>
                  <a:cubicBezTo>
                    <a:pt x="24687" y="8586"/>
                    <a:pt x="24587" y="8253"/>
                    <a:pt x="24454" y="7953"/>
                  </a:cubicBezTo>
                  <a:cubicBezTo>
                    <a:pt x="24354" y="7686"/>
                    <a:pt x="24254" y="7452"/>
                    <a:pt x="24154" y="7219"/>
                  </a:cubicBezTo>
                  <a:cubicBezTo>
                    <a:pt x="22133" y="2717"/>
                    <a:pt x="17681" y="0"/>
                    <a:pt x="129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2"/>
            <p:cNvSpPr/>
            <p:nvPr/>
          </p:nvSpPr>
          <p:spPr>
            <a:xfrm>
              <a:off x="4620975" y="2330175"/>
              <a:ext cx="486200" cy="605150"/>
            </a:xfrm>
            <a:custGeom>
              <a:avLst/>
              <a:gdLst/>
              <a:ahLst/>
              <a:cxnLst/>
              <a:rect l="l" t="t" r="r" b="b"/>
              <a:pathLst>
                <a:path w="19448" h="24206" extrusionOk="0">
                  <a:moveTo>
                    <a:pt x="8147" y="1654"/>
                  </a:moveTo>
                  <a:cubicBezTo>
                    <a:pt x="9040" y="1654"/>
                    <a:pt x="9937" y="1858"/>
                    <a:pt x="10741" y="2246"/>
                  </a:cubicBezTo>
                  <a:cubicBezTo>
                    <a:pt x="11442" y="2580"/>
                    <a:pt x="12109" y="3013"/>
                    <a:pt x="12709" y="3547"/>
                  </a:cubicBezTo>
                  <a:cubicBezTo>
                    <a:pt x="14711" y="5382"/>
                    <a:pt x="16078" y="7783"/>
                    <a:pt x="16646" y="10452"/>
                  </a:cubicBezTo>
                  <a:cubicBezTo>
                    <a:pt x="17613" y="14855"/>
                    <a:pt x="16512" y="19092"/>
                    <a:pt x="14144" y="21193"/>
                  </a:cubicBezTo>
                  <a:cubicBezTo>
                    <a:pt x="13443" y="21794"/>
                    <a:pt x="12609" y="22227"/>
                    <a:pt x="11709" y="22427"/>
                  </a:cubicBezTo>
                  <a:cubicBezTo>
                    <a:pt x="11306" y="22520"/>
                    <a:pt x="10901" y="22565"/>
                    <a:pt x="10497" y="22565"/>
                  </a:cubicBezTo>
                  <a:cubicBezTo>
                    <a:pt x="6845" y="22565"/>
                    <a:pt x="3240" y="18890"/>
                    <a:pt x="2068" y="13754"/>
                  </a:cubicBezTo>
                  <a:cubicBezTo>
                    <a:pt x="1902" y="13087"/>
                    <a:pt x="1802" y="12420"/>
                    <a:pt x="1735" y="11720"/>
                  </a:cubicBezTo>
                  <a:cubicBezTo>
                    <a:pt x="1702" y="11519"/>
                    <a:pt x="1702" y="11286"/>
                    <a:pt x="1702" y="11086"/>
                  </a:cubicBezTo>
                  <a:lnTo>
                    <a:pt x="1702" y="10052"/>
                  </a:lnTo>
                  <a:cubicBezTo>
                    <a:pt x="1735" y="8617"/>
                    <a:pt x="2035" y="7183"/>
                    <a:pt x="2569" y="5882"/>
                  </a:cubicBezTo>
                  <a:cubicBezTo>
                    <a:pt x="2669" y="5682"/>
                    <a:pt x="2769" y="5448"/>
                    <a:pt x="2869" y="5282"/>
                  </a:cubicBezTo>
                  <a:cubicBezTo>
                    <a:pt x="3836" y="3414"/>
                    <a:pt x="5271" y="2179"/>
                    <a:pt x="6972" y="1779"/>
                  </a:cubicBezTo>
                  <a:cubicBezTo>
                    <a:pt x="7172" y="1746"/>
                    <a:pt x="7372" y="1712"/>
                    <a:pt x="7606" y="1679"/>
                  </a:cubicBezTo>
                  <a:cubicBezTo>
                    <a:pt x="7785" y="1662"/>
                    <a:pt x="7966" y="1654"/>
                    <a:pt x="8147" y="1654"/>
                  </a:cubicBezTo>
                  <a:close/>
                  <a:moveTo>
                    <a:pt x="8198" y="0"/>
                  </a:moveTo>
                  <a:cubicBezTo>
                    <a:pt x="7652" y="0"/>
                    <a:pt x="7105" y="59"/>
                    <a:pt x="6572" y="178"/>
                  </a:cubicBezTo>
                  <a:cubicBezTo>
                    <a:pt x="4170" y="745"/>
                    <a:pt x="2202" y="2513"/>
                    <a:pt x="1068" y="5215"/>
                  </a:cubicBezTo>
                  <a:cubicBezTo>
                    <a:pt x="434" y="6683"/>
                    <a:pt x="100" y="8217"/>
                    <a:pt x="34" y="9818"/>
                  </a:cubicBezTo>
                  <a:cubicBezTo>
                    <a:pt x="0" y="10352"/>
                    <a:pt x="0" y="10886"/>
                    <a:pt x="34" y="11419"/>
                  </a:cubicBezTo>
                  <a:cubicBezTo>
                    <a:pt x="67" y="12053"/>
                    <a:pt x="167" y="12687"/>
                    <a:pt x="267" y="13321"/>
                  </a:cubicBezTo>
                  <a:cubicBezTo>
                    <a:pt x="301" y="13588"/>
                    <a:pt x="367" y="13854"/>
                    <a:pt x="434" y="14155"/>
                  </a:cubicBezTo>
                  <a:cubicBezTo>
                    <a:pt x="834" y="15956"/>
                    <a:pt x="1568" y="17691"/>
                    <a:pt x="2602" y="19258"/>
                  </a:cubicBezTo>
                  <a:cubicBezTo>
                    <a:pt x="4597" y="22297"/>
                    <a:pt x="7496" y="24206"/>
                    <a:pt x="10466" y="24206"/>
                  </a:cubicBezTo>
                  <a:cubicBezTo>
                    <a:pt x="10724" y="24206"/>
                    <a:pt x="10983" y="24191"/>
                    <a:pt x="11242" y="24162"/>
                  </a:cubicBezTo>
                  <a:cubicBezTo>
                    <a:pt x="11509" y="24129"/>
                    <a:pt x="11775" y="24095"/>
                    <a:pt x="12042" y="24028"/>
                  </a:cubicBezTo>
                  <a:cubicBezTo>
                    <a:pt x="12843" y="23862"/>
                    <a:pt x="13577" y="23528"/>
                    <a:pt x="14244" y="23094"/>
                  </a:cubicBezTo>
                  <a:cubicBezTo>
                    <a:pt x="17746" y="20860"/>
                    <a:pt x="19448" y="15556"/>
                    <a:pt x="18213" y="10085"/>
                  </a:cubicBezTo>
                  <a:cubicBezTo>
                    <a:pt x="17580" y="7083"/>
                    <a:pt x="16012" y="4381"/>
                    <a:pt x="13777" y="2313"/>
                  </a:cubicBezTo>
                  <a:cubicBezTo>
                    <a:pt x="12743" y="1379"/>
                    <a:pt x="11509" y="678"/>
                    <a:pt x="10208" y="278"/>
                  </a:cubicBezTo>
                  <a:cubicBezTo>
                    <a:pt x="9559" y="93"/>
                    <a:pt x="8880" y="0"/>
                    <a:pt x="81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2"/>
            <p:cNvSpPr/>
            <p:nvPr/>
          </p:nvSpPr>
          <p:spPr>
            <a:xfrm>
              <a:off x="4437500" y="2610375"/>
              <a:ext cx="220200" cy="109550"/>
            </a:xfrm>
            <a:custGeom>
              <a:avLst/>
              <a:gdLst/>
              <a:ahLst/>
              <a:cxnLst/>
              <a:rect l="l" t="t" r="r" b="b"/>
              <a:pathLst>
                <a:path w="8808" h="4382" extrusionOk="0">
                  <a:moveTo>
                    <a:pt x="5945" y="0"/>
                  </a:moveTo>
                  <a:cubicBezTo>
                    <a:pt x="3375" y="0"/>
                    <a:pt x="1078" y="1994"/>
                    <a:pt x="1" y="3414"/>
                  </a:cubicBezTo>
                  <a:lnTo>
                    <a:pt x="1335" y="4381"/>
                  </a:lnTo>
                  <a:cubicBezTo>
                    <a:pt x="1441" y="4249"/>
                    <a:pt x="3465" y="1636"/>
                    <a:pt x="5907" y="1636"/>
                  </a:cubicBezTo>
                  <a:cubicBezTo>
                    <a:pt x="6553" y="1636"/>
                    <a:pt x="7229" y="1819"/>
                    <a:pt x="7906" y="2280"/>
                  </a:cubicBezTo>
                  <a:lnTo>
                    <a:pt x="8807" y="912"/>
                  </a:lnTo>
                  <a:cubicBezTo>
                    <a:pt x="7847" y="263"/>
                    <a:pt x="6878" y="0"/>
                    <a:pt x="5945" y="0"/>
                  </a:cubicBezTo>
                  <a:close/>
                </a:path>
              </a:pathLst>
            </a:custGeom>
            <a:solidFill>
              <a:srgbClr val="FFC7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2"/>
            <p:cNvSpPr/>
            <p:nvPr/>
          </p:nvSpPr>
          <p:spPr>
            <a:xfrm>
              <a:off x="3129900" y="2724525"/>
              <a:ext cx="767250" cy="215550"/>
            </a:xfrm>
            <a:custGeom>
              <a:avLst/>
              <a:gdLst/>
              <a:ahLst/>
              <a:cxnLst/>
              <a:rect l="l" t="t" r="r" b="b"/>
              <a:pathLst>
                <a:path w="30690" h="8622" extrusionOk="0">
                  <a:moveTo>
                    <a:pt x="15673" y="0"/>
                  </a:moveTo>
                  <a:cubicBezTo>
                    <a:pt x="11658" y="0"/>
                    <a:pt x="8078" y="84"/>
                    <a:pt x="6806" y="349"/>
                  </a:cubicBezTo>
                  <a:cubicBezTo>
                    <a:pt x="3170" y="1149"/>
                    <a:pt x="334" y="7254"/>
                    <a:pt x="1" y="7954"/>
                  </a:cubicBezTo>
                  <a:lnTo>
                    <a:pt x="1502" y="8621"/>
                  </a:lnTo>
                  <a:cubicBezTo>
                    <a:pt x="2269" y="6954"/>
                    <a:pt x="4771" y="2484"/>
                    <a:pt x="7139" y="1950"/>
                  </a:cubicBezTo>
                  <a:cubicBezTo>
                    <a:pt x="8331" y="1694"/>
                    <a:pt x="11956" y="1601"/>
                    <a:pt x="16154" y="1601"/>
                  </a:cubicBezTo>
                  <a:cubicBezTo>
                    <a:pt x="21241" y="1601"/>
                    <a:pt x="27168" y="1737"/>
                    <a:pt x="30623" y="1883"/>
                  </a:cubicBezTo>
                  <a:lnTo>
                    <a:pt x="30689" y="249"/>
                  </a:lnTo>
                  <a:cubicBezTo>
                    <a:pt x="30087" y="228"/>
                    <a:pt x="22289" y="0"/>
                    <a:pt x="156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2"/>
            <p:cNvSpPr/>
            <p:nvPr/>
          </p:nvSpPr>
          <p:spPr>
            <a:xfrm>
              <a:off x="3069875" y="2668100"/>
              <a:ext cx="602100" cy="610450"/>
            </a:xfrm>
            <a:custGeom>
              <a:avLst/>
              <a:gdLst/>
              <a:ahLst/>
              <a:cxnLst/>
              <a:rect l="l" t="t" r="r" b="b"/>
              <a:pathLst>
                <a:path w="24084" h="24418" extrusionOk="0">
                  <a:moveTo>
                    <a:pt x="7862" y="1"/>
                  </a:moveTo>
                  <a:cubicBezTo>
                    <a:pt x="7007" y="1"/>
                    <a:pt x="6198" y="213"/>
                    <a:pt x="5471" y="704"/>
                  </a:cubicBezTo>
                  <a:cubicBezTo>
                    <a:pt x="0" y="4374"/>
                    <a:pt x="8273" y="22153"/>
                    <a:pt x="15244" y="24054"/>
                  </a:cubicBezTo>
                  <a:cubicBezTo>
                    <a:pt x="16155" y="24307"/>
                    <a:pt x="16979" y="24417"/>
                    <a:pt x="17722" y="24417"/>
                  </a:cubicBezTo>
                  <a:cubicBezTo>
                    <a:pt x="22672" y="24417"/>
                    <a:pt x="24084" y="19551"/>
                    <a:pt x="24084" y="19551"/>
                  </a:cubicBezTo>
                  <a:lnTo>
                    <a:pt x="20882" y="8910"/>
                  </a:lnTo>
                  <a:cubicBezTo>
                    <a:pt x="20882" y="8910"/>
                    <a:pt x="13399" y="1"/>
                    <a:pt x="7862" y="1"/>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2"/>
            <p:cNvSpPr/>
            <p:nvPr/>
          </p:nvSpPr>
          <p:spPr>
            <a:xfrm>
              <a:off x="3265825" y="2811625"/>
              <a:ext cx="317525" cy="369125"/>
            </a:xfrm>
            <a:custGeom>
              <a:avLst/>
              <a:gdLst/>
              <a:ahLst/>
              <a:cxnLst/>
              <a:rect l="l" t="t" r="r" b="b"/>
              <a:pathLst>
                <a:path w="12701" h="14765" extrusionOk="0">
                  <a:moveTo>
                    <a:pt x="101" y="0"/>
                  </a:moveTo>
                  <a:cubicBezTo>
                    <a:pt x="1" y="0"/>
                    <a:pt x="1" y="201"/>
                    <a:pt x="101" y="201"/>
                  </a:cubicBezTo>
                  <a:cubicBezTo>
                    <a:pt x="5005" y="1702"/>
                    <a:pt x="7873" y="5838"/>
                    <a:pt x="10041" y="10241"/>
                  </a:cubicBezTo>
                  <a:cubicBezTo>
                    <a:pt x="9118" y="9279"/>
                    <a:pt x="8045" y="8617"/>
                    <a:pt x="6868" y="8617"/>
                  </a:cubicBezTo>
                  <a:cubicBezTo>
                    <a:pt x="6047" y="8617"/>
                    <a:pt x="5176" y="8939"/>
                    <a:pt x="4271" y="9707"/>
                  </a:cubicBezTo>
                  <a:cubicBezTo>
                    <a:pt x="4184" y="9794"/>
                    <a:pt x="4272" y="9954"/>
                    <a:pt x="4383" y="9954"/>
                  </a:cubicBezTo>
                  <a:cubicBezTo>
                    <a:pt x="4401" y="9954"/>
                    <a:pt x="4419" y="9950"/>
                    <a:pt x="4437" y="9941"/>
                  </a:cubicBezTo>
                  <a:cubicBezTo>
                    <a:pt x="5075" y="9751"/>
                    <a:pt x="5660" y="9647"/>
                    <a:pt x="6210" y="9647"/>
                  </a:cubicBezTo>
                  <a:cubicBezTo>
                    <a:pt x="7301" y="9647"/>
                    <a:pt x="8254" y="10055"/>
                    <a:pt x="9208" y="11008"/>
                  </a:cubicBezTo>
                  <a:cubicBezTo>
                    <a:pt x="10242" y="12042"/>
                    <a:pt x="10975" y="13377"/>
                    <a:pt x="11743" y="14577"/>
                  </a:cubicBezTo>
                  <a:cubicBezTo>
                    <a:pt x="11830" y="14708"/>
                    <a:pt x="11970" y="14764"/>
                    <a:pt x="12112" y="14764"/>
                  </a:cubicBezTo>
                  <a:cubicBezTo>
                    <a:pt x="12404" y="14764"/>
                    <a:pt x="12701" y="14525"/>
                    <a:pt x="12543" y="14211"/>
                  </a:cubicBezTo>
                  <a:lnTo>
                    <a:pt x="12510" y="14110"/>
                  </a:lnTo>
                  <a:cubicBezTo>
                    <a:pt x="12076" y="8073"/>
                    <a:pt x="6639" y="67"/>
                    <a:pt x="1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2"/>
            <p:cNvSpPr/>
            <p:nvPr/>
          </p:nvSpPr>
          <p:spPr>
            <a:xfrm>
              <a:off x="3651950" y="1318050"/>
              <a:ext cx="278550" cy="492875"/>
            </a:xfrm>
            <a:custGeom>
              <a:avLst/>
              <a:gdLst/>
              <a:ahLst/>
              <a:cxnLst/>
              <a:rect l="l" t="t" r="r" b="b"/>
              <a:pathLst>
                <a:path w="11142" h="19715" extrusionOk="0">
                  <a:moveTo>
                    <a:pt x="5571" y="1"/>
                  </a:moveTo>
                  <a:cubicBezTo>
                    <a:pt x="4037" y="1"/>
                    <a:pt x="3369" y="1935"/>
                    <a:pt x="4537" y="2903"/>
                  </a:cubicBezTo>
                  <a:cubicBezTo>
                    <a:pt x="4737" y="3036"/>
                    <a:pt x="4837" y="3270"/>
                    <a:pt x="4837" y="3503"/>
                  </a:cubicBezTo>
                  <a:cubicBezTo>
                    <a:pt x="4837" y="3937"/>
                    <a:pt x="4504" y="4304"/>
                    <a:pt x="4070" y="4304"/>
                  </a:cubicBezTo>
                  <a:lnTo>
                    <a:pt x="0" y="4304"/>
                  </a:lnTo>
                  <a:lnTo>
                    <a:pt x="0" y="8373"/>
                  </a:lnTo>
                  <a:cubicBezTo>
                    <a:pt x="0" y="8807"/>
                    <a:pt x="334" y="9140"/>
                    <a:pt x="768" y="9140"/>
                  </a:cubicBezTo>
                  <a:cubicBezTo>
                    <a:pt x="1001" y="9140"/>
                    <a:pt x="1235" y="9040"/>
                    <a:pt x="1401" y="8840"/>
                  </a:cubicBezTo>
                  <a:cubicBezTo>
                    <a:pt x="1740" y="8431"/>
                    <a:pt x="2194" y="8247"/>
                    <a:pt x="2641" y="8247"/>
                  </a:cubicBezTo>
                  <a:cubicBezTo>
                    <a:pt x="3468" y="8247"/>
                    <a:pt x="4270" y="8878"/>
                    <a:pt x="4270" y="9874"/>
                  </a:cubicBezTo>
                  <a:cubicBezTo>
                    <a:pt x="4270" y="10871"/>
                    <a:pt x="3468" y="11502"/>
                    <a:pt x="2641" y="11502"/>
                  </a:cubicBezTo>
                  <a:cubicBezTo>
                    <a:pt x="2194" y="11502"/>
                    <a:pt x="1740" y="11318"/>
                    <a:pt x="1401" y="10908"/>
                  </a:cubicBezTo>
                  <a:cubicBezTo>
                    <a:pt x="1235" y="10708"/>
                    <a:pt x="1001" y="10608"/>
                    <a:pt x="768" y="10608"/>
                  </a:cubicBezTo>
                  <a:cubicBezTo>
                    <a:pt x="334" y="10608"/>
                    <a:pt x="0" y="10942"/>
                    <a:pt x="0" y="11375"/>
                  </a:cubicBezTo>
                  <a:lnTo>
                    <a:pt x="0" y="15445"/>
                  </a:lnTo>
                  <a:lnTo>
                    <a:pt x="4070" y="15445"/>
                  </a:lnTo>
                  <a:cubicBezTo>
                    <a:pt x="4504" y="15445"/>
                    <a:pt x="4837" y="15812"/>
                    <a:pt x="4837" y="16246"/>
                  </a:cubicBezTo>
                  <a:cubicBezTo>
                    <a:pt x="4837" y="16479"/>
                    <a:pt x="4737" y="16713"/>
                    <a:pt x="4537" y="16846"/>
                  </a:cubicBezTo>
                  <a:cubicBezTo>
                    <a:pt x="3369" y="17813"/>
                    <a:pt x="4037" y="19715"/>
                    <a:pt x="5571" y="19715"/>
                  </a:cubicBezTo>
                  <a:cubicBezTo>
                    <a:pt x="7105" y="19715"/>
                    <a:pt x="7773" y="17813"/>
                    <a:pt x="6605" y="16846"/>
                  </a:cubicBezTo>
                  <a:cubicBezTo>
                    <a:pt x="6405" y="16713"/>
                    <a:pt x="6305" y="16479"/>
                    <a:pt x="6305" y="16246"/>
                  </a:cubicBezTo>
                  <a:cubicBezTo>
                    <a:pt x="6305" y="15812"/>
                    <a:pt x="6638" y="15478"/>
                    <a:pt x="7072" y="15478"/>
                  </a:cubicBezTo>
                  <a:lnTo>
                    <a:pt x="11142" y="15478"/>
                  </a:lnTo>
                  <a:lnTo>
                    <a:pt x="11142" y="11409"/>
                  </a:lnTo>
                  <a:cubicBezTo>
                    <a:pt x="11142" y="10975"/>
                    <a:pt x="10808" y="10608"/>
                    <a:pt x="10374" y="10608"/>
                  </a:cubicBezTo>
                  <a:cubicBezTo>
                    <a:pt x="10141" y="10608"/>
                    <a:pt x="9907" y="10742"/>
                    <a:pt x="9741" y="10908"/>
                  </a:cubicBezTo>
                  <a:cubicBezTo>
                    <a:pt x="9402" y="11329"/>
                    <a:pt x="8948" y="11516"/>
                    <a:pt x="8502" y="11516"/>
                  </a:cubicBezTo>
                  <a:cubicBezTo>
                    <a:pt x="7675" y="11516"/>
                    <a:pt x="6872" y="10871"/>
                    <a:pt x="6872" y="9874"/>
                  </a:cubicBezTo>
                  <a:cubicBezTo>
                    <a:pt x="6872" y="8901"/>
                    <a:pt x="7671" y="8264"/>
                    <a:pt x="8497" y="8264"/>
                  </a:cubicBezTo>
                  <a:cubicBezTo>
                    <a:pt x="8945" y="8264"/>
                    <a:pt x="9401" y="8451"/>
                    <a:pt x="9741" y="8874"/>
                  </a:cubicBezTo>
                  <a:cubicBezTo>
                    <a:pt x="9907" y="9040"/>
                    <a:pt x="10141" y="9174"/>
                    <a:pt x="10374" y="9174"/>
                  </a:cubicBezTo>
                  <a:cubicBezTo>
                    <a:pt x="10808" y="9174"/>
                    <a:pt x="11142" y="8807"/>
                    <a:pt x="11142" y="8373"/>
                  </a:cubicBezTo>
                  <a:lnTo>
                    <a:pt x="11142" y="4304"/>
                  </a:lnTo>
                  <a:lnTo>
                    <a:pt x="7072" y="4304"/>
                  </a:lnTo>
                  <a:cubicBezTo>
                    <a:pt x="6638" y="4304"/>
                    <a:pt x="6305" y="3937"/>
                    <a:pt x="6305" y="3503"/>
                  </a:cubicBezTo>
                  <a:cubicBezTo>
                    <a:pt x="6305" y="3270"/>
                    <a:pt x="6405" y="3036"/>
                    <a:pt x="6605" y="2903"/>
                  </a:cubicBezTo>
                  <a:cubicBezTo>
                    <a:pt x="7773" y="1935"/>
                    <a:pt x="7105" y="1"/>
                    <a:pt x="55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2"/>
            <p:cNvSpPr/>
            <p:nvPr/>
          </p:nvSpPr>
          <p:spPr>
            <a:xfrm>
              <a:off x="3544375" y="1146275"/>
              <a:ext cx="492875" cy="279375"/>
            </a:xfrm>
            <a:custGeom>
              <a:avLst/>
              <a:gdLst/>
              <a:ahLst/>
              <a:cxnLst/>
              <a:rect l="l" t="t" r="r" b="b"/>
              <a:pathLst>
                <a:path w="19715" h="11175" extrusionOk="0">
                  <a:moveTo>
                    <a:pt x="11375" y="0"/>
                  </a:moveTo>
                  <a:cubicBezTo>
                    <a:pt x="10941" y="0"/>
                    <a:pt x="10608" y="367"/>
                    <a:pt x="10608" y="801"/>
                  </a:cubicBezTo>
                  <a:cubicBezTo>
                    <a:pt x="10608" y="1034"/>
                    <a:pt x="10708" y="1268"/>
                    <a:pt x="10908" y="1401"/>
                  </a:cubicBezTo>
                  <a:cubicBezTo>
                    <a:pt x="12076" y="2368"/>
                    <a:pt x="11408" y="4270"/>
                    <a:pt x="9874" y="4270"/>
                  </a:cubicBezTo>
                  <a:cubicBezTo>
                    <a:pt x="8340" y="4270"/>
                    <a:pt x="7639" y="2368"/>
                    <a:pt x="8840" y="1401"/>
                  </a:cubicBezTo>
                  <a:cubicBezTo>
                    <a:pt x="9040" y="1268"/>
                    <a:pt x="9140" y="1034"/>
                    <a:pt x="9140" y="801"/>
                  </a:cubicBezTo>
                  <a:cubicBezTo>
                    <a:pt x="9140" y="385"/>
                    <a:pt x="8804" y="31"/>
                    <a:pt x="8424" y="31"/>
                  </a:cubicBezTo>
                  <a:cubicBezTo>
                    <a:pt x="8407" y="31"/>
                    <a:pt x="8390" y="32"/>
                    <a:pt x="8373" y="33"/>
                  </a:cubicBezTo>
                  <a:lnTo>
                    <a:pt x="4270" y="33"/>
                  </a:lnTo>
                  <a:lnTo>
                    <a:pt x="4270" y="4103"/>
                  </a:lnTo>
                  <a:cubicBezTo>
                    <a:pt x="4270" y="4537"/>
                    <a:pt x="3936" y="4870"/>
                    <a:pt x="3503" y="4870"/>
                  </a:cubicBezTo>
                  <a:cubicBezTo>
                    <a:pt x="3269" y="4870"/>
                    <a:pt x="3036" y="4770"/>
                    <a:pt x="2902" y="4570"/>
                  </a:cubicBezTo>
                  <a:cubicBezTo>
                    <a:pt x="2564" y="4149"/>
                    <a:pt x="2106" y="3962"/>
                    <a:pt x="1655" y="3962"/>
                  </a:cubicBezTo>
                  <a:cubicBezTo>
                    <a:pt x="817" y="3962"/>
                    <a:pt x="0" y="4607"/>
                    <a:pt x="0" y="5604"/>
                  </a:cubicBezTo>
                  <a:cubicBezTo>
                    <a:pt x="0" y="6600"/>
                    <a:pt x="816" y="7231"/>
                    <a:pt x="1653" y="7231"/>
                  </a:cubicBezTo>
                  <a:cubicBezTo>
                    <a:pt x="2105" y="7231"/>
                    <a:pt x="2563" y="7047"/>
                    <a:pt x="2902" y="6638"/>
                  </a:cubicBezTo>
                  <a:cubicBezTo>
                    <a:pt x="3036" y="6438"/>
                    <a:pt x="3269" y="6338"/>
                    <a:pt x="3503" y="6338"/>
                  </a:cubicBezTo>
                  <a:cubicBezTo>
                    <a:pt x="3936" y="6338"/>
                    <a:pt x="4270" y="6671"/>
                    <a:pt x="4270" y="7105"/>
                  </a:cubicBezTo>
                  <a:lnTo>
                    <a:pt x="4270" y="11175"/>
                  </a:lnTo>
                  <a:lnTo>
                    <a:pt x="8373" y="11175"/>
                  </a:lnTo>
                  <a:cubicBezTo>
                    <a:pt x="8807" y="11175"/>
                    <a:pt x="9140" y="10841"/>
                    <a:pt x="9140" y="10407"/>
                  </a:cubicBezTo>
                  <a:cubicBezTo>
                    <a:pt x="9140" y="10174"/>
                    <a:pt x="9040" y="9940"/>
                    <a:pt x="8840" y="9774"/>
                  </a:cubicBezTo>
                  <a:cubicBezTo>
                    <a:pt x="7672" y="8806"/>
                    <a:pt x="8340" y="6905"/>
                    <a:pt x="9874" y="6905"/>
                  </a:cubicBezTo>
                  <a:cubicBezTo>
                    <a:pt x="11375" y="6905"/>
                    <a:pt x="12076" y="8806"/>
                    <a:pt x="10908" y="9774"/>
                  </a:cubicBezTo>
                  <a:cubicBezTo>
                    <a:pt x="10708" y="9940"/>
                    <a:pt x="10608" y="10174"/>
                    <a:pt x="10608" y="10407"/>
                  </a:cubicBezTo>
                  <a:cubicBezTo>
                    <a:pt x="10608" y="10841"/>
                    <a:pt x="10941" y="11175"/>
                    <a:pt x="11375" y="11175"/>
                  </a:cubicBezTo>
                  <a:lnTo>
                    <a:pt x="15445" y="11175"/>
                  </a:lnTo>
                  <a:lnTo>
                    <a:pt x="15445" y="7105"/>
                  </a:lnTo>
                  <a:cubicBezTo>
                    <a:pt x="15445" y="6671"/>
                    <a:pt x="15778" y="6305"/>
                    <a:pt x="16212" y="6305"/>
                  </a:cubicBezTo>
                  <a:cubicBezTo>
                    <a:pt x="16479" y="6305"/>
                    <a:pt x="16679" y="6438"/>
                    <a:pt x="16846" y="6605"/>
                  </a:cubicBezTo>
                  <a:cubicBezTo>
                    <a:pt x="17184" y="7025"/>
                    <a:pt x="17638" y="7213"/>
                    <a:pt x="18084" y="7213"/>
                  </a:cubicBezTo>
                  <a:cubicBezTo>
                    <a:pt x="18912" y="7213"/>
                    <a:pt x="19714" y="6568"/>
                    <a:pt x="19714" y="5571"/>
                  </a:cubicBezTo>
                  <a:cubicBezTo>
                    <a:pt x="19714" y="4597"/>
                    <a:pt x="18915" y="3961"/>
                    <a:pt x="18089" y="3961"/>
                  </a:cubicBezTo>
                  <a:cubicBezTo>
                    <a:pt x="17641" y="3961"/>
                    <a:pt x="17186" y="4148"/>
                    <a:pt x="16846" y="4570"/>
                  </a:cubicBezTo>
                  <a:cubicBezTo>
                    <a:pt x="16679" y="4737"/>
                    <a:pt x="16479" y="4870"/>
                    <a:pt x="16212" y="4870"/>
                  </a:cubicBezTo>
                  <a:cubicBezTo>
                    <a:pt x="15812" y="4870"/>
                    <a:pt x="15445" y="4503"/>
                    <a:pt x="15445" y="4070"/>
                  </a:cubicBezTo>
                  <a:lnTo>
                    <a:pt x="154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2"/>
            <p:cNvSpPr/>
            <p:nvPr/>
          </p:nvSpPr>
          <p:spPr>
            <a:xfrm>
              <a:off x="2710450" y="1917650"/>
              <a:ext cx="492875" cy="279400"/>
            </a:xfrm>
            <a:custGeom>
              <a:avLst/>
              <a:gdLst/>
              <a:ahLst/>
              <a:cxnLst/>
              <a:rect l="l" t="t" r="r" b="b"/>
              <a:pathLst>
                <a:path w="19715" h="11176" extrusionOk="0">
                  <a:moveTo>
                    <a:pt x="4270" y="0"/>
                  </a:moveTo>
                  <a:lnTo>
                    <a:pt x="4270" y="4070"/>
                  </a:lnTo>
                  <a:cubicBezTo>
                    <a:pt x="4270" y="4504"/>
                    <a:pt x="3936" y="4871"/>
                    <a:pt x="3503" y="4871"/>
                  </a:cubicBezTo>
                  <a:cubicBezTo>
                    <a:pt x="3269" y="4837"/>
                    <a:pt x="3036" y="4737"/>
                    <a:pt x="2902" y="4570"/>
                  </a:cubicBezTo>
                  <a:cubicBezTo>
                    <a:pt x="2559" y="4144"/>
                    <a:pt x="2093" y="3953"/>
                    <a:pt x="1635" y="3953"/>
                  </a:cubicBezTo>
                  <a:cubicBezTo>
                    <a:pt x="804" y="3953"/>
                    <a:pt x="0" y="4582"/>
                    <a:pt x="0" y="5571"/>
                  </a:cubicBezTo>
                  <a:cubicBezTo>
                    <a:pt x="0" y="6568"/>
                    <a:pt x="817" y="7213"/>
                    <a:pt x="1655" y="7213"/>
                  </a:cubicBezTo>
                  <a:cubicBezTo>
                    <a:pt x="2106" y="7213"/>
                    <a:pt x="2563" y="7026"/>
                    <a:pt x="2902" y="6605"/>
                  </a:cubicBezTo>
                  <a:cubicBezTo>
                    <a:pt x="3036" y="6438"/>
                    <a:pt x="3269" y="6305"/>
                    <a:pt x="3503" y="6305"/>
                  </a:cubicBezTo>
                  <a:cubicBezTo>
                    <a:pt x="3936" y="6305"/>
                    <a:pt x="4270" y="6672"/>
                    <a:pt x="4270" y="7106"/>
                  </a:cubicBezTo>
                  <a:lnTo>
                    <a:pt x="4270" y="11175"/>
                  </a:lnTo>
                  <a:lnTo>
                    <a:pt x="8339" y="11175"/>
                  </a:lnTo>
                  <a:cubicBezTo>
                    <a:pt x="8773" y="11175"/>
                    <a:pt x="9140" y="10808"/>
                    <a:pt x="9140" y="10375"/>
                  </a:cubicBezTo>
                  <a:cubicBezTo>
                    <a:pt x="9140" y="10141"/>
                    <a:pt x="9007" y="9908"/>
                    <a:pt x="8840" y="9774"/>
                  </a:cubicBezTo>
                  <a:cubicBezTo>
                    <a:pt x="7639" y="8807"/>
                    <a:pt x="8339" y="6872"/>
                    <a:pt x="9874" y="6872"/>
                  </a:cubicBezTo>
                  <a:cubicBezTo>
                    <a:pt x="11375" y="6872"/>
                    <a:pt x="12075" y="8807"/>
                    <a:pt x="10875" y="9774"/>
                  </a:cubicBezTo>
                  <a:cubicBezTo>
                    <a:pt x="10708" y="9908"/>
                    <a:pt x="10574" y="10141"/>
                    <a:pt x="10574" y="10375"/>
                  </a:cubicBezTo>
                  <a:cubicBezTo>
                    <a:pt x="10574" y="10808"/>
                    <a:pt x="10941" y="11175"/>
                    <a:pt x="11375" y="11175"/>
                  </a:cubicBezTo>
                  <a:lnTo>
                    <a:pt x="15444" y="11175"/>
                  </a:lnTo>
                  <a:lnTo>
                    <a:pt x="15444" y="7106"/>
                  </a:lnTo>
                  <a:cubicBezTo>
                    <a:pt x="15444" y="6672"/>
                    <a:pt x="15778" y="6305"/>
                    <a:pt x="16212" y="6305"/>
                  </a:cubicBezTo>
                  <a:cubicBezTo>
                    <a:pt x="16445" y="6305"/>
                    <a:pt x="16679" y="6438"/>
                    <a:pt x="16845" y="6605"/>
                  </a:cubicBezTo>
                  <a:cubicBezTo>
                    <a:pt x="17184" y="7026"/>
                    <a:pt x="17638" y="7213"/>
                    <a:pt x="18084" y="7213"/>
                  </a:cubicBezTo>
                  <a:cubicBezTo>
                    <a:pt x="18911" y="7213"/>
                    <a:pt x="19714" y="6568"/>
                    <a:pt x="19714" y="5571"/>
                  </a:cubicBezTo>
                  <a:cubicBezTo>
                    <a:pt x="19714" y="4582"/>
                    <a:pt x="18924" y="3953"/>
                    <a:pt x="18103" y="3953"/>
                  </a:cubicBezTo>
                  <a:cubicBezTo>
                    <a:pt x="17651" y="3953"/>
                    <a:pt x="17189" y="4144"/>
                    <a:pt x="16845" y="4570"/>
                  </a:cubicBezTo>
                  <a:cubicBezTo>
                    <a:pt x="16679" y="4737"/>
                    <a:pt x="16445" y="4837"/>
                    <a:pt x="16212" y="4871"/>
                  </a:cubicBezTo>
                  <a:cubicBezTo>
                    <a:pt x="15778" y="4871"/>
                    <a:pt x="15444" y="4504"/>
                    <a:pt x="15444" y="4070"/>
                  </a:cubicBezTo>
                  <a:lnTo>
                    <a:pt x="15444" y="0"/>
                  </a:lnTo>
                  <a:lnTo>
                    <a:pt x="11375" y="0"/>
                  </a:lnTo>
                  <a:cubicBezTo>
                    <a:pt x="10941" y="0"/>
                    <a:pt x="10574" y="367"/>
                    <a:pt x="10574" y="768"/>
                  </a:cubicBezTo>
                  <a:cubicBezTo>
                    <a:pt x="10574" y="1035"/>
                    <a:pt x="10708" y="1235"/>
                    <a:pt x="10875" y="1401"/>
                  </a:cubicBezTo>
                  <a:cubicBezTo>
                    <a:pt x="12075" y="2369"/>
                    <a:pt x="11375" y="4270"/>
                    <a:pt x="9874" y="4270"/>
                  </a:cubicBezTo>
                  <a:cubicBezTo>
                    <a:pt x="8339" y="4270"/>
                    <a:pt x="7639" y="2369"/>
                    <a:pt x="8840" y="1401"/>
                  </a:cubicBezTo>
                  <a:cubicBezTo>
                    <a:pt x="9007" y="1235"/>
                    <a:pt x="9140" y="1035"/>
                    <a:pt x="9140" y="768"/>
                  </a:cubicBezTo>
                  <a:cubicBezTo>
                    <a:pt x="9140" y="334"/>
                    <a:pt x="8773" y="0"/>
                    <a:pt x="83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2"/>
            <p:cNvSpPr/>
            <p:nvPr/>
          </p:nvSpPr>
          <p:spPr>
            <a:xfrm>
              <a:off x="1572950" y="4960650"/>
              <a:ext cx="4446550" cy="10050"/>
            </a:xfrm>
            <a:custGeom>
              <a:avLst/>
              <a:gdLst/>
              <a:ahLst/>
              <a:cxnLst/>
              <a:rect l="l" t="t" r="r" b="b"/>
              <a:pathLst>
                <a:path w="177862" h="402" extrusionOk="0">
                  <a:moveTo>
                    <a:pt x="88931" y="1"/>
                  </a:moveTo>
                  <a:cubicBezTo>
                    <a:pt x="58710" y="1"/>
                    <a:pt x="28488" y="68"/>
                    <a:pt x="1" y="201"/>
                  </a:cubicBezTo>
                  <a:cubicBezTo>
                    <a:pt x="28488" y="334"/>
                    <a:pt x="58710" y="401"/>
                    <a:pt x="88931" y="401"/>
                  </a:cubicBezTo>
                  <a:cubicBezTo>
                    <a:pt x="119153" y="401"/>
                    <a:pt x="149374" y="334"/>
                    <a:pt x="177861" y="201"/>
                  </a:cubicBezTo>
                  <a:cubicBezTo>
                    <a:pt x="149374" y="68"/>
                    <a:pt x="119153" y="1"/>
                    <a:pt x="8893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2"/>
            <p:cNvSpPr/>
            <p:nvPr/>
          </p:nvSpPr>
          <p:spPr>
            <a:xfrm>
              <a:off x="2888075" y="1307875"/>
              <a:ext cx="783075" cy="777425"/>
            </a:xfrm>
            <a:custGeom>
              <a:avLst/>
              <a:gdLst/>
              <a:ahLst/>
              <a:cxnLst/>
              <a:rect l="l" t="t" r="r" b="b"/>
              <a:pathLst>
                <a:path w="31323" h="31097" extrusionOk="0">
                  <a:moveTo>
                    <a:pt x="15273" y="0"/>
                  </a:moveTo>
                  <a:cubicBezTo>
                    <a:pt x="12875" y="0"/>
                    <a:pt x="10352" y="699"/>
                    <a:pt x="7906" y="2409"/>
                  </a:cubicBezTo>
                  <a:cubicBezTo>
                    <a:pt x="0" y="7913"/>
                    <a:pt x="1635" y="17753"/>
                    <a:pt x="5471" y="22056"/>
                  </a:cubicBezTo>
                  <a:cubicBezTo>
                    <a:pt x="11275" y="28628"/>
                    <a:pt x="16745" y="26726"/>
                    <a:pt x="18847" y="28094"/>
                  </a:cubicBezTo>
                  <a:cubicBezTo>
                    <a:pt x="20081" y="29028"/>
                    <a:pt x="21249" y="30029"/>
                    <a:pt x="22349" y="31096"/>
                  </a:cubicBezTo>
                  <a:lnTo>
                    <a:pt x="29788" y="25893"/>
                  </a:lnTo>
                  <a:cubicBezTo>
                    <a:pt x="29188" y="24491"/>
                    <a:pt x="28654" y="23057"/>
                    <a:pt x="28187" y="21589"/>
                  </a:cubicBezTo>
                  <a:cubicBezTo>
                    <a:pt x="27653" y="19154"/>
                    <a:pt x="31323" y="14651"/>
                    <a:pt x="27186" y="6912"/>
                  </a:cubicBezTo>
                  <a:cubicBezTo>
                    <a:pt x="25301" y="3440"/>
                    <a:pt x="20594" y="0"/>
                    <a:pt x="152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2"/>
            <p:cNvSpPr/>
            <p:nvPr/>
          </p:nvSpPr>
          <p:spPr>
            <a:xfrm>
              <a:off x="3238325" y="1803400"/>
              <a:ext cx="266875" cy="263550"/>
            </a:xfrm>
            <a:custGeom>
              <a:avLst/>
              <a:gdLst/>
              <a:ahLst/>
              <a:cxnLst/>
              <a:rect l="l" t="t" r="r" b="b"/>
              <a:pathLst>
                <a:path w="10675" h="10542" extrusionOk="0">
                  <a:moveTo>
                    <a:pt x="200" y="0"/>
                  </a:moveTo>
                  <a:lnTo>
                    <a:pt x="0" y="234"/>
                  </a:lnTo>
                  <a:lnTo>
                    <a:pt x="10441" y="10541"/>
                  </a:lnTo>
                  <a:lnTo>
                    <a:pt x="10674" y="10341"/>
                  </a:lnTo>
                  <a:lnTo>
                    <a:pt x="2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2"/>
            <p:cNvSpPr/>
            <p:nvPr/>
          </p:nvSpPr>
          <p:spPr>
            <a:xfrm>
              <a:off x="3439300" y="1664125"/>
              <a:ext cx="158475" cy="337775"/>
            </a:xfrm>
            <a:custGeom>
              <a:avLst/>
              <a:gdLst/>
              <a:ahLst/>
              <a:cxnLst/>
              <a:rect l="l" t="t" r="r" b="b"/>
              <a:pathLst>
                <a:path w="6339" h="13511" extrusionOk="0">
                  <a:moveTo>
                    <a:pt x="267" y="1"/>
                  </a:moveTo>
                  <a:lnTo>
                    <a:pt x="0" y="101"/>
                  </a:lnTo>
                  <a:lnTo>
                    <a:pt x="6038" y="13511"/>
                  </a:lnTo>
                  <a:lnTo>
                    <a:pt x="6338" y="13377"/>
                  </a:lnTo>
                  <a:lnTo>
                    <a:pt x="2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2"/>
            <p:cNvSpPr/>
            <p:nvPr/>
          </p:nvSpPr>
          <p:spPr>
            <a:xfrm>
              <a:off x="3251650" y="1681650"/>
              <a:ext cx="225200" cy="170950"/>
            </a:xfrm>
            <a:custGeom>
              <a:avLst/>
              <a:gdLst/>
              <a:ahLst/>
              <a:cxnLst/>
              <a:rect l="l" t="t" r="r" b="b"/>
              <a:pathLst>
                <a:path w="9008" h="6838" extrusionOk="0">
                  <a:moveTo>
                    <a:pt x="4925" y="392"/>
                  </a:moveTo>
                  <a:cubicBezTo>
                    <a:pt x="5004" y="392"/>
                    <a:pt x="5088" y="417"/>
                    <a:pt x="5171" y="467"/>
                  </a:cubicBezTo>
                  <a:cubicBezTo>
                    <a:pt x="5838" y="768"/>
                    <a:pt x="6572" y="2202"/>
                    <a:pt x="6772" y="3570"/>
                  </a:cubicBezTo>
                  <a:cubicBezTo>
                    <a:pt x="6005" y="3303"/>
                    <a:pt x="5338" y="2802"/>
                    <a:pt x="4871" y="2135"/>
                  </a:cubicBezTo>
                  <a:cubicBezTo>
                    <a:pt x="4471" y="1535"/>
                    <a:pt x="4204" y="801"/>
                    <a:pt x="4704" y="467"/>
                  </a:cubicBezTo>
                  <a:cubicBezTo>
                    <a:pt x="4771" y="417"/>
                    <a:pt x="4846" y="392"/>
                    <a:pt x="4925" y="392"/>
                  </a:cubicBezTo>
                  <a:close/>
                  <a:moveTo>
                    <a:pt x="1846" y="2587"/>
                  </a:moveTo>
                  <a:cubicBezTo>
                    <a:pt x="1941" y="2587"/>
                    <a:pt x="2038" y="2613"/>
                    <a:pt x="2136" y="2669"/>
                  </a:cubicBezTo>
                  <a:cubicBezTo>
                    <a:pt x="2803" y="2969"/>
                    <a:pt x="3370" y="4303"/>
                    <a:pt x="3470" y="5304"/>
                  </a:cubicBezTo>
                  <a:lnTo>
                    <a:pt x="3470" y="5571"/>
                  </a:lnTo>
                  <a:cubicBezTo>
                    <a:pt x="2703" y="5171"/>
                    <a:pt x="2069" y="4604"/>
                    <a:pt x="1535" y="3936"/>
                  </a:cubicBezTo>
                  <a:cubicBezTo>
                    <a:pt x="1335" y="3603"/>
                    <a:pt x="1002" y="3036"/>
                    <a:pt x="1469" y="2736"/>
                  </a:cubicBezTo>
                  <a:cubicBezTo>
                    <a:pt x="1585" y="2638"/>
                    <a:pt x="1713" y="2587"/>
                    <a:pt x="1846" y="2587"/>
                  </a:cubicBezTo>
                  <a:close/>
                  <a:moveTo>
                    <a:pt x="8007" y="0"/>
                  </a:moveTo>
                  <a:lnTo>
                    <a:pt x="7873" y="67"/>
                  </a:lnTo>
                  <a:cubicBezTo>
                    <a:pt x="7873" y="100"/>
                    <a:pt x="8807" y="2802"/>
                    <a:pt x="7973" y="3403"/>
                  </a:cubicBezTo>
                  <a:cubicBezTo>
                    <a:pt x="7748" y="3553"/>
                    <a:pt x="7485" y="3628"/>
                    <a:pt x="7213" y="3628"/>
                  </a:cubicBezTo>
                  <a:cubicBezTo>
                    <a:pt x="7123" y="3628"/>
                    <a:pt x="7031" y="3620"/>
                    <a:pt x="6939" y="3603"/>
                  </a:cubicBezTo>
                  <a:cubicBezTo>
                    <a:pt x="6739" y="2169"/>
                    <a:pt x="5972" y="667"/>
                    <a:pt x="5238" y="334"/>
                  </a:cubicBezTo>
                  <a:cubicBezTo>
                    <a:pt x="5145" y="287"/>
                    <a:pt x="5045" y="263"/>
                    <a:pt x="4944" y="263"/>
                  </a:cubicBezTo>
                  <a:cubicBezTo>
                    <a:pt x="4828" y="263"/>
                    <a:pt x="4711" y="296"/>
                    <a:pt x="4604" y="367"/>
                  </a:cubicBezTo>
                  <a:cubicBezTo>
                    <a:pt x="4137" y="701"/>
                    <a:pt x="4171" y="1401"/>
                    <a:pt x="4738" y="2202"/>
                  </a:cubicBezTo>
                  <a:cubicBezTo>
                    <a:pt x="5238" y="2936"/>
                    <a:pt x="5972" y="3469"/>
                    <a:pt x="6839" y="3736"/>
                  </a:cubicBezTo>
                  <a:cubicBezTo>
                    <a:pt x="6872" y="3803"/>
                    <a:pt x="6872" y="3903"/>
                    <a:pt x="6872" y="4003"/>
                  </a:cubicBezTo>
                  <a:cubicBezTo>
                    <a:pt x="6939" y="4937"/>
                    <a:pt x="6706" y="5638"/>
                    <a:pt x="6239" y="5971"/>
                  </a:cubicBezTo>
                  <a:cubicBezTo>
                    <a:pt x="6007" y="6130"/>
                    <a:pt x="5723" y="6199"/>
                    <a:pt x="5408" y="6199"/>
                  </a:cubicBezTo>
                  <a:cubicBezTo>
                    <a:pt x="4859" y="6199"/>
                    <a:pt x="4218" y="5989"/>
                    <a:pt x="3603" y="5671"/>
                  </a:cubicBezTo>
                  <a:cubicBezTo>
                    <a:pt x="3603" y="5538"/>
                    <a:pt x="3603" y="5438"/>
                    <a:pt x="3603" y="5304"/>
                  </a:cubicBezTo>
                  <a:cubicBezTo>
                    <a:pt x="3537" y="4237"/>
                    <a:pt x="2936" y="2902"/>
                    <a:pt x="2202" y="2535"/>
                  </a:cubicBezTo>
                  <a:cubicBezTo>
                    <a:pt x="2096" y="2482"/>
                    <a:pt x="1978" y="2455"/>
                    <a:pt x="1861" y="2455"/>
                  </a:cubicBezTo>
                  <a:cubicBezTo>
                    <a:pt x="1685" y="2455"/>
                    <a:pt x="1509" y="2515"/>
                    <a:pt x="1369" y="2636"/>
                  </a:cubicBezTo>
                  <a:cubicBezTo>
                    <a:pt x="968" y="2902"/>
                    <a:pt x="1002" y="3403"/>
                    <a:pt x="1435" y="4037"/>
                  </a:cubicBezTo>
                  <a:cubicBezTo>
                    <a:pt x="1969" y="4737"/>
                    <a:pt x="2669" y="5337"/>
                    <a:pt x="3470" y="5771"/>
                  </a:cubicBezTo>
                  <a:cubicBezTo>
                    <a:pt x="3470" y="6038"/>
                    <a:pt x="3337" y="6338"/>
                    <a:pt x="3136" y="6538"/>
                  </a:cubicBezTo>
                  <a:cubicBezTo>
                    <a:pt x="2985" y="6644"/>
                    <a:pt x="2811" y="6689"/>
                    <a:pt x="2625" y="6689"/>
                  </a:cubicBezTo>
                  <a:cubicBezTo>
                    <a:pt x="1577" y="6689"/>
                    <a:pt x="134" y="5271"/>
                    <a:pt x="134" y="5271"/>
                  </a:cubicBezTo>
                  <a:lnTo>
                    <a:pt x="1" y="5371"/>
                  </a:lnTo>
                  <a:cubicBezTo>
                    <a:pt x="85" y="5455"/>
                    <a:pt x="1538" y="6838"/>
                    <a:pt x="2633" y="6838"/>
                  </a:cubicBezTo>
                  <a:cubicBezTo>
                    <a:pt x="2840" y="6838"/>
                    <a:pt x="3034" y="6788"/>
                    <a:pt x="3203" y="6672"/>
                  </a:cubicBezTo>
                  <a:cubicBezTo>
                    <a:pt x="3470" y="6438"/>
                    <a:pt x="3603" y="6138"/>
                    <a:pt x="3603" y="5838"/>
                  </a:cubicBezTo>
                  <a:lnTo>
                    <a:pt x="3737" y="5905"/>
                  </a:lnTo>
                  <a:cubicBezTo>
                    <a:pt x="4146" y="6098"/>
                    <a:pt x="4777" y="6348"/>
                    <a:pt x="5389" y="6348"/>
                  </a:cubicBezTo>
                  <a:cubicBezTo>
                    <a:pt x="5725" y="6348"/>
                    <a:pt x="6055" y="6272"/>
                    <a:pt x="6339" y="6071"/>
                  </a:cubicBezTo>
                  <a:cubicBezTo>
                    <a:pt x="7006" y="5604"/>
                    <a:pt x="7073" y="4670"/>
                    <a:pt x="7006" y="3970"/>
                  </a:cubicBezTo>
                  <a:lnTo>
                    <a:pt x="6973" y="3736"/>
                  </a:lnTo>
                  <a:lnTo>
                    <a:pt x="6973" y="3736"/>
                  </a:lnTo>
                  <a:cubicBezTo>
                    <a:pt x="7049" y="3750"/>
                    <a:pt x="7127" y="3757"/>
                    <a:pt x="7206" y="3757"/>
                  </a:cubicBezTo>
                  <a:cubicBezTo>
                    <a:pt x="7504" y="3757"/>
                    <a:pt x="7809" y="3661"/>
                    <a:pt x="8073" y="3503"/>
                  </a:cubicBezTo>
                  <a:cubicBezTo>
                    <a:pt x="9007" y="2836"/>
                    <a:pt x="8073" y="134"/>
                    <a:pt x="80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2"/>
            <p:cNvSpPr/>
            <p:nvPr/>
          </p:nvSpPr>
          <p:spPr>
            <a:xfrm>
              <a:off x="3419275" y="1931825"/>
              <a:ext cx="261050" cy="205175"/>
            </a:xfrm>
            <a:custGeom>
              <a:avLst/>
              <a:gdLst/>
              <a:ahLst/>
              <a:cxnLst/>
              <a:rect l="l" t="t" r="r" b="b"/>
              <a:pathLst>
                <a:path w="10442" h="8207" extrusionOk="0">
                  <a:moveTo>
                    <a:pt x="9207" y="0"/>
                  </a:moveTo>
                  <a:lnTo>
                    <a:pt x="1" y="6405"/>
                  </a:lnTo>
                  <a:lnTo>
                    <a:pt x="1268" y="8206"/>
                  </a:lnTo>
                  <a:lnTo>
                    <a:pt x="10441" y="1802"/>
                  </a:lnTo>
                  <a:lnTo>
                    <a:pt x="92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2"/>
            <p:cNvSpPr/>
            <p:nvPr/>
          </p:nvSpPr>
          <p:spPr>
            <a:xfrm>
              <a:off x="3455975" y="1984375"/>
              <a:ext cx="261050" cy="205150"/>
            </a:xfrm>
            <a:custGeom>
              <a:avLst/>
              <a:gdLst/>
              <a:ahLst/>
              <a:cxnLst/>
              <a:rect l="l" t="t" r="r" b="b"/>
              <a:pathLst>
                <a:path w="10442" h="8206" extrusionOk="0">
                  <a:moveTo>
                    <a:pt x="9174" y="0"/>
                  </a:moveTo>
                  <a:lnTo>
                    <a:pt x="0" y="6405"/>
                  </a:lnTo>
                  <a:lnTo>
                    <a:pt x="1235" y="8206"/>
                  </a:lnTo>
                  <a:lnTo>
                    <a:pt x="10441" y="1768"/>
                  </a:lnTo>
                  <a:lnTo>
                    <a:pt x="91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2"/>
            <p:cNvSpPr/>
            <p:nvPr/>
          </p:nvSpPr>
          <p:spPr>
            <a:xfrm>
              <a:off x="3487650" y="2040225"/>
              <a:ext cx="261050" cy="204350"/>
            </a:xfrm>
            <a:custGeom>
              <a:avLst/>
              <a:gdLst/>
              <a:ahLst/>
              <a:cxnLst/>
              <a:rect l="l" t="t" r="r" b="b"/>
              <a:pathLst>
                <a:path w="10442" h="8174" extrusionOk="0">
                  <a:moveTo>
                    <a:pt x="9174" y="1"/>
                  </a:moveTo>
                  <a:lnTo>
                    <a:pt x="1" y="6372"/>
                  </a:lnTo>
                  <a:lnTo>
                    <a:pt x="1235" y="8173"/>
                  </a:lnTo>
                  <a:lnTo>
                    <a:pt x="10442" y="1802"/>
                  </a:lnTo>
                  <a:lnTo>
                    <a:pt x="91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2"/>
            <p:cNvSpPr/>
            <p:nvPr/>
          </p:nvSpPr>
          <p:spPr>
            <a:xfrm>
              <a:off x="2965625" y="1454825"/>
              <a:ext cx="90075" cy="316075"/>
            </a:xfrm>
            <a:custGeom>
              <a:avLst/>
              <a:gdLst/>
              <a:ahLst/>
              <a:cxnLst/>
              <a:rect l="l" t="t" r="r" b="b"/>
              <a:pathLst>
                <a:path w="3603" h="12643" extrusionOk="0">
                  <a:moveTo>
                    <a:pt x="3603" y="0"/>
                  </a:moveTo>
                  <a:lnTo>
                    <a:pt x="3603" y="0"/>
                  </a:lnTo>
                  <a:cubicBezTo>
                    <a:pt x="0" y="3069"/>
                    <a:pt x="201" y="8873"/>
                    <a:pt x="2569" y="12643"/>
                  </a:cubicBezTo>
                  <a:cubicBezTo>
                    <a:pt x="1435" y="8440"/>
                    <a:pt x="1101" y="3803"/>
                    <a:pt x="360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2"/>
            <p:cNvSpPr/>
            <p:nvPr/>
          </p:nvSpPr>
          <p:spPr>
            <a:xfrm>
              <a:off x="3772025" y="1790900"/>
              <a:ext cx="321925" cy="321925"/>
            </a:xfrm>
            <a:custGeom>
              <a:avLst/>
              <a:gdLst/>
              <a:ahLst/>
              <a:cxnLst/>
              <a:rect l="l" t="t" r="r" b="b"/>
              <a:pathLst>
                <a:path w="12877" h="12877" extrusionOk="0">
                  <a:moveTo>
                    <a:pt x="6427" y="2645"/>
                  </a:moveTo>
                  <a:cubicBezTo>
                    <a:pt x="8552" y="2645"/>
                    <a:pt x="10511" y="4508"/>
                    <a:pt x="10141" y="6972"/>
                  </a:cubicBezTo>
                  <a:cubicBezTo>
                    <a:pt x="9868" y="8822"/>
                    <a:pt x="8300" y="10148"/>
                    <a:pt x="6488" y="10148"/>
                  </a:cubicBezTo>
                  <a:cubicBezTo>
                    <a:pt x="6307" y="10148"/>
                    <a:pt x="6123" y="10135"/>
                    <a:pt x="5938" y="10107"/>
                  </a:cubicBezTo>
                  <a:cubicBezTo>
                    <a:pt x="2603" y="9674"/>
                    <a:pt x="1502" y="5404"/>
                    <a:pt x="4204" y="3403"/>
                  </a:cubicBezTo>
                  <a:cubicBezTo>
                    <a:pt x="4902" y="2879"/>
                    <a:pt x="5675" y="2645"/>
                    <a:pt x="6427" y="2645"/>
                  </a:cubicBezTo>
                  <a:close/>
                  <a:moveTo>
                    <a:pt x="5138" y="0"/>
                  </a:moveTo>
                  <a:lnTo>
                    <a:pt x="3403" y="567"/>
                  </a:lnTo>
                  <a:lnTo>
                    <a:pt x="3703" y="1801"/>
                  </a:lnTo>
                  <a:cubicBezTo>
                    <a:pt x="3070" y="2135"/>
                    <a:pt x="2503" y="2635"/>
                    <a:pt x="2036" y="3236"/>
                  </a:cubicBezTo>
                  <a:lnTo>
                    <a:pt x="968" y="2802"/>
                  </a:lnTo>
                  <a:lnTo>
                    <a:pt x="168" y="4437"/>
                  </a:lnTo>
                  <a:lnTo>
                    <a:pt x="1168" y="5037"/>
                  </a:lnTo>
                  <a:cubicBezTo>
                    <a:pt x="968" y="5771"/>
                    <a:pt x="935" y="6538"/>
                    <a:pt x="1068" y="7272"/>
                  </a:cubicBezTo>
                  <a:lnTo>
                    <a:pt x="1" y="7739"/>
                  </a:lnTo>
                  <a:lnTo>
                    <a:pt x="601" y="9474"/>
                  </a:lnTo>
                  <a:lnTo>
                    <a:pt x="1769" y="9173"/>
                  </a:lnTo>
                  <a:cubicBezTo>
                    <a:pt x="2136" y="9807"/>
                    <a:pt x="2636" y="10374"/>
                    <a:pt x="3270" y="10808"/>
                  </a:cubicBezTo>
                  <a:lnTo>
                    <a:pt x="2803" y="11909"/>
                  </a:lnTo>
                  <a:lnTo>
                    <a:pt x="4471" y="12709"/>
                  </a:lnTo>
                  <a:lnTo>
                    <a:pt x="5104" y="11642"/>
                  </a:lnTo>
                  <a:cubicBezTo>
                    <a:pt x="5499" y="11736"/>
                    <a:pt x="5904" y="11777"/>
                    <a:pt x="6314" y="11777"/>
                  </a:cubicBezTo>
                  <a:cubicBezTo>
                    <a:pt x="6632" y="11777"/>
                    <a:pt x="6952" y="11752"/>
                    <a:pt x="7273" y="11709"/>
                  </a:cubicBezTo>
                  <a:lnTo>
                    <a:pt x="7740" y="12876"/>
                  </a:lnTo>
                  <a:lnTo>
                    <a:pt x="9474" y="12276"/>
                  </a:lnTo>
                  <a:lnTo>
                    <a:pt x="9141" y="10975"/>
                  </a:lnTo>
                  <a:cubicBezTo>
                    <a:pt x="9741" y="10608"/>
                    <a:pt x="10275" y="10107"/>
                    <a:pt x="10675" y="9540"/>
                  </a:cubicBezTo>
                  <a:lnTo>
                    <a:pt x="11943" y="10041"/>
                  </a:lnTo>
                  <a:lnTo>
                    <a:pt x="12743" y="8406"/>
                  </a:lnTo>
                  <a:lnTo>
                    <a:pt x="11542" y="7706"/>
                  </a:lnTo>
                  <a:cubicBezTo>
                    <a:pt x="11709" y="7039"/>
                    <a:pt x="11742" y="6338"/>
                    <a:pt x="11642" y="5671"/>
                  </a:cubicBezTo>
                  <a:lnTo>
                    <a:pt x="12877" y="5137"/>
                  </a:lnTo>
                  <a:lnTo>
                    <a:pt x="12310" y="3403"/>
                  </a:lnTo>
                  <a:lnTo>
                    <a:pt x="10942" y="3736"/>
                  </a:lnTo>
                  <a:cubicBezTo>
                    <a:pt x="10608" y="3136"/>
                    <a:pt x="10141" y="2602"/>
                    <a:pt x="9574" y="2202"/>
                  </a:cubicBezTo>
                  <a:lnTo>
                    <a:pt x="10075" y="934"/>
                  </a:lnTo>
                  <a:lnTo>
                    <a:pt x="8440" y="100"/>
                  </a:lnTo>
                  <a:lnTo>
                    <a:pt x="7740" y="1268"/>
                  </a:lnTo>
                  <a:cubicBezTo>
                    <a:pt x="7279" y="1130"/>
                    <a:pt x="6787" y="1055"/>
                    <a:pt x="6295" y="1055"/>
                  </a:cubicBezTo>
                  <a:cubicBezTo>
                    <a:pt x="6075" y="1055"/>
                    <a:pt x="5855" y="1070"/>
                    <a:pt x="5638" y="1101"/>
                  </a:cubicBezTo>
                  <a:lnTo>
                    <a:pt x="51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2"/>
            <p:cNvSpPr/>
            <p:nvPr/>
          </p:nvSpPr>
          <p:spPr>
            <a:xfrm>
              <a:off x="3932150" y="1944325"/>
              <a:ext cx="60075" cy="72575"/>
            </a:xfrm>
            <a:custGeom>
              <a:avLst/>
              <a:gdLst/>
              <a:ahLst/>
              <a:cxnLst/>
              <a:rect l="l" t="t" r="r" b="b"/>
              <a:pathLst>
                <a:path w="2403" h="2903" extrusionOk="0">
                  <a:moveTo>
                    <a:pt x="601" y="1"/>
                  </a:moveTo>
                  <a:cubicBezTo>
                    <a:pt x="534" y="168"/>
                    <a:pt x="401" y="334"/>
                    <a:pt x="267" y="435"/>
                  </a:cubicBezTo>
                  <a:cubicBezTo>
                    <a:pt x="167" y="501"/>
                    <a:pt x="67" y="568"/>
                    <a:pt x="0" y="601"/>
                  </a:cubicBezTo>
                  <a:lnTo>
                    <a:pt x="434" y="1235"/>
                  </a:lnTo>
                  <a:lnTo>
                    <a:pt x="1735" y="2903"/>
                  </a:lnTo>
                  <a:lnTo>
                    <a:pt x="2402" y="2369"/>
                  </a:lnTo>
                  <a:lnTo>
                    <a:pt x="1101" y="635"/>
                  </a:lnTo>
                  <a:lnTo>
                    <a:pt x="60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2"/>
            <p:cNvSpPr/>
            <p:nvPr/>
          </p:nvSpPr>
          <p:spPr>
            <a:xfrm>
              <a:off x="3868800" y="1886075"/>
              <a:ext cx="102575" cy="94575"/>
            </a:xfrm>
            <a:custGeom>
              <a:avLst/>
              <a:gdLst/>
              <a:ahLst/>
              <a:cxnLst/>
              <a:rect l="l" t="t" r="r" b="b"/>
              <a:pathLst>
                <a:path w="4103" h="3783" extrusionOk="0">
                  <a:moveTo>
                    <a:pt x="2076" y="763"/>
                  </a:moveTo>
                  <a:cubicBezTo>
                    <a:pt x="2802" y="763"/>
                    <a:pt x="3476" y="1502"/>
                    <a:pt x="3135" y="2331"/>
                  </a:cubicBezTo>
                  <a:cubicBezTo>
                    <a:pt x="3068" y="2498"/>
                    <a:pt x="2935" y="2664"/>
                    <a:pt x="2768" y="2765"/>
                  </a:cubicBezTo>
                  <a:cubicBezTo>
                    <a:pt x="2701" y="2831"/>
                    <a:pt x="2601" y="2898"/>
                    <a:pt x="2501" y="2931"/>
                  </a:cubicBezTo>
                  <a:cubicBezTo>
                    <a:pt x="2351" y="2993"/>
                    <a:pt x="2204" y="3021"/>
                    <a:pt x="2065" y="3021"/>
                  </a:cubicBezTo>
                  <a:cubicBezTo>
                    <a:pt x="1151" y="3021"/>
                    <a:pt x="548" y="1820"/>
                    <a:pt x="1300" y="1097"/>
                  </a:cubicBezTo>
                  <a:cubicBezTo>
                    <a:pt x="1534" y="863"/>
                    <a:pt x="1808" y="763"/>
                    <a:pt x="2076" y="763"/>
                  </a:cubicBezTo>
                  <a:close/>
                  <a:moveTo>
                    <a:pt x="2117" y="0"/>
                  </a:moveTo>
                  <a:cubicBezTo>
                    <a:pt x="1284" y="0"/>
                    <a:pt x="468" y="546"/>
                    <a:pt x="266" y="1497"/>
                  </a:cubicBezTo>
                  <a:cubicBezTo>
                    <a:pt x="0" y="2745"/>
                    <a:pt x="983" y="3782"/>
                    <a:pt x="2102" y="3782"/>
                  </a:cubicBezTo>
                  <a:cubicBezTo>
                    <a:pt x="2388" y="3782"/>
                    <a:pt x="2683" y="3715"/>
                    <a:pt x="2968" y="3565"/>
                  </a:cubicBezTo>
                  <a:cubicBezTo>
                    <a:pt x="3235" y="3398"/>
                    <a:pt x="3468" y="3198"/>
                    <a:pt x="3635" y="2965"/>
                  </a:cubicBezTo>
                  <a:cubicBezTo>
                    <a:pt x="4102" y="2298"/>
                    <a:pt x="4102" y="1397"/>
                    <a:pt x="3602" y="730"/>
                  </a:cubicBezTo>
                  <a:cubicBezTo>
                    <a:pt x="3208" y="231"/>
                    <a:pt x="2659" y="0"/>
                    <a:pt x="21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2"/>
            <p:cNvSpPr/>
            <p:nvPr/>
          </p:nvSpPr>
          <p:spPr>
            <a:xfrm>
              <a:off x="3096550" y="2103625"/>
              <a:ext cx="229350" cy="229350"/>
            </a:xfrm>
            <a:custGeom>
              <a:avLst/>
              <a:gdLst/>
              <a:ahLst/>
              <a:cxnLst/>
              <a:rect l="l" t="t" r="r" b="b"/>
              <a:pathLst>
                <a:path w="9174" h="9174" extrusionOk="0">
                  <a:moveTo>
                    <a:pt x="4621" y="1970"/>
                  </a:moveTo>
                  <a:cubicBezTo>
                    <a:pt x="6587" y="1970"/>
                    <a:pt x="7931" y="4206"/>
                    <a:pt x="6805" y="5971"/>
                  </a:cubicBezTo>
                  <a:cubicBezTo>
                    <a:pt x="6293" y="6761"/>
                    <a:pt x="5453" y="7182"/>
                    <a:pt x="4600" y="7182"/>
                  </a:cubicBezTo>
                  <a:cubicBezTo>
                    <a:pt x="4120" y="7182"/>
                    <a:pt x="3635" y="7048"/>
                    <a:pt x="3203" y="6772"/>
                  </a:cubicBezTo>
                  <a:cubicBezTo>
                    <a:pt x="1235" y="5537"/>
                    <a:pt x="1768" y="2535"/>
                    <a:pt x="4037" y="2035"/>
                  </a:cubicBezTo>
                  <a:cubicBezTo>
                    <a:pt x="4236" y="1991"/>
                    <a:pt x="4431" y="1970"/>
                    <a:pt x="4621" y="1970"/>
                  </a:cubicBezTo>
                  <a:close/>
                  <a:moveTo>
                    <a:pt x="4337" y="0"/>
                  </a:moveTo>
                  <a:lnTo>
                    <a:pt x="4203" y="834"/>
                  </a:lnTo>
                  <a:cubicBezTo>
                    <a:pt x="3670" y="901"/>
                    <a:pt x="3169" y="1034"/>
                    <a:pt x="2702" y="1301"/>
                  </a:cubicBezTo>
                  <a:lnTo>
                    <a:pt x="2135" y="701"/>
                  </a:lnTo>
                  <a:lnTo>
                    <a:pt x="1168" y="1501"/>
                  </a:lnTo>
                  <a:lnTo>
                    <a:pt x="1635" y="2202"/>
                  </a:lnTo>
                  <a:cubicBezTo>
                    <a:pt x="1301" y="2602"/>
                    <a:pt x="1068" y="3069"/>
                    <a:pt x="934" y="3569"/>
                  </a:cubicBezTo>
                  <a:lnTo>
                    <a:pt x="134" y="3569"/>
                  </a:lnTo>
                  <a:lnTo>
                    <a:pt x="0" y="4837"/>
                  </a:lnTo>
                  <a:lnTo>
                    <a:pt x="834" y="4970"/>
                  </a:lnTo>
                  <a:cubicBezTo>
                    <a:pt x="901" y="5504"/>
                    <a:pt x="1068" y="6004"/>
                    <a:pt x="1301" y="6438"/>
                  </a:cubicBezTo>
                  <a:lnTo>
                    <a:pt x="734" y="7005"/>
                  </a:lnTo>
                  <a:lnTo>
                    <a:pt x="1535" y="8006"/>
                  </a:lnTo>
                  <a:lnTo>
                    <a:pt x="2235" y="7505"/>
                  </a:lnTo>
                  <a:cubicBezTo>
                    <a:pt x="2636" y="7806"/>
                    <a:pt x="3103" y="8039"/>
                    <a:pt x="3603" y="8173"/>
                  </a:cubicBezTo>
                  <a:lnTo>
                    <a:pt x="3570" y="9040"/>
                  </a:lnTo>
                  <a:lnTo>
                    <a:pt x="4837" y="9173"/>
                  </a:lnTo>
                  <a:lnTo>
                    <a:pt x="5004" y="8239"/>
                  </a:lnTo>
                  <a:cubicBezTo>
                    <a:pt x="5471" y="8173"/>
                    <a:pt x="5938" y="8006"/>
                    <a:pt x="6372" y="7772"/>
                  </a:cubicBezTo>
                  <a:lnTo>
                    <a:pt x="7005" y="8439"/>
                  </a:lnTo>
                  <a:lnTo>
                    <a:pt x="8006" y="7639"/>
                  </a:lnTo>
                  <a:lnTo>
                    <a:pt x="7472" y="6838"/>
                  </a:lnTo>
                  <a:cubicBezTo>
                    <a:pt x="7739" y="6471"/>
                    <a:pt x="7973" y="6038"/>
                    <a:pt x="8106" y="5604"/>
                  </a:cubicBezTo>
                  <a:lnTo>
                    <a:pt x="9040" y="5637"/>
                  </a:lnTo>
                  <a:lnTo>
                    <a:pt x="9174" y="4337"/>
                  </a:lnTo>
                  <a:lnTo>
                    <a:pt x="8240" y="4170"/>
                  </a:lnTo>
                  <a:cubicBezTo>
                    <a:pt x="8173" y="3703"/>
                    <a:pt x="8040" y="3236"/>
                    <a:pt x="7806" y="2802"/>
                  </a:cubicBezTo>
                  <a:lnTo>
                    <a:pt x="8473" y="2168"/>
                  </a:lnTo>
                  <a:lnTo>
                    <a:pt x="7673" y="1168"/>
                  </a:lnTo>
                  <a:lnTo>
                    <a:pt x="6905" y="1701"/>
                  </a:lnTo>
                  <a:cubicBezTo>
                    <a:pt x="6505" y="1368"/>
                    <a:pt x="6071" y="1134"/>
                    <a:pt x="5604" y="967"/>
                  </a:cubicBezTo>
                  <a:lnTo>
                    <a:pt x="5604" y="100"/>
                  </a:lnTo>
                  <a:lnTo>
                    <a:pt x="4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2"/>
            <p:cNvSpPr/>
            <p:nvPr/>
          </p:nvSpPr>
          <p:spPr>
            <a:xfrm>
              <a:off x="3611075" y="2218700"/>
              <a:ext cx="229375" cy="228525"/>
            </a:xfrm>
            <a:custGeom>
              <a:avLst/>
              <a:gdLst/>
              <a:ahLst/>
              <a:cxnLst/>
              <a:rect l="l" t="t" r="r" b="b"/>
              <a:pathLst>
                <a:path w="9175" h="9141" extrusionOk="0">
                  <a:moveTo>
                    <a:pt x="4563" y="1962"/>
                  </a:moveTo>
                  <a:cubicBezTo>
                    <a:pt x="4836" y="1962"/>
                    <a:pt x="5119" y="2007"/>
                    <a:pt x="5405" y="2102"/>
                  </a:cubicBezTo>
                  <a:cubicBezTo>
                    <a:pt x="7606" y="2836"/>
                    <a:pt x="7806" y="5871"/>
                    <a:pt x="5738" y="6905"/>
                  </a:cubicBezTo>
                  <a:cubicBezTo>
                    <a:pt x="5375" y="7087"/>
                    <a:pt x="4987" y="7173"/>
                    <a:pt x="4602" y="7173"/>
                  </a:cubicBezTo>
                  <a:cubicBezTo>
                    <a:pt x="3646" y="7173"/>
                    <a:pt x="2712" y="6642"/>
                    <a:pt x="2236" y="5738"/>
                  </a:cubicBezTo>
                  <a:cubicBezTo>
                    <a:pt x="1336" y="3938"/>
                    <a:pt x="2734" y="1962"/>
                    <a:pt x="4563" y="1962"/>
                  </a:cubicBezTo>
                  <a:close/>
                  <a:moveTo>
                    <a:pt x="4504" y="0"/>
                  </a:moveTo>
                  <a:lnTo>
                    <a:pt x="3236" y="201"/>
                  </a:lnTo>
                  <a:lnTo>
                    <a:pt x="3303" y="1034"/>
                  </a:lnTo>
                  <a:cubicBezTo>
                    <a:pt x="2803" y="1201"/>
                    <a:pt x="2336" y="1468"/>
                    <a:pt x="1969" y="1868"/>
                  </a:cubicBezTo>
                  <a:lnTo>
                    <a:pt x="1302" y="1435"/>
                  </a:lnTo>
                  <a:lnTo>
                    <a:pt x="535" y="2469"/>
                  </a:lnTo>
                  <a:lnTo>
                    <a:pt x="1168" y="3003"/>
                  </a:lnTo>
                  <a:cubicBezTo>
                    <a:pt x="935" y="3470"/>
                    <a:pt x="835" y="4003"/>
                    <a:pt x="835" y="4504"/>
                  </a:cubicBezTo>
                  <a:lnTo>
                    <a:pt x="1" y="4704"/>
                  </a:lnTo>
                  <a:lnTo>
                    <a:pt x="201" y="5938"/>
                  </a:lnTo>
                  <a:lnTo>
                    <a:pt x="1068" y="5871"/>
                  </a:lnTo>
                  <a:cubicBezTo>
                    <a:pt x="1268" y="6338"/>
                    <a:pt x="1535" y="6772"/>
                    <a:pt x="1902" y="7139"/>
                  </a:cubicBezTo>
                  <a:lnTo>
                    <a:pt x="1435" y="7873"/>
                  </a:lnTo>
                  <a:lnTo>
                    <a:pt x="2469" y="8640"/>
                  </a:lnTo>
                  <a:lnTo>
                    <a:pt x="3070" y="7939"/>
                  </a:lnTo>
                  <a:cubicBezTo>
                    <a:pt x="3503" y="8140"/>
                    <a:pt x="4004" y="8240"/>
                    <a:pt x="4471" y="8240"/>
                  </a:cubicBezTo>
                  <a:lnTo>
                    <a:pt x="4704" y="9140"/>
                  </a:lnTo>
                  <a:lnTo>
                    <a:pt x="5938" y="8973"/>
                  </a:lnTo>
                  <a:lnTo>
                    <a:pt x="5872" y="7973"/>
                  </a:lnTo>
                  <a:cubicBezTo>
                    <a:pt x="6305" y="7806"/>
                    <a:pt x="6706" y="7572"/>
                    <a:pt x="7073" y="7239"/>
                  </a:cubicBezTo>
                  <a:lnTo>
                    <a:pt x="7873" y="7739"/>
                  </a:lnTo>
                  <a:lnTo>
                    <a:pt x="8674" y="6705"/>
                  </a:lnTo>
                  <a:lnTo>
                    <a:pt x="7940" y="6071"/>
                  </a:lnTo>
                  <a:cubicBezTo>
                    <a:pt x="8140" y="5638"/>
                    <a:pt x="8240" y="5171"/>
                    <a:pt x="8273" y="4670"/>
                  </a:cubicBezTo>
                  <a:lnTo>
                    <a:pt x="9174" y="4470"/>
                  </a:lnTo>
                  <a:lnTo>
                    <a:pt x="8974" y="3236"/>
                  </a:lnTo>
                  <a:lnTo>
                    <a:pt x="8073" y="3303"/>
                  </a:lnTo>
                  <a:cubicBezTo>
                    <a:pt x="7906" y="2836"/>
                    <a:pt x="7640" y="2402"/>
                    <a:pt x="7306" y="2035"/>
                  </a:cubicBezTo>
                  <a:lnTo>
                    <a:pt x="7773" y="1268"/>
                  </a:lnTo>
                  <a:lnTo>
                    <a:pt x="6739" y="534"/>
                  </a:lnTo>
                  <a:lnTo>
                    <a:pt x="6172" y="1168"/>
                  </a:lnTo>
                  <a:cubicBezTo>
                    <a:pt x="5705" y="934"/>
                    <a:pt x="5171" y="801"/>
                    <a:pt x="4671" y="801"/>
                  </a:cubicBezTo>
                  <a:lnTo>
                    <a:pt x="450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2"/>
            <p:cNvSpPr/>
            <p:nvPr/>
          </p:nvSpPr>
          <p:spPr>
            <a:xfrm>
              <a:off x="3275850" y="2242050"/>
              <a:ext cx="329425" cy="329425"/>
            </a:xfrm>
            <a:custGeom>
              <a:avLst/>
              <a:gdLst/>
              <a:ahLst/>
              <a:cxnLst/>
              <a:rect l="l" t="t" r="r" b="b"/>
              <a:pathLst>
                <a:path w="13177" h="13177" extrusionOk="0">
                  <a:moveTo>
                    <a:pt x="6552" y="2828"/>
                  </a:moveTo>
                  <a:cubicBezTo>
                    <a:pt x="8237" y="2828"/>
                    <a:pt x="9898" y="3942"/>
                    <a:pt x="10274" y="5905"/>
                  </a:cubicBezTo>
                  <a:cubicBezTo>
                    <a:pt x="10641" y="7906"/>
                    <a:pt x="9307" y="9874"/>
                    <a:pt x="7305" y="10241"/>
                  </a:cubicBezTo>
                  <a:lnTo>
                    <a:pt x="7305" y="10274"/>
                  </a:lnTo>
                  <a:cubicBezTo>
                    <a:pt x="7050" y="10323"/>
                    <a:pt x="6801" y="10347"/>
                    <a:pt x="6558" y="10347"/>
                  </a:cubicBezTo>
                  <a:cubicBezTo>
                    <a:pt x="3658" y="10347"/>
                    <a:pt x="1746" y="7025"/>
                    <a:pt x="3469" y="4470"/>
                  </a:cubicBezTo>
                  <a:cubicBezTo>
                    <a:pt x="4241" y="3347"/>
                    <a:pt x="5402" y="2828"/>
                    <a:pt x="6552" y="2828"/>
                  </a:cubicBezTo>
                  <a:close/>
                  <a:moveTo>
                    <a:pt x="6438" y="0"/>
                  </a:moveTo>
                  <a:lnTo>
                    <a:pt x="6171" y="1301"/>
                  </a:lnTo>
                  <a:cubicBezTo>
                    <a:pt x="5437" y="1368"/>
                    <a:pt x="4737" y="1535"/>
                    <a:pt x="4103" y="1868"/>
                  </a:cubicBezTo>
                  <a:lnTo>
                    <a:pt x="3269" y="934"/>
                  </a:lnTo>
                  <a:lnTo>
                    <a:pt x="1835" y="2035"/>
                  </a:lnTo>
                  <a:lnTo>
                    <a:pt x="2502" y="3103"/>
                  </a:lnTo>
                  <a:cubicBezTo>
                    <a:pt x="2002" y="3636"/>
                    <a:pt x="1635" y="4303"/>
                    <a:pt x="1401" y="5004"/>
                  </a:cubicBezTo>
                  <a:lnTo>
                    <a:pt x="234" y="4937"/>
                  </a:lnTo>
                  <a:lnTo>
                    <a:pt x="0" y="6739"/>
                  </a:lnTo>
                  <a:lnTo>
                    <a:pt x="1168" y="7005"/>
                  </a:lnTo>
                  <a:cubicBezTo>
                    <a:pt x="1201" y="7739"/>
                    <a:pt x="1435" y="8473"/>
                    <a:pt x="1768" y="9140"/>
                  </a:cubicBezTo>
                  <a:lnTo>
                    <a:pt x="934" y="9907"/>
                  </a:lnTo>
                  <a:lnTo>
                    <a:pt x="2035" y="11375"/>
                  </a:lnTo>
                  <a:lnTo>
                    <a:pt x="3036" y="10708"/>
                  </a:lnTo>
                  <a:cubicBezTo>
                    <a:pt x="3603" y="11175"/>
                    <a:pt x="4270" y="11542"/>
                    <a:pt x="5004" y="11742"/>
                  </a:cubicBezTo>
                  <a:lnTo>
                    <a:pt x="4937" y="12943"/>
                  </a:lnTo>
                  <a:lnTo>
                    <a:pt x="6738" y="13176"/>
                  </a:lnTo>
                  <a:lnTo>
                    <a:pt x="7005" y="11942"/>
                  </a:lnTo>
                  <a:cubicBezTo>
                    <a:pt x="7739" y="11876"/>
                    <a:pt x="8440" y="11642"/>
                    <a:pt x="9073" y="11275"/>
                  </a:cubicBezTo>
                  <a:lnTo>
                    <a:pt x="9907" y="12242"/>
                  </a:lnTo>
                  <a:lnTo>
                    <a:pt x="11342" y="11108"/>
                  </a:lnTo>
                  <a:lnTo>
                    <a:pt x="10608" y="10008"/>
                  </a:lnTo>
                  <a:cubicBezTo>
                    <a:pt x="11075" y="9440"/>
                    <a:pt x="11375" y="8840"/>
                    <a:pt x="11609" y="8173"/>
                  </a:cubicBezTo>
                  <a:lnTo>
                    <a:pt x="12943" y="8240"/>
                  </a:lnTo>
                  <a:lnTo>
                    <a:pt x="13176" y="6405"/>
                  </a:lnTo>
                  <a:lnTo>
                    <a:pt x="11809" y="6171"/>
                  </a:lnTo>
                  <a:cubicBezTo>
                    <a:pt x="11742" y="5471"/>
                    <a:pt x="11542" y="4804"/>
                    <a:pt x="11242" y="4203"/>
                  </a:cubicBezTo>
                  <a:lnTo>
                    <a:pt x="12276" y="3269"/>
                  </a:lnTo>
                  <a:lnTo>
                    <a:pt x="11142" y="1835"/>
                  </a:lnTo>
                  <a:lnTo>
                    <a:pt x="9974" y="2602"/>
                  </a:lnTo>
                  <a:cubicBezTo>
                    <a:pt x="9440" y="2135"/>
                    <a:pt x="8840" y="1802"/>
                    <a:pt x="8173" y="1568"/>
                  </a:cubicBezTo>
                  <a:lnTo>
                    <a:pt x="8239" y="234"/>
                  </a:lnTo>
                  <a:lnTo>
                    <a:pt x="6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2"/>
            <p:cNvSpPr/>
            <p:nvPr/>
          </p:nvSpPr>
          <p:spPr>
            <a:xfrm>
              <a:off x="3439300" y="2357125"/>
              <a:ext cx="45875" cy="38800"/>
            </a:xfrm>
            <a:custGeom>
              <a:avLst/>
              <a:gdLst/>
              <a:ahLst/>
              <a:cxnLst/>
              <a:rect l="l" t="t" r="r" b="b"/>
              <a:pathLst>
                <a:path w="1835" h="1552" extrusionOk="0">
                  <a:moveTo>
                    <a:pt x="1068" y="1"/>
                  </a:moveTo>
                  <a:cubicBezTo>
                    <a:pt x="367" y="1"/>
                    <a:pt x="0" y="835"/>
                    <a:pt x="501" y="1335"/>
                  </a:cubicBezTo>
                  <a:cubicBezTo>
                    <a:pt x="660" y="1484"/>
                    <a:pt x="854" y="1552"/>
                    <a:pt x="1044" y="1552"/>
                  </a:cubicBezTo>
                  <a:cubicBezTo>
                    <a:pt x="1448" y="1552"/>
                    <a:pt x="1835" y="1245"/>
                    <a:pt x="1835" y="768"/>
                  </a:cubicBezTo>
                  <a:cubicBezTo>
                    <a:pt x="1835" y="334"/>
                    <a:pt x="1468" y="1"/>
                    <a:pt x="10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2"/>
            <p:cNvSpPr/>
            <p:nvPr/>
          </p:nvSpPr>
          <p:spPr>
            <a:xfrm>
              <a:off x="3431800" y="2396750"/>
              <a:ext cx="67550" cy="41300"/>
            </a:xfrm>
            <a:custGeom>
              <a:avLst/>
              <a:gdLst/>
              <a:ahLst/>
              <a:cxnLst/>
              <a:rect l="l" t="t" r="r" b="b"/>
              <a:pathLst>
                <a:path w="2702" h="1652" extrusionOk="0">
                  <a:moveTo>
                    <a:pt x="1351" y="0"/>
                  </a:moveTo>
                  <a:cubicBezTo>
                    <a:pt x="676" y="0"/>
                    <a:pt x="0" y="450"/>
                    <a:pt x="0" y="1351"/>
                  </a:cubicBezTo>
                  <a:lnTo>
                    <a:pt x="0" y="1651"/>
                  </a:lnTo>
                  <a:lnTo>
                    <a:pt x="2702" y="1651"/>
                  </a:lnTo>
                  <a:lnTo>
                    <a:pt x="2702" y="1351"/>
                  </a:lnTo>
                  <a:cubicBezTo>
                    <a:pt x="2702" y="450"/>
                    <a:pt x="2026" y="0"/>
                    <a:pt x="13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2"/>
            <p:cNvSpPr/>
            <p:nvPr/>
          </p:nvSpPr>
          <p:spPr>
            <a:xfrm>
              <a:off x="3389250" y="2368800"/>
              <a:ext cx="45900" cy="38800"/>
            </a:xfrm>
            <a:custGeom>
              <a:avLst/>
              <a:gdLst/>
              <a:ahLst/>
              <a:cxnLst/>
              <a:rect l="l" t="t" r="r" b="b"/>
              <a:pathLst>
                <a:path w="1836" h="1552" extrusionOk="0">
                  <a:moveTo>
                    <a:pt x="1068" y="1"/>
                  </a:moveTo>
                  <a:cubicBezTo>
                    <a:pt x="368" y="1"/>
                    <a:pt x="1" y="835"/>
                    <a:pt x="501" y="1335"/>
                  </a:cubicBezTo>
                  <a:cubicBezTo>
                    <a:pt x="661" y="1484"/>
                    <a:pt x="855" y="1552"/>
                    <a:pt x="1044" y="1552"/>
                  </a:cubicBezTo>
                  <a:cubicBezTo>
                    <a:pt x="1449" y="1552"/>
                    <a:pt x="1835" y="1245"/>
                    <a:pt x="1835" y="768"/>
                  </a:cubicBezTo>
                  <a:cubicBezTo>
                    <a:pt x="1835" y="334"/>
                    <a:pt x="1502" y="1"/>
                    <a:pt x="10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2"/>
            <p:cNvSpPr/>
            <p:nvPr/>
          </p:nvSpPr>
          <p:spPr>
            <a:xfrm>
              <a:off x="3381750" y="2410300"/>
              <a:ext cx="67575" cy="38575"/>
            </a:xfrm>
            <a:custGeom>
              <a:avLst/>
              <a:gdLst/>
              <a:ahLst/>
              <a:cxnLst/>
              <a:rect l="l" t="t" r="r" b="b"/>
              <a:pathLst>
                <a:path w="2703" h="1543" extrusionOk="0">
                  <a:moveTo>
                    <a:pt x="1352" y="0"/>
                  </a:moveTo>
                  <a:cubicBezTo>
                    <a:pt x="701" y="0"/>
                    <a:pt x="51" y="426"/>
                    <a:pt x="1" y="1276"/>
                  </a:cubicBezTo>
                  <a:lnTo>
                    <a:pt x="1" y="1543"/>
                  </a:lnTo>
                  <a:lnTo>
                    <a:pt x="2703" y="1543"/>
                  </a:lnTo>
                  <a:lnTo>
                    <a:pt x="2703" y="1276"/>
                  </a:lnTo>
                  <a:cubicBezTo>
                    <a:pt x="2653" y="426"/>
                    <a:pt x="2002" y="0"/>
                    <a:pt x="13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2"/>
            <p:cNvSpPr/>
            <p:nvPr/>
          </p:nvSpPr>
          <p:spPr>
            <a:xfrm>
              <a:off x="3965500" y="1359750"/>
              <a:ext cx="519575" cy="519550"/>
            </a:xfrm>
            <a:custGeom>
              <a:avLst/>
              <a:gdLst/>
              <a:ahLst/>
              <a:cxnLst/>
              <a:rect l="l" t="t" r="r" b="b"/>
              <a:pathLst>
                <a:path w="20783" h="20782" extrusionOk="0">
                  <a:moveTo>
                    <a:pt x="10345" y="4829"/>
                  </a:moveTo>
                  <a:cubicBezTo>
                    <a:pt x="13184" y="4829"/>
                    <a:pt x="15912" y="7038"/>
                    <a:pt x="15912" y="10375"/>
                  </a:cubicBezTo>
                  <a:cubicBezTo>
                    <a:pt x="15912" y="13443"/>
                    <a:pt x="13444" y="15912"/>
                    <a:pt x="10375" y="15912"/>
                  </a:cubicBezTo>
                  <a:cubicBezTo>
                    <a:pt x="5438" y="15912"/>
                    <a:pt x="2969" y="9941"/>
                    <a:pt x="6472" y="6472"/>
                  </a:cubicBezTo>
                  <a:cubicBezTo>
                    <a:pt x="7596" y="5337"/>
                    <a:pt x="8983" y="4829"/>
                    <a:pt x="10345" y="4829"/>
                  </a:cubicBezTo>
                  <a:close/>
                  <a:moveTo>
                    <a:pt x="10908" y="0"/>
                  </a:moveTo>
                  <a:lnTo>
                    <a:pt x="10508" y="1835"/>
                  </a:lnTo>
                  <a:cubicBezTo>
                    <a:pt x="10420" y="1832"/>
                    <a:pt x="10331" y="1830"/>
                    <a:pt x="10244" y="1830"/>
                  </a:cubicBezTo>
                  <a:cubicBezTo>
                    <a:pt x="9471" y="1830"/>
                    <a:pt x="8725" y="1959"/>
                    <a:pt x="8006" y="2169"/>
                  </a:cubicBezTo>
                  <a:lnTo>
                    <a:pt x="7106" y="534"/>
                  </a:lnTo>
                  <a:lnTo>
                    <a:pt x="5671" y="1135"/>
                  </a:lnTo>
                  <a:lnTo>
                    <a:pt x="6205" y="2903"/>
                  </a:lnTo>
                  <a:cubicBezTo>
                    <a:pt x="5471" y="3336"/>
                    <a:pt x="4804" y="3837"/>
                    <a:pt x="4204" y="4470"/>
                  </a:cubicBezTo>
                  <a:lnTo>
                    <a:pt x="2602" y="3470"/>
                  </a:lnTo>
                  <a:lnTo>
                    <a:pt x="1668" y="4737"/>
                  </a:lnTo>
                  <a:lnTo>
                    <a:pt x="3036" y="6005"/>
                  </a:lnTo>
                  <a:cubicBezTo>
                    <a:pt x="2602" y="6739"/>
                    <a:pt x="2269" y="7539"/>
                    <a:pt x="2069" y="8340"/>
                  </a:cubicBezTo>
                  <a:lnTo>
                    <a:pt x="201" y="8306"/>
                  </a:lnTo>
                  <a:lnTo>
                    <a:pt x="1" y="9874"/>
                  </a:lnTo>
                  <a:lnTo>
                    <a:pt x="1835" y="10274"/>
                  </a:lnTo>
                  <a:cubicBezTo>
                    <a:pt x="1802" y="11108"/>
                    <a:pt x="1935" y="11976"/>
                    <a:pt x="2169" y="12776"/>
                  </a:cubicBezTo>
                  <a:lnTo>
                    <a:pt x="501" y="13677"/>
                  </a:lnTo>
                  <a:lnTo>
                    <a:pt x="1135" y="15111"/>
                  </a:lnTo>
                  <a:lnTo>
                    <a:pt x="2903" y="14578"/>
                  </a:lnTo>
                  <a:cubicBezTo>
                    <a:pt x="3336" y="15311"/>
                    <a:pt x="3837" y="15979"/>
                    <a:pt x="4470" y="16579"/>
                  </a:cubicBezTo>
                  <a:lnTo>
                    <a:pt x="3470" y="18147"/>
                  </a:lnTo>
                  <a:lnTo>
                    <a:pt x="4737" y="19114"/>
                  </a:lnTo>
                  <a:lnTo>
                    <a:pt x="6005" y="17746"/>
                  </a:lnTo>
                  <a:cubicBezTo>
                    <a:pt x="6739" y="18180"/>
                    <a:pt x="7539" y="18514"/>
                    <a:pt x="8340" y="18714"/>
                  </a:cubicBezTo>
                  <a:lnTo>
                    <a:pt x="8307" y="20582"/>
                  </a:lnTo>
                  <a:lnTo>
                    <a:pt x="9841" y="20782"/>
                  </a:lnTo>
                  <a:lnTo>
                    <a:pt x="10275" y="18947"/>
                  </a:lnTo>
                  <a:cubicBezTo>
                    <a:pt x="10360" y="18951"/>
                    <a:pt x="10445" y="18952"/>
                    <a:pt x="10531" y="18952"/>
                  </a:cubicBezTo>
                  <a:cubicBezTo>
                    <a:pt x="11285" y="18952"/>
                    <a:pt x="12058" y="18823"/>
                    <a:pt x="12776" y="18614"/>
                  </a:cubicBezTo>
                  <a:lnTo>
                    <a:pt x="13644" y="20248"/>
                  </a:lnTo>
                  <a:lnTo>
                    <a:pt x="15111" y="19648"/>
                  </a:lnTo>
                  <a:lnTo>
                    <a:pt x="14544" y="17847"/>
                  </a:lnTo>
                  <a:cubicBezTo>
                    <a:pt x="15312" y="17446"/>
                    <a:pt x="15979" y="16913"/>
                    <a:pt x="16579" y="16312"/>
                  </a:cubicBezTo>
                  <a:lnTo>
                    <a:pt x="18147" y="17313"/>
                  </a:lnTo>
                  <a:lnTo>
                    <a:pt x="19114" y="16045"/>
                  </a:lnTo>
                  <a:lnTo>
                    <a:pt x="17747" y="14778"/>
                  </a:lnTo>
                  <a:cubicBezTo>
                    <a:pt x="18180" y="14044"/>
                    <a:pt x="18514" y="13243"/>
                    <a:pt x="18714" y="12409"/>
                  </a:cubicBezTo>
                  <a:lnTo>
                    <a:pt x="20582" y="12476"/>
                  </a:lnTo>
                  <a:lnTo>
                    <a:pt x="20782" y="10908"/>
                  </a:lnTo>
                  <a:lnTo>
                    <a:pt x="18947" y="10508"/>
                  </a:lnTo>
                  <a:cubicBezTo>
                    <a:pt x="18981" y="9674"/>
                    <a:pt x="18847" y="8807"/>
                    <a:pt x="18614" y="8006"/>
                  </a:cubicBezTo>
                  <a:lnTo>
                    <a:pt x="20248" y="7106"/>
                  </a:lnTo>
                  <a:lnTo>
                    <a:pt x="19648" y="5671"/>
                  </a:lnTo>
                  <a:lnTo>
                    <a:pt x="17880" y="6205"/>
                  </a:lnTo>
                  <a:cubicBezTo>
                    <a:pt x="17446" y="5471"/>
                    <a:pt x="16913" y="4804"/>
                    <a:pt x="16312" y="4203"/>
                  </a:cubicBezTo>
                  <a:lnTo>
                    <a:pt x="17280" y="2602"/>
                  </a:lnTo>
                  <a:lnTo>
                    <a:pt x="16045" y="1668"/>
                  </a:lnTo>
                  <a:lnTo>
                    <a:pt x="14778" y="3036"/>
                  </a:lnTo>
                  <a:cubicBezTo>
                    <a:pt x="14044" y="2602"/>
                    <a:pt x="13243" y="2269"/>
                    <a:pt x="12409" y="2069"/>
                  </a:cubicBezTo>
                  <a:lnTo>
                    <a:pt x="12476" y="201"/>
                  </a:lnTo>
                  <a:lnTo>
                    <a:pt x="109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2"/>
            <p:cNvSpPr/>
            <p:nvPr/>
          </p:nvSpPr>
          <p:spPr>
            <a:xfrm>
              <a:off x="4187325" y="1517350"/>
              <a:ext cx="65900" cy="56575"/>
            </a:xfrm>
            <a:custGeom>
              <a:avLst/>
              <a:gdLst/>
              <a:ahLst/>
              <a:cxnLst/>
              <a:rect l="l" t="t" r="r" b="b"/>
              <a:pathLst>
                <a:path w="2636" h="2263" extrusionOk="0">
                  <a:moveTo>
                    <a:pt x="1502" y="1"/>
                  </a:moveTo>
                  <a:cubicBezTo>
                    <a:pt x="501" y="1"/>
                    <a:pt x="1" y="1202"/>
                    <a:pt x="701" y="1936"/>
                  </a:cubicBezTo>
                  <a:cubicBezTo>
                    <a:pt x="937" y="2161"/>
                    <a:pt x="1222" y="2262"/>
                    <a:pt x="1499" y="2262"/>
                  </a:cubicBezTo>
                  <a:cubicBezTo>
                    <a:pt x="2084" y="2262"/>
                    <a:pt x="2636" y="1814"/>
                    <a:pt x="2636" y="1135"/>
                  </a:cubicBezTo>
                  <a:cubicBezTo>
                    <a:pt x="2636" y="501"/>
                    <a:pt x="2135" y="1"/>
                    <a:pt x="15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2"/>
            <p:cNvSpPr/>
            <p:nvPr/>
          </p:nvSpPr>
          <p:spPr>
            <a:xfrm>
              <a:off x="4194825" y="1569075"/>
              <a:ext cx="60075" cy="9200"/>
            </a:xfrm>
            <a:custGeom>
              <a:avLst/>
              <a:gdLst/>
              <a:ahLst/>
              <a:cxnLst/>
              <a:rect l="l" t="t" r="r" b="b"/>
              <a:pathLst>
                <a:path w="2403" h="368" extrusionOk="0">
                  <a:moveTo>
                    <a:pt x="1" y="0"/>
                  </a:moveTo>
                  <a:lnTo>
                    <a:pt x="1" y="367"/>
                  </a:lnTo>
                  <a:lnTo>
                    <a:pt x="2403" y="367"/>
                  </a:lnTo>
                  <a:lnTo>
                    <a:pt x="2403" y="0"/>
                  </a:lnTo>
                  <a:close/>
                </a:path>
              </a:pathLst>
            </a:custGeom>
            <a:solidFill>
              <a:srgbClr val="FFC7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2"/>
            <p:cNvSpPr/>
            <p:nvPr/>
          </p:nvSpPr>
          <p:spPr>
            <a:xfrm>
              <a:off x="4194825" y="1569075"/>
              <a:ext cx="60075" cy="9200"/>
            </a:xfrm>
            <a:custGeom>
              <a:avLst/>
              <a:gdLst/>
              <a:ahLst/>
              <a:cxnLst/>
              <a:rect l="l" t="t" r="r" b="b"/>
              <a:pathLst>
                <a:path w="2403" h="368" extrusionOk="0">
                  <a:moveTo>
                    <a:pt x="1" y="0"/>
                  </a:moveTo>
                  <a:lnTo>
                    <a:pt x="1" y="367"/>
                  </a:lnTo>
                  <a:lnTo>
                    <a:pt x="2403" y="367"/>
                  </a:lnTo>
                  <a:lnTo>
                    <a:pt x="24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2"/>
            <p:cNvSpPr/>
            <p:nvPr/>
          </p:nvSpPr>
          <p:spPr>
            <a:xfrm>
              <a:off x="4163975" y="1688325"/>
              <a:ext cx="121775" cy="9200"/>
            </a:xfrm>
            <a:custGeom>
              <a:avLst/>
              <a:gdLst/>
              <a:ahLst/>
              <a:cxnLst/>
              <a:rect l="l" t="t" r="r" b="b"/>
              <a:pathLst>
                <a:path w="4871" h="368" extrusionOk="0">
                  <a:moveTo>
                    <a:pt x="1" y="0"/>
                  </a:moveTo>
                  <a:lnTo>
                    <a:pt x="1" y="367"/>
                  </a:lnTo>
                  <a:lnTo>
                    <a:pt x="4871" y="367"/>
                  </a:lnTo>
                  <a:lnTo>
                    <a:pt x="4871" y="0"/>
                  </a:lnTo>
                  <a:close/>
                </a:path>
              </a:pathLst>
            </a:custGeom>
            <a:solidFill>
              <a:srgbClr val="FFC7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2"/>
            <p:cNvSpPr/>
            <p:nvPr/>
          </p:nvSpPr>
          <p:spPr>
            <a:xfrm>
              <a:off x="4163975" y="1688325"/>
              <a:ext cx="121775" cy="9200"/>
            </a:xfrm>
            <a:custGeom>
              <a:avLst/>
              <a:gdLst/>
              <a:ahLst/>
              <a:cxnLst/>
              <a:rect l="l" t="t" r="r" b="b"/>
              <a:pathLst>
                <a:path w="4871" h="368" extrusionOk="0">
                  <a:moveTo>
                    <a:pt x="1" y="0"/>
                  </a:moveTo>
                  <a:lnTo>
                    <a:pt x="1" y="367"/>
                  </a:lnTo>
                  <a:lnTo>
                    <a:pt x="4871" y="367"/>
                  </a:lnTo>
                  <a:lnTo>
                    <a:pt x="48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2"/>
            <p:cNvSpPr/>
            <p:nvPr/>
          </p:nvSpPr>
          <p:spPr>
            <a:xfrm>
              <a:off x="4163975" y="1712500"/>
              <a:ext cx="121775" cy="9200"/>
            </a:xfrm>
            <a:custGeom>
              <a:avLst/>
              <a:gdLst/>
              <a:ahLst/>
              <a:cxnLst/>
              <a:rect l="l" t="t" r="r" b="b"/>
              <a:pathLst>
                <a:path w="4871" h="368" extrusionOk="0">
                  <a:moveTo>
                    <a:pt x="1" y="1"/>
                  </a:moveTo>
                  <a:lnTo>
                    <a:pt x="1" y="367"/>
                  </a:lnTo>
                  <a:lnTo>
                    <a:pt x="4871" y="367"/>
                  </a:lnTo>
                  <a:lnTo>
                    <a:pt x="4871" y="1"/>
                  </a:lnTo>
                  <a:close/>
                </a:path>
              </a:pathLst>
            </a:custGeom>
            <a:solidFill>
              <a:srgbClr val="FFC7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2"/>
            <p:cNvSpPr/>
            <p:nvPr/>
          </p:nvSpPr>
          <p:spPr>
            <a:xfrm>
              <a:off x="4163975" y="1712500"/>
              <a:ext cx="121775" cy="9200"/>
            </a:xfrm>
            <a:custGeom>
              <a:avLst/>
              <a:gdLst/>
              <a:ahLst/>
              <a:cxnLst/>
              <a:rect l="l" t="t" r="r" b="b"/>
              <a:pathLst>
                <a:path w="4871" h="368" extrusionOk="0">
                  <a:moveTo>
                    <a:pt x="1" y="1"/>
                  </a:moveTo>
                  <a:lnTo>
                    <a:pt x="1" y="367"/>
                  </a:lnTo>
                  <a:lnTo>
                    <a:pt x="4871" y="367"/>
                  </a:lnTo>
                  <a:lnTo>
                    <a:pt x="48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2"/>
            <p:cNvSpPr/>
            <p:nvPr/>
          </p:nvSpPr>
          <p:spPr>
            <a:xfrm>
              <a:off x="4168975" y="1697500"/>
              <a:ext cx="112600" cy="15025"/>
            </a:xfrm>
            <a:custGeom>
              <a:avLst/>
              <a:gdLst/>
              <a:ahLst/>
              <a:cxnLst/>
              <a:rect l="l" t="t" r="r" b="b"/>
              <a:pathLst>
                <a:path w="4504" h="601" extrusionOk="0">
                  <a:moveTo>
                    <a:pt x="1" y="0"/>
                  </a:moveTo>
                  <a:lnTo>
                    <a:pt x="1" y="601"/>
                  </a:lnTo>
                  <a:lnTo>
                    <a:pt x="4504" y="601"/>
                  </a:lnTo>
                  <a:lnTo>
                    <a:pt x="450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2"/>
            <p:cNvSpPr/>
            <p:nvPr/>
          </p:nvSpPr>
          <p:spPr>
            <a:xfrm>
              <a:off x="4200675" y="1578250"/>
              <a:ext cx="49225" cy="8350"/>
            </a:xfrm>
            <a:custGeom>
              <a:avLst/>
              <a:gdLst/>
              <a:ahLst/>
              <a:cxnLst/>
              <a:rect l="l" t="t" r="r" b="b"/>
              <a:pathLst>
                <a:path w="1969" h="334" extrusionOk="0">
                  <a:moveTo>
                    <a:pt x="0" y="0"/>
                  </a:moveTo>
                  <a:lnTo>
                    <a:pt x="0" y="334"/>
                  </a:lnTo>
                  <a:lnTo>
                    <a:pt x="1968" y="334"/>
                  </a:lnTo>
                  <a:lnTo>
                    <a:pt x="19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2"/>
            <p:cNvSpPr/>
            <p:nvPr/>
          </p:nvSpPr>
          <p:spPr>
            <a:xfrm>
              <a:off x="4175650" y="1586575"/>
              <a:ext cx="99275" cy="101775"/>
            </a:xfrm>
            <a:custGeom>
              <a:avLst/>
              <a:gdLst/>
              <a:ahLst/>
              <a:cxnLst/>
              <a:rect l="l" t="t" r="r" b="b"/>
              <a:pathLst>
                <a:path w="3971" h="4071" extrusionOk="0">
                  <a:moveTo>
                    <a:pt x="1335" y="1"/>
                  </a:moveTo>
                  <a:cubicBezTo>
                    <a:pt x="1335" y="1"/>
                    <a:pt x="1235" y="1168"/>
                    <a:pt x="1101" y="2069"/>
                  </a:cubicBezTo>
                  <a:cubicBezTo>
                    <a:pt x="901" y="2836"/>
                    <a:pt x="534" y="3503"/>
                    <a:pt x="1" y="4070"/>
                  </a:cubicBezTo>
                  <a:lnTo>
                    <a:pt x="3970" y="4070"/>
                  </a:lnTo>
                  <a:cubicBezTo>
                    <a:pt x="3436" y="3503"/>
                    <a:pt x="3036" y="2836"/>
                    <a:pt x="2869" y="2069"/>
                  </a:cubicBezTo>
                  <a:cubicBezTo>
                    <a:pt x="2703" y="1168"/>
                    <a:pt x="2636" y="1"/>
                    <a:pt x="26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0" name="Google Shape;580;p32"/>
          <p:cNvSpPr txBox="1">
            <a:spLocks noGrp="1"/>
          </p:cNvSpPr>
          <p:nvPr>
            <p:ph type="subTitle" idx="1"/>
          </p:nvPr>
        </p:nvSpPr>
        <p:spPr>
          <a:xfrm>
            <a:off x="720000" y="1261275"/>
            <a:ext cx="2202300" cy="840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Raleway"/>
                <a:ea typeface="Raleway"/>
                <a:cs typeface="Raleway"/>
                <a:sym typeface="Raleway"/>
              </a:rPr>
              <a:t>You can  describe the topic of the section here</a:t>
            </a:r>
            <a:endParaRPr>
              <a:solidFill>
                <a:schemeClr val="dk1"/>
              </a:solidFill>
              <a:latin typeface="Raleway"/>
              <a:ea typeface="Raleway"/>
              <a:cs typeface="Raleway"/>
              <a:sym typeface="Raleway"/>
            </a:endParaRPr>
          </a:p>
        </p:txBody>
      </p:sp>
      <p:sp>
        <p:nvSpPr>
          <p:cNvPr id="581" name="Google Shape;581;p32"/>
          <p:cNvSpPr txBox="1">
            <a:spLocks noGrp="1"/>
          </p:cNvSpPr>
          <p:nvPr>
            <p:ph type="subTitle" idx="2"/>
          </p:nvPr>
        </p:nvSpPr>
        <p:spPr>
          <a:xfrm>
            <a:off x="4804925" y="2940949"/>
            <a:ext cx="3619200" cy="45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aleway"/>
                <a:ea typeface="Raleway"/>
                <a:cs typeface="Raleway"/>
                <a:sym typeface="Raleway"/>
              </a:rPr>
              <a:t>Venus is the second planet from the Sun</a:t>
            </a:r>
            <a:endParaRPr>
              <a:solidFill>
                <a:schemeClr val="dk1"/>
              </a:solidFill>
              <a:latin typeface="Raleway"/>
              <a:ea typeface="Raleway"/>
              <a:cs typeface="Raleway"/>
              <a:sym typeface="Raleway"/>
            </a:endParaRPr>
          </a:p>
        </p:txBody>
      </p:sp>
      <p:sp>
        <p:nvSpPr>
          <p:cNvPr id="582" name="Google Shape;582;p32"/>
          <p:cNvSpPr txBox="1">
            <a:spLocks noGrp="1"/>
          </p:cNvSpPr>
          <p:nvPr>
            <p:ph type="subTitle" idx="3"/>
          </p:nvPr>
        </p:nvSpPr>
        <p:spPr>
          <a:xfrm>
            <a:off x="4804925" y="2515898"/>
            <a:ext cx="3619200" cy="43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dk2"/>
                </a:solidFill>
                <a:latin typeface="Abril Fatface"/>
                <a:ea typeface="Abril Fatface"/>
                <a:cs typeface="Abril Fatface"/>
                <a:sym typeface="Abril Fatface"/>
              </a:rPr>
              <a:t>Venus </a:t>
            </a:r>
            <a:endParaRPr sz="2000">
              <a:solidFill>
                <a:schemeClr val="dk2"/>
              </a:solidFill>
              <a:latin typeface="Abril Fatface"/>
              <a:ea typeface="Abril Fatface"/>
              <a:cs typeface="Abril Fatface"/>
              <a:sym typeface="Abril Fatface"/>
            </a:endParaRPr>
          </a:p>
        </p:txBody>
      </p:sp>
      <p:sp>
        <p:nvSpPr>
          <p:cNvPr id="583" name="Google Shape;583;p32"/>
          <p:cNvSpPr txBox="1">
            <a:spLocks noGrp="1"/>
          </p:cNvSpPr>
          <p:nvPr>
            <p:ph type="subTitle" idx="4"/>
          </p:nvPr>
        </p:nvSpPr>
        <p:spPr>
          <a:xfrm>
            <a:off x="4804925" y="4147052"/>
            <a:ext cx="36192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aleway"/>
                <a:ea typeface="Raleway"/>
                <a:cs typeface="Raleway"/>
                <a:sym typeface="Raleway"/>
              </a:rPr>
              <a:t>Mars is actually a very cold place</a:t>
            </a:r>
            <a:endParaRPr>
              <a:solidFill>
                <a:schemeClr val="dk1"/>
              </a:solidFill>
              <a:latin typeface="Raleway"/>
              <a:ea typeface="Raleway"/>
              <a:cs typeface="Raleway"/>
              <a:sym typeface="Raleway"/>
            </a:endParaRPr>
          </a:p>
        </p:txBody>
      </p:sp>
      <p:sp>
        <p:nvSpPr>
          <p:cNvPr id="584" name="Google Shape;584;p32"/>
          <p:cNvSpPr txBox="1">
            <a:spLocks noGrp="1"/>
          </p:cNvSpPr>
          <p:nvPr>
            <p:ph type="subTitle" idx="5"/>
          </p:nvPr>
        </p:nvSpPr>
        <p:spPr>
          <a:xfrm>
            <a:off x="4804925" y="3722015"/>
            <a:ext cx="3619200" cy="43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dk2"/>
                </a:solidFill>
                <a:latin typeface="Abril Fatface"/>
                <a:ea typeface="Abril Fatface"/>
                <a:cs typeface="Abril Fatface"/>
                <a:sym typeface="Abril Fatface"/>
              </a:rPr>
              <a:t>Mars</a:t>
            </a:r>
            <a:endParaRPr sz="2000">
              <a:solidFill>
                <a:schemeClr val="dk2"/>
              </a:solidFill>
              <a:latin typeface="Abril Fatface"/>
              <a:ea typeface="Abril Fatface"/>
              <a:cs typeface="Abril Fatface"/>
              <a:sym typeface="Abril Fatface"/>
            </a:endParaRPr>
          </a:p>
        </p:txBody>
      </p:sp>
      <p:sp>
        <p:nvSpPr>
          <p:cNvPr id="585" name="Google Shape;585;p32"/>
          <p:cNvSpPr txBox="1">
            <a:spLocks noGrp="1"/>
          </p:cNvSpPr>
          <p:nvPr>
            <p:ph type="subTitle" idx="6"/>
          </p:nvPr>
        </p:nvSpPr>
        <p:spPr>
          <a:xfrm>
            <a:off x="4807475" y="1735649"/>
            <a:ext cx="3614100" cy="45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aleway"/>
                <a:ea typeface="Raleway"/>
                <a:cs typeface="Raleway"/>
                <a:sym typeface="Raleway"/>
              </a:rPr>
              <a:t>It’s the closest planet to the Sun</a:t>
            </a:r>
            <a:endParaRPr>
              <a:solidFill>
                <a:schemeClr val="dk1"/>
              </a:solidFill>
              <a:latin typeface="Raleway"/>
              <a:ea typeface="Raleway"/>
              <a:cs typeface="Raleway"/>
              <a:sym typeface="Raleway"/>
            </a:endParaRPr>
          </a:p>
        </p:txBody>
      </p:sp>
      <p:sp>
        <p:nvSpPr>
          <p:cNvPr id="586" name="Google Shape;586;p32"/>
          <p:cNvSpPr txBox="1">
            <a:spLocks noGrp="1"/>
          </p:cNvSpPr>
          <p:nvPr>
            <p:ph type="subTitle" idx="7"/>
          </p:nvPr>
        </p:nvSpPr>
        <p:spPr>
          <a:xfrm>
            <a:off x="4807475" y="1310600"/>
            <a:ext cx="3614100" cy="43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dk2"/>
                </a:solidFill>
                <a:latin typeface="Abril Fatface"/>
                <a:ea typeface="Abril Fatface"/>
                <a:cs typeface="Abril Fatface"/>
                <a:sym typeface="Abril Fatface"/>
              </a:rPr>
              <a:t>Mercury</a:t>
            </a:r>
            <a:endParaRPr sz="2000">
              <a:solidFill>
                <a:schemeClr val="dk2"/>
              </a:solidFill>
              <a:latin typeface="Abril Fatface"/>
              <a:ea typeface="Abril Fatface"/>
              <a:cs typeface="Abril Fatface"/>
              <a:sym typeface="Abril Fatfac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90"/>
        <p:cNvGrpSpPr/>
        <p:nvPr/>
      </p:nvGrpSpPr>
      <p:grpSpPr>
        <a:xfrm>
          <a:off x="0" y="0"/>
          <a:ext cx="0" cy="0"/>
          <a:chOff x="0" y="0"/>
          <a:chExt cx="0" cy="0"/>
        </a:xfrm>
      </p:grpSpPr>
      <p:sp>
        <p:nvSpPr>
          <p:cNvPr id="591" name="Google Shape;591;p33"/>
          <p:cNvSpPr/>
          <p:nvPr/>
        </p:nvSpPr>
        <p:spPr>
          <a:xfrm>
            <a:off x="7415076" y="1644160"/>
            <a:ext cx="741600" cy="741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3"/>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SzPts val="990"/>
              <a:buNone/>
            </a:pPr>
            <a:r>
              <a:rPr lang="en"/>
              <a:t>Evolution Mental Health</a:t>
            </a:r>
            <a:endParaRPr/>
          </a:p>
        </p:txBody>
      </p:sp>
      <p:sp>
        <p:nvSpPr>
          <p:cNvPr id="593" name="Google Shape;593;p33"/>
          <p:cNvSpPr/>
          <p:nvPr/>
        </p:nvSpPr>
        <p:spPr>
          <a:xfrm>
            <a:off x="5272330" y="1644160"/>
            <a:ext cx="741600" cy="7416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3"/>
          <p:cNvSpPr/>
          <p:nvPr/>
        </p:nvSpPr>
        <p:spPr>
          <a:xfrm>
            <a:off x="5460345" y="1791824"/>
            <a:ext cx="365574" cy="446395"/>
          </a:xfrm>
          <a:custGeom>
            <a:avLst/>
            <a:gdLst/>
            <a:ahLst/>
            <a:cxnLst/>
            <a:rect l="l" t="t" r="r" b="b"/>
            <a:pathLst>
              <a:path w="9704" h="11847" extrusionOk="0">
                <a:moveTo>
                  <a:pt x="7687" y="662"/>
                </a:moveTo>
                <a:cubicBezTo>
                  <a:pt x="7813" y="945"/>
                  <a:pt x="7971" y="1134"/>
                  <a:pt x="8160" y="1386"/>
                </a:cubicBezTo>
                <a:lnTo>
                  <a:pt x="1008" y="1386"/>
                </a:lnTo>
                <a:cubicBezTo>
                  <a:pt x="788" y="1386"/>
                  <a:pt x="630" y="1229"/>
                  <a:pt x="630" y="1040"/>
                </a:cubicBezTo>
                <a:cubicBezTo>
                  <a:pt x="630" y="819"/>
                  <a:pt x="788" y="662"/>
                  <a:pt x="1008" y="662"/>
                </a:cubicBezTo>
                <a:close/>
                <a:moveTo>
                  <a:pt x="6553" y="3466"/>
                </a:moveTo>
                <a:cubicBezTo>
                  <a:pt x="6742" y="3466"/>
                  <a:pt x="6900" y="3623"/>
                  <a:pt x="6900" y="3812"/>
                </a:cubicBezTo>
                <a:lnTo>
                  <a:pt x="6900" y="4852"/>
                </a:lnTo>
                <a:lnTo>
                  <a:pt x="7939" y="4852"/>
                </a:lnTo>
                <a:cubicBezTo>
                  <a:pt x="8128" y="4852"/>
                  <a:pt x="8286" y="5009"/>
                  <a:pt x="8286" y="5199"/>
                </a:cubicBezTo>
                <a:lnTo>
                  <a:pt x="8286" y="6585"/>
                </a:lnTo>
                <a:cubicBezTo>
                  <a:pt x="8286" y="6774"/>
                  <a:pt x="8128" y="6931"/>
                  <a:pt x="7939" y="6931"/>
                </a:cubicBezTo>
                <a:lnTo>
                  <a:pt x="6900" y="6931"/>
                </a:lnTo>
                <a:lnTo>
                  <a:pt x="6900" y="7971"/>
                </a:lnTo>
                <a:cubicBezTo>
                  <a:pt x="6900" y="8160"/>
                  <a:pt x="6742" y="8317"/>
                  <a:pt x="6553" y="8317"/>
                </a:cubicBezTo>
                <a:lnTo>
                  <a:pt x="5167" y="8317"/>
                </a:lnTo>
                <a:cubicBezTo>
                  <a:pt x="4978" y="8317"/>
                  <a:pt x="4820" y="8160"/>
                  <a:pt x="4820" y="7971"/>
                </a:cubicBezTo>
                <a:lnTo>
                  <a:pt x="4820" y="6931"/>
                </a:lnTo>
                <a:lnTo>
                  <a:pt x="3781" y="6931"/>
                </a:lnTo>
                <a:cubicBezTo>
                  <a:pt x="3592" y="6931"/>
                  <a:pt x="3434" y="6774"/>
                  <a:pt x="3434" y="6585"/>
                </a:cubicBezTo>
                <a:lnTo>
                  <a:pt x="3434" y="5199"/>
                </a:lnTo>
                <a:cubicBezTo>
                  <a:pt x="3434" y="5009"/>
                  <a:pt x="3592" y="4852"/>
                  <a:pt x="3781" y="4852"/>
                </a:cubicBezTo>
                <a:lnTo>
                  <a:pt x="4820" y="4852"/>
                </a:lnTo>
                <a:lnTo>
                  <a:pt x="4820" y="3812"/>
                </a:lnTo>
                <a:cubicBezTo>
                  <a:pt x="4820" y="3623"/>
                  <a:pt x="4978" y="3466"/>
                  <a:pt x="5167" y="3466"/>
                </a:cubicBezTo>
                <a:close/>
                <a:moveTo>
                  <a:pt x="7939" y="9735"/>
                </a:moveTo>
                <a:cubicBezTo>
                  <a:pt x="8128" y="9735"/>
                  <a:pt x="8286" y="9893"/>
                  <a:pt x="8286" y="10082"/>
                </a:cubicBezTo>
                <a:cubicBezTo>
                  <a:pt x="8286" y="10334"/>
                  <a:pt x="8128" y="10428"/>
                  <a:pt x="7939" y="10428"/>
                </a:cubicBezTo>
                <a:lnTo>
                  <a:pt x="3749" y="10428"/>
                </a:lnTo>
                <a:cubicBezTo>
                  <a:pt x="3560" y="10428"/>
                  <a:pt x="3403" y="10271"/>
                  <a:pt x="3403" y="10082"/>
                </a:cubicBezTo>
                <a:cubicBezTo>
                  <a:pt x="3403" y="9893"/>
                  <a:pt x="3560" y="9735"/>
                  <a:pt x="3749" y="9735"/>
                </a:cubicBezTo>
                <a:close/>
                <a:moveTo>
                  <a:pt x="1040" y="0"/>
                </a:moveTo>
                <a:cubicBezTo>
                  <a:pt x="441" y="0"/>
                  <a:pt x="0" y="473"/>
                  <a:pt x="0" y="1040"/>
                </a:cubicBezTo>
                <a:lnTo>
                  <a:pt x="0" y="10428"/>
                </a:lnTo>
                <a:cubicBezTo>
                  <a:pt x="0" y="11184"/>
                  <a:pt x="630" y="11815"/>
                  <a:pt x="1386" y="11815"/>
                </a:cubicBezTo>
                <a:lnTo>
                  <a:pt x="1386" y="2048"/>
                </a:lnTo>
                <a:lnTo>
                  <a:pt x="2111" y="2048"/>
                </a:lnTo>
                <a:lnTo>
                  <a:pt x="2111" y="11815"/>
                </a:lnTo>
                <a:lnTo>
                  <a:pt x="9357" y="11815"/>
                </a:lnTo>
                <a:lnTo>
                  <a:pt x="9357" y="11846"/>
                </a:lnTo>
                <a:cubicBezTo>
                  <a:pt x="9546" y="11846"/>
                  <a:pt x="9704" y="11688"/>
                  <a:pt x="9704" y="11499"/>
                </a:cubicBezTo>
                <a:lnTo>
                  <a:pt x="9704" y="1733"/>
                </a:lnTo>
                <a:cubicBezTo>
                  <a:pt x="9704" y="1607"/>
                  <a:pt x="9609" y="1449"/>
                  <a:pt x="9452" y="1418"/>
                </a:cubicBezTo>
                <a:cubicBezTo>
                  <a:pt x="8822" y="1166"/>
                  <a:pt x="8443" y="756"/>
                  <a:pt x="8286" y="252"/>
                </a:cubicBezTo>
                <a:cubicBezTo>
                  <a:pt x="8254" y="95"/>
                  <a:pt x="8097" y="0"/>
                  <a:pt x="79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95" name="Google Shape;595;p33"/>
          <p:cNvCxnSpPr>
            <a:stCxn id="596" idx="6"/>
            <a:endCxn id="597" idx="2"/>
          </p:cNvCxnSpPr>
          <p:nvPr/>
        </p:nvCxnSpPr>
        <p:spPr>
          <a:xfrm>
            <a:off x="1728437" y="2014960"/>
            <a:ext cx="1401000" cy="0"/>
          </a:xfrm>
          <a:prstGeom prst="straightConnector1">
            <a:avLst/>
          </a:prstGeom>
          <a:noFill/>
          <a:ln w="19050" cap="flat" cmpd="sng">
            <a:solidFill>
              <a:schemeClr val="accent3"/>
            </a:solidFill>
            <a:prstDash val="solid"/>
            <a:round/>
            <a:headEnd type="none" w="med" len="med"/>
            <a:tailEnd type="none" w="med" len="med"/>
          </a:ln>
        </p:spPr>
      </p:cxnSp>
      <p:cxnSp>
        <p:nvCxnSpPr>
          <p:cNvPr id="598" name="Google Shape;598;p33"/>
          <p:cNvCxnSpPr/>
          <p:nvPr/>
        </p:nvCxnSpPr>
        <p:spPr>
          <a:xfrm>
            <a:off x="3871263" y="2015013"/>
            <a:ext cx="1401000" cy="0"/>
          </a:xfrm>
          <a:prstGeom prst="straightConnector1">
            <a:avLst/>
          </a:prstGeom>
          <a:noFill/>
          <a:ln w="19050" cap="flat" cmpd="sng">
            <a:solidFill>
              <a:schemeClr val="accent3"/>
            </a:solidFill>
            <a:prstDash val="solid"/>
            <a:round/>
            <a:headEnd type="none" w="med" len="med"/>
            <a:tailEnd type="none" w="med" len="med"/>
          </a:ln>
        </p:spPr>
      </p:cxnSp>
      <p:cxnSp>
        <p:nvCxnSpPr>
          <p:cNvPr id="599" name="Google Shape;599;p33"/>
          <p:cNvCxnSpPr/>
          <p:nvPr/>
        </p:nvCxnSpPr>
        <p:spPr>
          <a:xfrm>
            <a:off x="6014063" y="2015013"/>
            <a:ext cx="1401000" cy="0"/>
          </a:xfrm>
          <a:prstGeom prst="straightConnector1">
            <a:avLst/>
          </a:prstGeom>
          <a:noFill/>
          <a:ln w="19050" cap="flat" cmpd="sng">
            <a:solidFill>
              <a:schemeClr val="accent3"/>
            </a:solidFill>
            <a:prstDash val="solid"/>
            <a:round/>
            <a:headEnd type="none" w="med" len="med"/>
            <a:tailEnd type="none" w="med" len="med"/>
          </a:ln>
        </p:spPr>
      </p:cxnSp>
      <p:grpSp>
        <p:nvGrpSpPr>
          <p:cNvPr id="600" name="Google Shape;600;p33"/>
          <p:cNvGrpSpPr/>
          <p:nvPr/>
        </p:nvGrpSpPr>
        <p:grpSpPr>
          <a:xfrm>
            <a:off x="7538603" y="1769350"/>
            <a:ext cx="494570" cy="491335"/>
            <a:chOff x="-22845575" y="3504075"/>
            <a:chExt cx="296950" cy="295025"/>
          </a:xfrm>
        </p:grpSpPr>
        <p:sp>
          <p:nvSpPr>
            <p:cNvPr id="601" name="Google Shape;601;p33"/>
            <p:cNvSpPr/>
            <p:nvPr/>
          </p:nvSpPr>
          <p:spPr>
            <a:xfrm>
              <a:off x="-22688825" y="3504100"/>
              <a:ext cx="140200" cy="295000"/>
            </a:xfrm>
            <a:custGeom>
              <a:avLst/>
              <a:gdLst/>
              <a:ahLst/>
              <a:cxnLst/>
              <a:rect l="l" t="t" r="r" b="b"/>
              <a:pathLst>
                <a:path w="5608" h="11800" extrusionOk="0">
                  <a:moveTo>
                    <a:pt x="1465" y="2908"/>
                  </a:moveTo>
                  <a:cubicBezTo>
                    <a:pt x="1552" y="2908"/>
                    <a:pt x="1638" y="2931"/>
                    <a:pt x="1701" y="2979"/>
                  </a:cubicBezTo>
                  <a:cubicBezTo>
                    <a:pt x="1827" y="3105"/>
                    <a:pt x="1827" y="3357"/>
                    <a:pt x="1701" y="3451"/>
                  </a:cubicBezTo>
                  <a:cubicBezTo>
                    <a:pt x="1292" y="3861"/>
                    <a:pt x="1292" y="4522"/>
                    <a:pt x="1701" y="4932"/>
                  </a:cubicBezTo>
                  <a:cubicBezTo>
                    <a:pt x="1827" y="5026"/>
                    <a:pt x="1827" y="5279"/>
                    <a:pt x="1701" y="5373"/>
                  </a:cubicBezTo>
                  <a:cubicBezTo>
                    <a:pt x="1632" y="5477"/>
                    <a:pt x="1544" y="5524"/>
                    <a:pt x="1452" y="5524"/>
                  </a:cubicBezTo>
                  <a:cubicBezTo>
                    <a:pt x="1377" y="5524"/>
                    <a:pt x="1300" y="5493"/>
                    <a:pt x="1229" y="5436"/>
                  </a:cubicBezTo>
                  <a:cubicBezTo>
                    <a:pt x="567" y="4774"/>
                    <a:pt x="567" y="3672"/>
                    <a:pt x="1229" y="2979"/>
                  </a:cubicBezTo>
                  <a:cubicBezTo>
                    <a:pt x="1292" y="2931"/>
                    <a:pt x="1378" y="2908"/>
                    <a:pt x="1465" y="2908"/>
                  </a:cubicBezTo>
                  <a:close/>
                  <a:moveTo>
                    <a:pt x="2461" y="7313"/>
                  </a:moveTo>
                  <a:cubicBezTo>
                    <a:pt x="2532" y="7313"/>
                    <a:pt x="2605" y="7318"/>
                    <a:pt x="2678" y="7326"/>
                  </a:cubicBezTo>
                  <a:cubicBezTo>
                    <a:pt x="2867" y="7358"/>
                    <a:pt x="3025" y="7515"/>
                    <a:pt x="2993" y="7704"/>
                  </a:cubicBezTo>
                  <a:cubicBezTo>
                    <a:pt x="2962" y="7925"/>
                    <a:pt x="2804" y="8019"/>
                    <a:pt x="2615" y="8019"/>
                  </a:cubicBezTo>
                  <a:cubicBezTo>
                    <a:pt x="2579" y="8016"/>
                    <a:pt x="2543" y="8014"/>
                    <a:pt x="2507" y="8014"/>
                  </a:cubicBezTo>
                  <a:cubicBezTo>
                    <a:pt x="1947" y="8014"/>
                    <a:pt x="1418" y="8467"/>
                    <a:pt x="1418" y="9059"/>
                  </a:cubicBezTo>
                  <a:cubicBezTo>
                    <a:pt x="1418" y="9248"/>
                    <a:pt x="1260" y="9406"/>
                    <a:pt x="1071" y="9406"/>
                  </a:cubicBezTo>
                  <a:cubicBezTo>
                    <a:pt x="882" y="9406"/>
                    <a:pt x="725" y="9248"/>
                    <a:pt x="725" y="9059"/>
                  </a:cubicBezTo>
                  <a:cubicBezTo>
                    <a:pt x="725" y="8091"/>
                    <a:pt x="1490" y="7313"/>
                    <a:pt x="2461" y="7313"/>
                  </a:cubicBezTo>
                  <a:close/>
                  <a:moveTo>
                    <a:pt x="1060" y="0"/>
                  </a:moveTo>
                  <a:cubicBezTo>
                    <a:pt x="689" y="0"/>
                    <a:pt x="327" y="130"/>
                    <a:pt x="0" y="364"/>
                  </a:cubicBezTo>
                  <a:lnTo>
                    <a:pt x="0" y="5247"/>
                  </a:lnTo>
                  <a:cubicBezTo>
                    <a:pt x="0" y="5814"/>
                    <a:pt x="473" y="6255"/>
                    <a:pt x="1040" y="6255"/>
                  </a:cubicBezTo>
                  <a:cubicBezTo>
                    <a:pt x="1229" y="6255"/>
                    <a:pt x="1386" y="6413"/>
                    <a:pt x="1386" y="6602"/>
                  </a:cubicBezTo>
                  <a:cubicBezTo>
                    <a:pt x="1386" y="6822"/>
                    <a:pt x="1229" y="6948"/>
                    <a:pt x="1040" y="6948"/>
                  </a:cubicBezTo>
                  <a:cubicBezTo>
                    <a:pt x="630" y="6948"/>
                    <a:pt x="284" y="6854"/>
                    <a:pt x="0" y="6602"/>
                  </a:cubicBezTo>
                  <a:lnTo>
                    <a:pt x="0" y="11453"/>
                  </a:lnTo>
                  <a:cubicBezTo>
                    <a:pt x="284" y="11705"/>
                    <a:pt x="630" y="11800"/>
                    <a:pt x="1040" y="11800"/>
                  </a:cubicBezTo>
                  <a:cubicBezTo>
                    <a:pt x="1733" y="11800"/>
                    <a:pt x="2363" y="11359"/>
                    <a:pt x="2647" y="10760"/>
                  </a:cubicBezTo>
                  <a:cubicBezTo>
                    <a:pt x="3497" y="10634"/>
                    <a:pt x="4190" y="9910"/>
                    <a:pt x="4190" y="9028"/>
                  </a:cubicBezTo>
                  <a:cubicBezTo>
                    <a:pt x="4190" y="8902"/>
                    <a:pt x="4159" y="8776"/>
                    <a:pt x="4159" y="8618"/>
                  </a:cubicBezTo>
                  <a:cubicBezTo>
                    <a:pt x="4505" y="8555"/>
                    <a:pt x="4820" y="8397"/>
                    <a:pt x="5104" y="8145"/>
                  </a:cubicBezTo>
                  <a:cubicBezTo>
                    <a:pt x="5419" y="7830"/>
                    <a:pt x="5608" y="7389"/>
                    <a:pt x="5608" y="6917"/>
                  </a:cubicBezTo>
                  <a:cubicBezTo>
                    <a:pt x="5608" y="6539"/>
                    <a:pt x="5482" y="6192"/>
                    <a:pt x="5261" y="5909"/>
                  </a:cubicBezTo>
                  <a:cubicBezTo>
                    <a:pt x="5482" y="5594"/>
                    <a:pt x="5608" y="5247"/>
                    <a:pt x="5608" y="4869"/>
                  </a:cubicBezTo>
                  <a:cubicBezTo>
                    <a:pt x="5608" y="4396"/>
                    <a:pt x="5387" y="3987"/>
                    <a:pt x="5072" y="3672"/>
                  </a:cubicBezTo>
                  <a:cubicBezTo>
                    <a:pt x="4852" y="3420"/>
                    <a:pt x="4505" y="3262"/>
                    <a:pt x="4127" y="3199"/>
                  </a:cubicBezTo>
                  <a:cubicBezTo>
                    <a:pt x="4253" y="2632"/>
                    <a:pt x="4096" y="2002"/>
                    <a:pt x="3655" y="1561"/>
                  </a:cubicBezTo>
                  <a:cubicBezTo>
                    <a:pt x="3403" y="1309"/>
                    <a:pt x="3025" y="1120"/>
                    <a:pt x="2647" y="1088"/>
                  </a:cubicBezTo>
                  <a:cubicBezTo>
                    <a:pt x="2394" y="584"/>
                    <a:pt x="1985" y="143"/>
                    <a:pt x="1449" y="49"/>
                  </a:cubicBezTo>
                  <a:cubicBezTo>
                    <a:pt x="1319" y="16"/>
                    <a:pt x="1189" y="0"/>
                    <a:pt x="10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3"/>
            <p:cNvSpPr/>
            <p:nvPr/>
          </p:nvSpPr>
          <p:spPr>
            <a:xfrm>
              <a:off x="-22845575" y="3504075"/>
              <a:ext cx="139425" cy="294250"/>
            </a:xfrm>
            <a:custGeom>
              <a:avLst/>
              <a:gdLst/>
              <a:ahLst/>
              <a:cxnLst/>
              <a:rect l="l" t="t" r="r" b="b"/>
              <a:pathLst>
                <a:path w="5577" h="11770" extrusionOk="0">
                  <a:moveTo>
                    <a:pt x="4187" y="2948"/>
                  </a:moveTo>
                  <a:cubicBezTo>
                    <a:pt x="4277" y="2948"/>
                    <a:pt x="4364" y="2980"/>
                    <a:pt x="4411" y="3043"/>
                  </a:cubicBezTo>
                  <a:cubicBezTo>
                    <a:pt x="5104" y="3673"/>
                    <a:pt x="5104" y="4775"/>
                    <a:pt x="4411" y="5437"/>
                  </a:cubicBezTo>
                  <a:cubicBezTo>
                    <a:pt x="4364" y="5500"/>
                    <a:pt x="4277" y="5532"/>
                    <a:pt x="4187" y="5532"/>
                  </a:cubicBezTo>
                  <a:cubicBezTo>
                    <a:pt x="4096" y="5532"/>
                    <a:pt x="4002" y="5500"/>
                    <a:pt x="3939" y="5437"/>
                  </a:cubicBezTo>
                  <a:cubicBezTo>
                    <a:pt x="3844" y="5311"/>
                    <a:pt x="3844" y="5090"/>
                    <a:pt x="3939" y="4964"/>
                  </a:cubicBezTo>
                  <a:cubicBezTo>
                    <a:pt x="4348" y="4555"/>
                    <a:pt x="4348" y="3893"/>
                    <a:pt x="3939" y="3515"/>
                  </a:cubicBezTo>
                  <a:cubicBezTo>
                    <a:pt x="3844" y="3389"/>
                    <a:pt x="3844" y="3137"/>
                    <a:pt x="3939" y="3043"/>
                  </a:cubicBezTo>
                  <a:cubicBezTo>
                    <a:pt x="4002" y="2980"/>
                    <a:pt x="4096" y="2948"/>
                    <a:pt x="4187" y="2948"/>
                  </a:cubicBezTo>
                  <a:close/>
                  <a:moveTo>
                    <a:pt x="3148" y="7314"/>
                  </a:moveTo>
                  <a:cubicBezTo>
                    <a:pt x="4123" y="7314"/>
                    <a:pt x="4915" y="8092"/>
                    <a:pt x="4915" y="9060"/>
                  </a:cubicBezTo>
                  <a:cubicBezTo>
                    <a:pt x="4915" y="9249"/>
                    <a:pt x="4726" y="9407"/>
                    <a:pt x="4537" y="9407"/>
                  </a:cubicBezTo>
                  <a:cubicBezTo>
                    <a:pt x="4348" y="9407"/>
                    <a:pt x="4191" y="9249"/>
                    <a:pt x="4191" y="9060"/>
                  </a:cubicBezTo>
                  <a:cubicBezTo>
                    <a:pt x="4191" y="8468"/>
                    <a:pt x="3662" y="8015"/>
                    <a:pt x="3101" y="8015"/>
                  </a:cubicBezTo>
                  <a:cubicBezTo>
                    <a:pt x="3066" y="8015"/>
                    <a:pt x="3030" y="8017"/>
                    <a:pt x="2994" y="8020"/>
                  </a:cubicBezTo>
                  <a:cubicBezTo>
                    <a:pt x="2968" y="8029"/>
                    <a:pt x="2944" y="8033"/>
                    <a:pt x="2920" y="8033"/>
                  </a:cubicBezTo>
                  <a:cubicBezTo>
                    <a:pt x="2765" y="8033"/>
                    <a:pt x="2643" y="7869"/>
                    <a:pt x="2616" y="7705"/>
                  </a:cubicBezTo>
                  <a:cubicBezTo>
                    <a:pt x="2584" y="7516"/>
                    <a:pt x="2742" y="7359"/>
                    <a:pt x="2931" y="7327"/>
                  </a:cubicBezTo>
                  <a:cubicBezTo>
                    <a:pt x="3004" y="7319"/>
                    <a:pt x="3077" y="7314"/>
                    <a:pt x="3148" y="7314"/>
                  </a:cubicBezTo>
                  <a:close/>
                  <a:moveTo>
                    <a:pt x="4581" y="0"/>
                  </a:moveTo>
                  <a:cubicBezTo>
                    <a:pt x="4444" y="0"/>
                    <a:pt x="4303" y="16"/>
                    <a:pt x="4159" y="50"/>
                  </a:cubicBezTo>
                  <a:cubicBezTo>
                    <a:pt x="3592" y="144"/>
                    <a:pt x="3214" y="585"/>
                    <a:pt x="2962" y="1089"/>
                  </a:cubicBezTo>
                  <a:cubicBezTo>
                    <a:pt x="2584" y="1152"/>
                    <a:pt x="2206" y="1310"/>
                    <a:pt x="1954" y="1562"/>
                  </a:cubicBezTo>
                  <a:cubicBezTo>
                    <a:pt x="1513" y="2003"/>
                    <a:pt x="1355" y="2633"/>
                    <a:pt x="1481" y="3200"/>
                  </a:cubicBezTo>
                  <a:cubicBezTo>
                    <a:pt x="1135" y="3232"/>
                    <a:pt x="820" y="3389"/>
                    <a:pt x="536" y="3673"/>
                  </a:cubicBezTo>
                  <a:cubicBezTo>
                    <a:pt x="221" y="3988"/>
                    <a:pt x="1" y="4397"/>
                    <a:pt x="1" y="4870"/>
                  </a:cubicBezTo>
                  <a:cubicBezTo>
                    <a:pt x="1" y="5280"/>
                    <a:pt x="127" y="5626"/>
                    <a:pt x="379" y="5910"/>
                  </a:cubicBezTo>
                  <a:cubicBezTo>
                    <a:pt x="127" y="6225"/>
                    <a:pt x="1" y="6571"/>
                    <a:pt x="1" y="6918"/>
                  </a:cubicBezTo>
                  <a:cubicBezTo>
                    <a:pt x="1" y="7390"/>
                    <a:pt x="221" y="7831"/>
                    <a:pt x="536" y="8146"/>
                  </a:cubicBezTo>
                  <a:cubicBezTo>
                    <a:pt x="788" y="8430"/>
                    <a:pt x="1135" y="8588"/>
                    <a:pt x="1481" y="8619"/>
                  </a:cubicBezTo>
                  <a:cubicBezTo>
                    <a:pt x="1229" y="9690"/>
                    <a:pt x="1985" y="10604"/>
                    <a:pt x="2931" y="10698"/>
                  </a:cubicBezTo>
                  <a:cubicBezTo>
                    <a:pt x="3214" y="11328"/>
                    <a:pt x="3781" y="11769"/>
                    <a:pt x="4537" y="11769"/>
                  </a:cubicBezTo>
                  <a:cubicBezTo>
                    <a:pt x="4947" y="11769"/>
                    <a:pt x="5293" y="11612"/>
                    <a:pt x="5577" y="11423"/>
                  </a:cubicBezTo>
                  <a:lnTo>
                    <a:pt x="5577" y="6571"/>
                  </a:lnTo>
                  <a:cubicBezTo>
                    <a:pt x="5293" y="6823"/>
                    <a:pt x="4947" y="6918"/>
                    <a:pt x="4537" y="6918"/>
                  </a:cubicBezTo>
                  <a:cubicBezTo>
                    <a:pt x="4348" y="6918"/>
                    <a:pt x="4191" y="6760"/>
                    <a:pt x="4191" y="6571"/>
                  </a:cubicBezTo>
                  <a:cubicBezTo>
                    <a:pt x="4191" y="6382"/>
                    <a:pt x="4348" y="6225"/>
                    <a:pt x="4537" y="6225"/>
                  </a:cubicBezTo>
                  <a:cubicBezTo>
                    <a:pt x="5136" y="6225"/>
                    <a:pt x="5577" y="5752"/>
                    <a:pt x="5577" y="5185"/>
                  </a:cubicBezTo>
                  <a:lnTo>
                    <a:pt x="5577" y="302"/>
                  </a:lnTo>
                  <a:cubicBezTo>
                    <a:pt x="5300" y="117"/>
                    <a:pt x="4956" y="0"/>
                    <a:pt x="45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7" name="Google Shape;597;p33"/>
          <p:cNvSpPr/>
          <p:nvPr/>
        </p:nvSpPr>
        <p:spPr>
          <a:xfrm>
            <a:off x="3129584" y="1644160"/>
            <a:ext cx="741600" cy="7416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3" name="Google Shape;603;p33"/>
          <p:cNvGrpSpPr/>
          <p:nvPr/>
        </p:nvGrpSpPr>
        <p:grpSpPr>
          <a:xfrm>
            <a:off x="3277245" y="1799404"/>
            <a:ext cx="446494" cy="431112"/>
            <a:chOff x="-25834600" y="3176875"/>
            <a:chExt cx="296950" cy="296950"/>
          </a:xfrm>
        </p:grpSpPr>
        <p:sp>
          <p:nvSpPr>
            <p:cNvPr id="604" name="Google Shape;604;p33"/>
            <p:cNvSpPr/>
            <p:nvPr/>
          </p:nvSpPr>
          <p:spPr>
            <a:xfrm>
              <a:off x="-25625875" y="3316275"/>
              <a:ext cx="69325" cy="85875"/>
            </a:xfrm>
            <a:custGeom>
              <a:avLst/>
              <a:gdLst/>
              <a:ahLst/>
              <a:cxnLst/>
              <a:rect l="l" t="t" r="r" b="b"/>
              <a:pathLst>
                <a:path w="2773" h="3435" extrusionOk="0">
                  <a:moveTo>
                    <a:pt x="0" y="1"/>
                  </a:moveTo>
                  <a:lnTo>
                    <a:pt x="0" y="3435"/>
                  </a:lnTo>
                  <a:lnTo>
                    <a:pt x="2773" y="3435"/>
                  </a:lnTo>
                  <a:lnTo>
                    <a:pt x="2773" y="2741"/>
                  </a:lnTo>
                  <a:lnTo>
                    <a:pt x="1040" y="2741"/>
                  </a:lnTo>
                  <a:cubicBezTo>
                    <a:pt x="851" y="2741"/>
                    <a:pt x="693" y="2584"/>
                    <a:pt x="693" y="2395"/>
                  </a:cubicBezTo>
                  <a:cubicBezTo>
                    <a:pt x="693" y="2206"/>
                    <a:pt x="851" y="2048"/>
                    <a:pt x="1040" y="2048"/>
                  </a:cubicBezTo>
                  <a:lnTo>
                    <a:pt x="2773" y="2048"/>
                  </a:lnTo>
                  <a:lnTo>
                    <a:pt x="2773" y="1324"/>
                  </a:lnTo>
                  <a:lnTo>
                    <a:pt x="1040" y="1324"/>
                  </a:lnTo>
                  <a:cubicBezTo>
                    <a:pt x="851" y="1324"/>
                    <a:pt x="693" y="1166"/>
                    <a:pt x="693" y="977"/>
                  </a:cubicBezTo>
                  <a:cubicBezTo>
                    <a:pt x="693" y="851"/>
                    <a:pt x="851" y="694"/>
                    <a:pt x="1040" y="694"/>
                  </a:cubicBezTo>
                  <a:lnTo>
                    <a:pt x="2773" y="694"/>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3"/>
            <p:cNvSpPr/>
            <p:nvPr/>
          </p:nvSpPr>
          <p:spPr>
            <a:xfrm>
              <a:off x="-25729075" y="3176875"/>
              <a:ext cx="191425" cy="296950"/>
            </a:xfrm>
            <a:custGeom>
              <a:avLst/>
              <a:gdLst/>
              <a:ahLst/>
              <a:cxnLst/>
              <a:rect l="l" t="t" r="r" b="b"/>
              <a:pathLst>
                <a:path w="7657" h="11878" extrusionOk="0">
                  <a:moveTo>
                    <a:pt x="2049" y="693"/>
                  </a:moveTo>
                  <a:lnTo>
                    <a:pt x="2049" y="2773"/>
                  </a:lnTo>
                  <a:lnTo>
                    <a:pt x="1356" y="2773"/>
                  </a:lnTo>
                  <a:lnTo>
                    <a:pt x="1356" y="693"/>
                  </a:lnTo>
                  <a:close/>
                  <a:moveTo>
                    <a:pt x="3435" y="693"/>
                  </a:moveTo>
                  <a:lnTo>
                    <a:pt x="3435" y="2773"/>
                  </a:lnTo>
                  <a:lnTo>
                    <a:pt x="2710" y="2773"/>
                  </a:lnTo>
                  <a:lnTo>
                    <a:pt x="2710" y="693"/>
                  </a:lnTo>
                  <a:close/>
                  <a:moveTo>
                    <a:pt x="4821" y="693"/>
                  </a:moveTo>
                  <a:lnTo>
                    <a:pt x="4821" y="2773"/>
                  </a:lnTo>
                  <a:lnTo>
                    <a:pt x="4097" y="2773"/>
                  </a:lnTo>
                  <a:lnTo>
                    <a:pt x="4097" y="693"/>
                  </a:lnTo>
                  <a:close/>
                  <a:moveTo>
                    <a:pt x="6176" y="693"/>
                  </a:moveTo>
                  <a:lnTo>
                    <a:pt x="6176" y="2773"/>
                  </a:lnTo>
                  <a:lnTo>
                    <a:pt x="5483" y="2773"/>
                  </a:lnTo>
                  <a:lnTo>
                    <a:pt x="5483" y="693"/>
                  </a:lnTo>
                  <a:close/>
                  <a:moveTo>
                    <a:pt x="1041" y="0"/>
                  </a:moveTo>
                  <a:cubicBezTo>
                    <a:pt x="442" y="0"/>
                    <a:pt x="1" y="473"/>
                    <a:pt x="1" y="1040"/>
                  </a:cubicBezTo>
                  <a:lnTo>
                    <a:pt x="1" y="3119"/>
                  </a:lnTo>
                  <a:cubicBezTo>
                    <a:pt x="1" y="3308"/>
                    <a:pt x="158" y="3466"/>
                    <a:pt x="379" y="3466"/>
                  </a:cubicBezTo>
                  <a:lnTo>
                    <a:pt x="726" y="3466"/>
                  </a:lnTo>
                  <a:lnTo>
                    <a:pt x="726" y="4883"/>
                  </a:lnTo>
                  <a:lnTo>
                    <a:pt x="2458" y="4883"/>
                  </a:lnTo>
                  <a:cubicBezTo>
                    <a:pt x="2647" y="4883"/>
                    <a:pt x="2805" y="5041"/>
                    <a:pt x="2805" y="5262"/>
                  </a:cubicBezTo>
                  <a:lnTo>
                    <a:pt x="2805" y="9420"/>
                  </a:lnTo>
                  <a:cubicBezTo>
                    <a:pt x="2805" y="9609"/>
                    <a:pt x="2647" y="9767"/>
                    <a:pt x="2458" y="9767"/>
                  </a:cubicBezTo>
                  <a:lnTo>
                    <a:pt x="2112" y="9767"/>
                  </a:lnTo>
                  <a:cubicBezTo>
                    <a:pt x="2112" y="10523"/>
                    <a:pt x="1797" y="11247"/>
                    <a:pt x="1261" y="11751"/>
                  </a:cubicBezTo>
                  <a:cubicBezTo>
                    <a:pt x="1419" y="11815"/>
                    <a:pt x="1576" y="11878"/>
                    <a:pt x="1734" y="11878"/>
                  </a:cubicBezTo>
                  <a:lnTo>
                    <a:pt x="5924" y="11878"/>
                  </a:lnTo>
                  <a:cubicBezTo>
                    <a:pt x="6522" y="11878"/>
                    <a:pt x="6932" y="11405"/>
                    <a:pt x="6932" y="10838"/>
                  </a:cubicBezTo>
                  <a:lnTo>
                    <a:pt x="6932" y="9798"/>
                  </a:lnTo>
                  <a:lnTo>
                    <a:pt x="3813" y="9798"/>
                  </a:lnTo>
                  <a:cubicBezTo>
                    <a:pt x="3624" y="9798"/>
                    <a:pt x="3467" y="9672"/>
                    <a:pt x="3467" y="9452"/>
                  </a:cubicBezTo>
                  <a:lnTo>
                    <a:pt x="3467" y="5293"/>
                  </a:lnTo>
                  <a:cubicBezTo>
                    <a:pt x="3467" y="5104"/>
                    <a:pt x="3624" y="4946"/>
                    <a:pt x="3813" y="4946"/>
                  </a:cubicBezTo>
                  <a:lnTo>
                    <a:pt x="6932" y="4946"/>
                  </a:lnTo>
                  <a:lnTo>
                    <a:pt x="6932" y="3529"/>
                  </a:lnTo>
                  <a:lnTo>
                    <a:pt x="7310" y="3529"/>
                  </a:lnTo>
                  <a:cubicBezTo>
                    <a:pt x="7499" y="3529"/>
                    <a:pt x="7657" y="3371"/>
                    <a:pt x="7657" y="3151"/>
                  </a:cubicBezTo>
                  <a:lnTo>
                    <a:pt x="7657" y="1040"/>
                  </a:lnTo>
                  <a:lnTo>
                    <a:pt x="7625" y="1040"/>
                  </a:lnTo>
                  <a:cubicBezTo>
                    <a:pt x="7625" y="441"/>
                    <a:pt x="7153" y="0"/>
                    <a:pt x="65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3"/>
            <p:cNvSpPr/>
            <p:nvPr/>
          </p:nvSpPr>
          <p:spPr>
            <a:xfrm>
              <a:off x="-25834600" y="3350150"/>
              <a:ext cx="69325" cy="96100"/>
            </a:xfrm>
            <a:custGeom>
              <a:avLst/>
              <a:gdLst/>
              <a:ahLst/>
              <a:cxnLst/>
              <a:rect l="l" t="t" r="r" b="b"/>
              <a:pathLst>
                <a:path w="2773" h="3844" extrusionOk="0">
                  <a:moveTo>
                    <a:pt x="2143" y="0"/>
                  </a:moveTo>
                  <a:cubicBezTo>
                    <a:pt x="1008" y="0"/>
                    <a:pt x="63" y="945"/>
                    <a:pt x="63" y="2080"/>
                  </a:cubicBezTo>
                  <a:cubicBezTo>
                    <a:pt x="0" y="2804"/>
                    <a:pt x="378" y="3434"/>
                    <a:pt x="914" y="3844"/>
                  </a:cubicBezTo>
                  <a:cubicBezTo>
                    <a:pt x="788" y="3529"/>
                    <a:pt x="725" y="3151"/>
                    <a:pt x="725" y="2804"/>
                  </a:cubicBezTo>
                  <a:cubicBezTo>
                    <a:pt x="725" y="1544"/>
                    <a:pt x="1576" y="473"/>
                    <a:pt x="2773" y="126"/>
                  </a:cubicBezTo>
                  <a:cubicBezTo>
                    <a:pt x="2584" y="63"/>
                    <a:pt x="2332" y="0"/>
                    <a:pt x="21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3"/>
            <p:cNvSpPr/>
            <p:nvPr/>
          </p:nvSpPr>
          <p:spPr>
            <a:xfrm>
              <a:off x="-25799950" y="3368250"/>
              <a:ext cx="104775" cy="104000"/>
            </a:xfrm>
            <a:custGeom>
              <a:avLst/>
              <a:gdLst/>
              <a:ahLst/>
              <a:cxnLst/>
              <a:rect l="l" t="t" r="r" b="b"/>
              <a:pathLst>
                <a:path w="4191" h="4160" extrusionOk="0">
                  <a:moveTo>
                    <a:pt x="2080" y="694"/>
                  </a:moveTo>
                  <a:cubicBezTo>
                    <a:pt x="2836" y="694"/>
                    <a:pt x="3466" y="1324"/>
                    <a:pt x="3466" y="2080"/>
                  </a:cubicBezTo>
                  <a:cubicBezTo>
                    <a:pt x="3466" y="2364"/>
                    <a:pt x="3403" y="2584"/>
                    <a:pt x="3246" y="2836"/>
                  </a:cubicBezTo>
                  <a:lnTo>
                    <a:pt x="1292" y="915"/>
                  </a:lnTo>
                  <a:cubicBezTo>
                    <a:pt x="1576" y="788"/>
                    <a:pt x="1828" y="694"/>
                    <a:pt x="2080" y="694"/>
                  </a:cubicBezTo>
                  <a:close/>
                  <a:moveTo>
                    <a:pt x="2111" y="1"/>
                  </a:moveTo>
                  <a:cubicBezTo>
                    <a:pt x="946" y="1"/>
                    <a:pt x="1" y="946"/>
                    <a:pt x="1" y="2080"/>
                  </a:cubicBezTo>
                  <a:cubicBezTo>
                    <a:pt x="1" y="3214"/>
                    <a:pt x="946" y="4160"/>
                    <a:pt x="2111" y="4160"/>
                  </a:cubicBezTo>
                  <a:cubicBezTo>
                    <a:pt x="3246" y="4160"/>
                    <a:pt x="4191" y="3214"/>
                    <a:pt x="4191" y="2080"/>
                  </a:cubicBezTo>
                  <a:cubicBezTo>
                    <a:pt x="4191" y="946"/>
                    <a:pt x="3246" y="1"/>
                    <a:pt x="21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3"/>
            <p:cNvSpPr/>
            <p:nvPr/>
          </p:nvSpPr>
          <p:spPr>
            <a:xfrm>
              <a:off x="-25712525" y="3317075"/>
              <a:ext cx="34675" cy="86650"/>
            </a:xfrm>
            <a:custGeom>
              <a:avLst/>
              <a:gdLst/>
              <a:ahLst/>
              <a:cxnLst/>
              <a:rect l="l" t="t" r="r" b="b"/>
              <a:pathLst>
                <a:path w="1387" h="3466" extrusionOk="0">
                  <a:moveTo>
                    <a:pt x="1" y="0"/>
                  </a:moveTo>
                  <a:lnTo>
                    <a:pt x="1" y="1764"/>
                  </a:lnTo>
                  <a:cubicBezTo>
                    <a:pt x="631" y="2111"/>
                    <a:pt x="1072" y="2709"/>
                    <a:pt x="1261" y="3466"/>
                  </a:cubicBezTo>
                  <a:lnTo>
                    <a:pt x="1387" y="3466"/>
                  </a:lnTo>
                  <a:lnTo>
                    <a:pt x="138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6" name="Google Shape;596;p33"/>
          <p:cNvSpPr/>
          <p:nvPr/>
        </p:nvSpPr>
        <p:spPr>
          <a:xfrm>
            <a:off x="986837" y="1644160"/>
            <a:ext cx="741600" cy="741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9" name="Google Shape;609;p33"/>
          <p:cNvGrpSpPr/>
          <p:nvPr/>
        </p:nvGrpSpPr>
        <p:grpSpPr>
          <a:xfrm>
            <a:off x="1134411" y="1791814"/>
            <a:ext cx="446497" cy="446400"/>
            <a:chOff x="-25094250" y="3547050"/>
            <a:chExt cx="295400" cy="295375"/>
          </a:xfrm>
        </p:grpSpPr>
        <p:sp>
          <p:nvSpPr>
            <p:cNvPr id="610" name="Google Shape;610;p33"/>
            <p:cNvSpPr/>
            <p:nvPr/>
          </p:nvSpPr>
          <p:spPr>
            <a:xfrm>
              <a:off x="-24990275" y="3580925"/>
              <a:ext cx="17350" cy="17350"/>
            </a:xfrm>
            <a:custGeom>
              <a:avLst/>
              <a:gdLst/>
              <a:ahLst/>
              <a:cxnLst/>
              <a:rect l="l" t="t" r="r" b="b"/>
              <a:pathLst>
                <a:path w="694" h="694" extrusionOk="0">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3"/>
            <p:cNvSpPr/>
            <p:nvPr/>
          </p:nvSpPr>
          <p:spPr>
            <a:xfrm>
              <a:off x="-25041475" y="3668350"/>
              <a:ext cx="52025" cy="52000"/>
            </a:xfrm>
            <a:custGeom>
              <a:avLst/>
              <a:gdLst/>
              <a:ahLst/>
              <a:cxnLst/>
              <a:rect l="l" t="t" r="r" b="b"/>
              <a:pathLst>
                <a:path w="2081" h="2080" extrusionOk="0">
                  <a:moveTo>
                    <a:pt x="1" y="0"/>
                  </a:moveTo>
                  <a:lnTo>
                    <a:pt x="1" y="2080"/>
                  </a:lnTo>
                  <a:lnTo>
                    <a:pt x="2080" y="2080"/>
                  </a:lnTo>
                  <a:lnTo>
                    <a:pt x="20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3"/>
            <p:cNvSpPr/>
            <p:nvPr/>
          </p:nvSpPr>
          <p:spPr>
            <a:xfrm>
              <a:off x="-25094250" y="3547050"/>
              <a:ext cx="224500" cy="295375"/>
            </a:xfrm>
            <a:custGeom>
              <a:avLst/>
              <a:gdLst/>
              <a:ahLst/>
              <a:cxnLst/>
              <a:rect l="l" t="t" r="r" b="b"/>
              <a:pathLst>
                <a:path w="8980" h="11815" extrusionOk="0">
                  <a:moveTo>
                    <a:pt x="4538" y="694"/>
                  </a:moveTo>
                  <a:cubicBezTo>
                    <a:pt x="5136" y="694"/>
                    <a:pt x="5577" y="1166"/>
                    <a:pt x="5577" y="1702"/>
                  </a:cubicBezTo>
                  <a:cubicBezTo>
                    <a:pt x="5577" y="1891"/>
                    <a:pt x="5735" y="2048"/>
                    <a:pt x="5924" y="2048"/>
                  </a:cubicBezTo>
                  <a:lnTo>
                    <a:pt x="6649" y="2048"/>
                  </a:lnTo>
                  <a:cubicBezTo>
                    <a:pt x="6838" y="2048"/>
                    <a:pt x="6995" y="2206"/>
                    <a:pt x="6995" y="2426"/>
                  </a:cubicBezTo>
                  <a:lnTo>
                    <a:pt x="6995" y="2773"/>
                  </a:lnTo>
                  <a:lnTo>
                    <a:pt x="2143" y="2773"/>
                  </a:lnTo>
                  <a:lnTo>
                    <a:pt x="2143" y="2426"/>
                  </a:lnTo>
                  <a:lnTo>
                    <a:pt x="2112" y="2426"/>
                  </a:lnTo>
                  <a:cubicBezTo>
                    <a:pt x="2112" y="2206"/>
                    <a:pt x="2269" y="2048"/>
                    <a:pt x="2458" y="2048"/>
                  </a:cubicBezTo>
                  <a:lnTo>
                    <a:pt x="3183" y="2048"/>
                  </a:lnTo>
                  <a:cubicBezTo>
                    <a:pt x="3372" y="2048"/>
                    <a:pt x="3530" y="1891"/>
                    <a:pt x="3530" y="1702"/>
                  </a:cubicBezTo>
                  <a:cubicBezTo>
                    <a:pt x="3530" y="1103"/>
                    <a:pt x="4002" y="694"/>
                    <a:pt x="4538" y="694"/>
                  </a:cubicBezTo>
                  <a:close/>
                  <a:moveTo>
                    <a:pt x="7310" y="4159"/>
                  </a:moveTo>
                  <a:cubicBezTo>
                    <a:pt x="7499" y="4159"/>
                    <a:pt x="7657" y="4317"/>
                    <a:pt x="7657" y="4506"/>
                  </a:cubicBezTo>
                  <a:cubicBezTo>
                    <a:pt x="7657" y="4695"/>
                    <a:pt x="7499" y="4852"/>
                    <a:pt x="7310" y="4852"/>
                  </a:cubicBezTo>
                  <a:lnTo>
                    <a:pt x="5924" y="4852"/>
                  </a:lnTo>
                  <a:cubicBezTo>
                    <a:pt x="5735" y="4852"/>
                    <a:pt x="5577" y="4695"/>
                    <a:pt x="5577" y="4506"/>
                  </a:cubicBezTo>
                  <a:cubicBezTo>
                    <a:pt x="5577" y="4317"/>
                    <a:pt x="5735" y="4159"/>
                    <a:pt x="5924" y="4159"/>
                  </a:cubicBezTo>
                  <a:close/>
                  <a:moveTo>
                    <a:pt x="7310" y="5514"/>
                  </a:moveTo>
                  <a:cubicBezTo>
                    <a:pt x="7499" y="5514"/>
                    <a:pt x="7657" y="5671"/>
                    <a:pt x="7657" y="5892"/>
                  </a:cubicBezTo>
                  <a:cubicBezTo>
                    <a:pt x="7657" y="6081"/>
                    <a:pt x="7499" y="6238"/>
                    <a:pt x="7310" y="6238"/>
                  </a:cubicBezTo>
                  <a:lnTo>
                    <a:pt x="5924" y="6238"/>
                  </a:lnTo>
                  <a:cubicBezTo>
                    <a:pt x="5735" y="6238"/>
                    <a:pt x="5577" y="6081"/>
                    <a:pt x="5577" y="5892"/>
                  </a:cubicBezTo>
                  <a:cubicBezTo>
                    <a:pt x="5577" y="5671"/>
                    <a:pt x="5735" y="5514"/>
                    <a:pt x="5924" y="5514"/>
                  </a:cubicBezTo>
                  <a:close/>
                  <a:moveTo>
                    <a:pt x="4506" y="4159"/>
                  </a:moveTo>
                  <a:cubicBezTo>
                    <a:pt x="4695" y="4159"/>
                    <a:pt x="4853" y="4317"/>
                    <a:pt x="4853" y="4506"/>
                  </a:cubicBezTo>
                  <a:lnTo>
                    <a:pt x="4853" y="7247"/>
                  </a:lnTo>
                  <a:cubicBezTo>
                    <a:pt x="4853" y="7467"/>
                    <a:pt x="4695" y="7593"/>
                    <a:pt x="4506" y="7593"/>
                  </a:cubicBezTo>
                  <a:lnTo>
                    <a:pt x="1734" y="7593"/>
                  </a:lnTo>
                  <a:cubicBezTo>
                    <a:pt x="1545" y="7593"/>
                    <a:pt x="1387" y="7467"/>
                    <a:pt x="1387" y="7247"/>
                  </a:cubicBezTo>
                  <a:lnTo>
                    <a:pt x="1387" y="4506"/>
                  </a:lnTo>
                  <a:cubicBezTo>
                    <a:pt x="1387" y="4317"/>
                    <a:pt x="1545" y="4159"/>
                    <a:pt x="1734" y="4159"/>
                  </a:cubicBezTo>
                  <a:close/>
                  <a:moveTo>
                    <a:pt x="7310" y="6900"/>
                  </a:moveTo>
                  <a:cubicBezTo>
                    <a:pt x="7499" y="6900"/>
                    <a:pt x="7657" y="7058"/>
                    <a:pt x="7657" y="7247"/>
                  </a:cubicBezTo>
                  <a:cubicBezTo>
                    <a:pt x="7657" y="7467"/>
                    <a:pt x="7499" y="7593"/>
                    <a:pt x="7310" y="7593"/>
                  </a:cubicBezTo>
                  <a:lnTo>
                    <a:pt x="5924" y="7593"/>
                  </a:lnTo>
                  <a:cubicBezTo>
                    <a:pt x="5735" y="7593"/>
                    <a:pt x="5577" y="7467"/>
                    <a:pt x="5577" y="7247"/>
                  </a:cubicBezTo>
                  <a:cubicBezTo>
                    <a:pt x="5577" y="7058"/>
                    <a:pt x="5735" y="6900"/>
                    <a:pt x="5924" y="6900"/>
                  </a:cubicBezTo>
                  <a:close/>
                  <a:moveTo>
                    <a:pt x="7310" y="8318"/>
                  </a:moveTo>
                  <a:cubicBezTo>
                    <a:pt x="7499" y="8318"/>
                    <a:pt x="7657" y="8475"/>
                    <a:pt x="7657" y="8664"/>
                  </a:cubicBezTo>
                  <a:cubicBezTo>
                    <a:pt x="7657" y="8853"/>
                    <a:pt x="7499" y="9011"/>
                    <a:pt x="7310" y="9011"/>
                  </a:cubicBezTo>
                  <a:lnTo>
                    <a:pt x="1734" y="9011"/>
                  </a:lnTo>
                  <a:cubicBezTo>
                    <a:pt x="1545" y="9011"/>
                    <a:pt x="1387" y="8853"/>
                    <a:pt x="1387" y="8664"/>
                  </a:cubicBezTo>
                  <a:cubicBezTo>
                    <a:pt x="1387" y="8475"/>
                    <a:pt x="1545" y="8318"/>
                    <a:pt x="1734" y="8318"/>
                  </a:cubicBezTo>
                  <a:close/>
                  <a:moveTo>
                    <a:pt x="7310" y="9704"/>
                  </a:moveTo>
                  <a:cubicBezTo>
                    <a:pt x="7499" y="9704"/>
                    <a:pt x="7657" y="9861"/>
                    <a:pt x="7657" y="10050"/>
                  </a:cubicBezTo>
                  <a:cubicBezTo>
                    <a:pt x="7657" y="10240"/>
                    <a:pt x="7499" y="10397"/>
                    <a:pt x="7310" y="10397"/>
                  </a:cubicBezTo>
                  <a:lnTo>
                    <a:pt x="1734" y="10397"/>
                  </a:lnTo>
                  <a:cubicBezTo>
                    <a:pt x="1545" y="10397"/>
                    <a:pt x="1387" y="10240"/>
                    <a:pt x="1387" y="10050"/>
                  </a:cubicBezTo>
                  <a:cubicBezTo>
                    <a:pt x="1387" y="9861"/>
                    <a:pt x="1545" y="9704"/>
                    <a:pt x="1734" y="9704"/>
                  </a:cubicBezTo>
                  <a:close/>
                  <a:moveTo>
                    <a:pt x="4506" y="0"/>
                  </a:moveTo>
                  <a:cubicBezTo>
                    <a:pt x="3687" y="0"/>
                    <a:pt x="2962" y="599"/>
                    <a:pt x="2805" y="1387"/>
                  </a:cubicBezTo>
                  <a:lnTo>
                    <a:pt x="2427" y="1387"/>
                  </a:lnTo>
                  <a:cubicBezTo>
                    <a:pt x="1986" y="1387"/>
                    <a:pt x="1576" y="1670"/>
                    <a:pt x="1419" y="2080"/>
                  </a:cubicBezTo>
                  <a:lnTo>
                    <a:pt x="1041" y="2080"/>
                  </a:lnTo>
                  <a:cubicBezTo>
                    <a:pt x="442" y="2080"/>
                    <a:pt x="1" y="2552"/>
                    <a:pt x="1" y="3119"/>
                  </a:cubicBezTo>
                  <a:lnTo>
                    <a:pt x="1" y="10807"/>
                  </a:lnTo>
                  <a:cubicBezTo>
                    <a:pt x="1" y="11342"/>
                    <a:pt x="474" y="11815"/>
                    <a:pt x="1041" y="11815"/>
                  </a:cubicBezTo>
                  <a:lnTo>
                    <a:pt x="7972" y="11815"/>
                  </a:lnTo>
                  <a:cubicBezTo>
                    <a:pt x="8570" y="11815"/>
                    <a:pt x="8980" y="11342"/>
                    <a:pt x="8980" y="10807"/>
                  </a:cubicBezTo>
                  <a:lnTo>
                    <a:pt x="8980" y="3119"/>
                  </a:lnTo>
                  <a:cubicBezTo>
                    <a:pt x="8980" y="2521"/>
                    <a:pt x="8507" y="2080"/>
                    <a:pt x="7972" y="2080"/>
                  </a:cubicBezTo>
                  <a:lnTo>
                    <a:pt x="7562" y="2080"/>
                  </a:lnTo>
                  <a:cubicBezTo>
                    <a:pt x="7405" y="1702"/>
                    <a:pt x="7058" y="1387"/>
                    <a:pt x="6585" y="1387"/>
                  </a:cubicBezTo>
                  <a:lnTo>
                    <a:pt x="6207" y="1387"/>
                  </a:lnTo>
                  <a:cubicBezTo>
                    <a:pt x="6050" y="599"/>
                    <a:pt x="5325" y="0"/>
                    <a:pt x="45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3"/>
            <p:cNvSpPr/>
            <p:nvPr/>
          </p:nvSpPr>
          <p:spPr>
            <a:xfrm>
              <a:off x="-24851650" y="3582300"/>
              <a:ext cx="52800" cy="190825"/>
            </a:xfrm>
            <a:custGeom>
              <a:avLst/>
              <a:gdLst/>
              <a:ahLst/>
              <a:cxnLst/>
              <a:rect l="l" t="t" r="r" b="b"/>
              <a:pathLst>
                <a:path w="2112" h="7633" extrusionOk="0">
                  <a:moveTo>
                    <a:pt x="1060" y="0"/>
                  </a:moveTo>
                  <a:cubicBezTo>
                    <a:pt x="930" y="0"/>
                    <a:pt x="804" y="55"/>
                    <a:pt x="757" y="166"/>
                  </a:cubicBezTo>
                  <a:lnTo>
                    <a:pt x="32" y="1552"/>
                  </a:lnTo>
                  <a:cubicBezTo>
                    <a:pt x="0" y="1583"/>
                    <a:pt x="0" y="1678"/>
                    <a:pt x="0" y="1709"/>
                  </a:cubicBezTo>
                  <a:lnTo>
                    <a:pt x="0" y="7632"/>
                  </a:lnTo>
                  <a:lnTo>
                    <a:pt x="2080" y="7632"/>
                  </a:lnTo>
                  <a:lnTo>
                    <a:pt x="2080" y="1709"/>
                  </a:lnTo>
                  <a:lnTo>
                    <a:pt x="2111" y="1709"/>
                  </a:lnTo>
                  <a:cubicBezTo>
                    <a:pt x="2111" y="1678"/>
                    <a:pt x="2111" y="1583"/>
                    <a:pt x="2080" y="1552"/>
                  </a:cubicBezTo>
                  <a:lnTo>
                    <a:pt x="1387" y="166"/>
                  </a:lnTo>
                  <a:cubicBezTo>
                    <a:pt x="1324" y="55"/>
                    <a:pt x="1190" y="0"/>
                    <a:pt x="10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3"/>
            <p:cNvSpPr/>
            <p:nvPr/>
          </p:nvSpPr>
          <p:spPr>
            <a:xfrm>
              <a:off x="-24850875" y="3788050"/>
              <a:ext cx="52025" cy="53600"/>
            </a:xfrm>
            <a:custGeom>
              <a:avLst/>
              <a:gdLst/>
              <a:ahLst/>
              <a:cxnLst/>
              <a:rect l="l" t="t" r="r" b="b"/>
              <a:pathLst>
                <a:path w="2081" h="2144" extrusionOk="0">
                  <a:moveTo>
                    <a:pt x="1" y="1"/>
                  </a:moveTo>
                  <a:lnTo>
                    <a:pt x="1" y="1104"/>
                  </a:lnTo>
                  <a:lnTo>
                    <a:pt x="64" y="1104"/>
                  </a:lnTo>
                  <a:cubicBezTo>
                    <a:pt x="64" y="1702"/>
                    <a:pt x="505" y="2143"/>
                    <a:pt x="1072" y="2143"/>
                  </a:cubicBezTo>
                  <a:cubicBezTo>
                    <a:pt x="1671" y="2143"/>
                    <a:pt x="2080" y="1671"/>
                    <a:pt x="2080" y="1104"/>
                  </a:cubicBezTo>
                  <a:lnTo>
                    <a:pt x="20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5" name="Google Shape;615;p33"/>
          <p:cNvSpPr txBox="1"/>
          <p:nvPr/>
        </p:nvSpPr>
        <p:spPr>
          <a:xfrm>
            <a:off x="720013" y="2701450"/>
            <a:ext cx="1760400" cy="456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dk2"/>
                </a:solidFill>
                <a:latin typeface="Abril Fatface"/>
                <a:ea typeface="Abril Fatface"/>
                <a:cs typeface="Abril Fatface"/>
                <a:sym typeface="Abril Fatface"/>
              </a:rPr>
              <a:t>Factors</a:t>
            </a:r>
            <a:endParaRPr sz="2000">
              <a:solidFill>
                <a:schemeClr val="dk2"/>
              </a:solidFill>
              <a:latin typeface="Abril Fatface"/>
              <a:ea typeface="Abril Fatface"/>
              <a:cs typeface="Abril Fatface"/>
              <a:sym typeface="Abril Fatface"/>
            </a:endParaRPr>
          </a:p>
        </p:txBody>
      </p:sp>
      <p:sp>
        <p:nvSpPr>
          <p:cNvPr id="616" name="Google Shape;616;p33"/>
          <p:cNvSpPr txBox="1"/>
          <p:nvPr/>
        </p:nvSpPr>
        <p:spPr>
          <a:xfrm>
            <a:off x="725000" y="3284379"/>
            <a:ext cx="1760400" cy="78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Raleway"/>
                <a:ea typeface="Raleway"/>
                <a:cs typeface="Raleway"/>
                <a:sym typeface="Raleway"/>
              </a:rPr>
              <a:t>Venus is the second planet from the Sun</a:t>
            </a:r>
            <a:endParaRPr>
              <a:solidFill>
                <a:schemeClr val="dk1"/>
              </a:solidFill>
              <a:latin typeface="Raleway"/>
              <a:ea typeface="Raleway"/>
              <a:cs typeface="Raleway"/>
              <a:sym typeface="Raleway"/>
            </a:endParaRPr>
          </a:p>
        </p:txBody>
      </p:sp>
      <p:sp>
        <p:nvSpPr>
          <p:cNvPr id="617" name="Google Shape;617;p33"/>
          <p:cNvSpPr txBox="1"/>
          <p:nvPr/>
        </p:nvSpPr>
        <p:spPr>
          <a:xfrm>
            <a:off x="2701205" y="2701450"/>
            <a:ext cx="1760400" cy="456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dk2"/>
                </a:solidFill>
                <a:latin typeface="Abril Fatface"/>
                <a:ea typeface="Abril Fatface"/>
                <a:cs typeface="Abril Fatface"/>
                <a:sym typeface="Abril Fatface"/>
              </a:rPr>
              <a:t>Treatment</a:t>
            </a:r>
            <a:endParaRPr sz="2000">
              <a:solidFill>
                <a:schemeClr val="dk2"/>
              </a:solidFill>
              <a:latin typeface="Abril Fatface"/>
              <a:ea typeface="Abril Fatface"/>
              <a:cs typeface="Abril Fatface"/>
              <a:sym typeface="Abril Fatface"/>
            </a:endParaRPr>
          </a:p>
        </p:txBody>
      </p:sp>
      <p:sp>
        <p:nvSpPr>
          <p:cNvPr id="618" name="Google Shape;618;p33"/>
          <p:cNvSpPr txBox="1"/>
          <p:nvPr/>
        </p:nvSpPr>
        <p:spPr>
          <a:xfrm>
            <a:off x="2706192" y="3284379"/>
            <a:ext cx="1760400" cy="78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Raleway"/>
                <a:ea typeface="Raleway"/>
                <a:cs typeface="Raleway"/>
                <a:sym typeface="Raleway"/>
              </a:rPr>
              <a:t>Earth is the only planet known to harbor life</a:t>
            </a:r>
            <a:endParaRPr>
              <a:solidFill>
                <a:schemeClr val="dk1"/>
              </a:solidFill>
              <a:latin typeface="Raleway"/>
              <a:ea typeface="Raleway"/>
              <a:cs typeface="Raleway"/>
              <a:sym typeface="Raleway"/>
            </a:endParaRPr>
          </a:p>
        </p:txBody>
      </p:sp>
      <p:sp>
        <p:nvSpPr>
          <p:cNvPr id="619" name="Google Shape;619;p33"/>
          <p:cNvSpPr txBox="1"/>
          <p:nvPr/>
        </p:nvSpPr>
        <p:spPr>
          <a:xfrm>
            <a:off x="4682397" y="2701450"/>
            <a:ext cx="1760400" cy="456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dk2"/>
                </a:solidFill>
                <a:latin typeface="Abril Fatface"/>
                <a:ea typeface="Abril Fatface"/>
                <a:cs typeface="Abril Fatface"/>
                <a:sym typeface="Abril Fatface"/>
              </a:rPr>
              <a:t>Disorders</a:t>
            </a:r>
            <a:endParaRPr sz="2000">
              <a:solidFill>
                <a:schemeClr val="dk2"/>
              </a:solidFill>
              <a:latin typeface="Abril Fatface"/>
              <a:ea typeface="Abril Fatface"/>
              <a:cs typeface="Abril Fatface"/>
              <a:sym typeface="Abril Fatface"/>
            </a:endParaRPr>
          </a:p>
        </p:txBody>
      </p:sp>
      <p:sp>
        <p:nvSpPr>
          <p:cNvPr id="620" name="Google Shape;620;p33"/>
          <p:cNvSpPr txBox="1"/>
          <p:nvPr/>
        </p:nvSpPr>
        <p:spPr>
          <a:xfrm>
            <a:off x="4687384" y="3284379"/>
            <a:ext cx="1760400" cy="78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Raleway"/>
                <a:ea typeface="Raleway"/>
                <a:cs typeface="Raleway"/>
                <a:sym typeface="Raleway"/>
              </a:rPr>
              <a:t>Jupiter is the biggest planet in the Solar System</a:t>
            </a:r>
            <a:endParaRPr>
              <a:solidFill>
                <a:schemeClr val="dk1"/>
              </a:solidFill>
              <a:latin typeface="Raleway"/>
              <a:ea typeface="Raleway"/>
              <a:cs typeface="Raleway"/>
              <a:sym typeface="Raleway"/>
            </a:endParaRPr>
          </a:p>
        </p:txBody>
      </p:sp>
      <p:sp>
        <p:nvSpPr>
          <p:cNvPr id="621" name="Google Shape;621;p33"/>
          <p:cNvSpPr txBox="1"/>
          <p:nvPr/>
        </p:nvSpPr>
        <p:spPr>
          <a:xfrm>
            <a:off x="6663589" y="2701450"/>
            <a:ext cx="1760400" cy="456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dk2"/>
                </a:solidFill>
                <a:latin typeface="Abril Fatface"/>
                <a:ea typeface="Abril Fatface"/>
                <a:cs typeface="Abril Fatface"/>
                <a:sym typeface="Abril Fatface"/>
              </a:rPr>
              <a:t>Recovery</a:t>
            </a:r>
            <a:endParaRPr sz="2000">
              <a:solidFill>
                <a:schemeClr val="dk2"/>
              </a:solidFill>
              <a:latin typeface="Abril Fatface"/>
              <a:ea typeface="Abril Fatface"/>
              <a:cs typeface="Abril Fatface"/>
              <a:sym typeface="Abril Fatface"/>
            </a:endParaRPr>
          </a:p>
        </p:txBody>
      </p:sp>
      <p:sp>
        <p:nvSpPr>
          <p:cNvPr id="622" name="Google Shape;622;p33"/>
          <p:cNvSpPr txBox="1"/>
          <p:nvPr/>
        </p:nvSpPr>
        <p:spPr>
          <a:xfrm>
            <a:off x="6668576" y="3284379"/>
            <a:ext cx="1760400" cy="78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Raleway"/>
                <a:ea typeface="Raleway"/>
                <a:cs typeface="Raleway"/>
                <a:sym typeface="Raleway"/>
              </a:rPr>
              <a:t>Neptune is the farthest planet from the Sun</a:t>
            </a:r>
            <a:endParaRPr>
              <a:solidFill>
                <a:schemeClr val="dk1"/>
              </a:solidFill>
              <a:latin typeface="Raleway"/>
              <a:ea typeface="Raleway"/>
              <a:cs typeface="Raleway"/>
              <a:sym typeface="Raleway"/>
            </a:endParaRPr>
          </a:p>
        </p:txBody>
      </p:sp>
      <p:sp>
        <p:nvSpPr>
          <p:cNvPr id="623" name="Google Shape;623;p33"/>
          <p:cNvSpPr/>
          <p:nvPr/>
        </p:nvSpPr>
        <p:spPr>
          <a:xfrm rot="388633">
            <a:off x="7630924" y="4172924"/>
            <a:ext cx="1147631" cy="744539"/>
          </a:xfrm>
          <a:custGeom>
            <a:avLst/>
            <a:gdLst/>
            <a:ahLst/>
            <a:cxnLst/>
            <a:rect l="l" t="t" r="r" b="b"/>
            <a:pathLst>
              <a:path w="115591" h="74991" extrusionOk="0">
                <a:moveTo>
                  <a:pt x="25095" y="72118"/>
                </a:moveTo>
                <a:cubicBezTo>
                  <a:pt x="29362" y="72118"/>
                  <a:pt x="33925" y="70005"/>
                  <a:pt x="37390" y="65696"/>
                </a:cubicBezTo>
                <a:cubicBezTo>
                  <a:pt x="40685" y="69498"/>
                  <a:pt x="41530" y="74991"/>
                  <a:pt x="52895" y="73977"/>
                </a:cubicBezTo>
                <a:cubicBezTo>
                  <a:pt x="66498" y="72751"/>
                  <a:pt x="65696" y="58936"/>
                  <a:pt x="65696" y="58936"/>
                </a:cubicBezTo>
                <a:cubicBezTo>
                  <a:pt x="65696" y="58936"/>
                  <a:pt x="72540" y="69794"/>
                  <a:pt x="84116" y="65780"/>
                </a:cubicBezTo>
                <a:cubicBezTo>
                  <a:pt x="91509" y="63246"/>
                  <a:pt x="95058" y="55176"/>
                  <a:pt x="95227" y="51670"/>
                </a:cubicBezTo>
                <a:cubicBezTo>
                  <a:pt x="97635" y="52895"/>
                  <a:pt x="100339" y="53529"/>
                  <a:pt x="103085" y="53529"/>
                </a:cubicBezTo>
                <a:cubicBezTo>
                  <a:pt x="108408" y="53529"/>
                  <a:pt x="113985" y="50994"/>
                  <a:pt x="114619" y="42967"/>
                </a:cubicBezTo>
                <a:cubicBezTo>
                  <a:pt x="115591" y="29870"/>
                  <a:pt x="104902" y="26955"/>
                  <a:pt x="104902" y="26955"/>
                </a:cubicBezTo>
                <a:cubicBezTo>
                  <a:pt x="104902" y="26955"/>
                  <a:pt x="112464" y="19603"/>
                  <a:pt x="106634" y="13815"/>
                </a:cubicBezTo>
                <a:cubicBezTo>
                  <a:pt x="92819" y="0"/>
                  <a:pt x="85510" y="14322"/>
                  <a:pt x="85510" y="14322"/>
                </a:cubicBezTo>
                <a:cubicBezTo>
                  <a:pt x="85510" y="14322"/>
                  <a:pt x="86482" y="1395"/>
                  <a:pt x="68400" y="1352"/>
                </a:cubicBezTo>
                <a:cubicBezTo>
                  <a:pt x="58176" y="1310"/>
                  <a:pt x="59021" y="10182"/>
                  <a:pt x="59021" y="10182"/>
                </a:cubicBezTo>
                <a:cubicBezTo>
                  <a:pt x="53613" y="5831"/>
                  <a:pt x="46642" y="4056"/>
                  <a:pt x="39840" y="5324"/>
                </a:cubicBezTo>
                <a:cubicBezTo>
                  <a:pt x="33672" y="8323"/>
                  <a:pt x="29574" y="12379"/>
                  <a:pt x="31686" y="22645"/>
                </a:cubicBezTo>
                <a:cubicBezTo>
                  <a:pt x="31686" y="22645"/>
                  <a:pt x="15590" y="18674"/>
                  <a:pt x="10773" y="27377"/>
                </a:cubicBezTo>
                <a:cubicBezTo>
                  <a:pt x="3929" y="40009"/>
                  <a:pt x="20026" y="43347"/>
                  <a:pt x="20026" y="43347"/>
                </a:cubicBezTo>
                <a:cubicBezTo>
                  <a:pt x="0" y="57753"/>
                  <a:pt x="16899" y="72118"/>
                  <a:pt x="25095" y="7211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3"/>
          <p:cNvSpPr/>
          <p:nvPr/>
        </p:nvSpPr>
        <p:spPr>
          <a:xfrm>
            <a:off x="6868551" y="286764"/>
            <a:ext cx="677773" cy="749616"/>
          </a:xfrm>
          <a:custGeom>
            <a:avLst/>
            <a:gdLst/>
            <a:ahLst/>
            <a:cxnLst/>
            <a:rect l="l" t="t" r="r" b="b"/>
            <a:pathLst>
              <a:path w="65359" h="72287" extrusionOk="0">
                <a:moveTo>
                  <a:pt x="1818" y="25687"/>
                </a:moveTo>
                <a:cubicBezTo>
                  <a:pt x="2029" y="29954"/>
                  <a:pt x="4310" y="34433"/>
                  <a:pt x="8788" y="37728"/>
                </a:cubicBezTo>
                <a:cubicBezTo>
                  <a:pt x="5155" y="41192"/>
                  <a:pt x="1" y="49008"/>
                  <a:pt x="1226" y="53571"/>
                </a:cubicBezTo>
                <a:cubicBezTo>
                  <a:pt x="4733" y="66752"/>
                  <a:pt x="21294" y="55388"/>
                  <a:pt x="21294" y="55388"/>
                </a:cubicBezTo>
                <a:cubicBezTo>
                  <a:pt x="21294" y="55388"/>
                  <a:pt x="27673" y="72287"/>
                  <a:pt x="42418" y="65738"/>
                </a:cubicBezTo>
                <a:cubicBezTo>
                  <a:pt x="51712" y="61556"/>
                  <a:pt x="45967" y="51416"/>
                  <a:pt x="45967" y="51416"/>
                </a:cubicBezTo>
                <a:cubicBezTo>
                  <a:pt x="45967" y="51416"/>
                  <a:pt x="65358" y="58303"/>
                  <a:pt x="65358" y="37601"/>
                </a:cubicBezTo>
                <a:cubicBezTo>
                  <a:pt x="65358" y="31560"/>
                  <a:pt x="60838" y="23871"/>
                  <a:pt x="50698" y="26448"/>
                </a:cubicBezTo>
                <a:cubicBezTo>
                  <a:pt x="50698" y="26448"/>
                  <a:pt x="54839" y="13773"/>
                  <a:pt x="45882" y="9337"/>
                </a:cubicBezTo>
                <a:cubicBezTo>
                  <a:pt x="32997" y="3127"/>
                  <a:pt x="30377" y="19308"/>
                  <a:pt x="30377" y="19308"/>
                </a:cubicBezTo>
                <a:cubicBezTo>
                  <a:pt x="15041" y="0"/>
                  <a:pt x="1480" y="17533"/>
                  <a:pt x="1818" y="2568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3"/>
          <p:cNvSpPr/>
          <p:nvPr/>
        </p:nvSpPr>
        <p:spPr>
          <a:xfrm rot="-2066534">
            <a:off x="7898063" y="504190"/>
            <a:ext cx="1061682" cy="944910"/>
          </a:xfrm>
          <a:custGeom>
            <a:avLst/>
            <a:gdLst/>
            <a:ahLst/>
            <a:cxnLst/>
            <a:rect l="l" t="t" r="r" b="b"/>
            <a:pathLst>
              <a:path w="46314" h="41220" extrusionOk="0">
                <a:moveTo>
                  <a:pt x="19026" y="0"/>
                </a:moveTo>
                <a:cubicBezTo>
                  <a:pt x="14128" y="0"/>
                  <a:pt x="8876" y="4486"/>
                  <a:pt x="8939" y="9953"/>
                </a:cubicBezTo>
                <a:cubicBezTo>
                  <a:pt x="8291" y="9575"/>
                  <a:pt x="7566" y="9386"/>
                  <a:pt x="6819" y="9386"/>
                </a:cubicBezTo>
                <a:cubicBezTo>
                  <a:pt x="3711" y="9386"/>
                  <a:pt x="201" y="12640"/>
                  <a:pt x="67" y="18991"/>
                </a:cubicBezTo>
                <a:cubicBezTo>
                  <a:pt x="0" y="24435"/>
                  <a:pt x="3483" y="25323"/>
                  <a:pt x="5760" y="25323"/>
                </a:cubicBezTo>
                <a:cubicBezTo>
                  <a:pt x="6862" y="25323"/>
                  <a:pt x="7681" y="25115"/>
                  <a:pt x="7681" y="25115"/>
                </a:cubicBezTo>
                <a:lnTo>
                  <a:pt x="7681" y="25115"/>
                </a:lnTo>
                <a:cubicBezTo>
                  <a:pt x="7681" y="25115"/>
                  <a:pt x="4768" y="29816"/>
                  <a:pt x="8476" y="33689"/>
                </a:cubicBezTo>
                <a:cubicBezTo>
                  <a:pt x="10317" y="35608"/>
                  <a:pt x="12474" y="36115"/>
                  <a:pt x="14240" y="36115"/>
                </a:cubicBezTo>
                <a:cubicBezTo>
                  <a:pt x="16222" y="36115"/>
                  <a:pt x="17712" y="35477"/>
                  <a:pt x="17712" y="35477"/>
                </a:cubicBezTo>
                <a:cubicBezTo>
                  <a:pt x="17712" y="35477"/>
                  <a:pt x="20463" y="41219"/>
                  <a:pt x="25113" y="41219"/>
                </a:cubicBezTo>
                <a:cubicBezTo>
                  <a:pt x="25356" y="41219"/>
                  <a:pt x="25603" y="41203"/>
                  <a:pt x="25855" y="41171"/>
                </a:cubicBezTo>
                <a:cubicBezTo>
                  <a:pt x="28305" y="40840"/>
                  <a:pt x="30953" y="39151"/>
                  <a:pt x="33271" y="34881"/>
                </a:cubicBezTo>
                <a:cubicBezTo>
                  <a:pt x="33271" y="34881"/>
                  <a:pt x="33472" y="34897"/>
                  <a:pt x="33820" y="34897"/>
                </a:cubicBezTo>
                <a:cubicBezTo>
                  <a:pt x="35527" y="34897"/>
                  <a:pt x="40753" y="34508"/>
                  <a:pt x="42871" y="29915"/>
                </a:cubicBezTo>
                <a:cubicBezTo>
                  <a:pt x="46314" y="22434"/>
                  <a:pt x="40454" y="15879"/>
                  <a:pt x="40454" y="15879"/>
                </a:cubicBezTo>
                <a:cubicBezTo>
                  <a:pt x="42176" y="9126"/>
                  <a:pt x="40090" y="5484"/>
                  <a:pt x="36912" y="4061"/>
                </a:cubicBezTo>
                <a:cubicBezTo>
                  <a:pt x="35326" y="3320"/>
                  <a:pt x="33437" y="3020"/>
                  <a:pt x="31681" y="3020"/>
                </a:cubicBezTo>
                <a:cubicBezTo>
                  <a:pt x="28420" y="3020"/>
                  <a:pt x="25621" y="4054"/>
                  <a:pt x="26085" y="5215"/>
                </a:cubicBezTo>
                <a:lnTo>
                  <a:pt x="26085" y="5215"/>
                </a:lnTo>
                <a:cubicBezTo>
                  <a:pt x="24589" y="1510"/>
                  <a:pt x="21867" y="0"/>
                  <a:pt x="190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629"/>
        <p:cNvGrpSpPr/>
        <p:nvPr/>
      </p:nvGrpSpPr>
      <p:grpSpPr>
        <a:xfrm>
          <a:off x="0" y="0"/>
          <a:ext cx="0" cy="0"/>
          <a:chOff x="0" y="0"/>
          <a:chExt cx="0" cy="0"/>
        </a:xfrm>
      </p:grpSpPr>
      <p:sp>
        <p:nvSpPr>
          <p:cNvPr id="630" name="Google Shape;630;p34"/>
          <p:cNvSpPr/>
          <p:nvPr/>
        </p:nvSpPr>
        <p:spPr>
          <a:xfrm>
            <a:off x="7384794" y="3892257"/>
            <a:ext cx="1044110" cy="1154785"/>
          </a:xfrm>
          <a:custGeom>
            <a:avLst/>
            <a:gdLst/>
            <a:ahLst/>
            <a:cxnLst/>
            <a:rect l="l" t="t" r="r" b="b"/>
            <a:pathLst>
              <a:path w="65359" h="72287" extrusionOk="0">
                <a:moveTo>
                  <a:pt x="1818" y="25687"/>
                </a:moveTo>
                <a:cubicBezTo>
                  <a:pt x="2029" y="29954"/>
                  <a:pt x="4310" y="34433"/>
                  <a:pt x="8788" y="37728"/>
                </a:cubicBezTo>
                <a:cubicBezTo>
                  <a:pt x="5155" y="41192"/>
                  <a:pt x="1" y="49008"/>
                  <a:pt x="1226" y="53571"/>
                </a:cubicBezTo>
                <a:cubicBezTo>
                  <a:pt x="4733" y="66752"/>
                  <a:pt x="21294" y="55388"/>
                  <a:pt x="21294" y="55388"/>
                </a:cubicBezTo>
                <a:cubicBezTo>
                  <a:pt x="21294" y="55388"/>
                  <a:pt x="27673" y="72287"/>
                  <a:pt x="42418" y="65738"/>
                </a:cubicBezTo>
                <a:cubicBezTo>
                  <a:pt x="51712" y="61556"/>
                  <a:pt x="45967" y="51416"/>
                  <a:pt x="45967" y="51416"/>
                </a:cubicBezTo>
                <a:cubicBezTo>
                  <a:pt x="45967" y="51416"/>
                  <a:pt x="65358" y="58303"/>
                  <a:pt x="65358" y="37601"/>
                </a:cubicBezTo>
                <a:cubicBezTo>
                  <a:pt x="65358" y="31560"/>
                  <a:pt x="60838" y="23871"/>
                  <a:pt x="50698" y="26448"/>
                </a:cubicBezTo>
                <a:cubicBezTo>
                  <a:pt x="50698" y="26448"/>
                  <a:pt x="54839" y="13773"/>
                  <a:pt x="45882" y="9337"/>
                </a:cubicBezTo>
                <a:cubicBezTo>
                  <a:pt x="32997" y="3127"/>
                  <a:pt x="30377" y="19308"/>
                  <a:pt x="30377" y="19308"/>
                </a:cubicBezTo>
                <a:cubicBezTo>
                  <a:pt x="15041" y="0"/>
                  <a:pt x="1480" y="17533"/>
                  <a:pt x="1818" y="2568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4"/>
          <p:cNvSpPr/>
          <p:nvPr/>
        </p:nvSpPr>
        <p:spPr>
          <a:xfrm>
            <a:off x="7815713" y="978475"/>
            <a:ext cx="1896425" cy="1227450"/>
          </a:xfrm>
          <a:custGeom>
            <a:avLst/>
            <a:gdLst/>
            <a:ahLst/>
            <a:cxnLst/>
            <a:rect l="l" t="t" r="r" b="b"/>
            <a:pathLst>
              <a:path w="75857" h="49098" extrusionOk="0">
                <a:moveTo>
                  <a:pt x="46118" y="0"/>
                </a:moveTo>
                <a:cubicBezTo>
                  <a:pt x="43137" y="0"/>
                  <a:pt x="39514" y="853"/>
                  <a:pt x="35251" y="2976"/>
                </a:cubicBezTo>
                <a:cubicBezTo>
                  <a:pt x="35251" y="2976"/>
                  <a:pt x="31057" y="959"/>
                  <a:pt x="25979" y="959"/>
                </a:cubicBezTo>
                <a:cubicBezTo>
                  <a:pt x="23440" y="959"/>
                  <a:pt x="20680" y="1463"/>
                  <a:pt x="18113" y="2976"/>
                </a:cubicBezTo>
                <a:cubicBezTo>
                  <a:pt x="7947" y="8940"/>
                  <a:pt x="11448" y="19442"/>
                  <a:pt x="11448" y="19442"/>
                </a:cubicBezTo>
                <a:cubicBezTo>
                  <a:pt x="1" y="30301"/>
                  <a:pt x="7040" y="40194"/>
                  <a:pt x="17463" y="40194"/>
                </a:cubicBezTo>
                <a:cubicBezTo>
                  <a:pt x="19458" y="40194"/>
                  <a:pt x="21577" y="39832"/>
                  <a:pt x="23713" y="39044"/>
                </a:cubicBezTo>
                <a:cubicBezTo>
                  <a:pt x="25387" y="45322"/>
                  <a:pt x="32565" y="49098"/>
                  <a:pt x="39414" y="49098"/>
                </a:cubicBezTo>
                <a:cubicBezTo>
                  <a:pt x="44023" y="49098"/>
                  <a:pt x="48483" y="47388"/>
                  <a:pt x="51017" y="43581"/>
                </a:cubicBezTo>
                <a:cubicBezTo>
                  <a:pt x="52955" y="45969"/>
                  <a:pt x="57439" y="49020"/>
                  <a:pt x="61989" y="49020"/>
                </a:cubicBezTo>
                <a:cubicBezTo>
                  <a:pt x="64802" y="49020"/>
                  <a:pt x="67641" y="47854"/>
                  <a:pt x="69920" y="44645"/>
                </a:cubicBezTo>
                <a:cubicBezTo>
                  <a:pt x="75856" y="36244"/>
                  <a:pt x="68855" y="29943"/>
                  <a:pt x="68855" y="29943"/>
                </a:cubicBezTo>
                <a:cubicBezTo>
                  <a:pt x="68855" y="29943"/>
                  <a:pt x="75520" y="24342"/>
                  <a:pt x="73056" y="18378"/>
                </a:cubicBezTo>
                <a:cubicBezTo>
                  <a:pt x="70620" y="11741"/>
                  <a:pt x="60118" y="10677"/>
                  <a:pt x="60118" y="10677"/>
                </a:cubicBezTo>
                <a:cubicBezTo>
                  <a:pt x="60118" y="10677"/>
                  <a:pt x="57654" y="2640"/>
                  <a:pt x="49953" y="539"/>
                </a:cubicBezTo>
                <a:cubicBezTo>
                  <a:pt x="48821" y="195"/>
                  <a:pt x="47543" y="0"/>
                  <a:pt x="461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4"/>
          <p:cNvSpPr/>
          <p:nvPr/>
        </p:nvSpPr>
        <p:spPr>
          <a:xfrm rot="10800000">
            <a:off x="7144510" y="91529"/>
            <a:ext cx="1157015" cy="886933"/>
          </a:xfrm>
          <a:custGeom>
            <a:avLst/>
            <a:gdLst/>
            <a:ahLst/>
            <a:cxnLst/>
            <a:rect l="l" t="t" r="r" b="b"/>
            <a:pathLst>
              <a:path w="60545" h="46412" extrusionOk="0">
                <a:moveTo>
                  <a:pt x="45293" y="0"/>
                </a:moveTo>
                <a:cubicBezTo>
                  <a:pt x="42214" y="0"/>
                  <a:pt x="38918" y="1518"/>
                  <a:pt x="36405" y="4636"/>
                </a:cubicBezTo>
                <a:cubicBezTo>
                  <a:pt x="34023" y="1884"/>
                  <a:pt x="30616" y="652"/>
                  <a:pt x="27204" y="652"/>
                </a:cubicBezTo>
                <a:cubicBezTo>
                  <a:pt x="21067" y="652"/>
                  <a:pt x="14918" y="4638"/>
                  <a:pt x="14702" y="10937"/>
                </a:cubicBezTo>
                <a:cubicBezTo>
                  <a:pt x="13309" y="10180"/>
                  <a:pt x="11193" y="9605"/>
                  <a:pt x="9022" y="9605"/>
                </a:cubicBezTo>
                <a:cubicBezTo>
                  <a:pt x="5170" y="9605"/>
                  <a:pt x="1148" y="11416"/>
                  <a:pt x="700" y="17237"/>
                </a:cubicBezTo>
                <a:cubicBezTo>
                  <a:pt x="0" y="26675"/>
                  <a:pt x="7701" y="28775"/>
                  <a:pt x="7701" y="28775"/>
                </a:cubicBezTo>
                <a:cubicBezTo>
                  <a:pt x="7701" y="28775"/>
                  <a:pt x="5601" y="35776"/>
                  <a:pt x="9801" y="39976"/>
                </a:cubicBezTo>
                <a:cubicBezTo>
                  <a:pt x="11838" y="42026"/>
                  <a:pt x="14587" y="42591"/>
                  <a:pt x="16997" y="42591"/>
                </a:cubicBezTo>
                <a:cubicBezTo>
                  <a:pt x="19955" y="42591"/>
                  <a:pt x="22403" y="41741"/>
                  <a:pt x="22403" y="41741"/>
                </a:cubicBezTo>
                <a:cubicBezTo>
                  <a:pt x="22403" y="41741"/>
                  <a:pt x="26770" y="46412"/>
                  <a:pt x="32327" y="46412"/>
                </a:cubicBezTo>
                <a:cubicBezTo>
                  <a:pt x="32855" y="46412"/>
                  <a:pt x="33394" y="46370"/>
                  <a:pt x="33941" y="46277"/>
                </a:cubicBezTo>
                <a:cubicBezTo>
                  <a:pt x="37105" y="45577"/>
                  <a:pt x="40241" y="43477"/>
                  <a:pt x="43406" y="38576"/>
                </a:cubicBezTo>
                <a:cubicBezTo>
                  <a:pt x="43406" y="38576"/>
                  <a:pt x="52143" y="38576"/>
                  <a:pt x="55643" y="32275"/>
                </a:cubicBezTo>
                <a:cubicBezTo>
                  <a:pt x="60544" y="23174"/>
                  <a:pt x="53543" y="16173"/>
                  <a:pt x="53543" y="16173"/>
                </a:cubicBezTo>
                <a:cubicBezTo>
                  <a:pt x="56305" y="5588"/>
                  <a:pt x="51199" y="0"/>
                  <a:pt x="452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4"/>
          <p:cNvSpPr txBox="1">
            <a:spLocks noGrp="1"/>
          </p:cNvSpPr>
          <p:nvPr>
            <p:ph type="subTitle" idx="1"/>
          </p:nvPr>
        </p:nvSpPr>
        <p:spPr>
          <a:xfrm>
            <a:off x="1181425" y="1982100"/>
            <a:ext cx="2907600" cy="525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Mental Health</a:t>
            </a:r>
            <a:endParaRPr/>
          </a:p>
        </p:txBody>
      </p:sp>
      <p:sp>
        <p:nvSpPr>
          <p:cNvPr id="634" name="Google Shape;634;p34"/>
          <p:cNvSpPr txBox="1">
            <a:spLocks noGrp="1"/>
          </p:cNvSpPr>
          <p:nvPr>
            <p:ph type="subTitle" idx="2"/>
          </p:nvPr>
        </p:nvSpPr>
        <p:spPr>
          <a:xfrm>
            <a:off x="1181425" y="2551250"/>
            <a:ext cx="2907600" cy="117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one in the Solar System. This planet’s name has nothing to do with the liquid metal</a:t>
            </a:r>
            <a:endParaRPr/>
          </a:p>
        </p:txBody>
      </p:sp>
      <p:sp>
        <p:nvSpPr>
          <p:cNvPr id="635" name="Google Shape;635;p34"/>
          <p:cNvSpPr txBox="1">
            <a:spLocks noGrp="1"/>
          </p:cNvSpPr>
          <p:nvPr>
            <p:ph type="subTitle" idx="3"/>
          </p:nvPr>
        </p:nvSpPr>
        <p:spPr>
          <a:xfrm>
            <a:off x="4836300" y="1982100"/>
            <a:ext cx="2907600" cy="525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Physical Health</a:t>
            </a:r>
            <a:endParaRPr>
              <a:solidFill>
                <a:schemeClr val="dk2"/>
              </a:solidFill>
            </a:endParaRPr>
          </a:p>
        </p:txBody>
      </p:sp>
      <p:sp>
        <p:nvSpPr>
          <p:cNvPr id="636" name="Google Shape;636;p34"/>
          <p:cNvSpPr txBox="1">
            <a:spLocks noGrp="1"/>
          </p:cNvSpPr>
          <p:nvPr>
            <p:ph type="subTitle" idx="4"/>
          </p:nvPr>
        </p:nvSpPr>
        <p:spPr>
          <a:xfrm>
            <a:off x="4836300" y="2551250"/>
            <a:ext cx="2907600" cy="117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 It’s hot and is the second-brightest natural object in the night sky</a:t>
            </a:r>
            <a:endParaRPr/>
          </a:p>
        </p:txBody>
      </p:sp>
      <p:sp>
        <p:nvSpPr>
          <p:cNvPr id="637" name="Google Shape;637;p34"/>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Mental Health affects to…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654"/>
        <p:cNvGrpSpPr/>
        <p:nvPr/>
      </p:nvGrpSpPr>
      <p:grpSpPr>
        <a:xfrm>
          <a:off x="0" y="0"/>
          <a:ext cx="0" cy="0"/>
          <a:chOff x="0" y="0"/>
          <a:chExt cx="0" cy="0"/>
        </a:xfrm>
      </p:grpSpPr>
      <p:pic>
        <p:nvPicPr>
          <p:cNvPr id="655" name="Google Shape;655;p36" title="Chart">
            <a:hlinkClick r:id="rId3"/>
          </p:cNvPr>
          <p:cNvPicPr preferRelativeResize="0"/>
          <p:nvPr/>
        </p:nvPicPr>
        <p:blipFill>
          <a:blip r:embed="rId4">
            <a:alphaModFix/>
          </a:blip>
          <a:stretch>
            <a:fillRect/>
          </a:stretch>
        </p:blipFill>
        <p:spPr>
          <a:xfrm>
            <a:off x="724900" y="1656188"/>
            <a:ext cx="4095249" cy="2532222"/>
          </a:xfrm>
          <a:prstGeom prst="rect">
            <a:avLst/>
          </a:prstGeom>
          <a:noFill/>
          <a:ln>
            <a:noFill/>
          </a:ln>
        </p:spPr>
      </p:pic>
      <p:sp>
        <p:nvSpPr>
          <p:cNvPr id="656" name="Google Shape;656;p36"/>
          <p:cNvSpPr/>
          <p:nvPr/>
        </p:nvSpPr>
        <p:spPr>
          <a:xfrm>
            <a:off x="6445101" y="193539"/>
            <a:ext cx="677773" cy="749616"/>
          </a:xfrm>
          <a:custGeom>
            <a:avLst/>
            <a:gdLst/>
            <a:ahLst/>
            <a:cxnLst/>
            <a:rect l="l" t="t" r="r" b="b"/>
            <a:pathLst>
              <a:path w="65359" h="72287" extrusionOk="0">
                <a:moveTo>
                  <a:pt x="1818" y="25687"/>
                </a:moveTo>
                <a:cubicBezTo>
                  <a:pt x="2029" y="29954"/>
                  <a:pt x="4310" y="34433"/>
                  <a:pt x="8788" y="37728"/>
                </a:cubicBezTo>
                <a:cubicBezTo>
                  <a:pt x="5155" y="41192"/>
                  <a:pt x="1" y="49008"/>
                  <a:pt x="1226" y="53571"/>
                </a:cubicBezTo>
                <a:cubicBezTo>
                  <a:pt x="4733" y="66752"/>
                  <a:pt x="21294" y="55388"/>
                  <a:pt x="21294" y="55388"/>
                </a:cubicBezTo>
                <a:cubicBezTo>
                  <a:pt x="21294" y="55388"/>
                  <a:pt x="27673" y="72287"/>
                  <a:pt x="42418" y="65738"/>
                </a:cubicBezTo>
                <a:cubicBezTo>
                  <a:pt x="51712" y="61556"/>
                  <a:pt x="45967" y="51416"/>
                  <a:pt x="45967" y="51416"/>
                </a:cubicBezTo>
                <a:cubicBezTo>
                  <a:pt x="45967" y="51416"/>
                  <a:pt x="65358" y="58303"/>
                  <a:pt x="65358" y="37601"/>
                </a:cubicBezTo>
                <a:cubicBezTo>
                  <a:pt x="65358" y="31560"/>
                  <a:pt x="60838" y="23871"/>
                  <a:pt x="50698" y="26448"/>
                </a:cubicBezTo>
                <a:cubicBezTo>
                  <a:pt x="50698" y="26448"/>
                  <a:pt x="54839" y="13773"/>
                  <a:pt x="45882" y="9337"/>
                </a:cubicBezTo>
                <a:cubicBezTo>
                  <a:pt x="32997" y="3127"/>
                  <a:pt x="30377" y="19308"/>
                  <a:pt x="30377" y="19308"/>
                </a:cubicBezTo>
                <a:cubicBezTo>
                  <a:pt x="15041" y="0"/>
                  <a:pt x="1480" y="17533"/>
                  <a:pt x="1818" y="2568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6"/>
          <p:cNvSpPr/>
          <p:nvPr/>
        </p:nvSpPr>
        <p:spPr>
          <a:xfrm rot="1355288">
            <a:off x="7716894" y="426399"/>
            <a:ext cx="1061677" cy="944905"/>
          </a:xfrm>
          <a:custGeom>
            <a:avLst/>
            <a:gdLst/>
            <a:ahLst/>
            <a:cxnLst/>
            <a:rect l="l" t="t" r="r" b="b"/>
            <a:pathLst>
              <a:path w="46314" h="41220" extrusionOk="0">
                <a:moveTo>
                  <a:pt x="19026" y="0"/>
                </a:moveTo>
                <a:cubicBezTo>
                  <a:pt x="14128" y="0"/>
                  <a:pt x="8876" y="4486"/>
                  <a:pt x="8939" y="9953"/>
                </a:cubicBezTo>
                <a:cubicBezTo>
                  <a:pt x="8291" y="9575"/>
                  <a:pt x="7566" y="9386"/>
                  <a:pt x="6819" y="9386"/>
                </a:cubicBezTo>
                <a:cubicBezTo>
                  <a:pt x="3711" y="9386"/>
                  <a:pt x="201" y="12640"/>
                  <a:pt x="67" y="18991"/>
                </a:cubicBezTo>
                <a:cubicBezTo>
                  <a:pt x="0" y="24435"/>
                  <a:pt x="3483" y="25323"/>
                  <a:pt x="5760" y="25323"/>
                </a:cubicBezTo>
                <a:cubicBezTo>
                  <a:pt x="6862" y="25323"/>
                  <a:pt x="7681" y="25115"/>
                  <a:pt x="7681" y="25115"/>
                </a:cubicBezTo>
                <a:lnTo>
                  <a:pt x="7681" y="25115"/>
                </a:lnTo>
                <a:cubicBezTo>
                  <a:pt x="7681" y="25115"/>
                  <a:pt x="4768" y="29816"/>
                  <a:pt x="8476" y="33689"/>
                </a:cubicBezTo>
                <a:cubicBezTo>
                  <a:pt x="10317" y="35608"/>
                  <a:pt x="12474" y="36115"/>
                  <a:pt x="14240" y="36115"/>
                </a:cubicBezTo>
                <a:cubicBezTo>
                  <a:pt x="16222" y="36115"/>
                  <a:pt x="17712" y="35477"/>
                  <a:pt x="17712" y="35477"/>
                </a:cubicBezTo>
                <a:cubicBezTo>
                  <a:pt x="17712" y="35477"/>
                  <a:pt x="20463" y="41219"/>
                  <a:pt x="25113" y="41219"/>
                </a:cubicBezTo>
                <a:cubicBezTo>
                  <a:pt x="25356" y="41219"/>
                  <a:pt x="25603" y="41203"/>
                  <a:pt x="25855" y="41171"/>
                </a:cubicBezTo>
                <a:cubicBezTo>
                  <a:pt x="28305" y="40840"/>
                  <a:pt x="30953" y="39151"/>
                  <a:pt x="33271" y="34881"/>
                </a:cubicBezTo>
                <a:cubicBezTo>
                  <a:pt x="33271" y="34881"/>
                  <a:pt x="33472" y="34897"/>
                  <a:pt x="33820" y="34897"/>
                </a:cubicBezTo>
                <a:cubicBezTo>
                  <a:pt x="35527" y="34897"/>
                  <a:pt x="40753" y="34508"/>
                  <a:pt x="42871" y="29915"/>
                </a:cubicBezTo>
                <a:cubicBezTo>
                  <a:pt x="46314" y="22434"/>
                  <a:pt x="40454" y="15879"/>
                  <a:pt x="40454" y="15879"/>
                </a:cubicBezTo>
                <a:cubicBezTo>
                  <a:pt x="42176" y="9126"/>
                  <a:pt x="40090" y="5484"/>
                  <a:pt x="36912" y="4061"/>
                </a:cubicBezTo>
                <a:cubicBezTo>
                  <a:pt x="35326" y="3320"/>
                  <a:pt x="33437" y="3020"/>
                  <a:pt x="31681" y="3020"/>
                </a:cubicBezTo>
                <a:cubicBezTo>
                  <a:pt x="28420" y="3020"/>
                  <a:pt x="25621" y="4054"/>
                  <a:pt x="26085" y="5215"/>
                </a:cubicBezTo>
                <a:lnTo>
                  <a:pt x="26085" y="5215"/>
                </a:lnTo>
                <a:cubicBezTo>
                  <a:pt x="24589" y="1510"/>
                  <a:pt x="21867" y="0"/>
                  <a:pt x="190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6"/>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Most Common Disorders</a:t>
            </a:r>
            <a:endParaRPr sz="3000"/>
          </a:p>
        </p:txBody>
      </p:sp>
      <p:sp>
        <p:nvSpPr>
          <p:cNvPr id="659" name="Google Shape;659;p36"/>
          <p:cNvSpPr txBox="1"/>
          <p:nvPr/>
        </p:nvSpPr>
        <p:spPr>
          <a:xfrm>
            <a:off x="1453275" y="1107700"/>
            <a:ext cx="481800" cy="461700"/>
          </a:xfrm>
          <a:prstGeom prst="rect">
            <a:avLst/>
          </a:prstGeom>
          <a:noFill/>
          <a:ln>
            <a:noFill/>
          </a:ln>
        </p:spPr>
        <p:txBody>
          <a:bodyPr spcFirstLastPara="1" wrap="square" lIns="91425" tIns="91425" rIns="91425" bIns="91425" anchor="ctr" anchorCtr="0">
            <a:spAutoFit/>
          </a:bodyPr>
          <a:lstStyle/>
          <a:p>
            <a:pPr marL="0" lvl="0" indent="0" algn="ctr" rtl="0">
              <a:spcBef>
                <a:spcPts val="0"/>
              </a:spcBef>
              <a:spcAft>
                <a:spcPts val="0"/>
              </a:spcAft>
              <a:buNone/>
            </a:pPr>
            <a:r>
              <a:rPr lang="en" sz="900">
                <a:solidFill>
                  <a:schemeClr val="accent3"/>
                </a:solidFill>
                <a:latin typeface="Roboto"/>
                <a:ea typeface="Roboto"/>
                <a:cs typeface="Roboto"/>
                <a:sym typeface="Roboto"/>
              </a:rPr>
              <a:t>Age 15-30</a:t>
            </a:r>
            <a:endParaRPr sz="900">
              <a:solidFill>
                <a:schemeClr val="accent3"/>
              </a:solidFill>
              <a:latin typeface="Roboto"/>
              <a:ea typeface="Roboto"/>
              <a:cs typeface="Roboto"/>
              <a:sym typeface="Roboto"/>
            </a:endParaRPr>
          </a:p>
        </p:txBody>
      </p:sp>
      <p:sp>
        <p:nvSpPr>
          <p:cNvPr id="660" name="Google Shape;660;p36"/>
          <p:cNvSpPr txBox="1"/>
          <p:nvPr/>
        </p:nvSpPr>
        <p:spPr>
          <a:xfrm>
            <a:off x="2539825" y="1107700"/>
            <a:ext cx="555300" cy="461700"/>
          </a:xfrm>
          <a:prstGeom prst="rect">
            <a:avLst/>
          </a:prstGeom>
          <a:noFill/>
          <a:ln>
            <a:noFill/>
          </a:ln>
        </p:spPr>
        <p:txBody>
          <a:bodyPr spcFirstLastPara="1" wrap="square" lIns="91425" tIns="91425" rIns="91425" bIns="91425" anchor="ctr" anchorCtr="0">
            <a:spAutoFit/>
          </a:bodyPr>
          <a:lstStyle/>
          <a:p>
            <a:pPr marL="0" lvl="0" indent="0" algn="ctr" rtl="0">
              <a:spcBef>
                <a:spcPts val="0"/>
              </a:spcBef>
              <a:spcAft>
                <a:spcPts val="0"/>
              </a:spcAft>
              <a:buNone/>
            </a:pPr>
            <a:r>
              <a:rPr lang="en" sz="900">
                <a:solidFill>
                  <a:schemeClr val="accent3"/>
                </a:solidFill>
                <a:latin typeface="Roboto"/>
                <a:ea typeface="Roboto"/>
                <a:cs typeface="Roboto"/>
                <a:sym typeface="Roboto"/>
              </a:rPr>
              <a:t>Age 30-55</a:t>
            </a:r>
            <a:endParaRPr sz="900">
              <a:solidFill>
                <a:schemeClr val="accent3"/>
              </a:solidFill>
              <a:latin typeface="Roboto"/>
              <a:ea typeface="Roboto"/>
              <a:cs typeface="Roboto"/>
              <a:sym typeface="Roboto"/>
            </a:endParaRPr>
          </a:p>
        </p:txBody>
      </p:sp>
      <p:sp>
        <p:nvSpPr>
          <p:cNvPr id="661" name="Google Shape;661;p36"/>
          <p:cNvSpPr/>
          <p:nvPr/>
        </p:nvSpPr>
        <p:spPr>
          <a:xfrm>
            <a:off x="1935075" y="1274875"/>
            <a:ext cx="354000" cy="180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6"/>
          <p:cNvSpPr/>
          <p:nvPr/>
        </p:nvSpPr>
        <p:spPr>
          <a:xfrm>
            <a:off x="3095125" y="1274875"/>
            <a:ext cx="354000" cy="18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6"/>
          <p:cNvSpPr txBox="1">
            <a:spLocks noGrp="1"/>
          </p:cNvSpPr>
          <p:nvPr>
            <p:ph type="title" idx="4294967295"/>
          </p:nvPr>
        </p:nvSpPr>
        <p:spPr>
          <a:xfrm>
            <a:off x="5316096" y="1145175"/>
            <a:ext cx="2482500" cy="333300"/>
          </a:xfrm>
          <a:prstGeom prst="rect">
            <a:avLst/>
          </a:prstGeom>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dk2"/>
                </a:solidFill>
              </a:rPr>
              <a:t>Panic</a:t>
            </a:r>
            <a:endParaRPr sz="2000">
              <a:solidFill>
                <a:schemeClr val="dk2"/>
              </a:solidFill>
            </a:endParaRPr>
          </a:p>
        </p:txBody>
      </p:sp>
      <p:sp>
        <p:nvSpPr>
          <p:cNvPr id="664" name="Google Shape;664;p36"/>
          <p:cNvSpPr txBox="1">
            <a:spLocks noGrp="1"/>
          </p:cNvSpPr>
          <p:nvPr>
            <p:ph type="subTitle" idx="1"/>
          </p:nvPr>
        </p:nvSpPr>
        <p:spPr>
          <a:xfrm>
            <a:off x="5316105" y="1478475"/>
            <a:ext cx="24825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aleway"/>
                <a:ea typeface="Raleway"/>
                <a:cs typeface="Raleway"/>
                <a:sym typeface="Raleway"/>
              </a:rPr>
              <a:t>Mercury is the smallest planet in the Solar System</a:t>
            </a:r>
            <a:endParaRPr>
              <a:solidFill>
                <a:schemeClr val="dk1"/>
              </a:solidFill>
              <a:latin typeface="Raleway"/>
              <a:ea typeface="Raleway"/>
              <a:cs typeface="Raleway"/>
              <a:sym typeface="Raleway"/>
            </a:endParaRPr>
          </a:p>
          <a:p>
            <a:pPr marL="0" lvl="0" indent="0" algn="l" rtl="0">
              <a:spcBef>
                <a:spcPts val="0"/>
              </a:spcBef>
              <a:spcAft>
                <a:spcPts val="0"/>
              </a:spcAft>
              <a:buNone/>
            </a:pPr>
            <a:endParaRPr>
              <a:solidFill>
                <a:schemeClr val="dk1"/>
              </a:solidFill>
              <a:latin typeface="Raleway"/>
              <a:ea typeface="Raleway"/>
              <a:cs typeface="Raleway"/>
              <a:sym typeface="Raleway"/>
            </a:endParaRPr>
          </a:p>
        </p:txBody>
      </p:sp>
      <p:sp>
        <p:nvSpPr>
          <p:cNvPr id="665" name="Google Shape;665;p36"/>
          <p:cNvSpPr txBox="1"/>
          <p:nvPr/>
        </p:nvSpPr>
        <p:spPr>
          <a:xfrm>
            <a:off x="724901" y="4275200"/>
            <a:ext cx="7704000" cy="33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Raleway"/>
                <a:ea typeface="Raleway"/>
                <a:cs typeface="Raleway"/>
                <a:sym typeface="Raleway"/>
              </a:rPr>
              <a:t>Follow the link in the graph to modify its data and then paste the new one here. </a:t>
            </a:r>
            <a:r>
              <a:rPr lang="en" sz="1200" b="1">
                <a:solidFill>
                  <a:schemeClr val="dk1"/>
                </a:solidFill>
                <a:uFill>
                  <a:noFill/>
                </a:uFill>
                <a:latin typeface="Raleway"/>
                <a:ea typeface="Raleway"/>
                <a:cs typeface="Raleway"/>
                <a:sym typeface="Raleway"/>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200" b="1">
              <a:solidFill>
                <a:schemeClr val="dk1"/>
              </a:solidFill>
              <a:latin typeface="Raleway"/>
              <a:ea typeface="Raleway"/>
              <a:cs typeface="Raleway"/>
              <a:sym typeface="Raleway"/>
            </a:endParaRPr>
          </a:p>
        </p:txBody>
      </p:sp>
      <p:sp>
        <p:nvSpPr>
          <p:cNvPr id="666" name="Google Shape;666;p36"/>
          <p:cNvSpPr txBox="1">
            <a:spLocks noGrp="1"/>
          </p:cNvSpPr>
          <p:nvPr>
            <p:ph type="title" idx="4294967295"/>
          </p:nvPr>
        </p:nvSpPr>
        <p:spPr>
          <a:xfrm>
            <a:off x="5316096" y="2232675"/>
            <a:ext cx="2482500" cy="333300"/>
          </a:xfrm>
          <a:prstGeom prst="rect">
            <a:avLst/>
          </a:prstGeom>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dk2"/>
                </a:solidFill>
              </a:rPr>
              <a:t>Anxiety</a:t>
            </a:r>
            <a:endParaRPr sz="2000">
              <a:solidFill>
                <a:schemeClr val="dk2"/>
              </a:solidFill>
            </a:endParaRPr>
          </a:p>
        </p:txBody>
      </p:sp>
      <p:sp>
        <p:nvSpPr>
          <p:cNvPr id="667" name="Google Shape;667;p36"/>
          <p:cNvSpPr txBox="1">
            <a:spLocks noGrp="1"/>
          </p:cNvSpPr>
          <p:nvPr>
            <p:ph type="subTitle" idx="2"/>
          </p:nvPr>
        </p:nvSpPr>
        <p:spPr>
          <a:xfrm>
            <a:off x="5316105" y="2565975"/>
            <a:ext cx="24825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aleway"/>
                <a:ea typeface="Raleway"/>
                <a:cs typeface="Raleway"/>
                <a:sym typeface="Raleway"/>
              </a:rPr>
              <a:t>Venus is the second planet from the Sun</a:t>
            </a:r>
            <a:endParaRPr>
              <a:solidFill>
                <a:schemeClr val="dk1"/>
              </a:solidFill>
              <a:latin typeface="Raleway"/>
              <a:ea typeface="Raleway"/>
              <a:cs typeface="Raleway"/>
              <a:sym typeface="Raleway"/>
            </a:endParaRPr>
          </a:p>
        </p:txBody>
      </p:sp>
      <p:sp>
        <p:nvSpPr>
          <p:cNvPr id="668" name="Google Shape;668;p36"/>
          <p:cNvSpPr txBox="1">
            <a:spLocks noGrp="1"/>
          </p:cNvSpPr>
          <p:nvPr>
            <p:ph type="title" idx="4294967295"/>
          </p:nvPr>
        </p:nvSpPr>
        <p:spPr>
          <a:xfrm>
            <a:off x="5316096" y="3320421"/>
            <a:ext cx="2482500" cy="333300"/>
          </a:xfrm>
          <a:prstGeom prst="rect">
            <a:avLst/>
          </a:prstGeom>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dk2"/>
                </a:solidFill>
              </a:rPr>
              <a:t>Depression</a:t>
            </a:r>
            <a:endParaRPr sz="2000">
              <a:solidFill>
                <a:schemeClr val="dk2"/>
              </a:solidFill>
            </a:endParaRPr>
          </a:p>
        </p:txBody>
      </p:sp>
      <p:sp>
        <p:nvSpPr>
          <p:cNvPr id="669" name="Google Shape;669;p36"/>
          <p:cNvSpPr txBox="1">
            <a:spLocks noGrp="1"/>
          </p:cNvSpPr>
          <p:nvPr>
            <p:ph type="subTitle" idx="3"/>
          </p:nvPr>
        </p:nvSpPr>
        <p:spPr>
          <a:xfrm>
            <a:off x="5316105" y="3653721"/>
            <a:ext cx="24825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aleway"/>
                <a:ea typeface="Raleway"/>
                <a:cs typeface="Raleway"/>
                <a:sym typeface="Raleway"/>
              </a:rPr>
              <a:t>Despite being red, Mars is actually a cold place</a:t>
            </a:r>
            <a:endParaRPr>
              <a:solidFill>
                <a:schemeClr val="dk1"/>
              </a:solidFill>
              <a:latin typeface="Raleway"/>
              <a:ea typeface="Raleway"/>
              <a:cs typeface="Raleway"/>
              <a:sym typeface="Raleway"/>
            </a:endParaRPr>
          </a:p>
          <a:p>
            <a:pPr marL="0" lvl="0" indent="0" algn="l" rtl="0">
              <a:spcBef>
                <a:spcPts val="0"/>
              </a:spcBef>
              <a:spcAft>
                <a:spcPts val="0"/>
              </a:spcAft>
              <a:buNone/>
            </a:pPr>
            <a:endParaRPr>
              <a:solidFill>
                <a:schemeClr val="dk1"/>
              </a:solidFill>
              <a:latin typeface="Raleway"/>
              <a:ea typeface="Raleway"/>
              <a:cs typeface="Raleway"/>
              <a:sym typeface="Raleway"/>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673"/>
        <p:cNvGrpSpPr/>
        <p:nvPr/>
      </p:nvGrpSpPr>
      <p:grpSpPr>
        <a:xfrm>
          <a:off x="0" y="0"/>
          <a:ext cx="0" cy="0"/>
          <a:chOff x="0" y="0"/>
          <a:chExt cx="0" cy="0"/>
        </a:xfrm>
      </p:grpSpPr>
      <p:sp>
        <p:nvSpPr>
          <p:cNvPr id="674" name="Google Shape;674;p37"/>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This is a map</a:t>
            </a:r>
            <a:endParaRPr/>
          </a:p>
        </p:txBody>
      </p:sp>
      <p:sp>
        <p:nvSpPr>
          <p:cNvPr id="675" name="Google Shape;675;p37"/>
          <p:cNvSpPr txBox="1"/>
          <p:nvPr/>
        </p:nvSpPr>
        <p:spPr>
          <a:xfrm>
            <a:off x="6016925" y="1242748"/>
            <a:ext cx="1986000" cy="530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dk2"/>
                </a:solidFill>
                <a:latin typeface="Abril Fatface"/>
                <a:ea typeface="Abril Fatface"/>
                <a:cs typeface="Abril Fatface"/>
                <a:sym typeface="Abril Fatface"/>
              </a:rPr>
              <a:t>Mercury</a:t>
            </a:r>
            <a:endParaRPr sz="2000">
              <a:solidFill>
                <a:schemeClr val="dk2"/>
              </a:solidFill>
              <a:latin typeface="Abril Fatface"/>
              <a:ea typeface="Abril Fatface"/>
              <a:cs typeface="Abril Fatface"/>
              <a:sym typeface="Abril Fatface"/>
            </a:endParaRPr>
          </a:p>
        </p:txBody>
      </p:sp>
      <p:sp>
        <p:nvSpPr>
          <p:cNvPr id="676" name="Google Shape;676;p37"/>
          <p:cNvSpPr txBox="1"/>
          <p:nvPr/>
        </p:nvSpPr>
        <p:spPr>
          <a:xfrm>
            <a:off x="6016925" y="1773148"/>
            <a:ext cx="1986000" cy="48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Raleway"/>
                <a:ea typeface="Raleway"/>
                <a:cs typeface="Raleway"/>
                <a:sym typeface="Raleway"/>
              </a:rPr>
              <a:t>It’s the closest planet to the Sun</a:t>
            </a:r>
            <a:endParaRPr>
              <a:solidFill>
                <a:schemeClr val="dk1"/>
              </a:solidFill>
              <a:latin typeface="Raleway"/>
              <a:ea typeface="Raleway"/>
              <a:cs typeface="Raleway"/>
              <a:sym typeface="Raleway"/>
            </a:endParaRPr>
          </a:p>
        </p:txBody>
      </p:sp>
      <p:sp>
        <p:nvSpPr>
          <p:cNvPr id="677" name="Google Shape;677;p37"/>
          <p:cNvSpPr txBox="1"/>
          <p:nvPr/>
        </p:nvSpPr>
        <p:spPr>
          <a:xfrm>
            <a:off x="6016925" y="3493577"/>
            <a:ext cx="1986000" cy="527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dk2"/>
                </a:solidFill>
                <a:latin typeface="Abril Fatface"/>
                <a:ea typeface="Abril Fatface"/>
                <a:cs typeface="Abril Fatface"/>
                <a:sym typeface="Abril Fatface"/>
              </a:rPr>
              <a:t>Jupiter</a:t>
            </a:r>
            <a:endParaRPr sz="2000">
              <a:solidFill>
                <a:schemeClr val="dk2"/>
              </a:solidFill>
              <a:latin typeface="Abril Fatface"/>
              <a:ea typeface="Abril Fatface"/>
              <a:cs typeface="Abril Fatface"/>
              <a:sym typeface="Abril Fatface"/>
            </a:endParaRPr>
          </a:p>
        </p:txBody>
      </p:sp>
      <p:sp>
        <p:nvSpPr>
          <p:cNvPr id="678" name="Google Shape;678;p37"/>
          <p:cNvSpPr txBox="1"/>
          <p:nvPr/>
        </p:nvSpPr>
        <p:spPr>
          <a:xfrm>
            <a:off x="6016925" y="4021277"/>
            <a:ext cx="1986000" cy="48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Raleway"/>
                <a:ea typeface="Raleway"/>
                <a:cs typeface="Raleway"/>
                <a:sym typeface="Raleway"/>
              </a:rPr>
              <a:t>Jupiter is the biggest planet of them all</a:t>
            </a:r>
            <a:endParaRPr>
              <a:solidFill>
                <a:schemeClr val="dk1"/>
              </a:solidFill>
              <a:latin typeface="Raleway"/>
              <a:ea typeface="Raleway"/>
              <a:cs typeface="Raleway"/>
              <a:sym typeface="Raleway"/>
            </a:endParaRPr>
          </a:p>
        </p:txBody>
      </p:sp>
      <p:sp>
        <p:nvSpPr>
          <p:cNvPr id="679" name="Google Shape;679;p37"/>
          <p:cNvSpPr txBox="1"/>
          <p:nvPr/>
        </p:nvSpPr>
        <p:spPr>
          <a:xfrm>
            <a:off x="6016923" y="2366593"/>
            <a:ext cx="1986000" cy="527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dk2"/>
                </a:solidFill>
                <a:latin typeface="Abril Fatface"/>
                <a:ea typeface="Abril Fatface"/>
                <a:cs typeface="Abril Fatface"/>
                <a:sym typeface="Abril Fatface"/>
              </a:rPr>
              <a:t>Saturn</a:t>
            </a:r>
            <a:endParaRPr sz="2000">
              <a:solidFill>
                <a:schemeClr val="dk2"/>
              </a:solidFill>
              <a:latin typeface="Abril Fatface"/>
              <a:ea typeface="Abril Fatface"/>
              <a:cs typeface="Abril Fatface"/>
              <a:sym typeface="Abril Fatface"/>
            </a:endParaRPr>
          </a:p>
        </p:txBody>
      </p:sp>
      <p:sp>
        <p:nvSpPr>
          <p:cNvPr id="680" name="Google Shape;680;p37"/>
          <p:cNvSpPr txBox="1"/>
          <p:nvPr/>
        </p:nvSpPr>
        <p:spPr>
          <a:xfrm>
            <a:off x="6016923" y="2894293"/>
            <a:ext cx="1986000" cy="48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Raleway"/>
                <a:ea typeface="Raleway"/>
                <a:cs typeface="Raleway"/>
                <a:sym typeface="Raleway"/>
              </a:rPr>
              <a:t>It’s composed of hydrogen and helium</a:t>
            </a:r>
            <a:endParaRPr>
              <a:solidFill>
                <a:schemeClr val="dk1"/>
              </a:solidFill>
              <a:latin typeface="Raleway"/>
              <a:ea typeface="Raleway"/>
              <a:cs typeface="Raleway"/>
              <a:sym typeface="Raleway"/>
            </a:endParaRPr>
          </a:p>
        </p:txBody>
      </p:sp>
      <p:grpSp>
        <p:nvGrpSpPr>
          <p:cNvPr id="681" name="Google Shape;681;p37"/>
          <p:cNvGrpSpPr/>
          <p:nvPr/>
        </p:nvGrpSpPr>
        <p:grpSpPr>
          <a:xfrm>
            <a:off x="1051501" y="1790949"/>
            <a:ext cx="4145344" cy="2208376"/>
            <a:chOff x="233350" y="949250"/>
            <a:chExt cx="7137300" cy="3802300"/>
          </a:xfrm>
        </p:grpSpPr>
        <p:sp>
          <p:nvSpPr>
            <p:cNvPr id="682" name="Google Shape;682;p37"/>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3" name="Google Shape;683;p37"/>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4" name="Google Shape;684;p37"/>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5" name="Google Shape;685;p37"/>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6" name="Google Shape;686;p37"/>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7" name="Google Shape;687;p37"/>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8" name="Google Shape;688;p37"/>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9" name="Google Shape;689;p37"/>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0" name="Google Shape;690;p37"/>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1" name="Google Shape;691;p37"/>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2" name="Google Shape;692;p37"/>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3" name="Google Shape;693;p37"/>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4" name="Google Shape;694;p37"/>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5" name="Google Shape;695;p37"/>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6" name="Google Shape;696;p37"/>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7" name="Google Shape;697;p37"/>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8" name="Google Shape;698;p37"/>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9" name="Google Shape;699;p37"/>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0" name="Google Shape;700;p37"/>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1" name="Google Shape;701;p37"/>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2" name="Google Shape;702;p37"/>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3" name="Google Shape;703;p37"/>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4" name="Google Shape;704;p37"/>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5" name="Google Shape;705;p37"/>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6" name="Google Shape;706;p37"/>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7" name="Google Shape;707;p37"/>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8" name="Google Shape;708;p37"/>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9" name="Google Shape;709;p37"/>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0" name="Google Shape;710;p37"/>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1" name="Google Shape;711;p37"/>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2" name="Google Shape;712;p37"/>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3" name="Google Shape;713;p37"/>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4" name="Google Shape;714;p37"/>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5" name="Google Shape;715;p37"/>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6" name="Google Shape;716;p37"/>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7" name="Google Shape;717;p37"/>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8" name="Google Shape;718;p37"/>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9" name="Google Shape;719;p37"/>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0" name="Google Shape;720;p37"/>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1" name="Google Shape;721;p37"/>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2" name="Google Shape;722;p37"/>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3" name="Google Shape;723;p37"/>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4" name="Google Shape;724;p37"/>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5" name="Google Shape;725;p37"/>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6" name="Google Shape;726;p37"/>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7" name="Google Shape;727;p37"/>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8" name="Google Shape;728;p37"/>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9" name="Google Shape;729;p37"/>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0" name="Google Shape;730;p37"/>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1" name="Google Shape;731;p37"/>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2" name="Google Shape;732;p37"/>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cxnSp>
        <p:nvCxnSpPr>
          <p:cNvPr id="733" name="Google Shape;733;p37"/>
          <p:cNvCxnSpPr>
            <a:stCxn id="675" idx="1"/>
          </p:cNvCxnSpPr>
          <p:nvPr/>
        </p:nvCxnSpPr>
        <p:spPr>
          <a:xfrm flipH="1">
            <a:off x="3361325" y="1507948"/>
            <a:ext cx="2655600" cy="718200"/>
          </a:xfrm>
          <a:prstGeom prst="bentConnector3">
            <a:avLst>
              <a:gd name="adj1" fmla="val 50000"/>
            </a:avLst>
          </a:prstGeom>
          <a:noFill/>
          <a:ln w="19050" cap="flat" cmpd="sng">
            <a:solidFill>
              <a:schemeClr val="accent1"/>
            </a:solidFill>
            <a:prstDash val="solid"/>
            <a:round/>
            <a:headEnd type="oval" w="med" len="med"/>
            <a:tailEnd type="oval" w="med" len="med"/>
          </a:ln>
        </p:spPr>
      </p:cxnSp>
      <p:cxnSp>
        <p:nvCxnSpPr>
          <p:cNvPr id="734" name="Google Shape;734;p37"/>
          <p:cNvCxnSpPr>
            <a:stCxn id="679" idx="1"/>
          </p:cNvCxnSpPr>
          <p:nvPr/>
        </p:nvCxnSpPr>
        <p:spPr>
          <a:xfrm flipH="1">
            <a:off x="4340223" y="2630443"/>
            <a:ext cx="1676700" cy="243300"/>
          </a:xfrm>
          <a:prstGeom prst="bentConnector3">
            <a:avLst>
              <a:gd name="adj1" fmla="val 50000"/>
            </a:avLst>
          </a:prstGeom>
          <a:noFill/>
          <a:ln w="19050" cap="flat" cmpd="sng">
            <a:solidFill>
              <a:schemeClr val="accent2"/>
            </a:solidFill>
            <a:prstDash val="solid"/>
            <a:round/>
            <a:headEnd type="oval" w="med" len="med"/>
            <a:tailEnd type="oval" w="med" len="med"/>
          </a:ln>
        </p:spPr>
      </p:cxnSp>
      <p:cxnSp>
        <p:nvCxnSpPr>
          <p:cNvPr id="735" name="Google Shape;735;p37"/>
          <p:cNvCxnSpPr>
            <a:stCxn id="677" idx="1"/>
          </p:cNvCxnSpPr>
          <p:nvPr/>
        </p:nvCxnSpPr>
        <p:spPr>
          <a:xfrm rot="10800000">
            <a:off x="2153825" y="3501227"/>
            <a:ext cx="3863100" cy="256200"/>
          </a:xfrm>
          <a:prstGeom prst="bentConnector3">
            <a:avLst>
              <a:gd name="adj1" fmla="val 50000"/>
            </a:avLst>
          </a:prstGeom>
          <a:noFill/>
          <a:ln w="19050" cap="flat" cmpd="sng">
            <a:solidFill>
              <a:schemeClr val="dk2"/>
            </a:solidFill>
            <a:prstDash val="solid"/>
            <a:round/>
            <a:headEnd type="oval" w="med" len="med"/>
            <a:tailEnd type="oval" w="med" len="med"/>
          </a:ln>
        </p:spPr>
      </p:cxnSp>
      <p:sp>
        <p:nvSpPr>
          <p:cNvPr id="736" name="Google Shape;736;p37"/>
          <p:cNvSpPr/>
          <p:nvPr/>
        </p:nvSpPr>
        <p:spPr>
          <a:xfrm rot="388633">
            <a:off x="7762249" y="4236224"/>
            <a:ext cx="1147631" cy="744539"/>
          </a:xfrm>
          <a:custGeom>
            <a:avLst/>
            <a:gdLst/>
            <a:ahLst/>
            <a:cxnLst/>
            <a:rect l="l" t="t" r="r" b="b"/>
            <a:pathLst>
              <a:path w="115591" h="74991" extrusionOk="0">
                <a:moveTo>
                  <a:pt x="25095" y="72118"/>
                </a:moveTo>
                <a:cubicBezTo>
                  <a:pt x="29362" y="72118"/>
                  <a:pt x="33925" y="70005"/>
                  <a:pt x="37390" y="65696"/>
                </a:cubicBezTo>
                <a:cubicBezTo>
                  <a:pt x="40685" y="69498"/>
                  <a:pt x="41530" y="74991"/>
                  <a:pt x="52895" y="73977"/>
                </a:cubicBezTo>
                <a:cubicBezTo>
                  <a:pt x="66498" y="72751"/>
                  <a:pt x="65696" y="58936"/>
                  <a:pt x="65696" y="58936"/>
                </a:cubicBezTo>
                <a:cubicBezTo>
                  <a:pt x="65696" y="58936"/>
                  <a:pt x="72540" y="69794"/>
                  <a:pt x="84116" y="65780"/>
                </a:cubicBezTo>
                <a:cubicBezTo>
                  <a:pt x="91509" y="63246"/>
                  <a:pt x="95058" y="55176"/>
                  <a:pt x="95227" y="51670"/>
                </a:cubicBezTo>
                <a:cubicBezTo>
                  <a:pt x="97635" y="52895"/>
                  <a:pt x="100339" y="53529"/>
                  <a:pt x="103085" y="53529"/>
                </a:cubicBezTo>
                <a:cubicBezTo>
                  <a:pt x="108408" y="53529"/>
                  <a:pt x="113985" y="50994"/>
                  <a:pt x="114619" y="42967"/>
                </a:cubicBezTo>
                <a:cubicBezTo>
                  <a:pt x="115591" y="29870"/>
                  <a:pt x="104902" y="26955"/>
                  <a:pt x="104902" y="26955"/>
                </a:cubicBezTo>
                <a:cubicBezTo>
                  <a:pt x="104902" y="26955"/>
                  <a:pt x="112464" y="19603"/>
                  <a:pt x="106634" y="13815"/>
                </a:cubicBezTo>
                <a:cubicBezTo>
                  <a:pt x="92819" y="0"/>
                  <a:pt x="85510" y="14322"/>
                  <a:pt x="85510" y="14322"/>
                </a:cubicBezTo>
                <a:cubicBezTo>
                  <a:pt x="85510" y="14322"/>
                  <a:pt x="86482" y="1395"/>
                  <a:pt x="68400" y="1352"/>
                </a:cubicBezTo>
                <a:cubicBezTo>
                  <a:pt x="58176" y="1310"/>
                  <a:pt x="59021" y="10182"/>
                  <a:pt x="59021" y="10182"/>
                </a:cubicBezTo>
                <a:cubicBezTo>
                  <a:pt x="53613" y="5831"/>
                  <a:pt x="46642" y="4056"/>
                  <a:pt x="39840" y="5324"/>
                </a:cubicBezTo>
                <a:cubicBezTo>
                  <a:pt x="33672" y="8323"/>
                  <a:pt x="29574" y="12379"/>
                  <a:pt x="31686" y="22645"/>
                </a:cubicBezTo>
                <a:cubicBezTo>
                  <a:pt x="31686" y="22645"/>
                  <a:pt x="15590" y="18674"/>
                  <a:pt x="10773" y="27377"/>
                </a:cubicBezTo>
                <a:cubicBezTo>
                  <a:pt x="3929" y="40009"/>
                  <a:pt x="20026" y="43347"/>
                  <a:pt x="20026" y="43347"/>
                </a:cubicBezTo>
                <a:cubicBezTo>
                  <a:pt x="0" y="57753"/>
                  <a:pt x="16899" y="72118"/>
                  <a:pt x="25095" y="7211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7"/>
          <p:cNvSpPr/>
          <p:nvPr/>
        </p:nvSpPr>
        <p:spPr>
          <a:xfrm rot="2117038">
            <a:off x="5115126" y="326682"/>
            <a:ext cx="677771" cy="749614"/>
          </a:xfrm>
          <a:custGeom>
            <a:avLst/>
            <a:gdLst/>
            <a:ahLst/>
            <a:cxnLst/>
            <a:rect l="l" t="t" r="r" b="b"/>
            <a:pathLst>
              <a:path w="65359" h="72287" extrusionOk="0">
                <a:moveTo>
                  <a:pt x="1818" y="25687"/>
                </a:moveTo>
                <a:cubicBezTo>
                  <a:pt x="2029" y="29954"/>
                  <a:pt x="4310" y="34433"/>
                  <a:pt x="8788" y="37728"/>
                </a:cubicBezTo>
                <a:cubicBezTo>
                  <a:pt x="5155" y="41192"/>
                  <a:pt x="1" y="49008"/>
                  <a:pt x="1226" y="53571"/>
                </a:cubicBezTo>
                <a:cubicBezTo>
                  <a:pt x="4733" y="66752"/>
                  <a:pt x="21294" y="55388"/>
                  <a:pt x="21294" y="55388"/>
                </a:cubicBezTo>
                <a:cubicBezTo>
                  <a:pt x="21294" y="55388"/>
                  <a:pt x="27673" y="72287"/>
                  <a:pt x="42418" y="65738"/>
                </a:cubicBezTo>
                <a:cubicBezTo>
                  <a:pt x="51712" y="61556"/>
                  <a:pt x="45967" y="51416"/>
                  <a:pt x="45967" y="51416"/>
                </a:cubicBezTo>
                <a:cubicBezTo>
                  <a:pt x="45967" y="51416"/>
                  <a:pt x="65358" y="58303"/>
                  <a:pt x="65358" y="37601"/>
                </a:cubicBezTo>
                <a:cubicBezTo>
                  <a:pt x="65358" y="31560"/>
                  <a:pt x="60838" y="23871"/>
                  <a:pt x="50698" y="26448"/>
                </a:cubicBezTo>
                <a:cubicBezTo>
                  <a:pt x="50698" y="26448"/>
                  <a:pt x="54839" y="13773"/>
                  <a:pt x="45882" y="9337"/>
                </a:cubicBezTo>
                <a:cubicBezTo>
                  <a:pt x="32997" y="3127"/>
                  <a:pt x="30377" y="19308"/>
                  <a:pt x="30377" y="19308"/>
                </a:cubicBezTo>
                <a:cubicBezTo>
                  <a:pt x="15041" y="0"/>
                  <a:pt x="1480" y="17533"/>
                  <a:pt x="1818" y="2568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7"/>
          <p:cNvSpPr/>
          <p:nvPr/>
        </p:nvSpPr>
        <p:spPr>
          <a:xfrm rot="-2066534">
            <a:off x="7599688" y="366165"/>
            <a:ext cx="1061682" cy="944910"/>
          </a:xfrm>
          <a:custGeom>
            <a:avLst/>
            <a:gdLst/>
            <a:ahLst/>
            <a:cxnLst/>
            <a:rect l="l" t="t" r="r" b="b"/>
            <a:pathLst>
              <a:path w="46314" h="41220" extrusionOk="0">
                <a:moveTo>
                  <a:pt x="19026" y="0"/>
                </a:moveTo>
                <a:cubicBezTo>
                  <a:pt x="14128" y="0"/>
                  <a:pt x="8876" y="4486"/>
                  <a:pt x="8939" y="9953"/>
                </a:cubicBezTo>
                <a:cubicBezTo>
                  <a:pt x="8291" y="9575"/>
                  <a:pt x="7566" y="9386"/>
                  <a:pt x="6819" y="9386"/>
                </a:cubicBezTo>
                <a:cubicBezTo>
                  <a:pt x="3711" y="9386"/>
                  <a:pt x="201" y="12640"/>
                  <a:pt x="67" y="18991"/>
                </a:cubicBezTo>
                <a:cubicBezTo>
                  <a:pt x="0" y="24435"/>
                  <a:pt x="3483" y="25323"/>
                  <a:pt x="5760" y="25323"/>
                </a:cubicBezTo>
                <a:cubicBezTo>
                  <a:pt x="6862" y="25323"/>
                  <a:pt x="7681" y="25115"/>
                  <a:pt x="7681" y="25115"/>
                </a:cubicBezTo>
                <a:lnTo>
                  <a:pt x="7681" y="25115"/>
                </a:lnTo>
                <a:cubicBezTo>
                  <a:pt x="7681" y="25115"/>
                  <a:pt x="4768" y="29816"/>
                  <a:pt x="8476" y="33689"/>
                </a:cubicBezTo>
                <a:cubicBezTo>
                  <a:pt x="10317" y="35608"/>
                  <a:pt x="12474" y="36115"/>
                  <a:pt x="14240" y="36115"/>
                </a:cubicBezTo>
                <a:cubicBezTo>
                  <a:pt x="16222" y="36115"/>
                  <a:pt x="17712" y="35477"/>
                  <a:pt x="17712" y="35477"/>
                </a:cubicBezTo>
                <a:cubicBezTo>
                  <a:pt x="17712" y="35477"/>
                  <a:pt x="20463" y="41219"/>
                  <a:pt x="25113" y="41219"/>
                </a:cubicBezTo>
                <a:cubicBezTo>
                  <a:pt x="25356" y="41219"/>
                  <a:pt x="25603" y="41203"/>
                  <a:pt x="25855" y="41171"/>
                </a:cubicBezTo>
                <a:cubicBezTo>
                  <a:pt x="28305" y="40840"/>
                  <a:pt x="30953" y="39151"/>
                  <a:pt x="33271" y="34881"/>
                </a:cubicBezTo>
                <a:cubicBezTo>
                  <a:pt x="33271" y="34881"/>
                  <a:pt x="33472" y="34897"/>
                  <a:pt x="33820" y="34897"/>
                </a:cubicBezTo>
                <a:cubicBezTo>
                  <a:pt x="35527" y="34897"/>
                  <a:pt x="40753" y="34508"/>
                  <a:pt x="42871" y="29915"/>
                </a:cubicBezTo>
                <a:cubicBezTo>
                  <a:pt x="46314" y="22434"/>
                  <a:pt x="40454" y="15879"/>
                  <a:pt x="40454" y="15879"/>
                </a:cubicBezTo>
                <a:cubicBezTo>
                  <a:pt x="42176" y="9126"/>
                  <a:pt x="40090" y="5484"/>
                  <a:pt x="36912" y="4061"/>
                </a:cubicBezTo>
                <a:cubicBezTo>
                  <a:pt x="35326" y="3320"/>
                  <a:pt x="33437" y="3020"/>
                  <a:pt x="31681" y="3020"/>
                </a:cubicBezTo>
                <a:cubicBezTo>
                  <a:pt x="28420" y="3020"/>
                  <a:pt x="25621" y="4054"/>
                  <a:pt x="26085" y="5215"/>
                </a:cubicBezTo>
                <a:lnTo>
                  <a:pt x="26085" y="5215"/>
                </a:lnTo>
                <a:cubicBezTo>
                  <a:pt x="24589" y="1510"/>
                  <a:pt x="21867" y="0"/>
                  <a:pt x="190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742"/>
        <p:cNvGrpSpPr/>
        <p:nvPr/>
      </p:nvGrpSpPr>
      <p:grpSpPr>
        <a:xfrm>
          <a:off x="0" y="0"/>
          <a:ext cx="0" cy="0"/>
          <a:chOff x="0" y="0"/>
          <a:chExt cx="0" cy="0"/>
        </a:xfrm>
      </p:grpSpPr>
      <p:sp>
        <p:nvSpPr>
          <p:cNvPr id="743" name="Google Shape;743;p38"/>
          <p:cNvSpPr txBox="1">
            <a:spLocks noGrp="1"/>
          </p:cNvSpPr>
          <p:nvPr>
            <p:ph type="subTitle" idx="1"/>
          </p:nvPr>
        </p:nvSpPr>
        <p:spPr>
          <a:xfrm>
            <a:off x="720000" y="2291461"/>
            <a:ext cx="23364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It’s the closest planet to the Sun</a:t>
            </a:r>
            <a:endParaRPr/>
          </a:p>
        </p:txBody>
      </p:sp>
      <p:sp>
        <p:nvSpPr>
          <p:cNvPr id="744" name="Google Shape;744;p38"/>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Reviewing concepts is a good idea</a:t>
            </a:r>
            <a:endParaRPr/>
          </a:p>
        </p:txBody>
      </p:sp>
      <p:sp>
        <p:nvSpPr>
          <p:cNvPr id="745" name="Google Shape;745;p38"/>
          <p:cNvSpPr txBox="1">
            <a:spLocks noGrp="1"/>
          </p:cNvSpPr>
          <p:nvPr>
            <p:ph type="subTitle" idx="7"/>
          </p:nvPr>
        </p:nvSpPr>
        <p:spPr>
          <a:xfrm>
            <a:off x="715100" y="1651950"/>
            <a:ext cx="2336400" cy="44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Mercury</a:t>
            </a:r>
            <a:endParaRPr/>
          </a:p>
        </p:txBody>
      </p:sp>
      <p:sp>
        <p:nvSpPr>
          <p:cNvPr id="746" name="Google Shape;746;p38"/>
          <p:cNvSpPr txBox="1">
            <a:spLocks noGrp="1"/>
          </p:cNvSpPr>
          <p:nvPr>
            <p:ph type="subTitle" idx="2"/>
          </p:nvPr>
        </p:nvSpPr>
        <p:spPr>
          <a:xfrm>
            <a:off x="3403800" y="2291461"/>
            <a:ext cx="23364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 is the second planet from the Sun</a:t>
            </a:r>
            <a:endParaRPr/>
          </a:p>
        </p:txBody>
      </p:sp>
      <p:sp>
        <p:nvSpPr>
          <p:cNvPr id="747" name="Google Shape;747;p38"/>
          <p:cNvSpPr txBox="1">
            <a:spLocks noGrp="1"/>
          </p:cNvSpPr>
          <p:nvPr>
            <p:ph type="subTitle" idx="3"/>
          </p:nvPr>
        </p:nvSpPr>
        <p:spPr>
          <a:xfrm>
            <a:off x="6087600" y="2291461"/>
            <a:ext cx="23364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Mars is actually a very cold place</a:t>
            </a:r>
            <a:endParaRPr/>
          </a:p>
        </p:txBody>
      </p:sp>
      <p:sp>
        <p:nvSpPr>
          <p:cNvPr id="748" name="Google Shape;748;p38"/>
          <p:cNvSpPr txBox="1">
            <a:spLocks noGrp="1"/>
          </p:cNvSpPr>
          <p:nvPr>
            <p:ph type="subTitle" idx="4"/>
          </p:nvPr>
        </p:nvSpPr>
        <p:spPr>
          <a:xfrm>
            <a:off x="720000" y="3946078"/>
            <a:ext cx="23364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Jupiter is the biggest planet of them all</a:t>
            </a:r>
            <a:endParaRPr/>
          </a:p>
        </p:txBody>
      </p:sp>
      <p:sp>
        <p:nvSpPr>
          <p:cNvPr id="749" name="Google Shape;749;p38"/>
          <p:cNvSpPr txBox="1">
            <a:spLocks noGrp="1"/>
          </p:cNvSpPr>
          <p:nvPr>
            <p:ph type="subTitle" idx="5"/>
          </p:nvPr>
        </p:nvSpPr>
        <p:spPr>
          <a:xfrm>
            <a:off x="3403800" y="3946078"/>
            <a:ext cx="23364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It’s composed of hydrogen and helium</a:t>
            </a:r>
            <a:endParaRPr/>
          </a:p>
        </p:txBody>
      </p:sp>
      <p:sp>
        <p:nvSpPr>
          <p:cNvPr id="750" name="Google Shape;750;p38"/>
          <p:cNvSpPr txBox="1">
            <a:spLocks noGrp="1"/>
          </p:cNvSpPr>
          <p:nvPr>
            <p:ph type="subTitle" idx="6"/>
          </p:nvPr>
        </p:nvSpPr>
        <p:spPr>
          <a:xfrm>
            <a:off x="6087600" y="3946078"/>
            <a:ext cx="23364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It’s the farthest planet from the Sun</a:t>
            </a:r>
            <a:endParaRPr/>
          </a:p>
        </p:txBody>
      </p:sp>
      <p:sp>
        <p:nvSpPr>
          <p:cNvPr id="751" name="Google Shape;751;p38"/>
          <p:cNvSpPr txBox="1">
            <a:spLocks noGrp="1"/>
          </p:cNvSpPr>
          <p:nvPr>
            <p:ph type="subTitle" idx="8"/>
          </p:nvPr>
        </p:nvSpPr>
        <p:spPr>
          <a:xfrm>
            <a:off x="3403800" y="1651950"/>
            <a:ext cx="2336400" cy="44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a:t>
            </a:r>
            <a:endParaRPr/>
          </a:p>
        </p:txBody>
      </p:sp>
      <p:sp>
        <p:nvSpPr>
          <p:cNvPr id="752" name="Google Shape;752;p38"/>
          <p:cNvSpPr txBox="1">
            <a:spLocks noGrp="1"/>
          </p:cNvSpPr>
          <p:nvPr>
            <p:ph type="subTitle" idx="9"/>
          </p:nvPr>
        </p:nvSpPr>
        <p:spPr>
          <a:xfrm>
            <a:off x="6092500" y="1651950"/>
            <a:ext cx="2336400" cy="44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Mars</a:t>
            </a:r>
            <a:endParaRPr/>
          </a:p>
        </p:txBody>
      </p:sp>
      <p:sp>
        <p:nvSpPr>
          <p:cNvPr id="753" name="Google Shape;753;p38"/>
          <p:cNvSpPr txBox="1">
            <a:spLocks noGrp="1"/>
          </p:cNvSpPr>
          <p:nvPr>
            <p:ph type="subTitle" idx="13"/>
          </p:nvPr>
        </p:nvSpPr>
        <p:spPr>
          <a:xfrm>
            <a:off x="715100" y="3367225"/>
            <a:ext cx="2336400" cy="44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Jupiter</a:t>
            </a:r>
            <a:endParaRPr/>
          </a:p>
        </p:txBody>
      </p:sp>
      <p:sp>
        <p:nvSpPr>
          <p:cNvPr id="754" name="Google Shape;754;p38"/>
          <p:cNvSpPr txBox="1">
            <a:spLocks noGrp="1"/>
          </p:cNvSpPr>
          <p:nvPr>
            <p:ph type="subTitle" idx="14"/>
          </p:nvPr>
        </p:nvSpPr>
        <p:spPr>
          <a:xfrm>
            <a:off x="3403800" y="3367225"/>
            <a:ext cx="2336400" cy="44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Saturn</a:t>
            </a:r>
            <a:endParaRPr/>
          </a:p>
        </p:txBody>
      </p:sp>
      <p:sp>
        <p:nvSpPr>
          <p:cNvPr id="755" name="Google Shape;755;p38"/>
          <p:cNvSpPr txBox="1">
            <a:spLocks noGrp="1"/>
          </p:cNvSpPr>
          <p:nvPr>
            <p:ph type="subTitle" idx="15"/>
          </p:nvPr>
        </p:nvSpPr>
        <p:spPr>
          <a:xfrm>
            <a:off x="6092500" y="3367225"/>
            <a:ext cx="2336400" cy="44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Neptune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p39"/>
          <p:cNvSpPr/>
          <p:nvPr/>
        </p:nvSpPr>
        <p:spPr>
          <a:xfrm rot="289710">
            <a:off x="7017619" y="4082846"/>
            <a:ext cx="1335481" cy="866409"/>
          </a:xfrm>
          <a:custGeom>
            <a:avLst/>
            <a:gdLst/>
            <a:ahLst/>
            <a:cxnLst/>
            <a:rect l="l" t="t" r="r" b="b"/>
            <a:pathLst>
              <a:path w="115591" h="74991" extrusionOk="0">
                <a:moveTo>
                  <a:pt x="25095" y="72118"/>
                </a:moveTo>
                <a:cubicBezTo>
                  <a:pt x="29362" y="72118"/>
                  <a:pt x="33925" y="70005"/>
                  <a:pt x="37390" y="65696"/>
                </a:cubicBezTo>
                <a:cubicBezTo>
                  <a:pt x="40685" y="69498"/>
                  <a:pt x="41530" y="74991"/>
                  <a:pt x="52895" y="73977"/>
                </a:cubicBezTo>
                <a:cubicBezTo>
                  <a:pt x="66498" y="72751"/>
                  <a:pt x="65696" y="58936"/>
                  <a:pt x="65696" y="58936"/>
                </a:cubicBezTo>
                <a:cubicBezTo>
                  <a:pt x="65696" y="58936"/>
                  <a:pt x="72540" y="69794"/>
                  <a:pt x="84116" y="65780"/>
                </a:cubicBezTo>
                <a:cubicBezTo>
                  <a:pt x="91509" y="63246"/>
                  <a:pt x="95058" y="55176"/>
                  <a:pt x="95227" y="51670"/>
                </a:cubicBezTo>
                <a:cubicBezTo>
                  <a:pt x="97635" y="52895"/>
                  <a:pt x="100339" y="53529"/>
                  <a:pt x="103085" y="53529"/>
                </a:cubicBezTo>
                <a:cubicBezTo>
                  <a:pt x="108408" y="53529"/>
                  <a:pt x="113985" y="50994"/>
                  <a:pt x="114619" y="42967"/>
                </a:cubicBezTo>
                <a:cubicBezTo>
                  <a:pt x="115591" y="29870"/>
                  <a:pt x="104902" y="26955"/>
                  <a:pt x="104902" y="26955"/>
                </a:cubicBezTo>
                <a:cubicBezTo>
                  <a:pt x="104902" y="26955"/>
                  <a:pt x="112464" y="19603"/>
                  <a:pt x="106634" y="13815"/>
                </a:cubicBezTo>
                <a:cubicBezTo>
                  <a:pt x="92819" y="0"/>
                  <a:pt x="85510" y="14322"/>
                  <a:pt x="85510" y="14322"/>
                </a:cubicBezTo>
                <a:cubicBezTo>
                  <a:pt x="85510" y="14322"/>
                  <a:pt x="86482" y="1395"/>
                  <a:pt x="68400" y="1352"/>
                </a:cubicBezTo>
                <a:cubicBezTo>
                  <a:pt x="58176" y="1310"/>
                  <a:pt x="59021" y="10182"/>
                  <a:pt x="59021" y="10182"/>
                </a:cubicBezTo>
                <a:cubicBezTo>
                  <a:pt x="53613" y="5831"/>
                  <a:pt x="46642" y="4056"/>
                  <a:pt x="39840" y="5324"/>
                </a:cubicBezTo>
                <a:cubicBezTo>
                  <a:pt x="33672" y="8323"/>
                  <a:pt x="29574" y="12379"/>
                  <a:pt x="31686" y="22645"/>
                </a:cubicBezTo>
                <a:cubicBezTo>
                  <a:pt x="31686" y="22645"/>
                  <a:pt x="15590" y="18674"/>
                  <a:pt x="10773" y="27377"/>
                </a:cubicBezTo>
                <a:cubicBezTo>
                  <a:pt x="3929" y="40009"/>
                  <a:pt x="20026" y="43347"/>
                  <a:pt x="20026" y="43347"/>
                </a:cubicBezTo>
                <a:cubicBezTo>
                  <a:pt x="0" y="57753"/>
                  <a:pt x="16899" y="72118"/>
                  <a:pt x="25095" y="7211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9"/>
          <p:cNvSpPr/>
          <p:nvPr/>
        </p:nvSpPr>
        <p:spPr>
          <a:xfrm>
            <a:off x="7683073" y="95794"/>
            <a:ext cx="1243128" cy="1374899"/>
          </a:xfrm>
          <a:custGeom>
            <a:avLst/>
            <a:gdLst/>
            <a:ahLst/>
            <a:cxnLst/>
            <a:rect l="l" t="t" r="r" b="b"/>
            <a:pathLst>
              <a:path w="65359" h="72287" extrusionOk="0">
                <a:moveTo>
                  <a:pt x="1818" y="25687"/>
                </a:moveTo>
                <a:cubicBezTo>
                  <a:pt x="2029" y="29954"/>
                  <a:pt x="4310" y="34433"/>
                  <a:pt x="8788" y="37728"/>
                </a:cubicBezTo>
                <a:cubicBezTo>
                  <a:pt x="5155" y="41192"/>
                  <a:pt x="1" y="49008"/>
                  <a:pt x="1226" y="53571"/>
                </a:cubicBezTo>
                <a:cubicBezTo>
                  <a:pt x="4733" y="66752"/>
                  <a:pt x="21294" y="55388"/>
                  <a:pt x="21294" y="55388"/>
                </a:cubicBezTo>
                <a:cubicBezTo>
                  <a:pt x="21294" y="55388"/>
                  <a:pt x="27673" y="72287"/>
                  <a:pt x="42418" y="65738"/>
                </a:cubicBezTo>
                <a:cubicBezTo>
                  <a:pt x="51712" y="61556"/>
                  <a:pt x="45967" y="51416"/>
                  <a:pt x="45967" y="51416"/>
                </a:cubicBezTo>
                <a:cubicBezTo>
                  <a:pt x="45967" y="51416"/>
                  <a:pt x="65358" y="58303"/>
                  <a:pt x="65358" y="37601"/>
                </a:cubicBezTo>
                <a:cubicBezTo>
                  <a:pt x="65358" y="31560"/>
                  <a:pt x="60838" y="23871"/>
                  <a:pt x="50698" y="26448"/>
                </a:cubicBezTo>
                <a:cubicBezTo>
                  <a:pt x="50698" y="26448"/>
                  <a:pt x="54839" y="13773"/>
                  <a:pt x="45882" y="9337"/>
                </a:cubicBezTo>
                <a:cubicBezTo>
                  <a:pt x="32997" y="3127"/>
                  <a:pt x="30377" y="19308"/>
                  <a:pt x="30377" y="19308"/>
                </a:cubicBezTo>
                <a:cubicBezTo>
                  <a:pt x="15041" y="0"/>
                  <a:pt x="1480" y="17533"/>
                  <a:pt x="1818" y="2568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9"/>
          <p:cNvSpPr/>
          <p:nvPr/>
        </p:nvSpPr>
        <p:spPr>
          <a:xfrm rot="-200338">
            <a:off x="275039" y="367640"/>
            <a:ext cx="1348976" cy="958503"/>
          </a:xfrm>
          <a:custGeom>
            <a:avLst/>
            <a:gdLst/>
            <a:ahLst/>
            <a:cxnLst/>
            <a:rect l="l" t="t" r="r" b="b"/>
            <a:pathLst>
              <a:path w="93813" h="66658" extrusionOk="0">
                <a:moveTo>
                  <a:pt x="43746" y="1"/>
                </a:moveTo>
                <a:cubicBezTo>
                  <a:pt x="42454" y="1"/>
                  <a:pt x="41060" y="140"/>
                  <a:pt x="39570" y="472"/>
                </a:cubicBezTo>
                <a:cubicBezTo>
                  <a:pt x="30104" y="2208"/>
                  <a:pt x="26968" y="12373"/>
                  <a:pt x="26968" y="12373"/>
                </a:cubicBezTo>
                <a:cubicBezTo>
                  <a:pt x="26968" y="12373"/>
                  <a:pt x="26609" y="12342"/>
                  <a:pt x="25983" y="12342"/>
                </a:cubicBezTo>
                <a:cubicBezTo>
                  <a:pt x="23643" y="12342"/>
                  <a:pt x="17574" y="12778"/>
                  <a:pt x="12602" y="16910"/>
                </a:cubicBezTo>
                <a:cubicBezTo>
                  <a:pt x="6301" y="22175"/>
                  <a:pt x="7701" y="32312"/>
                  <a:pt x="7701" y="32312"/>
                </a:cubicBezTo>
                <a:cubicBezTo>
                  <a:pt x="7001" y="32676"/>
                  <a:pt x="6665" y="33012"/>
                  <a:pt x="6301" y="33376"/>
                </a:cubicBezTo>
                <a:cubicBezTo>
                  <a:pt x="4201" y="35476"/>
                  <a:pt x="0" y="41413"/>
                  <a:pt x="3865" y="49814"/>
                </a:cubicBezTo>
                <a:cubicBezTo>
                  <a:pt x="6697" y="55882"/>
                  <a:pt x="12333" y="57163"/>
                  <a:pt x="16588" y="57163"/>
                </a:cubicBezTo>
                <a:cubicBezTo>
                  <a:pt x="19696" y="57163"/>
                  <a:pt x="22067" y="56479"/>
                  <a:pt x="22067" y="56479"/>
                </a:cubicBezTo>
                <a:cubicBezTo>
                  <a:pt x="22067" y="56479"/>
                  <a:pt x="24168" y="64516"/>
                  <a:pt x="34305" y="66280"/>
                </a:cubicBezTo>
                <a:cubicBezTo>
                  <a:pt x="35573" y="66543"/>
                  <a:pt x="36760" y="66657"/>
                  <a:pt x="37865" y="66657"/>
                </a:cubicBezTo>
                <a:cubicBezTo>
                  <a:pt x="45617" y="66657"/>
                  <a:pt x="49371" y="61016"/>
                  <a:pt x="49371" y="61016"/>
                </a:cubicBezTo>
                <a:cubicBezTo>
                  <a:pt x="49371" y="61016"/>
                  <a:pt x="54272" y="65916"/>
                  <a:pt x="61273" y="65916"/>
                </a:cubicBezTo>
                <a:cubicBezTo>
                  <a:pt x="65109" y="65916"/>
                  <a:pt x="68974" y="64180"/>
                  <a:pt x="71410" y="61016"/>
                </a:cubicBezTo>
                <a:cubicBezTo>
                  <a:pt x="73656" y="62236"/>
                  <a:pt x="75419" y="62984"/>
                  <a:pt x="77261" y="62984"/>
                </a:cubicBezTo>
                <a:cubicBezTo>
                  <a:pt x="78588" y="62984"/>
                  <a:pt x="79957" y="62596"/>
                  <a:pt x="81575" y="61716"/>
                </a:cubicBezTo>
                <a:cubicBezTo>
                  <a:pt x="85412" y="58915"/>
                  <a:pt x="85412" y="54015"/>
                  <a:pt x="85776" y="52979"/>
                </a:cubicBezTo>
                <a:cubicBezTo>
                  <a:pt x="85776" y="52979"/>
                  <a:pt x="92077" y="50878"/>
                  <a:pt x="92777" y="45978"/>
                </a:cubicBezTo>
                <a:cubicBezTo>
                  <a:pt x="93813" y="41413"/>
                  <a:pt x="89612" y="37213"/>
                  <a:pt x="89612" y="37213"/>
                </a:cubicBezTo>
                <a:cubicBezTo>
                  <a:pt x="89612" y="37213"/>
                  <a:pt x="93477" y="31612"/>
                  <a:pt x="91377" y="25675"/>
                </a:cubicBezTo>
                <a:cubicBezTo>
                  <a:pt x="88912" y="19710"/>
                  <a:pt x="81911" y="17610"/>
                  <a:pt x="81911" y="17610"/>
                </a:cubicBezTo>
                <a:cubicBezTo>
                  <a:pt x="81911" y="17610"/>
                  <a:pt x="82275" y="7809"/>
                  <a:pt x="72474" y="3608"/>
                </a:cubicBezTo>
                <a:cubicBezTo>
                  <a:pt x="69873" y="2477"/>
                  <a:pt x="67042" y="1943"/>
                  <a:pt x="64195" y="1943"/>
                </a:cubicBezTo>
                <a:cubicBezTo>
                  <a:pt x="60912" y="1943"/>
                  <a:pt x="57607" y="2652"/>
                  <a:pt x="54608" y="3972"/>
                </a:cubicBezTo>
                <a:cubicBezTo>
                  <a:pt x="54608" y="3972"/>
                  <a:pt x="50636" y="1"/>
                  <a:pt x="437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9"/>
          <p:cNvSpPr/>
          <p:nvPr/>
        </p:nvSpPr>
        <p:spPr>
          <a:xfrm>
            <a:off x="1723451" y="257177"/>
            <a:ext cx="612414" cy="677329"/>
          </a:xfrm>
          <a:custGeom>
            <a:avLst/>
            <a:gdLst/>
            <a:ahLst/>
            <a:cxnLst/>
            <a:rect l="l" t="t" r="r" b="b"/>
            <a:pathLst>
              <a:path w="65359" h="72287" extrusionOk="0">
                <a:moveTo>
                  <a:pt x="1818" y="25687"/>
                </a:moveTo>
                <a:cubicBezTo>
                  <a:pt x="2029" y="29954"/>
                  <a:pt x="4310" y="34433"/>
                  <a:pt x="8788" y="37728"/>
                </a:cubicBezTo>
                <a:cubicBezTo>
                  <a:pt x="5155" y="41192"/>
                  <a:pt x="1" y="49008"/>
                  <a:pt x="1226" y="53571"/>
                </a:cubicBezTo>
                <a:cubicBezTo>
                  <a:pt x="4733" y="66752"/>
                  <a:pt x="21294" y="55388"/>
                  <a:pt x="21294" y="55388"/>
                </a:cubicBezTo>
                <a:cubicBezTo>
                  <a:pt x="21294" y="55388"/>
                  <a:pt x="27673" y="72287"/>
                  <a:pt x="42418" y="65738"/>
                </a:cubicBezTo>
                <a:cubicBezTo>
                  <a:pt x="51712" y="61556"/>
                  <a:pt x="45967" y="51416"/>
                  <a:pt x="45967" y="51416"/>
                </a:cubicBezTo>
                <a:cubicBezTo>
                  <a:pt x="45967" y="51416"/>
                  <a:pt x="65358" y="58303"/>
                  <a:pt x="65358" y="37601"/>
                </a:cubicBezTo>
                <a:cubicBezTo>
                  <a:pt x="65358" y="31560"/>
                  <a:pt x="60838" y="23871"/>
                  <a:pt x="50698" y="26448"/>
                </a:cubicBezTo>
                <a:cubicBezTo>
                  <a:pt x="50698" y="26448"/>
                  <a:pt x="54839" y="13773"/>
                  <a:pt x="45882" y="9337"/>
                </a:cubicBezTo>
                <a:cubicBezTo>
                  <a:pt x="32997" y="3127"/>
                  <a:pt x="30377" y="19308"/>
                  <a:pt x="30377" y="19308"/>
                </a:cubicBezTo>
                <a:cubicBezTo>
                  <a:pt x="15041" y="0"/>
                  <a:pt x="1480" y="17533"/>
                  <a:pt x="1818" y="2568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9"/>
          <p:cNvSpPr txBox="1">
            <a:spLocks noGrp="1"/>
          </p:cNvSpPr>
          <p:nvPr>
            <p:ph type="title"/>
          </p:nvPr>
        </p:nvSpPr>
        <p:spPr>
          <a:xfrm>
            <a:off x="3726150" y="1355007"/>
            <a:ext cx="4515900" cy="1511100"/>
          </a:xfrm>
          <a:prstGeom prst="rect">
            <a:avLst/>
          </a:prstGeom>
        </p:spPr>
        <p:txBody>
          <a:bodyPr spcFirstLastPara="1" wrap="square" lIns="91425" tIns="91425" rIns="91425" bIns="91425" anchor="b" anchorCtr="0">
            <a:noAutofit/>
          </a:bodyPr>
          <a:lstStyle/>
          <a:p>
            <a:pPr marL="0" lvl="0" indent="0" algn="r" rtl="0">
              <a:lnSpc>
                <a:spcPct val="100000"/>
              </a:lnSpc>
              <a:spcBef>
                <a:spcPts val="0"/>
              </a:spcBef>
              <a:spcAft>
                <a:spcPts val="0"/>
              </a:spcAft>
              <a:buNone/>
            </a:pPr>
            <a:r>
              <a:rPr lang="en" sz="8600"/>
              <a:t>70-90%</a:t>
            </a:r>
            <a:endParaRPr sz="8600"/>
          </a:p>
        </p:txBody>
      </p:sp>
      <p:sp>
        <p:nvSpPr>
          <p:cNvPr id="765" name="Google Shape;765;p39"/>
          <p:cNvSpPr txBox="1">
            <a:spLocks noGrp="1"/>
          </p:cNvSpPr>
          <p:nvPr>
            <p:ph type="subTitle" idx="1"/>
          </p:nvPr>
        </p:nvSpPr>
        <p:spPr>
          <a:xfrm>
            <a:off x="3726150" y="2866157"/>
            <a:ext cx="4515900" cy="1035300"/>
          </a:xfrm>
          <a:prstGeom prst="rect">
            <a:avLst/>
          </a:prstGeom>
        </p:spPr>
        <p:txBody>
          <a:bodyPr spcFirstLastPara="1" wrap="square" lIns="91425" tIns="91425" rIns="91425" bIns="91425" anchor="t" anchorCtr="0">
            <a:noAutofit/>
          </a:bodyPr>
          <a:lstStyle/>
          <a:p>
            <a:pPr marL="0" lvl="0" indent="0" algn="r" rtl="0">
              <a:lnSpc>
                <a:spcPct val="100000"/>
              </a:lnSpc>
              <a:spcBef>
                <a:spcPts val="0"/>
              </a:spcBef>
              <a:spcAft>
                <a:spcPts val="0"/>
              </a:spcAft>
              <a:buNone/>
            </a:pPr>
            <a:r>
              <a:rPr lang="en" sz="1800">
                <a:solidFill>
                  <a:schemeClr val="accent1"/>
                </a:solidFill>
              </a:rPr>
              <a:t>of people who seek proper treatment</a:t>
            </a:r>
            <a:endParaRPr sz="1800">
              <a:solidFill>
                <a:schemeClr val="accent1"/>
              </a:solidFill>
            </a:endParaRPr>
          </a:p>
          <a:p>
            <a:pPr marL="0" lvl="0" indent="0" algn="r" rtl="0">
              <a:lnSpc>
                <a:spcPct val="100000"/>
              </a:lnSpc>
              <a:spcBef>
                <a:spcPts val="0"/>
              </a:spcBef>
              <a:spcAft>
                <a:spcPts val="0"/>
              </a:spcAft>
              <a:buNone/>
            </a:pPr>
            <a:r>
              <a:rPr lang="en" sz="1800">
                <a:solidFill>
                  <a:schemeClr val="accent1"/>
                </a:solidFill>
              </a:rPr>
              <a:t>for mental health disorders witness</a:t>
            </a:r>
            <a:endParaRPr sz="1800">
              <a:solidFill>
                <a:schemeClr val="accent1"/>
              </a:solidFill>
            </a:endParaRPr>
          </a:p>
          <a:p>
            <a:pPr marL="0" lvl="0" indent="0" algn="r" rtl="0">
              <a:lnSpc>
                <a:spcPct val="100000"/>
              </a:lnSpc>
              <a:spcBef>
                <a:spcPts val="0"/>
              </a:spcBef>
              <a:spcAft>
                <a:spcPts val="0"/>
              </a:spcAft>
              <a:buNone/>
            </a:pPr>
            <a:r>
              <a:rPr lang="en" sz="1800">
                <a:solidFill>
                  <a:schemeClr val="accent1"/>
                </a:solidFill>
              </a:rPr>
              <a:t>a significant reduction in symptoms</a:t>
            </a:r>
            <a:endParaRPr sz="1800">
              <a:solidFill>
                <a:schemeClr val="accent1"/>
              </a:solidFill>
            </a:endParaRPr>
          </a:p>
        </p:txBody>
      </p:sp>
      <p:grpSp>
        <p:nvGrpSpPr>
          <p:cNvPr id="766" name="Google Shape;766;p39"/>
          <p:cNvGrpSpPr/>
          <p:nvPr/>
        </p:nvGrpSpPr>
        <p:grpSpPr>
          <a:xfrm>
            <a:off x="911316" y="1285350"/>
            <a:ext cx="3104226" cy="2811664"/>
            <a:chOff x="911316" y="1285350"/>
            <a:chExt cx="3104226" cy="2811664"/>
          </a:xfrm>
        </p:grpSpPr>
        <p:sp>
          <p:nvSpPr>
            <p:cNvPr id="767" name="Google Shape;767;p39"/>
            <p:cNvSpPr/>
            <p:nvPr/>
          </p:nvSpPr>
          <p:spPr>
            <a:xfrm>
              <a:off x="1138978" y="3303007"/>
              <a:ext cx="150680" cy="149528"/>
            </a:xfrm>
            <a:custGeom>
              <a:avLst/>
              <a:gdLst/>
              <a:ahLst/>
              <a:cxnLst/>
              <a:rect l="l" t="t" r="r" b="b"/>
              <a:pathLst>
                <a:path w="8501" h="8436" extrusionOk="0">
                  <a:moveTo>
                    <a:pt x="2386" y="0"/>
                  </a:moveTo>
                  <a:cubicBezTo>
                    <a:pt x="2192" y="0"/>
                    <a:pt x="2017" y="40"/>
                    <a:pt x="1868" y="131"/>
                  </a:cubicBezTo>
                  <a:cubicBezTo>
                    <a:pt x="801" y="765"/>
                    <a:pt x="2769" y="2066"/>
                    <a:pt x="3469" y="2533"/>
                  </a:cubicBezTo>
                  <a:cubicBezTo>
                    <a:pt x="2035" y="2566"/>
                    <a:pt x="0" y="3300"/>
                    <a:pt x="367" y="4968"/>
                  </a:cubicBezTo>
                  <a:cubicBezTo>
                    <a:pt x="448" y="5346"/>
                    <a:pt x="770" y="5615"/>
                    <a:pt x="1137" y="5615"/>
                  </a:cubicBezTo>
                  <a:cubicBezTo>
                    <a:pt x="1223" y="5615"/>
                    <a:pt x="1312" y="5600"/>
                    <a:pt x="1401" y="5569"/>
                  </a:cubicBezTo>
                  <a:cubicBezTo>
                    <a:pt x="2268" y="5435"/>
                    <a:pt x="2936" y="4835"/>
                    <a:pt x="3736" y="4501"/>
                  </a:cubicBezTo>
                  <a:lnTo>
                    <a:pt x="3736" y="4501"/>
                  </a:lnTo>
                  <a:cubicBezTo>
                    <a:pt x="2635" y="5335"/>
                    <a:pt x="1434" y="6836"/>
                    <a:pt x="2302" y="8037"/>
                  </a:cubicBezTo>
                  <a:cubicBezTo>
                    <a:pt x="2461" y="8296"/>
                    <a:pt x="2739" y="8436"/>
                    <a:pt x="3015" y="8436"/>
                  </a:cubicBezTo>
                  <a:cubicBezTo>
                    <a:pt x="3202" y="8436"/>
                    <a:pt x="3388" y="8372"/>
                    <a:pt x="3536" y="8237"/>
                  </a:cubicBezTo>
                  <a:cubicBezTo>
                    <a:pt x="4403" y="7703"/>
                    <a:pt x="5137" y="5936"/>
                    <a:pt x="6238" y="5902"/>
                  </a:cubicBezTo>
                  <a:cubicBezTo>
                    <a:pt x="6740" y="6095"/>
                    <a:pt x="7431" y="6512"/>
                    <a:pt x="7912" y="6512"/>
                  </a:cubicBezTo>
                  <a:cubicBezTo>
                    <a:pt x="8262" y="6512"/>
                    <a:pt x="8501" y="6291"/>
                    <a:pt x="8473" y="5602"/>
                  </a:cubicBezTo>
                  <a:cubicBezTo>
                    <a:pt x="8406" y="4201"/>
                    <a:pt x="7105" y="2833"/>
                    <a:pt x="5971" y="1966"/>
                  </a:cubicBezTo>
                  <a:cubicBezTo>
                    <a:pt x="5343" y="1423"/>
                    <a:pt x="3540" y="0"/>
                    <a:pt x="2386" y="0"/>
                  </a:cubicBezTo>
                  <a:close/>
                </a:path>
              </a:pathLst>
            </a:custGeom>
            <a:solidFill>
              <a:srgbClr val="FFE4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9"/>
            <p:cNvSpPr/>
            <p:nvPr/>
          </p:nvSpPr>
          <p:spPr>
            <a:xfrm>
              <a:off x="1138978" y="3303007"/>
              <a:ext cx="150680" cy="149528"/>
            </a:xfrm>
            <a:custGeom>
              <a:avLst/>
              <a:gdLst/>
              <a:ahLst/>
              <a:cxnLst/>
              <a:rect l="l" t="t" r="r" b="b"/>
              <a:pathLst>
                <a:path w="8501" h="8436" extrusionOk="0">
                  <a:moveTo>
                    <a:pt x="2386" y="0"/>
                  </a:moveTo>
                  <a:cubicBezTo>
                    <a:pt x="2192" y="0"/>
                    <a:pt x="2017" y="40"/>
                    <a:pt x="1868" y="131"/>
                  </a:cubicBezTo>
                  <a:cubicBezTo>
                    <a:pt x="801" y="765"/>
                    <a:pt x="2769" y="2066"/>
                    <a:pt x="3469" y="2533"/>
                  </a:cubicBezTo>
                  <a:cubicBezTo>
                    <a:pt x="2035" y="2566"/>
                    <a:pt x="0" y="3300"/>
                    <a:pt x="367" y="4968"/>
                  </a:cubicBezTo>
                  <a:cubicBezTo>
                    <a:pt x="448" y="5346"/>
                    <a:pt x="770" y="5615"/>
                    <a:pt x="1137" y="5615"/>
                  </a:cubicBezTo>
                  <a:cubicBezTo>
                    <a:pt x="1223" y="5615"/>
                    <a:pt x="1312" y="5600"/>
                    <a:pt x="1401" y="5569"/>
                  </a:cubicBezTo>
                  <a:cubicBezTo>
                    <a:pt x="2268" y="5435"/>
                    <a:pt x="2936" y="4835"/>
                    <a:pt x="3736" y="4501"/>
                  </a:cubicBezTo>
                  <a:lnTo>
                    <a:pt x="3736" y="4501"/>
                  </a:lnTo>
                  <a:cubicBezTo>
                    <a:pt x="2635" y="5335"/>
                    <a:pt x="1434" y="6836"/>
                    <a:pt x="2302" y="8037"/>
                  </a:cubicBezTo>
                  <a:cubicBezTo>
                    <a:pt x="2461" y="8296"/>
                    <a:pt x="2739" y="8436"/>
                    <a:pt x="3015" y="8436"/>
                  </a:cubicBezTo>
                  <a:cubicBezTo>
                    <a:pt x="3202" y="8436"/>
                    <a:pt x="3388" y="8372"/>
                    <a:pt x="3536" y="8237"/>
                  </a:cubicBezTo>
                  <a:cubicBezTo>
                    <a:pt x="4403" y="7703"/>
                    <a:pt x="5137" y="5936"/>
                    <a:pt x="6238" y="5902"/>
                  </a:cubicBezTo>
                  <a:cubicBezTo>
                    <a:pt x="6740" y="6095"/>
                    <a:pt x="7431" y="6512"/>
                    <a:pt x="7912" y="6512"/>
                  </a:cubicBezTo>
                  <a:cubicBezTo>
                    <a:pt x="8262" y="6512"/>
                    <a:pt x="8501" y="6291"/>
                    <a:pt x="8473" y="5602"/>
                  </a:cubicBezTo>
                  <a:cubicBezTo>
                    <a:pt x="8406" y="4201"/>
                    <a:pt x="7105" y="2833"/>
                    <a:pt x="5971" y="1966"/>
                  </a:cubicBezTo>
                  <a:cubicBezTo>
                    <a:pt x="5343" y="1423"/>
                    <a:pt x="3540" y="0"/>
                    <a:pt x="238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9"/>
            <p:cNvSpPr/>
            <p:nvPr/>
          </p:nvSpPr>
          <p:spPr>
            <a:xfrm>
              <a:off x="1168527" y="3329631"/>
              <a:ext cx="125369" cy="89972"/>
            </a:xfrm>
            <a:custGeom>
              <a:avLst/>
              <a:gdLst/>
              <a:ahLst/>
              <a:cxnLst/>
              <a:rect l="l" t="t" r="r" b="b"/>
              <a:pathLst>
                <a:path w="7073" h="5076" extrusionOk="0">
                  <a:moveTo>
                    <a:pt x="1123" y="0"/>
                  </a:moveTo>
                  <a:cubicBezTo>
                    <a:pt x="632" y="0"/>
                    <a:pt x="299" y="165"/>
                    <a:pt x="268" y="564"/>
                  </a:cubicBezTo>
                  <a:cubicBezTo>
                    <a:pt x="201" y="1632"/>
                    <a:pt x="2303" y="2099"/>
                    <a:pt x="3403" y="2399"/>
                  </a:cubicBezTo>
                  <a:cubicBezTo>
                    <a:pt x="2203" y="2532"/>
                    <a:pt x="1" y="3299"/>
                    <a:pt x="468" y="4400"/>
                  </a:cubicBezTo>
                  <a:cubicBezTo>
                    <a:pt x="533" y="4530"/>
                    <a:pt x="745" y="4573"/>
                    <a:pt x="1050" y="4573"/>
                  </a:cubicBezTo>
                  <a:cubicBezTo>
                    <a:pt x="1634" y="4573"/>
                    <a:pt x="2558" y="4416"/>
                    <a:pt x="3434" y="4416"/>
                  </a:cubicBezTo>
                  <a:cubicBezTo>
                    <a:pt x="3972" y="4416"/>
                    <a:pt x="4492" y="4475"/>
                    <a:pt x="4904" y="4667"/>
                  </a:cubicBezTo>
                  <a:cubicBezTo>
                    <a:pt x="5078" y="4742"/>
                    <a:pt x="5752" y="5075"/>
                    <a:pt x="6277" y="5075"/>
                  </a:cubicBezTo>
                  <a:cubicBezTo>
                    <a:pt x="6457" y="5075"/>
                    <a:pt x="6620" y="5036"/>
                    <a:pt x="6739" y="4934"/>
                  </a:cubicBezTo>
                  <a:cubicBezTo>
                    <a:pt x="7073" y="4634"/>
                    <a:pt x="7073" y="3133"/>
                    <a:pt x="5071" y="1598"/>
                  </a:cubicBezTo>
                  <a:cubicBezTo>
                    <a:pt x="3998" y="776"/>
                    <a:pt x="2189" y="0"/>
                    <a:pt x="1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0" name="Google Shape;770;p39"/>
            <p:cNvGrpSpPr/>
            <p:nvPr/>
          </p:nvGrpSpPr>
          <p:grpSpPr>
            <a:xfrm>
              <a:off x="911316" y="1285350"/>
              <a:ext cx="3104226" cy="2811664"/>
              <a:chOff x="1047198" y="1550629"/>
              <a:chExt cx="2511307" cy="2274625"/>
            </a:xfrm>
          </p:grpSpPr>
          <p:sp>
            <p:nvSpPr>
              <p:cNvPr id="771" name="Google Shape;771;p39"/>
              <p:cNvSpPr/>
              <p:nvPr/>
            </p:nvSpPr>
            <p:spPr>
              <a:xfrm>
                <a:off x="1327775" y="3256056"/>
                <a:ext cx="119811" cy="359217"/>
              </a:xfrm>
              <a:custGeom>
                <a:avLst/>
                <a:gdLst/>
                <a:ahLst/>
                <a:cxnLst/>
                <a:rect l="l" t="t" r="r" b="b"/>
                <a:pathLst>
                  <a:path w="8355" h="25050" extrusionOk="0">
                    <a:moveTo>
                      <a:pt x="676" y="0"/>
                    </a:moveTo>
                    <a:cubicBezTo>
                      <a:pt x="579" y="0"/>
                      <a:pt x="477" y="126"/>
                      <a:pt x="582" y="231"/>
                    </a:cubicBezTo>
                    <a:cubicBezTo>
                      <a:pt x="3451" y="3167"/>
                      <a:pt x="5186" y="7136"/>
                      <a:pt x="6020" y="11106"/>
                    </a:cubicBezTo>
                    <a:cubicBezTo>
                      <a:pt x="6453" y="13274"/>
                      <a:pt x="6687" y="15442"/>
                      <a:pt x="6687" y="17644"/>
                    </a:cubicBezTo>
                    <a:cubicBezTo>
                      <a:pt x="5553" y="13441"/>
                      <a:pt x="4285" y="10305"/>
                      <a:pt x="349" y="7403"/>
                    </a:cubicBezTo>
                    <a:cubicBezTo>
                      <a:pt x="262" y="7333"/>
                      <a:pt x="156" y="7282"/>
                      <a:pt x="90" y="7282"/>
                    </a:cubicBezTo>
                    <a:cubicBezTo>
                      <a:pt x="29" y="7282"/>
                      <a:pt x="1" y="7325"/>
                      <a:pt x="49" y="7436"/>
                    </a:cubicBezTo>
                    <a:cubicBezTo>
                      <a:pt x="883" y="9671"/>
                      <a:pt x="1283" y="12073"/>
                      <a:pt x="2384" y="14241"/>
                    </a:cubicBezTo>
                    <a:cubicBezTo>
                      <a:pt x="3351" y="16142"/>
                      <a:pt x="4919" y="17543"/>
                      <a:pt x="6620" y="18778"/>
                    </a:cubicBezTo>
                    <a:cubicBezTo>
                      <a:pt x="6653" y="18878"/>
                      <a:pt x="6687" y="18944"/>
                      <a:pt x="6720" y="19045"/>
                    </a:cubicBezTo>
                    <a:cubicBezTo>
                      <a:pt x="6720" y="20979"/>
                      <a:pt x="6653" y="22914"/>
                      <a:pt x="6653" y="24882"/>
                    </a:cubicBezTo>
                    <a:cubicBezTo>
                      <a:pt x="6653" y="24990"/>
                      <a:pt x="6741" y="25050"/>
                      <a:pt x="6827" y="25050"/>
                    </a:cubicBezTo>
                    <a:cubicBezTo>
                      <a:pt x="6900" y="25050"/>
                      <a:pt x="6972" y="25007"/>
                      <a:pt x="6987" y="24915"/>
                    </a:cubicBezTo>
                    <a:cubicBezTo>
                      <a:pt x="8355" y="16309"/>
                      <a:pt x="7254" y="6436"/>
                      <a:pt x="749" y="31"/>
                    </a:cubicBezTo>
                    <a:cubicBezTo>
                      <a:pt x="728" y="10"/>
                      <a:pt x="702" y="0"/>
                      <a:pt x="6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9"/>
              <p:cNvSpPr/>
              <p:nvPr/>
            </p:nvSpPr>
            <p:spPr>
              <a:xfrm>
                <a:off x="1433217" y="3246965"/>
                <a:ext cx="125145" cy="355718"/>
              </a:xfrm>
              <a:custGeom>
                <a:avLst/>
                <a:gdLst/>
                <a:ahLst/>
                <a:cxnLst/>
                <a:rect l="l" t="t" r="r" b="b"/>
                <a:pathLst>
                  <a:path w="8727" h="24806" extrusionOk="0">
                    <a:moveTo>
                      <a:pt x="8313" y="1"/>
                    </a:moveTo>
                    <a:cubicBezTo>
                      <a:pt x="8287" y="1"/>
                      <a:pt x="8261" y="10"/>
                      <a:pt x="8240" y="31"/>
                    </a:cubicBezTo>
                    <a:cubicBezTo>
                      <a:pt x="1469" y="6169"/>
                      <a:pt x="1" y="15976"/>
                      <a:pt x="1068" y="24682"/>
                    </a:cubicBezTo>
                    <a:cubicBezTo>
                      <a:pt x="1068" y="24769"/>
                      <a:pt x="1125" y="24806"/>
                      <a:pt x="1191" y="24806"/>
                    </a:cubicBezTo>
                    <a:cubicBezTo>
                      <a:pt x="1278" y="24806"/>
                      <a:pt x="1383" y="24743"/>
                      <a:pt x="1402" y="24649"/>
                    </a:cubicBezTo>
                    <a:cubicBezTo>
                      <a:pt x="1469" y="22681"/>
                      <a:pt x="1469" y="20713"/>
                      <a:pt x="1569" y="18811"/>
                    </a:cubicBezTo>
                    <a:lnTo>
                      <a:pt x="1669" y="18544"/>
                    </a:lnTo>
                    <a:cubicBezTo>
                      <a:pt x="3403" y="17377"/>
                      <a:pt x="5038" y="16043"/>
                      <a:pt x="6072" y="14175"/>
                    </a:cubicBezTo>
                    <a:cubicBezTo>
                      <a:pt x="7239" y="12073"/>
                      <a:pt x="7740" y="9671"/>
                      <a:pt x="8674" y="7470"/>
                    </a:cubicBezTo>
                    <a:cubicBezTo>
                      <a:pt x="8727" y="7364"/>
                      <a:pt x="8686" y="7324"/>
                      <a:pt x="8612" y="7324"/>
                    </a:cubicBezTo>
                    <a:cubicBezTo>
                      <a:pt x="8546" y="7324"/>
                      <a:pt x="8452" y="7356"/>
                      <a:pt x="8373" y="7403"/>
                    </a:cubicBezTo>
                    <a:cubicBezTo>
                      <a:pt x="4304" y="10172"/>
                      <a:pt x="2936" y="13274"/>
                      <a:pt x="1635" y="17410"/>
                    </a:cubicBezTo>
                    <a:cubicBezTo>
                      <a:pt x="1735" y="15242"/>
                      <a:pt x="2036" y="13040"/>
                      <a:pt x="2569" y="10906"/>
                    </a:cubicBezTo>
                    <a:cubicBezTo>
                      <a:pt x="3570" y="6969"/>
                      <a:pt x="5405" y="3067"/>
                      <a:pt x="8407" y="231"/>
                    </a:cubicBezTo>
                    <a:cubicBezTo>
                      <a:pt x="8512" y="126"/>
                      <a:pt x="8410" y="1"/>
                      <a:pt x="83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9"/>
              <p:cNvSpPr/>
              <p:nvPr/>
            </p:nvSpPr>
            <p:spPr>
              <a:xfrm>
                <a:off x="1535719" y="3176398"/>
                <a:ext cx="123769" cy="120929"/>
              </a:xfrm>
              <a:custGeom>
                <a:avLst/>
                <a:gdLst/>
                <a:ahLst/>
                <a:cxnLst/>
                <a:rect l="l" t="t" r="r" b="b"/>
                <a:pathLst>
                  <a:path w="8631" h="8433" extrusionOk="0">
                    <a:moveTo>
                      <a:pt x="6308" y="0"/>
                    </a:moveTo>
                    <a:cubicBezTo>
                      <a:pt x="5157" y="0"/>
                      <a:pt x="3342" y="1337"/>
                      <a:pt x="2693" y="1817"/>
                    </a:cubicBezTo>
                    <a:cubicBezTo>
                      <a:pt x="1526" y="2684"/>
                      <a:pt x="191" y="3985"/>
                      <a:pt x="58" y="5386"/>
                    </a:cubicBezTo>
                    <a:cubicBezTo>
                      <a:pt x="1" y="6090"/>
                      <a:pt x="240" y="6311"/>
                      <a:pt x="600" y="6311"/>
                    </a:cubicBezTo>
                    <a:cubicBezTo>
                      <a:pt x="1077" y="6311"/>
                      <a:pt x="1766" y="5924"/>
                      <a:pt x="2260" y="5753"/>
                    </a:cubicBezTo>
                    <a:cubicBezTo>
                      <a:pt x="3394" y="5819"/>
                      <a:pt x="4027" y="7654"/>
                      <a:pt x="4895" y="8221"/>
                    </a:cubicBezTo>
                    <a:cubicBezTo>
                      <a:pt x="5050" y="8363"/>
                      <a:pt x="5242" y="8432"/>
                      <a:pt x="5434" y="8432"/>
                    </a:cubicBezTo>
                    <a:cubicBezTo>
                      <a:pt x="5695" y="8432"/>
                      <a:pt x="5956" y="8304"/>
                      <a:pt x="6129" y="8054"/>
                    </a:cubicBezTo>
                    <a:cubicBezTo>
                      <a:pt x="7030" y="6887"/>
                      <a:pt x="5895" y="5352"/>
                      <a:pt x="4828" y="4485"/>
                    </a:cubicBezTo>
                    <a:lnTo>
                      <a:pt x="4828" y="4485"/>
                    </a:lnTo>
                    <a:cubicBezTo>
                      <a:pt x="5629" y="4819"/>
                      <a:pt x="6262" y="5453"/>
                      <a:pt x="7096" y="5619"/>
                    </a:cubicBezTo>
                    <a:cubicBezTo>
                      <a:pt x="7191" y="5653"/>
                      <a:pt x="7288" y="5669"/>
                      <a:pt x="7382" y="5669"/>
                    </a:cubicBezTo>
                    <a:cubicBezTo>
                      <a:pt x="7750" y="5669"/>
                      <a:pt x="8084" y="5424"/>
                      <a:pt x="8164" y="5052"/>
                    </a:cubicBezTo>
                    <a:cubicBezTo>
                      <a:pt x="8631" y="3418"/>
                      <a:pt x="6596" y="2584"/>
                      <a:pt x="5162" y="2517"/>
                    </a:cubicBezTo>
                    <a:cubicBezTo>
                      <a:pt x="5862" y="2050"/>
                      <a:pt x="7897" y="849"/>
                      <a:pt x="6863" y="149"/>
                    </a:cubicBezTo>
                    <a:cubicBezTo>
                      <a:pt x="6708" y="45"/>
                      <a:pt x="6519" y="0"/>
                      <a:pt x="6308" y="0"/>
                    </a:cubicBezTo>
                    <a:close/>
                  </a:path>
                </a:pathLst>
              </a:custGeom>
              <a:solidFill>
                <a:srgbClr val="FFE4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9"/>
              <p:cNvSpPr/>
              <p:nvPr/>
            </p:nvSpPr>
            <p:spPr>
              <a:xfrm>
                <a:off x="1535719" y="3176398"/>
                <a:ext cx="123769" cy="120929"/>
              </a:xfrm>
              <a:custGeom>
                <a:avLst/>
                <a:gdLst/>
                <a:ahLst/>
                <a:cxnLst/>
                <a:rect l="l" t="t" r="r" b="b"/>
                <a:pathLst>
                  <a:path w="8631" h="8433" extrusionOk="0">
                    <a:moveTo>
                      <a:pt x="6308" y="0"/>
                    </a:moveTo>
                    <a:cubicBezTo>
                      <a:pt x="5157" y="0"/>
                      <a:pt x="3342" y="1337"/>
                      <a:pt x="2693" y="1817"/>
                    </a:cubicBezTo>
                    <a:cubicBezTo>
                      <a:pt x="1526" y="2684"/>
                      <a:pt x="191" y="3985"/>
                      <a:pt x="58" y="5386"/>
                    </a:cubicBezTo>
                    <a:cubicBezTo>
                      <a:pt x="1" y="6090"/>
                      <a:pt x="240" y="6311"/>
                      <a:pt x="600" y="6311"/>
                    </a:cubicBezTo>
                    <a:cubicBezTo>
                      <a:pt x="1077" y="6311"/>
                      <a:pt x="1766" y="5924"/>
                      <a:pt x="2260" y="5753"/>
                    </a:cubicBezTo>
                    <a:cubicBezTo>
                      <a:pt x="3394" y="5819"/>
                      <a:pt x="4027" y="7654"/>
                      <a:pt x="4895" y="8221"/>
                    </a:cubicBezTo>
                    <a:cubicBezTo>
                      <a:pt x="5050" y="8363"/>
                      <a:pt x="5242" y="8432"/>
                      <a:pt x="5434" y="8432"/>
                    </a:cubicBezTo>
                    <a:cubicBezTo>
                      <a:pt x="5695" y="8432"/>
                      <a:pt x="5956" y="8304"/>
                      <a:pt x="6129" y="8054"/>
                    </a:cubicBezTo>
                    <a:cubicBezTo>
                      <a:pt x="7030" y="6887"/>
                      <a:pt x="5895" y="5352"/>
                      <a:pt x="4828" y="4485"/>
                    </a:cubicBezTo>
                    <a:lnTo>
                      <a:pt x="4828" y="4485"/>
                    </a:lnTo>
                    <a:cubicBezTo>
                      <a:pt x="5629" y="4819"/>
                      <a:pt x="6262" y="5453"/>
                      <a:pt x="7096" y="5619"/>
                    </a:cubicBezTo>
                    <a:cubicBezTo>
                      <a:pt x="7191" y="5653"/>
                      <a:pt x="7288" y="5669"/>
                      <a:pt x="7382" y="5669"/>
                    </a:cubicBezTo>
                    <a:cubicBezTo>
                      <a:pt x="7750" y="5669"/>
                      <a:pt x="8084" y="5424"/>
                      <a:pt x="8164" y="5052"/>
                    </a:cubicBezTo>
                    <a:cubicBezTo>
                      <a:pt x="8631" y="3418"/>
                      <a:pt x="6596" y="2584"/>
                      <a:pt x="5162" y="2517"/>
                    </a:cubicBezTo>
                    <a:cubicBezTo>
                      <a:pt x="5862" y="2050"/>
                      <a:pt x="7897" y="849"/>
                      <a:pt x="6863" y="149"/>
                    </a:cubicBezTo>
                    <a:cubicBezTo>
                      <a:pt x="6708" y="45"/>
                      <a:pt x="6519" y="0"/>
                      <a:pt x="630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9"/>
              <p:cNvSpPr/>
              <p:nvPr/>
            </p:nvSpPr>
            <p:spPr>
              <a:xfrm>
                <a:off x="1532722" y="3197936"/>
                <a:ext cx="101412" cy="69850"/>
              </a:xfrm>
              <a:custGeom>
                <a:avLst/>
                <a:gdLst/>
                <a:ahLst/>
                <a:cxnLst/>
                <a:rect l="l" t="t" r="r" b="b"/>
                <a:pathLst>
                  <a:path w="7072" h="4871" extrusionOk="0">
                    <a:moveTo>
                      <a:pt x="6021" y="1"/>
                    </a:moveTo>
                    <a:cubicBezTo>
                      <a:pt x="4950" y="1"/>
                      <a:pt x="3187" y="695"/>
                      <a:pt x="2102" y="1449"/>
                    </a:cubicBezTo>
                    <a:cubicBezTo>
                      <a:pt x="33" y="2916"/>
                      <a:pt x="0" y="4384"/>
                      <a:pt x="300" y="4718"/>
                    </a:cubicBezTo>
                    <a:cubicBezTo>
                      <a:pt x="430" y="4829"/>
                      <a:pt x="612" y="4871"/>
                      <a:pt x="811" y="4871"/>
                    </a:cubicBezTo>
                    <a:cubicBezTo>
                      <a:pt x="1328" y="4871"/>
                      <a:pt x="1966" y="4590"/>
                      <a:pt x="2135" y="4518"/>
                    </a:cubicBezTo>
                    <a:cubicBezTo>
                      <a:pt x="2487" y="4373"/>
                      <a:pt x="2911" y="4323"/>
                      <a:pt x="3355" y="4323"/>
                    </a:cubicBezTo>
                    <a:cubicBezTo>
                      <a:pt x="4355" y="4323"/>
                      <a:pt x="5457" y="4576"/>
                      <a:pt x="6083" y="4576"/>
                    </a:cubicBezTo>
                    <a:cubicBezTo>
                      <a:pt x="6337" y="4576"/>
                      <a:pt x="6513" y="4535"/>
                      <a:pt x="6571" y="4418"/>
                    </a:cubicBezTo>
                    <a:cubicBezTo>
                      <a:pt x="7072" y="3350"/>
                      <a:pt x="4904" y="2516"/>
                      <a:pt x="3736" y="2316"/>
                    </a:cubicBezTo>
                    <a:cubicBezTo>
                      <a:pt x="4837" y="2049"/>
                      <a:pt x="6972" y="1682"/>
                      <a:pt x="6938" y="615"/>
                    </a:cubicBezTo>
                    <a:cubicBezTo>
                      <a:pt x="6927" y="178"/>
                      <a:pt x="6563" y="1"/>
                      <a:pt x="60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9"/>
              <p:cNvSpPr/>
              <p:nvPr/>
            </p:nvSpPr>
            <p:spPr>
              <a:xfrm>
                <a:off x="1375699" y="3150744"/>
                <a:ext cx="163548" cy="470123"/>
              </a:xfrm>
              <a:custGeom>
                <a:avLst/>
                <a:gdLst/>
                <a:ahLst/>
                <a:cxnLst/>
                <a:rect l="l" t="t" r="r" b="b"/>
                <a:pathLst>
                  <a:path w="11405" h="32784" extrusionOk="0">
                    <a:moveTo>
                      <a:pt x="146" y="1"/>
                    </a:moveTo>
                    <a:cubicBezTo>
                      <a:pt x="76" y="1"/>
                      <a:pt x="1" y="95"/>
                      <a:pt x="76" y="170"/>
                    </a:cubicBezTo>
                    <a:cubicBezTo>
                      <a:pt x="3311" y="4106"/>
                      <a:pt x="4712" y="9443"/>
                      <a:pt x="4979" y="14480"/>
                    </a:cubicBezTo>
                    <a:cubicBezTo>
                      <a:pt x="5146" y="17549"/>
                      <a:pt x="4946" y="20584"/>
                      <a:pt x="4479" y="23620"/>
                    </a:cubicBezTo>
                    <a:cubicBezTo>
                      <a:pt x="4045" y="26589"/>
                      <a:pt x="3211" y="29524"/>
                      <a:pt x="2778" y="32526"/>
                    </a:cubicBezTo>
                    <a:cubicBezTo>
                      <a:pt x="2758" y="32684"/>
                      <a:pt x="2889" y="32783"/>
                      <a:pt x="3021" y="32783"/>
                    </a:cubicBezTo>
                    <a:cubicBezTo>
                      <a:pt x="3112" y="32783"/>
                      <a:pt x="3204" y="32736"/>
                      <a:pt x="3245" y="32626"/>
                    </a:cubicBezTo>
                    <a:cubicBezTo>
                      <a:pt x="4179" y="29424"/>
                      <a:pt x="4879" y="26188"/>
                      <a:pt x="5346" y="22919"/>
                    </a:cubicBezTo>
                    <a:cubicBezTo>
                      <a:pt x="5480" y="22019"/>
                      <a:pt x="5613" y="21085"/>
                      <a:pt x="5713" y="20151"/>
                    </a:cubicBezTo>
                    <a:cubicBezTo>
                      <a:pt x="9149" y="17015"/>
                      <a:pt x="10783" y="13946"/>
                      <a:pt x="11384" y="8042"/>
                    </a:cubicBezTo>
                    <a:cubicBezTo>
                      <a:pt x="11405" y="7897"/>
                      <a:pt x="11374" y="7816"/>
                      <a:pt x="11307" y="7816"/>
                    </a:cubicBezTo>
                    <a:cubicBezTo>
                      <a:pt x="11267" y="7816"/>
                      <a:pt x="11213" y="7846"/>
                      <a:pt x="11150" y="7909"/>
                    </a:cubicBezTo>
                    <a:cubicBezTo>
                      <a:pt x="7614" y="11111"/>
                      <a:pt x="6680" y="14747"/>
                      <a:pt x="5746" y="17916"/>
                    </a:cubicBezTo>
                    <a:cubicBezTo>
                      <a:pt x="5746" y="17082"/>
                      <a:pt x="6780" y="7709"/>
                      <a:pt x="209" y="36"/>
                    </a:cubicBezTo>
                    <a:cubicBezTo>
                      <a:pt x="192" y="11"/>
                      <a:pt x="169" y="1"/>
                      <a:pt x="1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9"/>
              <p:cNvSpPr/>
              <p:nvPr/>
            </p:nvSpPr>
            <p:spPr>
              <a:xfrm>
                <a:off x="1292585" y="3047883"/>
                <a:ext cx="127741" cy="140116"/>
              </a:xfrm>
              <a:custGeom>
                <a:avLst/>
                <a:gdLst/>
                <a:ahLst/>
                <a:cxnLst/>
                <a:rect l="l" t="t" r="r" b="b"/>
                <a:pathLst>
                  <a:path w="8908" h="9771" extrusionOk="0">
                    <a:moveTo>
                      <a:pt x="4227" y="0"/>
                    </a:moveTo>
                    <a:cubicBezTo>
                      <a:pt x="4197" y="0"/>
                      <a:pt x="4167" y="1"/>
                      <a:pt x="4137" y="4"/>
                    </a:cubicBezTo>
                    <a:cubicBezTo>
                      <a:pt x="2736" y="171"/>
                      <a:pt x="4137" y="2506"/>
                      <a:pt x="4604" y="3340"/>
                    </a:cubicBezTo>
                    <a:cubicBezTo>
                      <a:pt x="3961" y="3054"/>
                      <a:pt x="3135" y="2842"/>
                      <a:pt x="2366" y="2842"/>
                    </a:cubicBezTo>
                    <a:cubicBezTo>
                      <a:pt x="1339" y="2842"/>
                      <a:pt x="416" y="3220"/>
                      <a:pt x="168" y="4307"/>
                    </a:cubicBezTo>
                    <a:cubicBezTo>
                      <a:pt x="1" y="4841"/>
                      <a:pt x="368" y="5408"/>
                      <a:pt x="935" y="5475"/>
                    </a:cubicBezTo>
                    <a:cubicBezTo>
                      <a:pt x="1272" y="5568"/>
                      <a:pt x="1614" y="5596"/>
                      <a:pt x="1958" y="5596"/>
                    </a:cubicBezTo>
                    <a:cubicBezTo>
                      <a:pt x="2484" y="5596"/>
                      <a:pt x="3016" y="5530"/>
                      <a:pt x="3549" y="5530"/>
                    </a:cubicBezTo>
                    <a:cubicBezTo>
                      <a:pt x="3667" y="5530"/>
                      <a:pt x="3785" y="5534"/>
                      <a:pt x="3904" y="5542"/>
                    </a:cubicBezTo>
                    <a:cubicBezTo>
                      <a:pt x="2302" y="5842"/>
                      <a:pt x="334" y="6776"/>
                      <a:pt x="635" y="8477"/>
                    </a:cubicBezTo>
                    <a:cubicBezTo>
                      <a:pt x="664" y="8970"/>
                      <a:pt x="1096" y="9337"/>
                      <a:pt x="1581" y="9337"/>
                    </a:cubicBezTo>
                    <a:cubicBezTo>
                      <a:pt x="1654" y="9337"/>
                      <a:pt x="1728" y="9328"/>
                      <a:pt x="1802" y="9311"/>
                    </a:cubicBezTo>
                    <a:cubicBezTo>
                      <a:pt x="2794" y="9226"/>
                      <a:pt x="4124" y="8129"/>
                      <a:pt x="5217" y="8129"/>
                    </a:cubicBezTo>
                    <a:cubicBezTo>
                      <a:pt x="5410" y="8129"/>
                      <a:pt x="5596" y="8163"/>
                      <a:pt x="5772" y="8243"/>
                    </a:cubicBezTo>
                    <a:cubicBezTo>
                      <a:pt x="6276" y="8771"/>
                      <a:pt x="6906" y="9771"/>
                      <a:pt x="7490" y="9771"/>
                    </a:cubicBezTo>
                    <a:cubicBezTo>
                      <a:pt x="7755" y="9771"/>
                      <a:pt x="8011" y="9564"/>
                      <a:pt x="8240" y="9011"/>
                    </a:cubicBezTo>
                    <a:cubicBezTo>
                      <a:pt x="8907" y="7543"/>
                      <a:pt x="8207" y="5475"/>
                      <a:pt x="7506" y="3974"/>
                    </a:cubicBezTo>
                    <a:cubicBezTo>
                      <a:pt x="7049" y="2994"/>
                      <a:pt x="5633" y="0"/>
                      <a:pt x="4227" y="0"/>
                    </a:cubicBezTo>
                    <a:close/>
                  </a:path>
                </a:pathLst>
              </a:custGeom>
              <a:solidFill>
                <a:srgbClr val="FFE4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9"/>
              <p:cNvSpPr/>
              <p:nvPr/>
            </p:nvSpPr>
            <p:spPr>
              <a:xfrm>
                <a:off x="1292585" y="3047883"/>
                <a:ext cx="127741" cy="140116"/>
              </a:xfrm>
              <a:custGeom>
                <a:avLst/>
                <a:gdLst/>
                <a:ahLst/>
                <a:cxnLst/>
                <a:rect l="l" t="t" r="r" b="b"/>
                <a:pathLst>
                  <a:path w="8908" h="9771" extrusionOk="0">
                    <a:moveTo>
                      <a:pt x="4227" y="0"/>
                    </a:moveTo>
                    <a:cubicBezTo>
                      <a:pt x="4197" y="0"/>
                      <a:pt x="4167" y="1"/>
                      <a:pt x="4137" y="4"/>
                    </a:cubicBezTo>
                    <a:cubicBezTo>
                      <a:pt x="2736" y="171"/>
                      <a:pt x="4137" y="2506"/>
                      <a:pt x="4604" y="3340"/>
                    </a:cubicBezTo>
                    <a:cubicBezTo>
                      <a:pt x="3961" y="3054"/>
                      <a:pt x="3135" y="2842"/>
                      <a:pt x="2366" y="2842"/>
                    </a:cubicBezTo>
                    <a:cubicBezTo>
                      <a:pt x="1339" y="2842"/>
                      <a:pt x="416" y="3220"/>
                      <a:pt x="168" y="4307"/>
                    </a:cubicBezTo>
                    <a:cubicBezTo>
                      <a:pt x="1" y="4841"/>
                      <a:pt x="368" y="5408"/>
                      <a:pt x="935" y="5475"/>
                    </a:cubicBezTo>
                    <a:cubicBezTo>
                      <a:pt x="1272" y="5568"/>
                      <a:pt x="1614" y="5596"/>
                      <a:pt x="1958" y="5596"/>
                    </a:cubicBezTo>
                    <a:cubicBezTo>
                      <a:pt x="2484" y="5596"/>
                      <a:pt x="3016" y="5530"/>
                      <a:pt x="3549" y="5530"/>
                    </a:cubicBezTo>
                    <a:cubicBezTo>
                      <a:pt x="3667" y="5530"/>
                      <a:pt x="3785" y="5534"/>
                      <a:pt x="3904" y="5542"/>
                    </a:cubicBezTo>
                    <a:cubicBezTo>
                      <a:pt x="2302" y="5842"/>
                      <a:pt x="334" y="6776"/>
                      <a:pt x="635" y="8477"/>
                    </a:cubicBezTo>
                    <a:cubicBezTo>
                      <a:pt x="664" y="8970"/>
                      <a:pt x="1096" y="9337"/>
                      <a:pt x="1581" y="9337"/>
                    </a:cubicBezTo>
                    <a:cubicBezTo>
                      <a:pt x="1654" y="9337"/>
                      <a:pt x="1728" y="9328"/>
                      <a:pt x="1802" y="9311"/>
                    </a:cubicBezTo>
                    <a:cubicBezTo>
                      <a:pt x="2794" y="9226"/>
                      <a:pt x="4124" y="8129"/>
                      <a:pt x="5217" y="8129"/>
                    </a:cubicBezTo>
                    <a:cubicBezTo>
                      <a:pt x="5410" y="8129"/>
                      <a:pt x="5596" y="8163"/>
                      <a:pt x="5772" y="8243"/>
                    </a:cubicBezTo>
                    <a:cubicBezTo>
                      <a:pt x="6276" y="8771"/>
                      <a:pt x="6906" y="9771"/>
                      <a:pt x="7490" y="9771"/>
                    </a:cubicBezTo>
                    <a:cubicBezTo>
                      <a:pt x="7755" y="9771"/>
                      <a:pt x="8011" y="9564"/>
                      <a:pt x="8240" y="9011"/>
                    </a:cubicBezTo>
                    <a:cubicBezTo>
                      <a:pt x="8907" y="7543"/>
                      <a:pt x="8207" y="5475"/>
                      <a:pt x="7506" y="3974"/>
                    </a:cubicBezTo>
                    <a:cubicBezTo>
                      <a:pt x="7049" y="2994"/>
                      <a:pt x="5633" y="0"/>
                      <a:pt x="422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9"/>
              <p:cNvSpPr/>
              <p:nvPr/>
            </p:nvSpPr>
            <p:spPr>
              <a:xfrm>
                <a:off x="1314109" y="3073221"/>
                <a:ext cx="107650" cy="116183"/>
              </a:xfrm>
              <a:custGeom>
                <a:avLst/>
                <a:gdLst/>
                <a:ahLst/>
                <a:cxnLst/>
                <a:rect l="l" t="t" r="r" b="b"/>
                <a:pathLst>
                  <a:path w="7507" h="8102" extrusionOk="0">
                    <a:moveTo>
                      <a:pt x="2303" y="1"/>
                    </a:moveTo>
                    <a:cubicBezTo>
                      <a:pt x="2064" y="1"/>
                      <a:pt x="1868" y="104"/>
                      <a:pt x="1735" y="339"/>
                    </a:cubicBezTo>
                    <a:cubicBezTo>
                      <a:pt x="1135" y="1373"/>
                      <a:pt x="3070" y="2941"/>
                      <a:pt x="4070" y="3775"/>
                    </a:cubicBezTo>
                    <a:cubicBezTo>
                      <a:pt x="3468" y="3579"/>
                      <a:pt x="2600" y="3410"/>
                      <a:pt x="1823" y="3410"/>
                    </a:cubicBezTo>
                    <a:cubicBezTo>
                      <a:pt x="880" y="3410"/>
                      <a:pt x="71" y="3658"/>
                      <a:pt x="34" y="4408"/>
                    </a:cubicBezTo>
                    <a:cubicBezTo>
                      <a:pt x="1" y="5109"/>
                      <a:pt x="3337" y="5509"/>
                      <a:pt x="4471" y="6910"/>
                    </a:cubicBezTo>
                    <a:cubicBezTo>
                      <a:pt x="4655" y="7125"/>
                      <a:pt x="5431" y="8101"/>
                      <a:pt x="6074" y="8101"/>
                    </a:cubicBezTo>
                    <a:cubicBezTo>
                      <a:pt x="6130" y="8101"/>
                      <a:pt x="6185" y="8094"/>
                      <a:pt x="6239" y="8078"/>
                    </a:cubicBezTo>
                    <a:cubicBezTo>
                      <a:pt x="6739" y="7944"/>
                      <a:pt x="7506" y="6410"/>
                      <a:pt x="6205" y="3808"/>
                    </a:cubicBezTo>
                    <a:cubicBezTo>
                      <a:pt x="5358" y="2140"/>
                      <a:pt x="3389" y="1"/>
                      <a:pt x="23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9"/>
              <p:cNvSpPr/>
              <p:nvPr/>
            </p:nvSpPr>
            <p:spPr>
              <a:xfrm>
                <a:off x="1303110" y="3504755"/>
                <a:ext cx="252585" cy="317631"/>
              </a:xfrm>
              <a:custGeom>
                <a:avLst/>
                <a:gdLst/>
                <a:ahLst/>
                <a:cxnLst/>
                <a:rect l="l" t="t" r="r" b="b"/>
                <a:pathLst>
                  <a:path w="17614" h="22150" extrusionOk="0">
                    <a:moveTo>
                      <a:pt x="3637" y="0"/>
                    </a:moveTo>
                    <a:cubicBezTo>
                      <a:pt x="3637" y="0"/>
                      <a:pt x="334" y="20181"/>
                      <a:pt x="1" y="22150"/>
                    </a:cubicBezTo>
                    <a:lnTo>
                      <a:pt x="17613" y="22150"/>
                    </a:lnTo>
                    <a:lnTo>
                      <a:pt x="1471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9"/>
              <p:cNvSpPr/>
              <p:nvPr/>
            </p:nvSpPr>
            <p:spPr>
              <a:xfrm>
                <a:off x="2377463" y="1941752"/>
                <a:ext cx="723267" cy="970044"/>
              </a:xfrm>
              <a:custGeom>
                <a:avLst/>
                <a:gdLst/>
                <a:ahLst/>
                <a:cxnLst/>
                <a:rect l="l" t="t" r="r" b="b"/>
                <a:pathLst>
                  <a:path w="50437" h="67646" extrusionOk="0">
                    <a:moveTo>
                      <a:pt x="23291" y="0"/>
                    </a:moveTo>
                    <a:cubicBezTo>
                      <a:pt x="22429" y="0"/>
                      <a:pt x="21555" y="63"/>
                      <a:pt x="20682" y="185"/>
                    </a:cubicBezTo>
                    <a:cubicBezTo>
                      <a:pt x="15912" y="852"/>
                      <a:pt x="10141" y="2887"/>
                      <a:pt x="9141" y="10726"/>
                    </a:cubicBezTo>
                    <a:cubicBezTo>
                      <a:pt x="8340" y="17097"/>
                      <a:pt x="9975" y="23435"/>
                      <a:pt x="9508" y="30574"/>
                    </a:cubicBezTo>
                    <a:cubicBezTo>
                      <a:pt x="9041" y="37712"/>
                      <a:pt x="1" y="54591"/>
                      <a:pt x="12443" y="63831"/>
                    </a:cubicBezTo>
                    <a:cubicBezTo>
                      <a:pt x="15920" y="66412"/>
                      <a:pt x="20640" y="67646"/>
                      <a:pt x="25540" y="67646"/>
                    </a:cubicBezTo>
                    <a:cubicBezTo>
                      <a:pt x="36341" y="67646"/>
                      <a:pt x="48011" y="61651"/>
                      <a:pt x="49136" y="50888"/>
                    </a:cubicBezTo>
                    <a:cubicBezTo>
                      <a:pt x="50437" y="38513"/>
                      <a:pt x="36393" y="26170"/>
                      <a:pt x="35126" y="21133"/>
                    </a:cubicBezTo>
                    <a:cubicBezTo>
                      <a:pt x="33858" y="16130"/>
                      <a:pt x="35793" y="7924"/>
                      <a:pt x="32891" y="4088"/>
                    </a:cubicBezTo>
                    <a:cubicBezTo>
                      <a:pt x="30738" y="1254"/>
                      <a:pt x="27138" y="0"/>
                      <a:pt x="23291" y="0"/>
                    </a:cubicBezTo>
                    <a:close/>
                  </a:path>
                </a:pathLst>
              </a:custGeom>
              <a:solidFill>
                <a:srgbClr val="7575FF">
                  <a:alpha val="41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9"/>
              <p:cNvSpPr/>
              <p:nvPr/>
            </p:nvSpPr>
            <p:spPr>
              <a:xfrm>
                <a:off x="2872078" y="2102733"/>
                <a:ext cx="214785" cy="562071"/>
              </a:xfrm>
              <a:custGeom>
                <a:avLst/>
                <a:gdLst/>
                <a:ahLst/>
                <a:cxnLst/>
                <a:rect l="l" t="t" r="r" b="b"/>
                <a:pathLst>
                  <a:path w="14978" h="39196" extrusionOk="0">
                    <a:moveTo>
                      <a:pt x="100" y="0"/>
                    </a:moveTo>
                    <a:cubicBezTo>
                      <a:pt x="0" y="3570"/>
                      <a:pt x="300" y="7206"/>
                      <a:pt x="1568" y="10641"/>
                    </a:cubicBezTo>
                    <a:cubicBezTo>
                      <a:pt x="1901" y="11509"/>
                      <a:pt x="2335" y="12343"/>
                      <a:pt x="2902" y="13076"/>
                    </a:cubicBezTo>
                    <a:cubicBezTo>
                      <a:pt x="3403" y="13844"/>
                      <a:pt x="3970" y="14544"/>
                      <a:pt x="4570" y="15245"/>
                    </a:cubicBezTo>
                    <a:cubicBezTo>
                      <a:pt x="5704" y="16646"/>
                      <a:pt x="6838" y="18047"/>
                      <a:pt x="7906" y="19481"/>
                    </a:cubicBezTo>
                    <a:cubicBezTo>
                      <a:pt x="10041" y="22316"/>
                      <a:pt x="11775" y="25419"/>
                      <a:pt x="13043" y="28754"/>
                    </a:cubicBezTo>
                    <a:cubicBezTo>
                      <a:pt x="14244" y="32090"/>
                      <a:pt x="14811" y="35626"/>
                      <a:pt x="14677" y="39195"/>
                    </a:cubicBezTo>
                    <a:cubicBezTo>
                      <a:pt x="14944" y="37394"/>
                      <a:pt x="14977" y="35592"/>
                      <a:pt x="14844" y="33825"/>
                    </a:cubicBezTo>
                    <a:cubicBezTo>
                      <a:pt x="14677" y="32023"/>
                      <a:pt x="14310" y="30255"/>
                      <a:pt x="13777" y="28521"/>
                    </a:cubicBezTo>
                    <a:cubicBezTo>
                      <a:pt x="12743" y="25052"/>
                      <a:pt x="10875" y="21849"/>
                      <a:pt x="8740" y="18947"/>
                    </a:cubicBezTo>
                    <a:cubicBezTo>
                      <a:pt x="7639" y="17480"/>
                      <a:pt x="6471" y="16079"/>
                      <a:pt x="5337" y="14678"/>
                    </a:cubicBezTo>
                    <a:cubicBezTo>
                      <a:pt x="4170" y="13310"/>
                      <a:pt x="3002" y="11976"/>
                      <a:pt x="2335" y="10374"/>
                    </a:cubicBezTo>
                    <a:cubicBezTo>
                      <a:pt x="1635" y="8740"/>
                      <a:pt x="1134" y="7039"/>
                      <a:pt x="834" y="5304"/>
                    </a:cubicBezTo>
                    <a:cubicBezTo>
                      <a:pt x="467" y="3570"/>
                      <a:pt x="234" y="1802"/>
                      <a:pt x="100" y="0"/>
                    </a:cubicBezTo>
                    <a:close/>
                  </a:path>
                </a:pathLst>
              </a:custGeom>
              <a:solidFill>
                <a:srgbClr val="7575FF">
                  <a:alpha val="41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9"/>
              <p:cNvSpPr/>
              <p:nvPr/>
            </p:nvSpPr>
            <p:spPr>
              <a:xfrm>
                <a:off x="2439168" y="2173042"/>
                <a:ext cx="76561" cy="607987"/>
              </a:xfrm>
              <a:custGeom>
                <a:avLst/>
                <a:gdLst/>
                <a:ahLst/>
                <a:cxnLst/>
                <a:rect l="l" t="t" r="r" b="b"/>
                <a:pathLst>
                  <a:path w="5339" h="42398" extrusionOk="0">
                    <a:moveTo>
                      <a:pt x="4871" y="1"/>
                    </a:moveTo>
                    <a:cubicBezTo>
                      <a:pt x="4738" y="3637"/>
                      <a:pt x="4771" y="7273"/>
                      <a:pt x="4437" y="10842"/>
                    </a:cubicBezTo>
                    <a:cubicBezTo>
                      <a:pt x="4304" y="12643"/>
                      <a:pt x="4037" y="14411"/>
                      <a:pt x="3670" y="16212"/>
                    </a:cubicBezTo>
                    <a:cubicBezTo>
                      <a:pt x="3303" y="17914"/>
                      <a:pt x="2669" y="19648"/>
                      <a:pt x="2136" y="21383"/>
                    </a:cubicBezTo>
                    <a:cubicBezTo>
                      <a:pt x="1602" y="23117"/>
                      <a:pt x="1102" y="24885"/>
                      <a:pt x="701" y="26687"/>
                    </a:cubicBezTo>
                    <a:cubicBezTo>
                      <a:pt x="334" y="28488"/>
                      <a:pt x="101" y="30323"/>
                      <a:pt x="34" y="32157"/>
                    </a:cubicBezTo>
                    <a:cubicBezTo>
                      <a:pt x="1" y="33992"/>
                      <a:pt x="234" y="35860"/>
                      <a:pt x="735" y="37628"/>
                    </a:cubicBezTo>
                    <a:cubicBezTo>
                      <a:pt x="1302" y="39396"/>
                      <a:pt x="2236" y="40997"/>
                      <a:pt x="3470" y="42398"/>
                    </a:cubicBezTo>
                    <a:cubicBezTo>
                      <a:pt x="2436" y="40930"/>
                      <a:pt x="1669" y="39262"/>
                      <a:pt x="1202" y="37494"/>
                    </a:cubicBezTo>
                    <a:cubicBezTo>
                      <a:pt x="835" y="35760"/>
                      <a:pt x="701" y="33959"/>
                      <a:pt x="835" y="32191"/>
                    </a:cubicBezTo>
                    <a:cubicBezTo>
                      <a:pt x="1102" y="28621"/>
                      <a:pt x="2036" y="25119"/>
                      <a:pt x="3136" y="21683"/>
                    </a:cubicBezTo>
                    <a:cubicBezTo>
                      <a:pt x="3637" y="19948"/>
                      <a:pt x="4271" y="18214"/>
                      <a:pt x="4638" y="16379"/>
                    </a:cubicBezTo>
                    <a:cubicBezTo>
                      <a:pt x="4971" y="14578"/>
                      <a:pt x="5171" y="12743"/>
                      <a:pt x="5238" y="10909"/>
                    </a:cubicBezTo>
                    <a:cubicBezTo>
                      <a:pt x="5338" y="7273"/>
                      <a:pt x="5205" y="3637"/>
                      <a:pt x="4871" y="1"/>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9"/>
              <p:cNvSpPr/>
              <p:nvPr/>
            </p:nvSpPr>
            <p:spPr>
              <a:xfrm>
                <a:off x="2121078" y="2398037"/>
                <a:ext cx="784498" cy="765670"/>
              </a:xfrm>
              <a:custGeom>
                <a:avLst/>
                <a:gdLst/>
                <a:ahLst/>
                <a:cxnLst/>
                <a:rect l="l" t="t" r="r" b="b"/>
                <a:pathLst>
                  <a:path w="54707" h="53394" extrusionOk="0">
                    <a:moveTo>
                      <a:pt x="35781" y="0"/>
                    </a:moveTo>
                    <a:cubicBezTo>
                      <a:pt x="32789" y="0"/>
                      <a:pt x="29889" y="897"/>
                      <a:pt x="28287" y="2090"/>
                    </a:cubicBezTo>
                    <a:cubicBezTo>
                      <a:pt x="18847" y="9029"/>
                      <a:pt x="12776" y="16501"/>
                      <a:pt x="0" y="44754"/>
                    </a:cubicBezTo>
                    <a:lnTo>
                      <a:pt x="37027" y="53394"/>
                    </a:lnTo>
                    <a:lnTo>
                      <a:pt x="44932" y="44220"/>
                    </a:lnTo>
                    <a:cubicBezTo>
                      <a:pt x="44932" y="44220"/>
                      <a:pt x="54706" y="37782"/>
                      <a:pt x="53772" y="30811"/>
                    </a:cubicBezTo>
                    <a:cubicBezTo>
                      <a:pt x="53305" y="27242"/>
                      <a:pt x="48168" y="9062"/>
                      <a:pt x="44065" y="3591"/>
                    </a:cubicBezTo>
                    <a:cubicBezTo>
                      <a:pt x="42109" y="972"/>
                      <a:pt x="38895" y="0"/>
                      <a:pt x="35781" y="0"/>
                    </a:cubicBezTo>
                    <a:close/>
                  </a:path>
                </a:pathLst>
              </a:custGeom>
              <a:solidFill>
                <a:srgbClr val="263238">
                  <a:alpha val="6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&lt;</a:t>
                </a:r>
                <a:endParaRPr/>
              </a:p>
            </p:txBody>
          </p:sp>
          <p:sp>
            <p:nvSpPr>
              <p:cNvPr id="785" name="Google Shape;785;p39"/>
              <p:cNvSpPr/>
              <p:nvPr/>
            </p:nvSpPr>
            <p:spPr>
              <a:xfrm>
                <a:off x="2610416" y="2235235"/>
                <a:ext cx="176525" cy="301484"/>
              </a:xfrm>
              <a:custGeom>
                <a:avLst/>
                <a:gdLst/>
                <a:ahLst/>
                <a:cxnLst/>
                <a:rect l="l" t="t" r="r" b="b"/>
                <a:pathLst>
                  <a:path w="12310" h="21024" extrusionOk="0">
                    <a:moveTo>
                      <a:pt x="2903" y="0"/>
                    </a:moveTo>
                    <a:cubicBezTo>
                      <a:pt x="2903" y="0"/>
                      <a:pt x="1" y="13777"/>
                      <a:pt x="67" y="14144"/>
                    </a:cubicBezTo>
                    <a:cubicBezTo>
                      <a:pt x="165" y="15026"/>
                      <a:pt x="3717" y="21024"/>
                      <a:pt x="8499" y="21024"/>
                    </a:cubicBezTo>
                    <a:cubicBezTo>
                      <a:pt x="8601" y="21024"/>
                      <a:pt x="8704" y="21021"/>
                      <a:pt x="8807" y="21015"/>
                    </a:cubicBezTo>
                    <a:cubicBezTo>
                      <a:pt x="11676" y="20849"/>
                      <a:pt x="9774" y="15111"/>
                      <a:pt x="9774" y="15111"/>
                    </a:cubicBezTo>
                    <a:lnTo>
                      <a:pt x="12310" y="7306"/>
                    </a:lnTo>
                    <a:lnTo>
                      <a:pt x="290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9"/>
              <p:cNvSpPr/>
              <p:nvPr/>
            </p:nvSpPr>
            <p:spPr>
              <a:xfrm>
                <a:off x="2636730" y="2235235"/>
                <a:ext cx="149738" cy="210483"/>
              </a:xfrm>
              <a:custGeom>
                <a:avLst/>
                <a:gdLst/>
                <a:ahLst/>
                <a:cxnLst/>
                <a:rect l="l" t="t" r="r" b="b"/>
                <a:pathLst>
                  <a:path w="10442" h="14678" extrusionOk="0">
                    <a:moveTo>
                      <a:pt x="1034" y="0"/>
                    </a:moveTo>
                    <a:lnTo>
                      <a:pt x="0" y="5137"/>
                    </a:lnTo>
                    <a:cubicBezTo>
                      <a:pt x="1235" y="9307"/>
                      <a:pt x="4170" y="12776"/>
                      <a:pt x="8073" y="14677"/>
                    </a:cubicBezTo>
                    <a:lnTo>
                      <a:pt x="10441" y="7306"/>
                    </a:lnTo>
                    <a:lnTo>
                      <a:pt x="1034" y="0"/>
                    </a:ln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9"/>
              <p:cNvSpPr/>
              <p:nvPr/>
            </p:nvSpPr>
            <p:spPr>
              <a:xfrm>
                <a:off x="2573591" y="1945208"/>
                <a:ext cx="389862" cy="452986"/>
              </a:xfrm>
              <a:custGeom>
                <a:avLst/>
                <a:gdLst/>
                <a:ahLst/>
                <a:cxnLst/>
                <a:rect l="l" t="t" r="r" b="b"/>
                <a:pathLst>
                  <a:path w="27187" h="31589" extrusionOk="0">
                    <a:moveTo>
                      <a:pt x="13584" y="1"/>
                    </a:moveTo>
                    <a:cubicBezTo>
                      <a:pt x="13007" y="1"/>
                      <a:pt x="12436" y="39"/>
                      <a:pt x="11875" y="111"/>
                    </a:cubicBezTo>
                    <a:cubicBezTo>
                      <a:pt x="5904" y="878"/>
                      <a:pt x="0" y="5615"/>
                      <a:pt x="2402" y="18824"/>
                    </a:cubicBezTo>
                    <a:cubicBezTo>
                      <a:pt x="4489" y="30333"/>
                      <a:pt x="11539" y="31588"/>
                      <a:pt x="15058" y="31588"/>
                    </a:cubicBezTo>
                    <a:cubicBezTo>
                      <a:pt x="15588" y="31588"/>
                      <a:pt x="16038" y="31560"/>
                      <a:pt x="16379" y="31533"/>
                    </a:cubicBezTo>
                    <a:cubicBezTo>
                      <a:pt x="19281" y="31333"/>
                      <a:pt x="27186" y="29198"/>
                      <a:pt x="26186" y="15789"/>
                    </a:cubicBezTo>
                    <a:cubicBezTo>
                      <a:pt x="25248" y="3631"/>
                      <a:pt x="19183" y="1"/>
                      <a:pt x="135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9"/>
              <p:cNvSpPr/>
              <p:nvPr/>
            </p:nvSpPr>
            <p:spPr>
              <a:xfrm>
                <a:off x="2565460" y="1921175"/>
                <a:ext cx="388428" cy="281064"/>
              </a:xfrm>
              <a:custGeom>
                <a:avLst/>
                <a:gdLst/>
                <a:ahLst/>
                <a:cxnLst/>
                <a:rect l="l" t="t" r="r" b="b"/>
                <a:pathLst>
                  <a:path w="27087" h="19600" extrusionOk="0">
                    <a:moveTo>
                      <a:pt x="13686" y="1"/>
                    </a:moveTo>
                    <a:cubicBezTo>
                      <a:pt x="10130" y="1"/>
                      <a:pt x="6972" y="1508"/>
                      <a:pt x="4503" y="3955"/>
                    </a:cubicBezTo>
                    <a:cubicBezTo>
                      <a:pt x="2302" y="5089"/>
                      <a:pt x="834" y="7224"/>
                      <a:pt x="534" y="9693"/>
                    </a:cubicBezTo>
                    <a:cubicBezTo>
                      <a:pt x="0" y="13929"/>
                      <a:pt x="1935" y="19566"/>
                      <a:pt x="3169" y="19600"/>
                    </a:cubicBezTo>
                    <a:cubicBezTo>
                      <a:pt x="3180" y="19600"/>
                      <a:pt x="3190" y="19600"/>
                      <a:pt x="3201" y="19600"/>
                    </a:cubicBezTo>
                    <a:cubicBezTo>
                      <a:pt x="6372" y="19600"/>
                      <a:pt x="6405" y="14596"/>
                      <a:pt x="6405" y="14596"/>
                    </a:cubicBezTo>
                    <a:cubicBezTo>
                      <a:pt x="6405" y="14596"/>
                      <a:pt x="10041" y="14296"/>
                      <a:pt x="10374" y="8425"/>
                    </a:cubicBezTo>
                    <a:cubicBezTo>
                      <a:pt x="10374" y="8425"/>
                      <a:pt x="12075" y="11994"/>
                      <a:pt x="17012" y="12761"/>
                    </a:cubicBezTo>
                    <a:cubicBezTo>
                      <a:pt x="17043" y="12766"/>
                      <a:pt x="17070" y="12769"/>
                      <a:pt x="17093" y="12769"/>
                    </a:cubicBezTo>
                    <a:cubicBezTo>
                      <a:pt x="17688" y="12769"/>
                      <a:pt x="15763" y="11153"/>
                      <a:pt x="14936" y="10481"/>
                    </a:cubicBezTo>
                    <a:lnTo>
                      <a:pt x="14936" y="10481"/>
                    </a:lnTo>
                    <a:cubicBezTo>
                      <a:pt x="15887" y="11189"/>
                      <a:pt x="18714" y="12956"/>
                      <a:pt x="23241" y="12956"/>
                    </a:cubicBezTo>
                    <a:cubicBezTo>
                      <a:pt x="24250" y="12956"/>
                      <a:pt x="25343" y="12868"/>
                      <a:pt x="26519" y="12661"/>
                    </a:cubicBezTo>
                    <a:cubicBezTo>
                      <a:pt x="27086" y="12561"/>
                      <a:pt x="25985" y="4355"/>
                      <a:pt x="19914" y="1487"/>
                    </a:cubicBezTo>
                    <a:cubicBezTo>
                      <a:pt x="17750" y="464"/>
                      <a:pt x="15657" y="1"/>
                      <a:pt x="13686" y="1"/>
                    </a:cubicBezTo>
                    <a:close/>
                  </a:path>
                </a:pathLst>
              </a:custGeom>
              <a:solidFill>
                <a:srgbClr val="7575FF">
                  <a:alpha val="41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9"/>
              <p:cNvSpPr/>
              <p:nvPr/>
            </p:nvSpPr>
            <p:spPr>
              <a:xfrm>
                <a:off x="2867289" y="2139085"/>
                <a:ext cx="34932" cy="25912"/>
              </a:xfrm>
              <a:custGeom>
                <a:avLst/>
                <a:gdLst/>
                <a:ahLst/>
                <a:cxnLst/>
                <a:rect l="l" t="t" r="r" b="b"/>
                <a:pathLst>
                  <a:path w="2436" h="1807" extrusionOk="0">
                    <a:moveTo>
                      <a:pt x="401" y="0"/>
                    </a:moveTo>
                    <a:cubicBezTo>
                      <a:pt x="201" y="34"/>
                      <a:pt x="34" y="201"/>
                      <a:pt x="1" y="434"/>
                    </a:cubicBezTo>
                    <a:cubicBezTo>
                      <a:pt x="1" y="868"/>
                      <a:pt x="234" y="1268"/>
                      <a:pt x="634" y="1435"/>
                    </a:cubicBezTo>
                    <a:cubicBezTo>
                      <a:pt x="934" y="1675"/>
                      <a:pt x="1315" y="1807"/>
                      <a:pt x="1704" y="1807"/>
                    </a:cubicBezTo>
                    <a:cubicBezTo>
                      <a:pt x="1748" y="1807"/>
                      <a:pt x="1791" y="1805"/>
                      <a:pt x="1835" y="1802"/>
                    </a:cubicBezTo>
                    <a:cubicBezTo>
                      <a:pt x="2269" y="1735"/>
                      <a:pt x="2436" y="1168"/>
                      <a:pt x="2069" y="901"/>
                    </a:cubicBezTo>
                    <a:cubicBezTo>
                      <a:pt x="1835" y="701"/>
                      <a:pt x="1568" y="534"/>
                      <a:pt x="1301" y="367"/>
                    </a:cubicBezTo>
                    <a:cubicBezTo>
                      <a:pt x="1068" y="167"/>
                      <a:pt x="734" y="34"/>
                      <a:pt x="401" y="0"/>
                    </a:cubicBezTo>
                    <a:close/>
                  </a:path>
                </a:pathLst>
              </a:custGeom>
              <a:solidFill>
                <a:srgbClr val="7575FF">
                  <a:alpha val="41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9"/>
              <p:cNvSpPr/>
              <p:nvPr/>
            </p:nvSpPr>
            <p:spPr>
              <a:xfrm>
                <a:off x="2752970" y="2142340"/>
                <a:ext cx="35879" cy="22901"/>
              </a:xfrm>
              <a:custGeom>
                <a:avLst/>
                <a:gdLst/>
                <a:ahLst/>
                <a:cxnLst/>
                <a:rect l="l" t="t" r="r" b="b"/>
                <a:pathLst>
                  <a:path w="2502" h="1597" extrusionOk="0">
                    <a:moveTo>
                      <a:pt x="2039" y="1"/>
                    </a:moveTo>
                    <a:cubicBezTo>
                      <a:pt x="1750" y="1"/>
                      <a:pt x="1467" y="95"/>
                      <a:pt x="1234" y="241"/>
                    </a:cubicBezTo>
                    <a:cubicBezTo>
                      <a:pt x="934" y="341"/>
                      <a:pt x="667" y="474"/>
                      <a:pt x="400" y="607"/>
                    </a:cubicBezTo>
                    <a:cubicBezTo>
                      <a:pt x="0" y="808"/>
                      <a:pt x="67" y="1375"/>
                      <a:pt x="467" y="1541"/>
                    </a:cubicBezTo>
                    <a:cubicBezTo>
                      <a:pt x="623" y="1577"/>
                      <a:pt x="778" y="1596"/>
                      <a:pt x="933" y="1596"/>
                    </a:cubicBezTo>
                    <a:cubicBezTo>
                      <a:pt x="1208" y="1596"/>
                      <a:pt x="1478" y="1536"/>
                      <a:pt x="1735" y="1408"/>
                    </a:cubicBezTo>
                    <a:cubicBezTo>
                      <a:pt x="2135" y="1241"/>
                      <a:pt x="2435" y="908"/>
                      <a:pt x="2502" y="474"/>
                    </a:cubicBezTo>
                    <a:cubicBezTo>
                      <a:pt x="2502" y="274"/>
                      <a:pt x="2369" y="74"/>
                      <a:pt x="2168" y="7"/>
                    </a:cubicBezTo>
                    <a:cubicBezTo>
                      <a:pt x="2125" y="3"/>
                      <a:pt x="2082" y="1"/>
                      <a:pt x="2039" y="1"/>
                    </a:cubicBezTo>
                    <a:close/>
                  </a:path>
                </a:pathLst>
              </a:custGeom>
              <a:solidFill>
                <a:srgbClr val="7575FF">
                  <a:alpha val="41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9"/>
              <p:cNvSpPr/>
              <p:nvPr/>
            </p:nvSpPr>
            <p:spPr>
              <a:xfrm>
                <a:off x="2796980" y="2292437"/>
                <a:ext cx="27275" cy="12877"/>
              </a:xfrm>
              <a:custGeom>
                <a:avLst/>
                <a:gdLst/>
                <a:ahLst/>
                <a:cxnLst/>
                <a:rect l="l" t="t" r="r" b="b"/>
                <a:pathLst>
                  <a:path w="1902" h="898" extrusionOk="0">
                    <a:moveTo>
                      <a:pt x="65" y="0"/>
                    </a:moveTo>
                    <a:cubicBezTo>
                      <a:pt x="33" y="0"/>
                      <a:pt x="0" y="24"/>
                      <a:pt x="0" y="48"/>
                    </a:cubicBezTo>
                    <a:cubicBezTo>
                      <a:pt x="67" y="448"/>
                      <a:pt x="334" y="748"/>
                      <a:pt x="701" y="881"/>
                    </a:cubicBezTo>
                    <a:cubicBezTo>
                      <a:pt x="772" y="892"/>
                      <a:pt x="844" y="898"/>
                      <a:pt x="916" y="898"/>
                    </a:cubicBezTo>
                    <a:cubicBezTo>
                      <a:pt x="1282" y="898"/>
                      <a:pt x="1645" y="754"/>
                      <a:pt x="1868" y="448"/>
                    </a:cubicBezTo>
                    <a:cubicBezTo>
                      <a:pt x="1901" y="448"/>
                      <a:pt x="1868" y="414"/>
                      <a:pt x="1835" y="414"/>
                    </a:cubicBezTo>
                    <a:cubicBezTo>
                      <a:pt x="1586" y="525"/>
                      <a:pt x="1314" y="590"/>
                      <a:pt x="1020" y="590"/>
                    </a:cubicBezTo>
                    <a:cubicBezTo>
                      <a:pt x="959" y="590"/>
                      <a:pt x="897" y="587"/>
                      <a:pt x="834" y="581"/>
                    </a:cubicBezTo>
                    <a:cubicBezTo>
                      <a:pt x="534" y="548"/>
                      <a:pt x="300" y="248"/>
                      <a:pt x="100" y="14"/>
                    </a:cubicBezTo>
                    <a:cubicBezTo>
                      <a:pt x="90" y="4"/>
                      <a:pt x="78" y="0"/>
                      <a:pt x="65"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9"/>
              <p:cNvSpPr/>
              <p:nvPr/>
            </p:nvSpPr>
            <p:spPr>
              <a:xfrm>
                <a:off x="2801755" y="2116887"/>
                <a:ext cx="73120" cy="165269"/>
              </a:xfrm>
              <a:custGeom>
                <a:avLst/>
                <a:gdLst/>
                <a:ahLst/>
                <a:cxnLst/>
                <a:rect l="l" t="t" r="r" b="b"/>
                <a:pathLst>
                  <a:path w="5099" h="11525" extrusionOk="0">
                    <a:moveTo>
                      <a:pt x="3085" y="1"/>
                    </a:moveTo>
                    <a:cubicBezTo>
                      <a:pt x="3043" y="1"/>
                      <a:pt x="3003" y="26"/>
                      <a:pt x="3003" y="81"/>
                    </a:cubicBezTo>
                    <a:cubicBezTo>
                      <a:pt x="3303" y="2950"/>
                      <a:pt x="4070" y="5718"/>
                      <a:pt x="4404" y="8587"/>
                    </a:cubicBezTo>
                    <a:cubicBezTo>
                      <a:pt x="3937" y="8420"/>
                      <a:pt x="3436" y="8320"/>
                      <a:pt x="2936" y="8253"/>
                    </a:cubicBezTo>
                    <a:lnTo>
                      <a:pt x="2936" y="8253"/>
                    </a:lnTo>
                    <a:cubicBezTo>
                      <a:pt x="2836" y="8287"/>
                      <a:pt x="3303" y="10422"/>
                      <a:pt x="3270" y="10622"/>
                    </a:cubicBezTo>
                    <a:cubicBezTo>
                      <a:pt x="3043" y="10595"/>
                      <a:pt x="2817" y="10582"/>
                      <a:pt x="2594" y="10582"/>
                    </a:cubicBezTo>
                    <a:cubicBezTo>
                      <a:pt x="1701" y="10582"/>
                      <a:pt x="841" y="10795"/>
                      <a:pt x="67" y="11222"/>
                    </a:cubicBezTo>
                    <a:cubicBezTo>
                      <a:pt x="4" y="11254"/>
                      <a:pt x="1" y="11525"/>
                      <a:pt x="57" y="11525"/>
                    </a:cubicBezTo>
                    <a:cubicBezTo>
                      <a:pt x="61" y="11525"/>
                      <a:pt x="64" y="11524"/>
                      <a:pt x="67" y="11522"/>
                    </a:cubicBezTo>
                    <a:cubicBezTo>
                      <a:pt x="819" y="11137"/>
                      <a:pt x="1948" y="11063"/>
                      <a:pt x="2768" y="11063"/>
                    </a:cubicBezTo>
                    <a:cubicBezTo>
                      <a:pt x="3278" y="11063"/>
                      <a:pt x="3668" y="11092"/>
                      <a:pt x="3774" y="11092"/>
                    </a:cubicBezTo>
                    <a:cubicBezTo>
                      <a:pt x="3793" y="11092"/>
                      <a:pt x="3803" y="11091"/>
                      <a:pt x="3803" y="11089"/>
                    </a:cubicBezTo>
                    <a:cubicBezTo>
                      <a:pt x="3803" y="10422"/>
                      <a:pt x="3570" y="8921"/>
                      <a:pt x="3570" y="8920"/>
                    </a:cubicBezTo>
                    <a:lnTo>
                      <a:pt x="3570" y="8920"/>
                    </a:lnTo>
                    <a:cubicBezTo>
                      <a:pt x="3762" y="8993"/>
                      <a:pt x="4511" y="9274"/>
                      <a:pt x="4875" y="9274"/>
                    </a:cubicBezTo>
                    <a:cubicBezTo>
                      <a:pt x="5016" y="9274"/>
                      <a:pt x="5099" y="9232"/>
                      <a:pt x="5071" y="9121"/>
                    </a:cubicBezTo>
                    <a:cubicBezTo>
                      <a:pt x="4671" y="6185"/>
                      <a:pt x="4204" y="2916"/>
                      <a:pt x="3170" y="47"/>
                    </a:cubicBezTo>
                    <a:cubicBezTo>
                      <a:pt x="3155" y="17"/>
                      <a:pt x="3119" y="1"/>
                      <a:pt x="3085" y="1"/>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9"/>
              <p:cNvSpPr/>
              <p:nvPr/>
            </p:nvSpPr>
            <p:spPr>
              <a:xfrm>
                <a:off x="2779270" y="2188257"/>
                <a:ext cx="14369" cy="33599"/>
              </a:xfrm>
              <a:custGeom>
                <a:avLst/>
                <a:gdLst/>
                <a:ahLst/>
                <a:cxnLst/>
                <a:rect l="l" t="t" r="r" b="b"/>
                <a:pathLst>
                  <a:path w="1002" h="2343" extrusionOk="0">
                    <a:moveTo>
                      <a:pt x="798" y="1"/>
                    </a:moveTo>
                    <a:cubicBezTo>
                      <a:pt x="784" y="1"/>
                      <a:pt x="735" y="79"/>
                      <a:pt x="735" y="107"/>
                    </a:cubicBezTo>
                    <a:cubicBezTo>
                      <a:pt x="801" y="941"/>
                      <a:pt x="768" y="1942"/>
                      <a:pt x="1" y="2276"/>
                    </a:cubicBezTo>
                    <a:cubicBezTo>
                      <a:pt x="1" y="2276"/>
                      <a:pt x="1" y="2342"/>
                      <a:pt x="1" y="2342"/>
                    </a:cubicBezTo>
                    <a:cubicBezTo>
                      <a:pt x="968" y="2142"/>
                      <a:pt x="1002" y="808"/>
                      <a:pt x="801" y="7"/>
                    </a:cubicBezTo>
                    <a:cubicBezTo>
                      <a:pt x="801" y="3"/>
                      <a:pt x="800" y="1"/>
                      <a:pt x="798" y="1"/>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9"/>
              <p:cNvSpPr/>
              <p:nvPr/>
            </p:nvSpPr>
            <p:spPr>
              <a:xfrm>
                <a:off x="2746747" y="2183740"/>
                <a:ext cx="19631" cy="17538"/>
              </a:xfrm>
              <a:custGeom>
                <a:avLst/>
                <a:gdLst/>
                <a:ahLst/>
                <a:cxnLst/>
                <a:rect l="l" t="t" r="r" b="b"/>
                <a:pathLst>
                  <a:path w="1369" h="1223" extrusionOk="0">
                    <a:moveTo>
                      <a:pt x="7" y="0"/>
                    </a:moveTo>
                    <a:cubicBezTo>
                      <a:pt x="1" y="0"/>
                      <a:pt x="1" y="16"/>
                      <a:pt x="1" y="55"/>
                    </a:cubicBezTo>
                    <a:cubicBezTo>
                      <a:pt x="1" y="556"/>
                      <a:pt x="167" y="1123"/>
                      <a:pt x="701" y="1223"/>
                    </a:cubicBezTo>
                    <a:cubicBezTo>
                      <a:pt x="868" y="1223"/>
                      <a:pt x="1035" y="1190"/>
                      <a:pt x="1168" y="1090"/>
                    </a:cubicBezTo>
                    <a:cubicBezTo>
                      <a:pt x="1235" y="1023"/>
                      <a:pt x="1301" y="956"/>
                      <a:pt x="1368" y="856"/>
                    </a:cubicBezTo>
                    <a:cubicBezTo>
                      <a:pt x="1335" y="656"/>
                      <a:pt x="1301" y="422"/>
                      <a:pt x="1301" y="222"/>
                    </a:cubicBezTo>
                    <a:cubicBezTo>
                      <a:pt x="1168" y="389"/>
                      <a:pt x="968" y="489"/>
                      <a:pt x="768" y="556"/>
                    </a:cubicBezTo>
                    <a:cubicBezTo>
                      <a:pt x="751" y="558"/>
                      <a:pt x="734" y="558"/>
                      <a:pt x="717" y="558"/>
                    </a:cubicBezTo>
                    <a:cubicBezTo>
                      <a:pt x="414" y="558"/>
                      <a:pt x="224" y="275"/>
                      <a:pt x="34" y="22"/>
                    </a:cubicBezTo>
                    <a:cubicBezTo>
                      <a:pt x="20" y="8"/>
                      <a:pt x="12" y="0"/>
                      <a:pt x="7"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9"/>
              <p:cNvSpPr/>
              <p:nvPr/>
            </p:nvSpPr>
            <p:spPr>
              <a:xfrm>
                <a:off x="2763008" y="2186436"/>
                <a:ext cx="29669" cy="33025"/>
              </a:xfrm>
              <a:custGeom>
                <a:avLst/>
                <a:gdLst/>
                <a:ahLst/>
                <a:cxnLst/>
                <a:rect l="l" t="t" r="r" b="b"/>
                <a:pathLst>
                  <a:path w="2069" h="2303" extrusionOk="0">
                    <a:moveTo>
                      <a:pt x="1869" y="1"/>
                    </a:moveTo>
                    <a:cubicBezTo>
                      <a:pt x="1869" y="401"/>
                      <a:pt x="1802" y="801"/>
                      <a:pt x="1702" y="1202"/>
                    </a:cubicBezTo>
                    <a:cubicBezTo>
                      <a:pt x="1602" y="1602"/>
                      <a:pt x="1368" y="1836"/>
                      <a:pt x="1068" y="1869"/>
                    </a:cubicBezTo>
                    <a:cubicBezTo>
                      <a:pt x="1053" y="1871"/>
                      <a:pt x="1038" y="1871"/>
                      <a:pt x="1023" y="1871"/>
                    </a:cubicBezTo>
                    <a:cubicBezTo>
                      <a:pt x="744" y="1871"/>
                      <a:pt x="528" y="1583"/>
                      <a:pt x="401" y="1235"/>
                    </a:cubicBezTo>
                    <a:cubicBezTo>
                      <a:pt x="334" y="1035"/>
                      <a:pt x="268" y="868"/>
                      <a:pt x="234" y="668"/>
                    </a:cubicBezTo>
                    <a:cubicBezTo>
                      <a:pt x="201" y="468"/>
                      <a:pt x="167" y="268"/>
                      <a:pt x="167" y="34"/>
                    </a:cubicBezTo>
                    <a:cubicBezTo>
                      <a:pt x="67" y="301"/>
                      <a:pt x="1" y="601"/>
                      <a:pt x="34" y="902"/>
                    </a:cubicBezTo>
                    <a:cubicBezTo>
                      <a:pt x="34" y="1035"/>
                      <a:pt x="34" y="1168"/>
                      <a:pt x="67" y="1335"/>
                    </a:cubicBezTo>
                    <a:cubicBezTo>
                      <a:pt x="101" y="1569"/>
                      <a:pt x="201" y="1769"/>
                      <a:pt x="368" y="1969"/>
                    </a:cubicBezTo>
                    <a:cubicBezTo>
                      <a:pt x="534" y="2169"/>
                      <a:pt x="801" y="2303"/>
                      <a:pt x="1068" y="2303"/>
                    </a:cubicBezTo>
                    <a:cubicBezTo>
                      <a:pt x="1335" y="2269"/>
                      <a:pt x="1602" y="2136"/>
                      <a:pt x="1769" y="1936"/>
                    </a:cubicBezTo>
                    <a:cubicBezTo>
                      <a:pt x="1902" y="1735"/>
                      <a:pt x="2002" y="1502"/>
                      <a:pt x="2035" y="1268"/>
                    </a:cubicBezTo>
                    <a:cubicBezTo>
                      <a:pt x="2069" y="835"/>
                      <a:pt x="2035" y="401"/>
                      <a:pt x="1869" y="1"/>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9"/>
              <p:cNvSpPr/>
              <p:nvPr/>
            </p:nvSpPr>
            <p:spPr>
              <a:xfrm>
                <a:off x="2865381" y="2183912"/>
                <a:ext cx="15788" cy="32681"/>
              </a:xfrm>
              <a:custGeom>
                <a:avLst/>
                <a:gdLst/>
                <a:ahLst/>
                <a:cxnLst/>
                <a:rect l="l" t="t" r="r" b="b"/>
                <a:pathLst>
                  <a:path w="1101" h="2279" extrusionOk="0">
                    <a:moveTo>
                      <a:pt x="173" y="1"/>
                    </a:moveTo>
                    <a:cubicBezTo>
                      <a:pt x="169" y="1"/>
                      <a:pt x="167" y="4"/>
                      <a:pt x="167" y="10"/>
                    </a:cubicBezTo>
                    <a:cubicBezTo>
                      <a:pt x="0" y="811"/>
                      <a:pt x="100" y="2112"/>
                      <a:pt x="1068" y="2278"/>
                    </a:cubicBezTo>
                    <a:cubicBezTo>
                      <a:pt x="1101" y="2278"/>
                      <a:pt x="1101" y="2245"/>
                      <a:pt x="1068" y="2245"/>
                    </a:cubicBezTo>
                    <a:cubicBezTo>
                      <a:pt x="300" y="1945"/>
                      <a:pt x="200" y="944"/>
                      <a:pt x="234" y="77"/>
                    </a:cubicBezTo>
                    <a:cubicBezTo>
                      <a:pt x="234" y="50"/>
                      <a:pt x="190" y="1"/>
                      <a:pt x="173" y="1"/>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9"/>
              <p:cNvSpPr/>
              <p:nvPr/>
            </p:nvSpPr>
            <p:spPr>
              <a:xfrm>
                <a:off x="2892642" y="2176670"/>
                <a:ext cx="19631" cy="18097"/>
              </a:xfrm>
              <a:custGeom>
                <a:avLst/>
                <a:gdLst/>
                <a:ahLst/>
                <a:cxnLst/>
                <a:rect l="l" t="t" r="r" b="b"/>
                <a:pathLst>
                  <a:path w="1369" h="1262" extrusionOk="0">
                    <a:moveTo>
                      <a:pt x="1308" y="1"/>
                    </a:moveTo>
                    <a:cubicBezTo>
                      <a:pt x="1304" y="1"/>
                      <a:pt x="1301" y="5"/>
                      <a:pt x="1301" y="15"/>
                    </a:cubicBezTo>
                    <a:cubicBezTo>
                      <a:pt x="1101" y="315"/>
                      <a:pt x="868" y="615"/>
                      <a:pt x="568" y="615"/>
                    </a:cubicBezTo>
                    <a:cubicBezTo>
                      <a:pt x="367" y="548"/>
                      <a:pt x="167" y="448"/>
                      <a:pt x="34" y="282"/>
                    </a:cubicBezTo>
                    <a:cubicBezTo>
                      <a:pt x="34" y="515"/>
                      <a:pt x="34" y="715"/>
                      <a:pt x="0" y="949"/>
                    </a:cubicBezTo>
                    <a:cubicBezTo>
                      <a:pt x="67" y="1015"/>
                      <a:pt x="134" y="1082"/>
                      <a:pt x="201" y="1149"/>
                    </a:cubicBezTo>
                    <a:cubicBezTo>
                      <a:pt x="301" y="1224"/>
                      <a:pt x="438" y="1261"/>
                      <a:pt x="571" y="1261"/>
                    </a:cubicBezTo>
                    <a:cubicBezTo>
                      <a:pt x="616" y="1261"/>
                      <a:pt x="659" y="1257"/>
                      <a:pt x="701" y="1249"/>
                    </a:cubicBezTo>
                    <a:cubicBezTo>
                      <a:pt x="1201" y="1149"/>
                      <a:pt x="1368" y="582"/>
                      <a:pt x="1335" y="48"/>
                    </a:cubicBezTo>
                    <a:cubicBezTo>
                      <a:pt x="1335" y="24"/>
                      <a:pt x="1318" y="1"/>
                      <a:pt x="1308" y="1"/>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9"/>
              <p:cNvSpPr/>
              <p:nvPr/>
            </p:nvSpPr>
            <p:spPr>
              <a:xfrm>
                <a:off x="2866328" y="2181173"/>
                <a:ext cx="29196" cy="32552"/>
              </a:xfrm>
              <a:custGeom>
                <a:avLst/>
                <a:gdLst/>
                <a:ahLst/>
                <a:cxnLst/>
                <a:rect l="l" t="t" r="r" b="b"/>
                <a:pathLst>
                  <a:path w="2036" h="2270" extrusionOk="0">
                    <a:moveTo>
                      <a:pt x="1869" y="1"/>
                    </a:moveTo>
                    <a:cubicBezTo>
                      <a:pt x="1869" y="234"/>
                      <a:pt x="1869" y="435"/>
                      <a:pt x="1835" y="668"/>
                    </a:cubicBezTo>
                    <a:cubicBezTo>
                      <a:pt x="1802" y="835"/>
                      <a:pt x="1769" y="1035"/>
                      <a:pt x="1702" y="1202"/>
                    </a:cubicBezTo>
                    <a:cubicBezTo>
                      <a:pt x="1575" y="1582"/>
                      <a:pt x="1389" y="1871"/>
                      <a:pt x="1113" y="1871"/>
                    </a:cubicBezTo>
                    <a:cubicBezTo>
                      <a:pt x="1099" y="1871"/>
                      <a:pt x="1084" y="1871"/>
                      <a:pt x="1068" y="1869"/>
                    </a:cubicBezTo>
                    <a:cubicBezTo>
                      <a:pt x="768" y="1869"/>
                      <a:pt x="501" y="1635"/>
                      <a:pt x="401" y="1269"/>
                    </a:cubicBezTo>
                    <a:cubicBezTo>
                      <a:pt x="268" y="868"/>
                      <a:pt x="201" y="468"/>
                      <a:pt x="168" y="68"/>
                    </a:cubicBezTo>
                    <a:cubicBezTo>
                      <a:pt x="34" y="468"/>
                      <a:pt x="1" y="902"/>
                      <a:pt x="68" y="1302"/>
                    </a:cubicBezTo>
                    <a:cubicBezTo>
                      <a:pt x="101" y="1569"/>
                      <a:pt x="201" y="1769"/>
                      <a:pt x="368" y="1969"/>
                    </a:cubicBezTo>
                    <a:cubicBezTo>
                      <a:pt x="535" y="2169"/>
                      <a:pt x="801" y="2269"/>
                      <a:pt x="1068" y="2269"/>
                    </a:cubicBezTo>
                    <a:cubicBezTo>
                      <a:pt x="1335" y="2269"/>
                      <a:pt x="1602" y="2136"/>
                      <a:pt x="1769" y="1902"/>
                    </a:cubicBezTo>
                    <a:cubicBezTo>
                      <a:pt x="1902" y="1736"/>
                      <a:pt x="1969" y="1502"/>
                      <a:pt x="2036" y="1269"/>
                    </a:cubicBezTo>
                    <a:cubicBezTo>
                      <a:pt x="2036" y="1135"/>
                      <a:pt x="2036" y="1002"/>
                      <a:pt x="2036" y="835"/>
                    </a:cubicBezTo>
                    <a:cubicBezTo>
                      <a:pt x="2036" y="568"/>
                      <a:pt x="1969" y="268"/>
                      <a:pt x="1869" y="1"/>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9"/>
              <p:cNvSpPr/>
              <p:nvPr/>
            </p:nvSpPr>
            <p:spPr>
              <a:xfrm>
                <a:off x="2536278" y="1920615"/>
                <a:ext cx="230100" cy="262967"/>
              </a:xfrm>
              <a:custGeom>
                <a:avLst/>
                <a:gdLst/>
                <a:ahLst/>
                <a:cxnLst/>
                <a:rect l="l" t="t" r="r" b="b"/>
                <a:pathLst>
                  <a:path w="16046" h="18338" extrusionOk="0">
                    <a:moveTo>
                      <a:pt x="14386" y="0"/>
                    </a:moveTo>
                    <a:cubicBezTo>
                      <a:pt x="7042" y="0"/>
                      <a:pt x="2418" y="3497"/>
                      <a:pt x="1268" y="7630"/>
                    </a:cubicBezTo>
                    <a:cubicBezTo>
                      <a:pt x="0" y="12067"/>
                      <a:pt x="4037" y="18338"/>
                      <a:pt x="4037" y="18338"/>
                    </a:cubicBezTo>
                    <a:cubicBezTo>
                      <a:pt x="2269" y="12667"/>
                      <a:pt x="2702" y="8631"/>
                      <a:pt x="5638" y="4995"/>
                    </a:cubicBezTo>
                    <a:cubicBezTo>
                      <a:pt x="8406" y="1592"/>
                      <a:pt x="16045" y="58"/>
                      <a:pt x="16045" y="58"/>
                    </a:cubicBezTo>
                    <a:cubicBezTo>
                      <a:pt x="15478" y="19"/>
                      <a:pt x="14924" y="0"/>
                      <a:pt x="143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9"/>
              <p:cNvSpPr/>
              <p:nvPr/>
            </p:nvSpPr>
            <p:spPr>
              <a:xfrm>
                <a:off x="2544882" y="2166532"/>
                <a:ext cx="106216" cy="119811"/>
              </a:xfrm>
              <a:custGeom>
                <a:avLst/>
                <a:gdLst/>
                <a:ahLst/>
                <a:cxnLst/>
                <a:rect l="l" t="t" r="r" b="b"/>
                <a:pathLst>
                  <a:path w="7407" h="8355" extrusionOk="0">
                    <a:moveTo>
                      <a:pt x="2537" y="1"/>
                    </a:moveTo>
                    <a:cubicBezTo>
                      <a:pt x="2318" y="1"/>
                      <a:pt x="2104" y="48"/>
                      <a:pt x="1902" y="155"/>
                    </a:cubicBezTo>
                    <a:cubicBezTo>
                      <a:pt x="1" y="1155"/>
                      <a:pt x="2102" y="7293"/>
                      <a:pt x="4337" y="8127"/>
                    </a:cubicBezTo>
                    <a:cubicBezTo>
                      <a:pt x="4655" y="8281"/>
                      <a:pt x="4990" y="8354"/>
                      <a:pt x="5320" y="8354"/>
                    </a:cubicBezTo>
                    <a:cubicBezTo>
                      <a:pt x="6201" y="8354"/>
                      <a:pt x="7042" y="7834"/>
                      <a:pt x="7406" y="6960"/>
                    </a:cubicBezTo>
                    <a:lnTo>
                      <a:pt x="6672" y="3357"/>
                    </a:lnTo>
                    <a:cubicBezTo>
                      <a:pt x="6672" y="3357"/>
                      <a:pt x="4381" y="1"/>
                      <a:pt x="25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39"/>
              <p:cNvSpPr/>
              <p:nvPr/>
            </p:nvSpPr>
            <p:spPr>
              <a:xfrm>
                <a:off x="2580761" y="2193620"/>
                <a:ext cx="53115" cy="75170"/>
              </a:xfrm>
              <a:custGeom>
                <a:avLst/>
                <a:gdLst/>
                <a:ahLst/>
                <a:cxnLst/>
                <a:rect l="l" t="t" r="r" b="b"/>
                <a:pathLst>
                  <a:path w="3704" h="5242" extrusionOk="0">
                    <a:moveTo>
                      <a:pt x="34" y="0"/>
                    </a:moveTo>
                    <a:cubicBezTo>
                      <a:pt x="1" y="0"/>
                      <a:pt x="1" y="34"/>
                      <a:pt x="34" y="67"/>
                    </a:cubicBezTo>
                    <a:cubicBezTo>
                      <a:pt x="1602" y="701"/>
                      <a:pt x="2402" y="2168"/>
                      <a:pt x="2936" y="3670"/>
                    </a:cubicBezTo>
                    <a:cubicBezTo>
                      <a:pt x="2634" y="3303"/>
                      <a:pt x="2276" y="3034"/>
                      <a:pt x="1845" y="3034"/>
                    </a:cubicBezTo>
                    <a:cubicBezTo>
                      <a:pt x="1609" y="3034"/>
                      <a:pt x="1351" y="3114"/>
                      <a:pt x="1068" y="3303"/>
                    </a:cubicBezTo>
                    <a:cubicBezTo>
                      <a:pt x="1035" y="3336"/>
                      <a:pt x="1068" y="3403"/>
                      <a:pt x="1101" y="3403"/>
                    </a:cubicBezTo>
                    <a:cubicBezTo>
                      <a:pt x="1235" y="3363"/>
                      <a:pt x="1371" y="3345"/>
                      <a:pt x="1507" y="3345"/>
                    </a:cubicBezTo>
                    <a:cubicBezTo>
                      <a:pt x="1950" y="3345"/>
                      <a:pt x="2381" y="3546"/>
                      <a:pt x="2636" y="3903"/>
                    </a:cubicBezTo>
                    <a:cubicBezTo>
                      <a:pt x="2936" y="4303"/>
                      <a:pt x="3170" y="4704"/>
                      <a:pt x="3370" y="5171"/>
                    </a:cubicBezTo>
                    <a:cubicBezTo>
                      <a:pt x="3394" y="5220"/>
                      <a:pt x="3446" y="5242"/>
                      <a:pt x="3498" y="5242"/>
                    </a:cubicBezTo>
                    <a:cubicBezTo>
                      <a:pt x="3587" y="5242"/>
                      <a:pt x="3679" y="5176"/>
                      <a:pt x="3637" y="5071"/>
                    </a:cubicBezTo>
                    <a:cubicBezTo>
                      <a:pt x="3637" y="5071"/>
                      <a:pt x="3637" y="5037"/>
                      <a:pt x="3637" y="5037"/>
                    </a:cubicBezTo>
                    <a:cubicBezTo>
                      <a:pt x="3703" y="3036"/>
                      <a:pt x="2169" y="234"/>
                      <a:pt x="34"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9"/>
              <p:cNvSpPr/>
              <p:nvPr/>
            </p:nvSpPr>
            <p:spPr>
              <a:xfrm>
                <a:off x="1504974" y="1941752"/>
                <a:ext cx="723267" cy="970044"/>
              </a:xfrm>
              <a:custGeom>
                <a:avLst/>
                <a:gdLst/>
                <a:ahLst/>
                <a:cxnLst/>
                <a:rect l="l" t="t" r="r" b="b"/>
                <a:pathLst>
                  <a:path w="50437" h="67646" extrusionOk="0">
                    <a:moveTo>
                      <a:pt x="27146" y="0"/>
                    </a:moveTo>
                    <a:cubicBezTo>
                      <a:pt x="23300" y="0"/>
                      <a:pt x="19699" y="1254"/>
                      <a:pt x="17546" y="4088"/>
                    </a:cubicBezTo>
                    <a:cubicBezTo>
                      <a:pt x="14644" y="7924"/>
                      <a:pt x="16579" y="16130"/>
                      <a:pt x="15311" y="21133"/>
                    </a:cubicBezTo>
                    <a:cubicBezTo>
                      <a:pt x="14044" y="26170"/>
                      <a:pt x="0" y="38513"/>
                      <a:pt x="1301" y="50888"/>
                    </a:cubicBezTo>
                    <a:cubicBezTo>
                      <a:pt x="2449" y="61651"/>
                      <a:pt x="14126" y="67646"/>
                      <a:pt x="24930" y="67646"/>
                    </a:cubicBezTo>
                    <a:cubicBezTo>
                      <a:pt x="29830" y="67646"/>
                      <a:pt x="34551" y="66412"/>
                      <a:pt x="38028" y="63831"/>
                    </a:cubicBezTo>
                    <a:cubicBezTo>
                      <a:pt x="50436" y="54591"/>
                      <a:pt x="41397" y="37712"/>
                      <a:pt x="40930" y="30574"/>
                    </a:cubicBezTo>
                    <a:cubicBezTo>
                      <a:pt x="40463" y="23435"/>
                      <a:pt x="42097" y="17097"/>
                      <a:pt x="41297" y="10726"/>
                    </a:cubicBezTo>
                    <a:cubicBezTo>
                      <a:pt x="40296" y="2887"/>
                      <a:pt x="34525" y="852"/>
                      <a:pt x="29755" y="185"/>
                    </a:cubicBezTo>
                    <a:cubicBezTo>
                      <a:pt x="28882" y="63"/>
                      <a:pt x="28008" y="0"/>
                      <a:pt x="27146" y="0"/>
                    </a:cubicBezTo>
                    <a:close/>
                  </a:path>
                </a:pathLst>
              </a:custGeom>
              <a:solidFill>
                <a:srgbClr val="7575FF">
                  <a:alpha val="41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9"/>
              <p:cNvSpPr/>
              <p:nvPr/>
            </p:nvSpPr>
            <p:spPr>
              <a:xfrm>
                <a:off x="1518368" y="2102733"/>
                <a:ext cx="215272" cy="562071"/>
              </a:xfrm>
              <a:custGeom>
                <a:avLst/>
                <a:gdLst/>
                <a:ahLst/>
                <a:cxnLst/>
                <a:rect l="l" t="t" r="r" b="b"/>
                <a:pathLst>
                  <a:path w="15012" h="39196" extrusionOk="0">
                    <a:moveTo>
                      <a:pt x="14911" y="0"/>
                    </a:moveTo>
                    <a:cubicBezTo>
                      <a:pt x="14778" y="1802"/>
                      <a:pt x="14511" y="3570"/>
                      <a:pt x="14144" y="5304"/>
                    </a:cubicBezTo>
                    <a:cubicBezTo>
                      <a:pt x="13844" y="7039"/>
                      <a:pt x="13343" y="8740"/>
                      <a:pt x="12676" y="10374"/>
                    </a:cubicBezTo>
                    <a:cubicBezTo>
                      <a:pt x="12009" y="11976"/>
                      <a:pt x="10808" y="13310"/>
                      <a:pt x="9674" y="14678"/>
                    </a:cubicBezTo>
                    <a:cubicBezTo>
                      <a:pt x="8506" y="16079"/>
                      <a:pt x="7339" y="17480"/>
                      <a:pt x="6272" y="18947"/>
                    </a:cubicBezTo>
                    <a:cubicBezTo>
                      <a:pt x="4137" y="21849"/>
                      <a:pt x="2269" y="25052"/>
                      <a:pt x="1201" y="28521"/>
                    </a:cubicBezTo>
                    <a:cubicBezTo>
                      <a:pt x="668" y="30255"/>
                      <a:pt x="301" y="32023"/>
                      <a:pt x="134" y="33825"/>
                    </a:cubicBezTo>
                    <a:cubicBezTo>
                      <a:pt x="0" y="35592"/>
                      <a:pt x="67" y="37394"/>
                      <a:pt x="301" y="39195"/>
                    </a:cubicBezTo>
                    <a:cubicBezTo>
                      <a:pt x="201" y="35626"/>
                      <a:pt x="768" y="32090"/>
                      <a:pt x="1968" y="28754"/>
                    </a:cubicBezTo>
                    <a:cubicBezTo>
                      <a:pt x="3236" y="25419"/>
                      <a:pt x="4971" y="22316"/>
                      <a:pt x="7139" y="19481"/>
                    </a:cubicBezTo>
                    <a:cubicBezTo>
                      <a:pt x="8173" y="18047"/>
                      <a:pt x="9307" y="16646"/>
                      <a:pt x="10475" y="15245"/>
                    </a:cubicBezTo>
                    <a:cubicBezTo>
                      <a:pt x="11042" y="14544"/>
                      <a:pt x="11609" y="13844"/>
                      <a:pt x="12142" y="13076"/>
                    </a:cubicBezTo>
                    <a:cubicBezTo>
                      <a:pt x="12676" y="12343"/>
                      <a:pt x="13110" y="11509"/>
                      <a:pt x="13443" y="10641"/>
                    </a:cubicBezTo>
                    <a:cubicBezTo>
                      <a:pt x="14744" y="7206"/>
                      <a:pt x="15011" y="3570"/>
                      <a:pt x="14911" y="0"/>
                    </a:cubicBezTo>
                    <a:close/>
                  </a:path>
                </a:pathLst>
              </a:custGeom>
              <a:solidFill>
                <a:srgbClr val="7575FF">
                  <a:alpha val="41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9"/>
              <p:cNvSpPr/>
              <p:nvPr/>
            </p:nvSpPr>
            <p:spPr>
              <a:xfrm>
                <a:off x="2090462" y="2173042"/>
                <a:ext cx="76074" cy="607987"/>
              </a:xfrm>
              <a:custGeom>
                <a:avLst/>
                <a:gdLst/>
                <a:ahLst/>
                <a:cxnLst/>
                <a:rect l="l" t="t" r="r" b="b"/>
                <a:pathLst>
                  <a:path w="5305" h="42398" extrusionOk="0">
                    <a:moveTo>
                      <a:pt x="434" y="1"/>
                    </a:moveTo>
                    <a:cubicBezTo>
                      <a:pt x="101" y="3637"/>
                      <a:pt x="1" y="7273"/>
                      <a:pt x="101" y="10909"/>
                    </a:cubicBezTo>
                    <a:cubicBezTo>
                      <a:pt x="167" y="12743"/>
                      <a:pt x="367" y="14578"/>
                      <a:pt x="701" y="16379"/>
                    </a:cubicBezTo>
                    <a:cubicBezTo>
                      <a:pt x="1068" y="18214"/>
                      <a:pt x="1702" y="19948"/>
                      <a:pt x="2202" y="21683"/>
                    </a:cubicBezTo>
                    <a:cubicBezTo>
                      <a:pt x="3303" y="25119"/>
                      <a:pt x="4237" y="28621"/>
                      <a:pt x="4504" y="32191"/>
                    </a:cubicBezTo>
                    <a:cubicBezTo>
                      <a:pt x="4604" y="33959"/>
                      <a:pt x="4470" y="35760"/>
                      <a:pt x="4103" y="37494"/>
                    </a:cubicBezTo>
                    <a:cubicBezTo>
                      <a:pt x="3636" y="39262"/>
                      <a:pt x="2869" y="40930"/>
                      <a:pt x="1835" y="42398"/>
                    </a:cubicBezTo>
                    <a:cubicBezTo>
                      <a:pt x="3069" y="40997"/>
                      <a:pt x="4003" y="39396"/>
                      <a:pt x="4570" y="37628"/>
                    </a:cubicBezTo>
                    <a:cubicBezTo>
                      <a:pt x="5071" y="35860"/>
                      <a:pt x="5304" y="33992"/>
                      <a:pt x="5271" y="32157"/>
                    </a:cubicBezTo>
                    <a:cubicBezTo>
                      <a:pt x="5204" y="30323"/>
                      <a:pt x="4971" y="28488"/>
                      <a:pt x="4604" y="26687"/>
                    </a:cubicBezTo>
                    <a:cubicBezTo>
                      <a:pt x="4204" y="24885"/>
                      <a:pt x="3703" y="23117"/>
                      <a:pt x="3169" y="21383"/>
                    </a:cubicBezTo>
                    <a:cubicBezTo>
                      <a:pt x="2636" y="19648"/>
                      <a:pt x="2002" y="17914"/>
                      <a:pt x="1635" y="16212"/>
                    </a:cubicBezTo>
                    <a:cubicBezTo>
                      <a:pt x="1268" y="14411"/>
                      <a:pt x="1001" y="12643"/>
                      <a:pt x="868" y="10842"/>
                    </a:cubicBezTo>
                    <a:cubicBezTo>
                      <a:pt x="568" y="7273"/>
                      <a:pt x="568" y="3637"/>
                      <a:pt x="434" y="1"/>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9"/>
              <p:cNvSpPr/>
              <p:nvPr/>
            </p:nvSpPr>
            <p:spPr>
              <a:xfrm>
                <a:off x="1731704" y="2392287"/>
                <a:ext cx="758672" cy="771420"/>
              </a:xfrm>
              <a:custGeom>
                <a:avLst/>
                <a:gdLst/>
                <a:ahLst/>
                <a:cxnLst/>
                <a:rect l="l" t="t" r="r" b="b"/>
                <a:pathLst>
                  <a:path w="52906" h="53795" extrusionOk="0">
                    <a:moveTo>
                      <a:pt x="18643" y="0"/>
                    </a:moveTo>
                    <a:cubicBezTo>
                      <a:pt x="15761" y="0"/>
                      <a:pt x="12839" y="868"/>
                      <a:pt x="10908" y="3192"/>
                    </a:cubicBezTo>
                    <a:cubicBezTo>
                      <a:pt x="6539" y="8462"/>
                      <a:pt x="2402" y="26508"/>
                      <a:pt x="1535" y="30445"/>
                    </a:cubicBezTo>
                    <a:cubicBezTo>
                      <a:pt x="1" y="37350"/>
                      <a:pt x="9841" y="44121"/>
                      <a:pt x="9841" y="44121"/>
                    </a:cubicBezTo>
                    <a:lnTo>
                      <a:pt x="16913" y="53795"/>
                    </a:lnTo>
                    <a:lnTo>
                      <a:pt x="52905" y="46456"/>
                    </a:lnTo>
                    <a:cubicBezTo>
                      <a:pt x="41530" y="17635"/>
                      <a:pt x="35826" y="9863"/>
                      <a:pt x="26753" y="2458"/>
                    </a:cubicBezTo>
                    <a:cubicBezTo>
                      <a:pt x="25076" y="1098"/>
                      <a:pt x="21884" y="0"/>
                      <a:pt x="18643" y="0"/>
                    </a:cubicBezTo>
                    <a:close/>
                  </a:path>
                </a:pathLst>
              </a:custGeom>
              <a:solidFill>
                <a:srgbClr val="263238">
                  <a:alpha val="60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9"/>
              <p:cNvSpPr/>
              <p:nvPr/>
            </p:nvSpPr>
            <p:spPr>
              <a:xfrm>
                <a:off x="1832156" y="2225670"/>
                <a:ext cx="186563" cy="307120"/>
              </a:xfrm>
              <a:custGeom>
                <a:avLst/>
                <a:gdLst/>
                <a:ahLst/>
                <a:cxnLst/>
                <a:rect l="l" t="t" r="r" b="b"/>
                <a:pathLst>
                  <a:path w="13010" h="21417" extrusionOk="0">
                    <a:moveTo>
                      <a:pt x="8774" y="0"/>
                    </a:moveTo>
                    <a:lnTo>
                      <a:pt x="1" y="8073"/>
                    </a:lnTo>
                    <a:lnTo>
                      <a:pt x="3203" y="15645"/>
                    </a:lnTo>
                    <a:cubicBezTo>
                      <a:pt x="3203" y="15645"/>
                      <a:pt x="1793" y="21417"/>
                      <a:pt x="4566" y="21417"/>
                    </a:cubicBezTo>
                    <a:cubicBezTo>
                      <a:pt x="4589" y="21417"/>
                      <a:pt x="4613" y="21416"/>
                      <a:pt x="4637" y="21415"/>
                    </a:cubicBezTo>
                    <a:cubicBezTo>
                      <a:pt x="9574" y="21282"/>
                      <a:pt x="12943" y="15611"/>
                      <a:pt x="12977" y="14711"/>
                    </a:cubicBezTo>
                    <a:cubicBezTo>
                      <a:pt x="13010" y="14344"/>
                      <a:pt x="8774" y="0"/>
                      <a:pt x="87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9"/>
              <p:cNvSpPr/>
              <p:nvPr/>
            </p:nvSpPr>
            <p:spPr>
              <a:xfrm>
                <a:off x="1832156" y="2225670"/>
                <a:ext cx="146870" cy="218140"/>
              </a:xfrm>
              <a:custGeom>
                <a:avLst/>
                <a:gdLst/>
                <a:ahLst/>
                <a:cxnLst/>
                <a:rect l="l" t="t" r="r" b="b"/>
                <a:pathLst>
                  <a:path w="10242" h="15212" extrusionOk="0">
                    <a:moveTo>
                      <a:pt x="8774" y="0"/>
                    </a:moveTo>
                    <a:lnTo>
                      <a:pt x="1" y="8073"/>
                    </a:lnTo>
                    <a:lnTo>
                      <a:pt x="3003" y="15211"/>
                    </a:lnTo>
                    <a:cubicBezTo>
                      <a:pt x="6739" y="12943"/>
                      <a:pt x="9341" y="9273"/>
                      <a:pt x="10241" y="5037"/>
                    </a:cubicBezTo>
                    <a:cubicBezTo>
                      <a:pt x="9441" y="2268"/>
                      <a:pt x="8774" y="0"/>
                      <a:pt x="8774"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9"/>
              <p:cNvSpPr/>
              <p:nvPr/>
            </p:nvSpPr>
            <p:spPr>
              <a:xfrm>
                <a:off x="1654741" y="1945682"/>
                <a:ext cx="363505" cy="454607"/>
              </a:xfrm>
              <a:custGeom>
                <a:avLst/>
                <a:gdLst/>
                <a:ahLst/>
                <a:cxnLst/>
                <a:rect l="l" t="t" r="r" b="b"/>
                <a:pathLst>
                  <a:path w="25349" h="31702" extrusionOk="0">
                    <a:moveTo>
                      <a:pt x="12499" y="1"/>
                    </a:moveTo>
                    <a:cubicBezTo>
                      <a:pt x="6592" y="1"/>
                      <a:pt x="0" y="3780"/>
                      <a:pt x="97" y="16823"/>
                    </a:cubicBezTo>
                    <a:cubicBezTo>
                      <a:pt x="229" y="30152"/>
                      <a:pt x="8128" y="31701"/>
                      <a:pt x="11108" y="31701"/>
                    </a:cubicBezTo>
                    <a:cubicBezTo>
                      <a:pt x="11141" y="31701"/>
                      <a:pt x="11173" y="31701"/>
                      <a:pt x="11205" y="31701"/>
                    </a:cubicBezTo>
                    <a:cubicBezTo>
                      <a:pt x="13840" y="31701"/>
                      <a:pt x="22780" y="31267"/>
                      <a:pt x="24081" y="17891"/>
                    </a:cubicBezTo>
                    <a:cubicBezTo>
                      <a:pt x="25349" y="4481"/>
                      <a:pt x="19077" y="278"/>
                      <a:pt x="13040" y="11"/>
                    </a:cubicBezTo>
                    <a:cubicBezTo>
                      <a:pt x="12860" y="4"/>
                      <a:pt x="12680" y="1"/>
                      <a:pt x="124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9"/>
              <p:cNvSpPr/>
              <p:nvPr/>
            </p:nvSpPr>
            <p:spPr>
              <a:xfrm>
                <a:off x="1646080" y="1921447"/>
                <a:ext cx="388428" cy="267627"/>
              </a:xfrm>
              <a:custGeom>
                <a:avLst/>
                <a:gdLst/>
                <a:ahLst/>
                <a:cxnLst/>
                <a:rect l="l" t="t" r="r" b="b"/>
                <a:pathLst>
                  <a:path w="27087" h="18663" extrusionOk="0">
                    <a:moveTo>
                      <a:pt x="13333" y="1"/>
                    </a:moveTo>
                    <a:cubicBezTo>
                      <a:pt x="11056" y="1"/>
                      <a:pt x="8648" y="631"/>
                      <a:pt x="6205" y="2035"/>
                    </a:cubicBezTo>
                    <a:cubicBezTo>
                      <a:pt x="368" y="5370"/>
                      <a:pt x="1" y="13676"/>
                      <a:pt x="534" y="13710"/>
                    </a:cubicBezTo>
                    <a:cubicBezTo>
                      <a:pt x="1144" y="13764"/>
                      <a:pt x="1730" y="13789"/>
                      <a:pt x="2291" y="13789"/>
                    </a:cubicBezTo>
                    <a:cubicBezTo>
                      <a:pt x="7795" y="13789"/>
                      <a:pt x="10961" y="11382"/>
                      <a:pt x="11907" y="10533"/>
                    </a:cubicBezTo>
                    <a:lnTo>
                      <a:pt x="11907" y="10533"/>
                    </a:lnTo>
                    <a:cubicBezTo>
                      <a:pt x="11173" y="11247"/>
                      <a:pt x="9398" y="13026"/>
                      <a:pt x="9903" y="13026"/>
                    </a:cubicBezTo>
                    <a:cubicBezTo>
                      <a:pt x="9931" y="13026"/>
                      <a:pt x="9966" y="13021"/>
                      <a:pt x="10008" y="13009"/>
                    </a:cubicBezTo>
                    <a:cubicBezTo>
                      <a:pt x="14878" y="11842"/>
                      <a:pt x="16279" y="8139"/>
                      <a:pt x="16279" y="8139"/>
                    </a:cubicBezTo>
                    <a:cubicBezTo>
                      <a:pt x="17080" y="13943"/>
                      <a:pt x="20749" y="13943"/>
                      <a:pt x="20749" y="13943"/>
                    </a:cubicBezTo>
                    <a:cubicBezTo>
                      <a:pt x="20749" y="13943"/>
                      <a:pt x="21155" y="18663"/>
                      <a:pt x="24085" y="18663"/>
                    </a:cubicBezTo>
                    <a:cubicBezTo>
                      <a:pt x="24182" y="18663"/>
                      <a:pt x="24282" y="18657"/>
                      <a:pt x="24385" y="18647"/>
                    </a:cubicBezTo>
                    <a:cubicBezTo>
                      <a:pt x="25619" y="18513"/>
                      <a:pt x="27087" y="12742"/>
                      <a:pt x="26219" y="8573"/>
                    </a:cubicBezTo>
                    <a:cubicBezTo>
                      <a:pt x="25719" y="6171"/>
                      <a:pt x="24018" y="4136"/>
                      <a:pt x="21750" y="3202"/>
                    </a:cubicBezTo>
                    <a:cubicBezTo>
                      <a:pt x="19354" y="1193"/>
                      <a:pt x="16467" y="1"/>
                      <a:pt x="13333" y="1"/>
                    </a:cubicBezTo>
                    <a:close/>
                  </a:path>
                </a:pathLst>
              </a:custGeom>
              <a:solidFill>
                <a:srgbClr val="7575FF">
                  <a:alpha val="41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9"/>
              <p:cNvSpPr/>
              <p:nvPr/>
            </p:nvSpPr>
            <p:spPr>
              <a:xfrm>
                <a:off x="1698923" y="2126294"/>
                <a:ext cx="37585" cy="22471"/>
              </a:xfrm>
              <a:custGeom>
                <a:avLst/>
                <a:gdLst/>
                <a:ahLst/>
                <a:cxnLst/>
                <a:rect l="l" t="t" r="r" b="b"/>
                <a:pathLst>
                  <a:path w="2621" h="1567" extrusionOk="0">
                    <a:moveTo>
                      <a:pt x="1733" y="1"/>
                    </a:moveTo>
                    <a:cubicBezTo>
                      <a:pt x="1584" y="1"/>
                      <a:pt x="1433" y="31"/>
                      <a:pt x="1286" y="92"/>
                    </a:cubicBezTo>
                    <a:cubicBezTo>
                      <a:pt x="852" y="159"/>
                      <a:pt x="485" y="425"/>
                      <a:pt x="219" y="759"/>
                    </a:cubicBezTo>
                    <a:cubicBezTo>
                      <a:pt x="0" y="1133"/>
                      <a:pt x="278" y="1566"/>
                      <a:pt x="669" y="1566"/>
                    </a:cubicBezTo>
                    <a:cubicBezTo>
                      <a:pt x="696" y="1566"/>
                      <a:pt x="724" y="1564"/>
                      <a:pt x="752" y="1560"/>
                    </a:cubicBezTo>
                    <a:cubicBezTo>
                      <a:pt x="1052" y="1493"/>
                      <a:pt x="1353" y="1393"/>
                      <a:pt x="1653" y="1293"/>
                    </a:cubicBezTo>
                    <a:cubicBezTo>
                      <a:pt x="1986" y="1226"/>
                      <a:pt x="2287" y="1093"/>
                      <a:pt x="2520" y="859"/>
                    </a:cubicBezTo>
                    <a:cubicBezTo>
                      <a:pt x="2620" y="659"/>
                      <a:pt x="2620" y="425"/>
                      <a:pt x="2453" y="259"/>
                    </a:cubicBezTo>
                    <a:cubicBezTo>
                      <a:pt x="2242" y="90"/>
                      <a:pt x="1991" y="1"/>
                      <a:pt x="1733" y="1"/>
                    </a:cubicBezTo>
                    <a:close/>
                  </a:path>
                </a:pathLst>
              </a:custGeom>
              <a:solidFill>
                <a:srgbClr val="7575FF">
                  <a:alpha val="41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9"/>
              <p:cNvSpPr/>
              <p:nvPr/>
            </p:nvSpPr>
            <p:spPr>
              <a:xfrm>
                <a:off x="1813026" y="2116614"/>
                <a:ext cx="38632" cy="20119"/>
              </a:xfrm>
              <a:custGeom>
                <a:avLst/>
                <a:gdLst/>
                <a:ahLst/>
                <a:cxnLst/>
                <a:rect l="l" t="t" r="r" b="b"/>
                <a:pathLst>
                  <a:path w="2694" h="1403" extrusionOk="0">
                    <a:moveTo>
                      <a:pt x="1000" y="1"/>
                    </a:moveTo>
                    <a:cubicBezTo>
                      <a:pt x="674" y="1"/>
                      <a:pt x="343" y="139"/>
                      <a:pt x="134" y="400"/>
                    </a:cubicBezTo>
                    <a:cubicBezTo>
                      <a:pt x="0" y="567"/>
                      <a:pt x="34" y="834"/>
                      <a:pt x="167" y="1000"/>
                    </a:cubicBezTo>
                    <a:cubicBezTo>
                      <a:pt x="434" y="1167"/>
                      <a:pt x="768" y="1301"/>
                      <a:pt x="1068" y="1301"/>
                    </a:cubicBezTo>
                    <a:cubicBezTo>
                      <a:pt x="1401" y="1334"/>
                      <a:pt x="1702" y="1401"/>
                      <a:pt x="2002" y="1401"/>
                    </a:cubicBezTo>
                    <a:cubicBezTo>
                      <a:pt x="2015" y="1402"/>
                      <a:pt x="2028" y="1402"/>
                      <a:pt x="2040" y="1402"/>
                    </a:cubicBezTo>
                    <a:cubicBezTo>
                      <a:pt x="2451" y="1402"/>
                      <a:pt x="2693" y="890"/>
                      <a:pt x="2402" y="567"/>
                    </a:cubicBezTo>
                    <a:cubicBezTo>
                      <a:pt x="2102" y="267"/>
                      <a:pt x="1702" y="66"/>
                      <a:pt x="1268" y="33"/>
                    </a:cubicBezTo>
                    <a:cubicBezTo>
                      <a:pt x="1181" y="11"/>
                      <a:pt x="1091" y="1"/>
                      <a:pt x="1000" y="1"/>
                    </a:cubicBezTo>
                    <a:close/>
                  </a:path>
                </a:pathLst>
              </a:custGeom>
              <a:solidFill>
                <a:srgbClr val="7575FF">
                  <a:alpha val="41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9"/>
              <p:cNvSpPr/>
              <p:nvPr/>
            </p:nvSpPr>
            <p:spPr>
              <a:xfrm>
                <a:off x="1815894" y="2187268"/>
                <a:ext cx="18197" cy="34101"/>
              </a:xfrm>
              <a:custGeom>
                <a:avLst/>
                <a:gdLst/>
                <a:ahLst/>
                <a:cxnLst/>
                <a:rect l="l" t="t" r="r" b="b"/>
                <a:pathLst>
                  <a:path w="1269" h="2378" extrusionOk="0">
                    <a:moveTo>
                      <a:pt x="140" y="1"/>
                    </a:moveTo>
                    <a:cubicBezTo>
                      <a:pt x="136" y="1"/>
                      <a:pt x="134" y="3"/>
                      <a:pt x="134" y="10"/>
                    </a:cubicBezTo>
                    <a:cubicBezTo>
                      <a:pt x="1" y="877"/>
                      <a:pt x="234" y="2278"/>
                      <a:pt x="1268" y="2378"/>
                    </a:cubicBezTo>
                    <a:cubicBezTo>
                      <a:pt x="1268" y="2378"/>
                      <a:pt x="1268" y="2311"/>
                      <a:pt x="1268" y="2311"/>
                    </a:cubicBezTo>
                    <a:cubicBezTo>
                      <a:pt x="401" y="2044"/>
                      <a:pt x="201" y="1010"/>
                      <a:pt x="201" y="110"/>
                    </a:cubicBezTo>
                    <a:cubicBezTo>
                      <a:pt x="201" y="55"/>
                      <a:pt x="156" y="1"/>
                      <a:pt x="140" y="1"/>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9"/>
              <p:cNvSpPr/>
              <p:nvPr/>
            </p:nvSpPr>
            <p:spPr>
              <a:xfrm>
                <a:off x="1811606" y="2172956"/>
                <a:ext cx="41543" cy="42303"/>
              </a:xfrm>
              <a:custGeom>
                <a:avLst/>
                <a:gdLst/>
                <a:ahLst/>
                <a:cxnLst/>
                <a:rect l="l" t="t" r="r" b="b"/>
                <a:pathLst>
                  <a:path w="2897" h="2950" extrusionOk="0">
                    <a:moveTo>
                      <a:pt x="1319" y="0"/>
                    </a:moveTo>
                    <a:cubicBezTo>
                      <a:pt x="1280" y="0"/>
                      <a:pt x="1241" y="2"/>
                      <a:pt x="1200" y="7"/>
                    </a:cubicBezTo>
                    <a:cubicBezTo>
                      <a:pt x="0" y="169"/>
                      <a:pt x="219" y="2949"/>
                      <a:pt x="1459" y="2949"/>
                    </a:cubicBezTo>
                    <a:cubicBezTo>
                      <a:pt x="1494" y="2949"/>
                      <a:pt x="1530" y="2947"/>
                      <a:pt x="1567" y="2942"/>
                    </a:cubicBezTo>
                    <a:cubicBezTo>
                      <a:pt x="2897" y="2780"/>
                      <a:pt x="2681" y="0"/>
                      <a:pt x="1319"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9"/>
              <p:cNvSpPr/>
              <p:nvPr/>
            </p:nvSpPr>
            <p:spPr>
              <a:xfrm>
                <a:off x="1834708" y="2171393"/>
                <a:ext cx="28551" cy="19674"/>
              </a:xfrm>
              <a:custGeom>
                <a:avLst/>
                <a:gdLst/>
                <a:ahLst/>
                <a:cxnLst/>
                <a:rect l="l" t="t" r="r" b="b"/>
                <a:pathLst>
                  <a:path w="1991" h="1372" extrusionOk="0">
                    <a:moveTo>
                      <a:pt x="1901" y="1"/>
                    </a:moveTo>
                    <a:cubicBezTo>
                      <a:pt x="1895" y="1"/>
                      <a:pt x="1891" y="5"/>
                      <a:pt x="1891" y="16"/>
                    </a:cubicBezTo>
                    <a:cubicBezTo>
                      <a:pt x="1657" y="316"/>
                      <a:pt x="1357" y="650"/>
                      <a:pt x="1057" y="650"/>
                    </a:cubicBezTo>
                    <a:cubicBezTo>
                      <a:pt x="757" y="650"/>
                      <a:pt x="456" y="383"/>
                      <a:pt x="190" y="249"/>
                    </a:cubicBezTo>
                    <a:cubicBezTo>
                      <a:pt x="174" y="239"/>
                      <a:pt x="158" y="234"/>
                      <a:pt x="142" y="234"/>
                    </a:cubicBezTo>
                    <a:cubicBezTo>
                      <a:pt x="62" y="234"/>
                      <a:pt x="0" y="365"/>
                      <a:pt x="56" y="449"/>
                    </a:cubicBezTo>
                    <a:cubicBezTo>
                      <a:pt x="234" y="924"/>
                      <a:pt x="544" y="1372"/>
                      <a:pt x="1032" y="1372"/>
                    </a:cubicBezTo>
                    <a:cubicBezTo>
                      <a:pt x="1093" y="1372"/>
                      <a:pt x="1157" y="1365"/>
                      <a:pt x="1224" y="1350"/>
                    </a:cubicBezTo>
                    <a:cubicBezTo>
                      <a:pt x="1824" y="1183"/>
                      <a:pt x="1991" y="583"/>
                      <a:pt x="1958" y="16"/>
                    </a:cubicBezTo>
                    <a:cubicBezTo>
                      <a:pt x="1935" y="16"/>
                      <a:pt x="1913" y="1"/>
                      <a:pt x="1901" y="1"/>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9"/>
              <p:cNvSpPr/>
              <p:nvPr/>
            </p:nvSpPr>
            <p:spPr>
              <a:xfrm>
                <a:off x="1727402" y="2194481"/>
                <a:ext cx="14842" cy="35979"/>
              </a:xfrm>
              <a:custGeom>
                <a:avLst/>
                <a:gdLst/>
                <a:ahLst/>
                <a:cxnLst/>
                <a:rect l="l" t="t" r="r" b="b"/>
                <a:pathLst>
                  <a:path w="1035" h="2509" extrusionOk="0">
                    <a:moveTo>
                      <a:pt x="764" y="0"/>
                    </a:moveTo>
                    <a:cubicBezTo>
                      <a:pt x="751" y="0"/>
                      <a:pt x="706" y="78"/>
                      <a:pt x="734" y="107"/>
                    </a:cubicBezTo>
                    <a:cubicBezTo>
                      <a:pt x="834" y="1008"/>
                      <a:pt x="834" y="2075"/>
                      <a:pt x="34" y="2442"/>
                    </a:cubicBezTo>
                    <a:cubicBezTo>
                      <a:pt x="0" y="2442"/>
                      <a:pt x="34" y="2509"/>
                      <a:pt x="34" y="2509"/>
                    </a:cubicBezTo>
                    <a:cubicBezTo>
                      <a:pt x="1035" y="2275"/>
                      <a:pt x="1035" y="841"/>
                      <a:pt x="768" y="7"/>
                    </a:cubicBezTo>
                    <a:cubicBezTo>
                      <a:pt x="768" y="2"/>
                      <a:pt x="766" y="0"/>
                      <a:pt x="764"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9"/>
              <p:cNvSpPr/>
              <p:nvPr/>
            </p:nvSpPr>
            <p:spPr>
              <a:xfrm>
                <a:off x="1704558" y="2182134"/>
                <a:ext cx="41400" cy="42117"/>
              </a:xfrm>
              <a:custGeom>
                <a:avLst/>
                <a:gdLst/>
                <a:ahLst/>
                <a:cxnLst/>
                <a:rect l="l" t="t" r="r" b="b"/>
                <a:pathLst>
                  <a:path w="2887" h="2937" extrusionOk="0">
                    <a:moveTo>
                      <a:pt x="1481" y="0"/>
                    </a:moveTo>
                    <a:cubicBezTo>
                      <a:pt x="1474" y="0"/>
                      <a:pt x="1467" y="0"/>
                      <a:pt x="1460" y="1"/>
                    </a:cubicBezTo>
                    <a:cubicBezTo>
                      <a:pt x="1" y="34"/>
                      <a:pt x="157" y="2936"/>
                      <a:pt x="1504" y="2936"/>
                    </a:cubicBezTo>
                    <a:cubicBezTo>
                      <a:pt x="1511" y="2936"/>
                      <a:pt x="1519" y="2936"/>
                      <a:pt x="1527" y="2936"/>
                    </a:cubicBezTo>
                    <a:cubicBezTo>
                      <a:pt x="2887" y="2903"/>
                      <a:pt x="2729" y="0"/>
                      <a:pt x="1481"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9"/>
              <p:cNvSpPr/>
              <p:nvPr/>
            </p:nvSpPr>
            <p:spPr>
              <a:xfrm>
                <a:off x="1694391" y="2184328"/>
                <a:ext cx="25281" cy="18470"/>
              </a:xfrm>
              <a:custGeom>
                <a:avLst/>
                <a:gdLst/>
                <a:ahLst/>
                <a:cxnLst/>
                <a:rect l="l" t="t" r="r" b="b"/>
                <a:pathLst>
                  <a:path w="1763" h="1288" extrusionOk="0">
                    <a:moveTo>
                      <a:pt x="27" y="1"/>
                    </a:moveTo>
                    <a:cubicBezTo>
                      <a:pt x="17" y="1"/>
                      <a:pt x="1" y="24"/>
                      <a:pt x="1" y="48"/>
                    </a:cubicBezTo>
                    <a:cubicBezTo>
                      <a:pt x="1" y="615"/>
                      <a:pt x="234" y="1182"/>
                      <a:pt x="801" y="1282"/>
                    </a:cubicBezTo>
                    <a:cubicBezTo>
                      <a:pt x="834" y="1286"/>
                      <a:pt x="865" y="1288"/>
                      <a:pt x="896" y="1288"/>
                    </a:cubicBezTo>
                    <a:cubicBezTo>
                      <a:pt x="1371" y="1288"/>
                      <a:pt x="1641" y="814"/>
                      <a:pt x="1735" y="281"/>
                    </a:cubicBezTo>
                    <a:cubicBezTo>
                      <a:pt x="1763" y="172"/>
                      <a:pt x="1701" y="63"/>
                      <a:pt x="1623" y="63"/>
                    </a:cubicBezTo>
                    <a:cubicBezTo>
                      <a:pt x="1605" y="63"/>
                      <a:pt x="1587" y="69"/>
                      <a:pt x="1569" y="81"/>
                    </a:cubicBezTo>
                    <a:cubicBezTo>
                      <a:pt x="1335" y="248"/>
                      <a:pt x="1135" y="548"/>
                      <a:pt x="868" y="582"/>
                    </a:cubicBezTo>
                    <a:cubicBezTo>
                      <a:pt x="853" y="583"/>
                      <a:pt x="837" y="584"/>
                      <a:pt x="822" y="584"/>
                    </a:cubicBezTo>
                    <a:cubicBezTo>
                      <a:pt x="537" y="584"/>
                      <a:pt x="256" y="299"/>
                      <a:pt x="34" y="14"/>
                    </a:cubicBezTo>
                    <a:cubicBezTo>
                      <a:pt x="34" y="5"/>
                      <a:pt x="31" y="1"/>
                      <a:pt x="27" y="1"/>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9"/>
              <p:cNvSpPr/>
              <p:nvPr/>
            </p:nvSpPr>
            <p:spPr>
              <a:xfrm>
                <a:off x="1791502" y="2294717"/>
                <a:ext cx="26314" cy="14240"/>
              </a:xfrm>
              <a:custGeom>
                <a:avLst/>
                <a:gdLst/>
                <a:ahLst/>
                <a:cxnLst/>
                <a:rect l="l" t="t" r="r" b="b"/>
                <a:pathLst>
                  <a:path w="1835" h="993" extrusionOk="0">
                    <a:moveTo>
                      <a:pt x="1786" y="0"/>
                    </a:moveTo>
                    <a:cubicBezTo>
                      <a:pt x="1768" y="0"/>
                      <a:pt x="1749" y="8"/>
                      <a:pt x="1735" y="22"/>
                    </a:cubicBezTo>
                    <a:cubicBezTo>
                      <a:pt x="1568" y="255"/>
                      <a:pt x="1368" y="589"/>
                      <a:pt x="1068" y="656"/>
                    </a:cubicBezTo>
                    <a:cubicBezTo>
                      <a:pt x="976" y="664"/>
                      <a:pt x="886" y="668"/>
                      <a:pt x="798" y="668"/>
                    </a:cubicBezTo>
                    <a:cubicBezTo>
                      <a:pt x="534" y="668"/>
                      <a:pt x="284" y="631"/>
                      <a:pt x="34" y="556"/>
                    </a:cubicBezTo>
                    <a:cubicBezTo>
                      <a:pt x="0" y="556"/>
                      <a:pt x="0" y="589"/>
                      <a:pt x="0" y="622"/>
                    </a:cubicBezTo>
                    <a:cubicBezTo>
                      <a:pt x="252" y="874"/>
                      <a:pt x="580" y="993"/>
                      <a:pt x="912" y="993"/>
                    </a:cubicBezTo>
                    <a:cubicBezTo>
                      <a:pt x="1020" y="993"/>
                      <a:pt x="1128" y="980"/>
                      <a:pt x="1235" y="956"/>
                    </a:cubicBezTo>
                    <a:cubicBezTo>
                      <a:pt x="1601" y="789"/>
                      <a:pt x="1835" y="456"/>
                      <a:pt x="1835" y="55"/>
                    </a:cubicBezTo>
                    <a:cubicBezTo>
                      <a:pt x="1835" y="16"/>
                      <a:pt x="1812" y="0"/>
                      <a:pt x="1786"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9"/>
              <p:cNvSpPr/>
              <p:nvPr/>
            </p:nvSpPr>
            <p:spPr>
              <a:xfrm>
                <a:off x="1736379" y="2123870"/>
                <a:ext cx="68918" cy="158428"/>
              </a:xfrm>
              <a:custGeom>
                <a:avLst/>
                <a:gdLst/>
                <a:ahLst/>
                <a:cxnLst/>
                <a:rect l="l" t="t" r="r" b="b"/>
                <a:pathLst>
                  <a:path w="4806" h="11048" extrusionOk="0">
                    <a:moveTo>
                      <a:pt x="1186" y="0"/>
                    </a:moveTo>
                    <a:cubicBezTo>
                      <a:pt x="1155" y="0"/>
                      <a:pt x="1123" y="19"/>
                      <a:pt x="1109" y="61"/>
                    </a:cubicBezTo>
                    <a:cubicBezTo>
                      <a:pt x="342" y="2996"/>
                      <a:pt x="175" y="6332"/>
                      <a:pt x="8" y="9267"/>
                    </a:cubicBezTo>
                    <a:cubicBezTo>
                      <a:pt x="0" y="9365"/>
                      <a:pt x="71" y="9403"/>
                      <a:pt x="186" y="9403"/>
                    </a:cubicBezTo>
                    <a:cubicBezTo>
                      <a:pt x="545" y="9403"/>
                      <a:pt x="1333" y="9035"/>
                      <a:pt x="1509" y="8934"/>
                    </a:cubicBezTo>
                    <a:lnTo>
                      <a:pt x="1509" y="8934"/>
                    </a:lnTo>
                    <a:cubicBezTo>
                      <a:pt x="1509" y="8934"/>
                      <a:pt x="1443" y="10301"/>
                      <a:pt x="1476" y="10969"/>
                    </a:cubicBezTo>
                    <a:cubicBezTo>
                      <a:pt x="1476" y="11002"/>
                      <a:pt x="1643" y="11035"/>
                      <a:pt x="1843" y="11035"/>
                    </a:cubicBezTo>
                    <a:lnTo>
                      <a:pt x="1876" y="11035"/>
                    </a:lnTo>
                    <a:cubicBezTo>
                      <a:pt x="1967" y="11043"/>
                      <a:pt x="2058" y="11047"/>
                      <a:pt x="2149" y="11047"/>
                    </a:cubicBezTo>
                    <a:cubicBezTo>
                      <a:pt x="3189" y="11047"/>
                      <a:pt x="4195" y="10527"/>
                      <a:pt x="4778" y="9668"/>
                    </a:cubicBezTo>
                    <a:cubicBezTo>
                      <a:pt x="4806" y="9613"/>
                      <a:pt x="4744" y="9559"/>
                      <a:pt x="4684" y="9559"/>
                    </a:cubicBezTo>
                    <a:cubicBezTo>
                      <a:pt x="4670" y="9559"/>
                      <a:pt x="4657" y="9561"/>
                      <a:pt x="4645" y="9568"/>
                    </a:cubicBezTo>
                    <a:cubicBezTo>
                      <a:pt x="3878" y="10201"/>
                      <a:pt x="2910" y="10568"/>
                      <a:pt x="1943" y="10602"/>
                    </a:cubicBezTo>
                    <a:cubicBezTo>
                      <a:pt x="1876" y="10402"/>
                      <a:pt x="2143" y="8233"/>
                      <a:pt x="2043" y="8233"/>
                    </a:cubicBezTo>
                    <a:cubicBezTo>
                      <a:pt x="1543" y="8300"/>
                      <a:pt x="1076" y="8467"/>
                      <a:pt x="609" y="8667"/>
                    </a:cubicBezTo>
                    <a:cubicBezTo>
                      <a:pt x="709" y="5798"/>
                      <a:pt x="1242" y="2963"/>
                      <a:pt x="1276" y="94"/>
                    </a:cubicBezTo>
                    <a:cubicBezTo>
                      <a:pt x="1276" y="36"/>
                      <a:pt x="1231" y="0"/>
                      <a:pt x="1186"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9"/>
              <p:cNvSpPr/>
              <p:nvPr/>
            </p:nvSpPr>
            <p:spPr>
              <a:xfrm>
                <a:off x="1769017" y="2261061"/>
                <a:ext cx="41629" cy="30817"/>
              </a:xfrm>
              <a:custGeom>
                <a:avLst/>
                <a:gdLst/>
                <a:ahLst/>
                <a:cxnLst/>
                <a:rect l="l" t="t" r="r" b="b"/>
                <a:pathLst>
                  <a:path w="2903" h="2149" extrusionOk="0">
                    <a:moveTo>
                      <a:pt x="2436" y="1"/>
                    </a:moveTo>
                    <a:cubicBezTo>
                      <a:pt x="1768" y="601"/>
                      <a:pt x="901" y="1001"/>
                      <a:pt x="1" y="1101"/>
                    </a:cubicBezTo>
                    <a:cubicBezTo>
                      <a:pt x="367" y="1535"/>
                      <a:pt x="834" y="1869"/>
                      <a:pt x="1335" y="2069"/>
                    </a:cubicBezTo>
                    <a:cubicBezTo>
                      <a:pt x="1500" y="2124"/>
                      <a:pt x="1675" y="2149"/>
                      <a:pt x="1844" y="2149"/>
                    </a:cubicBezTo>
                    <a:cubicBezTo>
                      <a:pt x="1982" y="2149"/>
                      <a:pt x="2116" y="2132"/>
                      <a:pt x="2235" y="2102"/>
                    </a:cubicBezTo>
                    <a:cubicBezTo>
                      <a:pt x="2903" y="1902"/>
                      <a:pt x="2903" y="1302"/>
                      <a:pt x="2736" y="768"/>
                    </a:cubicBezTo>
                    <a:cubicBezTo>
                      <a:pt x="2669" y="501"/>
                      <a:pt x="2569" y="234"/>
                      <a:pt x="2436" y="1"/>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9"/>
              <p:cNvSpPr/>
              <p:nvPr/>
            </p:nvSpPr>
            <p:spPr>
              <a:xfrm>
                <a:off x="1788634" y="2272060"/>
                <a:ext cx="22485" cy="19818"/>
              </a:xfrm>
              <a:custGeom>
                <a:avLst/>
                <a:gdLst/>
                <a:ahLst/>
                <a:cxnLst/>
                <a:rect l="l" t="t" r="r" b="b"/>
                <a:pathLst>
                  <a:path w="1568" h="1382" extrusionOk="0">
                    <a:moveTo>
                      <a:pt x="1401" y="1"/>
                    </a:moveTo>
                    <a:cubicBezTo>
                      <a:pt x="701" y="134"/>
                      <a:pt x="0" y="601"/>
                      <a:pt x="0" y="1302"/>
                    </a:cubicBezTo>
                    <a:cubicBezTo>
                      <a:pt x="165" y="1357"/>
                      <a:pt x="331" y="1382"/>
                      <a:pt x="496" y="1382"/>
                    </a:cubicBezTo>
                    <a:cubicBezTo>
                      <a:pt x="631" y="1382"/>
                      <a:pt x="766" y="1365"/>
                      <a:pt x="901" y="1335"/>
                    </a:cubicBezTo>
                    <a:cubicBezTo>
                      <a:pt x="1568" y="1135"/>
                      <a:pt x="1535" y="535"/>
                      <a:pt x="14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9"/>
              <p:cNvSpPr/>
              <p:nvPr/>
            </p:nvSpPr>
            <p:spPr>
              <a:xfrm>
                <a:off x="1811592" y="1916772"/>
                <a:ext cx="152606" cy="81365"/>
              </a:xfrm>
              <a:custGeom>
                <a:avLst/>
                <a:gdLst/>
                <a:ahLst/>
                <a:cxnLst/>
                <a:rect l="l" t="t" r="r" b="b"/>
                <a:pathLst>
                  <a:path w="10642" h="5674" extrusionOk="0">
                    <a:moveTo>
                      <a:pt x="7250" y="0"/>
                    </a:moveTo>
                    <a:cubicBezTo>
                      <a:pt x="6437" y="0"/>
                      <a:pt x="5517" y="137"/>
                      <a:pt x="4570" y="426"/>
                    </a:cubicBezTo>
                    <a:cubicBezTo>
                      <a:pt x="1868" y="1260"/>
                      <a:pt x="0" y="2995"/>
                      <a:pt x="401" y="4329"/>
                    </a:cubicBezTo>
                    <a:cubicBezTo>
                      <a:pt x="684" y="5201"/>
                      <a:pt x="1850" y="5674"/>
                      <a:pt x="3378" y="5674"/>
                    </a:cubicBezTo>
                    <a:cubicBezTo>
                      <a:pt x="4189" y="5674"/>
                      <a:pt x="5101" y="5540"/>
                      <a:pt x="6038" y="5263"/>
                    </a:cubicBezTo>
                    <a:cubicBezTo>
                      <a:pt x="8773" y="4429"/>
                      <a:pt x="10641" y="2694"/>
                      <a:pt x="10208" y="1360"/>
                    </a:cubicBezTo>
                    <a:cubicBezTo>
                      <a:pt x="9946" y="488"/>
                      <a:pt x="8786" y="0"/>
                      <a:pt x="7250" y="0"/>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9"/>
              <p:cNvSpPr/>
              <p:nvPr/>
            </p:nvSpPr>
            <p:spPr>
              <a:xfrm>
                <a:off x="1827380" y="1923024"/>
                <a:ext cx="115767" cy="61891"/>
              </a:xfrm>
              <a:custGeom>
                <a:avLst/>
                <a:gdLst/>
                <a:ahLst/>
                <a:cxnLst/>
                <a:rect l="l" t="t" r="r" b="b"/>
                <a:pathLst>
                  <a:path w="8073" h="4316" extrusionOk="0">
                    <a:moveTo>
                      <a:pt x="5507" y="1"/>
                    </a:moveTo>
                    <a:cubicBezTo>
                      <a:pt x="4885" y="1"/>
                      <a:pt x="4185" y="104"/>
                      <a:pt x="3469" y="324"/>
                    </a:cubicBezTo>
                    <a:cubicBezTo>
                      <a:pt x="1434" y="957"/>
                      <a:pt x="0" y="2258"/>
                      <a:pt x="300" y="3292"/>
                    </a:cubicBezTo>
                    <a:cubicBezTo>
                      <a:pt x="497" y="3947"/>
                      <a:pt x="1392" y="4316"/>
                      <a:pt x="2566" y="4316"/>
                    </a:cubicBezTo>
                    <a:cubicBezTo>
                      <a:pt x="3187" y="4316"/>
                      <a:pt x="3887" y="4212"/>
                      <a:pt x="4603" y="3993"/>
                    </a:cubicBezTo>
                    <a:cubicBezTo>
                      <a:pt x="6638" y="3359"/>
                      <a:pt x="8073" y="2058"/>
                      <a:pt x="7772" y="1024"/>
                    </a:cubicBezTo>
                    <a:cubicBezTo>
                      <a:pt x="7576" y="370"/>
                      <a:pt x="6681" y="1"/>
                      <a:pt x="55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9"/>
              <p:cNvSpPr/>
              <p:nvPr/>
            </p:nvSpPr>
            <p:spPr>
              <a:xfrm>
                <a:off x="1769017" y="1930940"/>
                <a:ext cx="68416" cy="24478"/>
              </a:xfrm>
              <a:custGeom>
                <a:avLst/>
                <a:gdLst/>
                <a:ahLst/>
                <a:cxnLst/>
                <a:rect l="l" t="t" r="r" b="b"/>
                <a:pathLst>
                  <a:path w="4771" h="1707" extrusionOk="0">
                    <a:moveTo>
                      <a:pt x="2203" y="1"/>
                    </a:moveTo>
                    <a:cubicBezTo>
                      <a:pt x="1322" y="1"/>
                      <a:pt x="497" y="274"/>
                      <a:pt x="1" y="539"/>
                    </a:cubicBezTo>
                    <a:lnTo>
                      <a:pt x="401" y="1306"/>
                    </a:lnTo>
                    <a:cubicBezTo>
                      <a:pt x="460" y="1286"/>
                      <a:pt x="1277" y="864"/>
                      <a:pt x="2217" y="864"/>
                    </a:cubicBezTo>
                    <a:cubicBezTo>
                      <a:pt x="2855" y="864"/>
                      <a:pt x="3550" y="1059"/>
                      <a:pt x="4103" y="1706"/>
                    </a:cubicBezTo>
                    <a:lnTo>
                      <a:pt x="4771" y="1139"/>
                    </a:lnTo>
                    <a:cubicBezTo>
                      <a:pt x="4048" y="282"/>
                      <a:pt x="3097" y="1"/>
                      <a:pt x="22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9"/>
              <p:cNvSpPr/>
              <p:nvPr/>
            </p:nvSpPr>
            <p:spPr>
              <a:xfrm>
                <a:off x="1918253" y="1968798"/>
                <a:ext cx="111479" cy="216706"/>
              </a:xfrm>
              <a:custGeom>
                <a:avLst/>
                <a:gdLst/>
                <a:ahLst/>
                <a:cxnLst/>
                <a:rect l="l" t="t" r="r" b="b"/>
                <a:pathLst>
                  <a:path w="7774" h="15112" extrusionOk="0">
                    <a:moveTo>
                      <a:pt x="668" y="0"/>
                    </a:moveTo>
                    <a:lnTo>
                      <a:pt x="368" y="334"/>
                    </a:lnTo>
                    <a:lnTo>
                      <a:pt x="1" y="567"/>
                    </a:lnTo>
                    <a:cubicBezTo>
                      <a:pt x="401" y="1134"/>
                      <a:pt x="6139" y="10308"/>
                      <a:pt x="6372" y="11042"/>
                    </a:cubicBezTo>
                    <a:cubicBezTo>
                      <a:pt x="6472" y="11642"/>
                      <a:pt x="6873" y="15078"/>
                      <a:pt x="6873" y="15111"/>
                    </a:cubicBezTo>
                    <a:lnTo>
                      <a:pt x="7773" y="15011"/>
                    </a:lnTo>
                    <a:cubicBezTo>
                      <a:pt x="7773" y="14878"/>
                      <a:pt x="7340" y="11509"/>
                      <a:pt x="7206" y="10841"/>
                    </a:cubicBezTo>
                    <a:cubicBezTo>
                      <a:pt x="7073" y="10074"/>
                      <a:pt x="701" y="34"/>
                      <a:pt x="6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9"/>
              <p:cNvSpPr/>
              <p:nvPr/>
            </p:nvSpPr>
            <p:spPr>
              <a:xfrm>
                <a:off x="1642251" y="1907207"/>
                <a:ext cx="152133" cy="81365"/>
              </a:xfrm>
              <a:custGeom>
                <a:avLst/>
                <a:gdLst/>
                <a:ahLst/>
                <a:cxnLst/>
                <a:rect l="l" t="t" r="r" b="b"/>
                <a:pathLst>
                  <a:path w="10609" h="5674" extrusionOk="0">
                    <a:moveTo>
                      <a:pt x="7228" y="0"/>
                    </a:moveTo>
                    <a:cubicBezTo>
                      <a:pt x="6418" y="0"/>
                      <a:pt x="5507" y="137"/>
                      <a:pt x="4571" y="426"/>
                    </a:cubicBezTo>
                    <a:cubicBezTo>
                      <a:pt x="1836" y="1260"/>
                      <a:pt x="1" y="2994"/>
                      <a:pt x="401" y="4329"/>
                    </a:cubicBezTo>
                    <a:cubicBezTo>
                      <a:pt x="663" y="5200"/>
                      <a:pt x="1821" y="5673"/>
                      <a:pt x="3356" y="5673"/>
                    </a:cubicBezTo>
                    <a:cubicBezTo>
                      <a:pt x="4170" y="5673"/>
                      <a:pt x="5090" y="5540"/>
                      <a:pt x="6039" y="5263"/>
                    </a:cubicBezTo>
                    <a:cubicBezTo>
                      <a:pt x="8740" y="4429"/>
                      <a:pt x="10608" y="2694"/>
                      <a:pt x="10208" y="1360"/>
                    </a:cubicBezTo>
                    <a:cubicBezTo>
                      <a:pt x="9925" y="488"/>
                      <a:pt x="8757" y="0"/>
                      <a:pt x="7228" y="0"/>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9"/>
              <p:cNvSpPr/>
              <p:nvPr/>
            </p:nvSpPr>
            <p:spPr>
              <a:xfrm>
                <a:off x="1658527" y="1914420"/>
                <a:ext cx="115767" cy="61891"/>
              </a:xfrm>
              <a:custGeom>
                <a:avLst/>
                <a:gdLst/>
                <a:ahLst/>
                <a:cxnLst/>
                <a:rect l="l" t="t" r="r" b="b"/>
                <a:pathLst>
                  <a:path w="8073" h="4316" extrusionOk="0">
                    <a:moveTo>
                      <a:pt x="5531" y="0"/>
                    </a:moveTo>
                    <a:cubicBezTo>
                      <a:pt x="4914" y="0"/>
                      <a:pt x="4218" y="104"/>
                      <a:pt x="3503" y="323"/>
                    </a:cubicBezTo>
                    <a:cubicBezTo>
                      <a:pt x="1434" y="957"/>
                      <a:pt x="0" y="2258"/>
                      <a:pt x="334" y="3292"/>
                    </a:cubicBezTo>
                    <a:cubicBezTo>
                      <a:pt x="530" y="3946"/>
                      <a:pt x="1411" y="4315"/>
                      <a:pt x="2575" y="4315"/>
                    </a:cubicBezTo>
                    <a:cubicBezTo>
                      <a:pt x="3191" y="4315"/>
                      <a:pt x="3887" y="4212"/>
                      <a:pt x="4603" y="3992"/>
                    </a:cubicBezTo>
                    <a:cubicBezTo>
                      <a:pt x="6671" y="3359"/>
                      <a:pt x="8072" y="2058"/>
                      <a:pt x="7772" y="1024"/>
                    </a:cubicBezTo>
                    <a:cubicBezTo>
                      <a:pt x="7576" y="369"/>
                      <a:pt x="6695" y="0"/>
                      <a:pt x="55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9"/>
              <p:cNvSpPr/>
              <p:nvPr/>
            </p:nvSpPr>
            <p:spPr>
              <a:xfrm>
                <a:off x="1961316" y="2150873"/>
                <a:ext cx="99505" cy="122994"/>
              </a:xfrm>
              <a:custGeom>
                <a:avLst/>
                <a:gdLst/>
                <a:ahLst/>
                <a:cxnLst/>
                <a:rect l="l" t="t" r="r" b="b"/>
                <a:pathLst>
                  <a:path w="6939" h="8577" extrusionOk="0">
                    <a:moveTo>
                      <a:pt x="4424" y="0"/>
                    </a:moveTo>
                    <a:cubicBezTo>
                      <a:pt x="2532" y="0"/>
                      <a:pt x="400" y="3682"/>
                      <a:pt x="400" y="3682"/>
                    </a:cubicBezTo>
                    <a:lnTo>
                      <a:pt x="0" y="7318"/>
                    </a:lnTo>
                    <a:cubicBezTo>
                      <a:pt x="390" y="8121"/>
                      <a:pt x="1191" y="8577"/>
                      <a:pt x="2022" y="8577"/>
                    </a:cubicBezTo>
                    <a:cubicBezTo>
                      <a:pt x="2399" y="8577"/>
                      <a:pt x="2782" y="8483"/>
                      <a:pt x="3136" y="8285"/>
                    </a:cubicBezTo>
                    <a:cubicBezTo>
                      <a:pt x="5271" y="7251"/>
                      <a:pt x="6938" y="1013"/>
                      <a:pt x="4970" y="113"/>
                    </a:cubicBezTo>
                    <a:cubicBezTo>
                      <a:pt x="4792" y="35"/>
                      <a:pt x="4609" y="0"/>
                      <a:pt x="44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9"/>
              <p:cNvSpPr/>
              <p:nvPr/>
            </p:nvSpPr>
            <p:spPr>
              <a:xfrm>
                <a:off x="1975656" y="2178305"/>
                <a:ext cx="50247" cy="78555"/>
              </a:xfrm>
              <a:custGeom>
                <a:avLst/>
                <a:gdLst/>
                <a:ahLst/>
                <a:cxnLst/>
                <a:rect l="l" t="t" r="r" b="b"/>
                <a:pathLst>
                  <a:path w="3504" h="5478" extrusionOk="0">
                    <a:moveTo>
                      <a:pt x="3437" y="1"/>
                    </a:moveTo>
                    <a:cubicBezTo>
                      <a:pt x="1335" y="401"/>
                      <a:pt x="1" y="3337"/>
                      <a:pt x="201" y="5271"/>
                    </a:cubicBezTo>
                    <a:cubicBezTo>
                      <a:pt x="201" y="5305"/>
                      <a:pt x="201" y="5305"/>
                      <a:pt x="201" y="5338"/>
                    </a:cubicBezTo>
                    <a:cubicBezTo>
                      <a:pt x="180" y="5420"/>
                      <a:pt x="262" y="5477"/>
                      <a:pt x="343" y="5477"/>
                    </a:cubicBezTo>
                    <a:cubicBezTo>
                      <a:pt x="393" y="5477"/>
                      <a:pt x="442" y="5456"/>
                      <a:pt x="468" y="5405"/>
                    </a:cubicBezTo>
                    <a:cubicBezTo>
                      <a:pt x="635" y="4938"/>
                      <a:pt x="835" y="4504"/>
                      <a:pt x="1102" y="4104"/>
                    </a:cubicBezTo>
                    <a:cubicBezTo>
                      <a:pt x="1373" y="3669"/>
                      <a:pt x="1823" y="3433"/>
                      <a:pt x="2287" y="3433"/>
                    </a:cubicBezTo>
                    <a:cubicBezTo>
                      <a:pt x="2392" y="3433"/>
                      <a:pt x="2498" y="3445"/>
                      <a:pt x="2603" y="3470"/>
                    </a:cubicBezTo>
                    <a:cubicBezTo>
                      <a:pt x="2636" y="3470"/>
                      <a:pt x="2669" y="3403"/>
                      <a:pt x="2636" y="3370"/>
                    </a:cubicBezTo>
                    <a:cubicBezTo>
                      <a:pt x="2373" y="3222"/>
                      <a:pt x="2132" y="3158"/>
                      <a:pt x="1915" y="3158"/>
                    </a:cubicBezTo>
                    <a:cubicBezTo>
                      <a:pt x="1443" y="3158"/>
                      <a:pt x="1075" y="3459"/>
                      <a:pt x="801" y="3870"/>
                    </a:cubicBezTo>
                    <a:cubicBezTo>
                      <a:pt x="1235" y="2336"/>
                      <a:pt x="1936" y="801"/>
                      <a:pt x="3437" y="34"/>
                    </a:cubicBezTo>
                    <a:cubicBezTo>
                      <a:pt x="3503" y="34"/>
                      <a:pt x="3470" y="1"/>
                      <a:pt x="3437" y="1"/>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9"/>
              <p:cNvSpPr/>
              <p:nvPr/>
            </p:nvSpPr>
            <p:spPr>
              <a:xfrm>
                <a:off x="1977578" y="2262495"/>
                <a:ext cx="33011" cy="28235"/>
              </a:xfrm>
              <a:custGeom>
                <a:avLst/>
                <a:gdLst/>
                <a:ahLst/>
                <a:cxnLst/>
                <a:rect l="l" t="t" r="r" b="b"/>
                <a:pathLst>
                  <a:path w="2302" h="1969" extrusionOk="0">
                    <a:moveTo>
                      <a:pt x="1335" y="1"/>
                    </a:moveTo>
                    <a:cubicBezTo>
                      <a:pt x="434" y="1"/>
                      <a:pt x="0" y="1068"/>
                      <a:pt x="634" y="1669"/>
                    </a:cubicBezTo>
                    <a:cubicBezTo>
                      <a:pt x="830" y="1876"/>
                      <a:pt x="1077" y="1969"/>
                      <a:pt x="1319" y="1969"/>
                    </a:cubicBezTo>
                    <a:cubicBezTo>
                      <a:pt x="1818" y="1969"/>
                      <a:pt x="2302" y="1574"/>
                      <a:pt x="2302" y="968"/>
                    </a:cubicBezTo>
                    <a:cubicBezTo>
                      <a:pt x="2302" y="434"/>
                      <a:pt x="1868" y="1"/>
                      <a:pt x="13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9"/>
              <p:cNvSpPr/>
              <p:nvPr/>
            </p:nvSpPr>
            <p:spPr>
              <a:xfrm>
                <a:off x="1787673" y="3143129"/>
                <a:ext cx="672087" cy="679257"/>
              </a:xfrm>
              <a:custGeom>
                <a:avLst/>
                <a:gdLst/>
                <a:ahLst/>
                <a:cxnLst/>
                <a:rect l="l" t="t" r="r" b="b"/>
                <a:pathLst>
                  <a:path w="46868" h="47368" extrusionOk="0">
                    <a:moveTo>
                      <a:pt x="13510" y="0"/>
                    </a:moveTo>
                    <a:cubicBezTo>
                      <a:pt x="13510" y="0"/>
                      <a:pt x="3903" y="33624"/>
                      <a:pt x="0" y="47368"/>
                    </a:cubicBezTo>
                    <a:lnTo>
                      <a:pt x="34792" y="47368"/>
                    </a:lnTo>
                    <a:cubicBezTo>
                      <a:pt x="38228" y="33958"/>
                      <a:pt x="46867" y="0"/>
                      <a:pt x="46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9"/>
              <p:cNvSpPr/>
              <p:nvPr/>
            </p:nvSpPr>
            <p:spPr>
              <a:xfrm>
                <a:off x="1996707" y="3143129"/>
                <a:ext cx="753882" cy="679257"/>
              </a:xfrm>
              <a:custGeom>
                <a:avLst/>
                <a:gdLst/>
                <a:ahLst/>
                <a:cxnLst/>
                <a:rect l="l" t="t" r="r" b="b"/>
                <a:pathLst>
                  <a:path w="52572" h="47368" extrusionOk="0">
                    <a:moveTo>
                      <a:pt x="1" y="0"/>
                    </a:moveTo>
                    <a:lnTo>
                      <a:pt x="1" y="134"/>
                    </a:lnTo>
                    <a:cubicBezTo>
                      <a:pt x="34" y="567"/>
                      <a:pt x="1268" y="7372"/>
                      <a:pt x="2602" y="14577"/>
                    </a:cubicBezTo>
                    <a:cubicBezTo>
                      <a:pt x="3303" y="18380"/>
                      <a:pt x="4037" y="22316"/>
                      <a:pt x="4604" y="25452"/>
                    </a:cubicBezTo>
                    <a:cubicBezTo>
                      <a:pt x="5104" y="27987"/>
                      <a:pt x="5471" y="29988"/>
                      <a:pt x="5638" y="30956"/>
                    </a:cubicBezTo>
                    <a:cubicBezTo>
                      <a:pt x="5738" y="31356"/>
                      <a:pt x="5771" y="31556"/>
                      <a:pt x="5771" y="31590"/>
                    </a:cubicBezTo>
                    <a:lnTo>
                      <a:pt x="8440" y="32924"/>
                    </a:lnTo>
                    <a:lnTo>
                      <a:pt x="8673" y="33024"/>
                    </a:lnTo>
                    <a:lnTo>
                      <a:pt x="13910" y="35626"/>
                    </a:lnTo>
                    <a:lnTo>
                      <a:pt x="15345" y="36360"/>
                    </a:lnTo>
                    <a:lnTo>
                      <a:pt x="15378" y="36360"/>
                    </a:lnTo>
                    <a:cubicBezTo>
                      <a:pt x="15412" y="36360"/>
                      <a:pt x="15678" y="42531"/>
                      <a:pt x="15879" y="47368"/>
                    </a:cubicBezTo>
                    <a:lnTo>
                      <a:pt x="49069" y="47368"/>
                    </a:lnTo>
                    <a:cubicBezTo>
                      <a:pt x="48535" y="41730"/>
                      <a:pt x="47768" y="33958"/>
                      <a:pt x="47768" y="33958"/>
                    </a:cubicBezTo>
                    <a:cubicBezTo>
                      <a:pt x="52571" y="19247"/>
                      <a:pt x="44933" y="0"/>
                      <a:pt x="449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9"/>
              <p:cNvSpPr/>
              <p:nvPr/>
            </p:nvSpPr>
            <p:spPr>
              <a:xfrm>
                <a:off x="1984877" y="3556350"/>
                <a:ext cx="294544" cy="134968"/>
              </a:xfrm>
              <a:custGeom>
                <a:avLst/>
                <a:gdLst/>
                <a:ahLst/>
                <a:cxnLst/>
                <a:rect l="l" t="t" r="r" b="b"/>
                <a:pathLst>
                  <a:path w="20540" h="9412" extrusionOk="0">
                    <a:moveTo>
                      <a:pt x="132" y="1"/>
                    </a:moveTo>
                    <a:cubicBezTo>
                      <a:pt x="48" y="1"/>
                      <a:pt x="1" y="141"/>
                      <a:pt x="92" y="172"/>
                    </a:cubicBezTo>
                    <a:cubicBezTo>
                      <a:pt x="3494" y="1639"/>
                      <a:pt x="6830" y="3307"/>
                      <a:pt x="10232" y="4842"/>
                    </a:cubicBezTo>
                    <a:cubicBezTo>
                      <a:pt x="11933" y="5576"/>
                      <a:pt x="13635" y="6309"/>
                      <a:pt x="15369" y="7077"/>
                    </a:cubicBezTo>
                    <a:cubicBezTo>
                      <a:pt x="17070" y="7811"/>
                      <a:pt x="18738" y="8678"/>
                      <a:pt x="20473" y="9412"/>
                    </a:cubicBezTo>
                    <a:cubicBezTo>
                      <a:pt x="20506" y="9412"/>
                      <a:pt x="20540" y="9345"/>
                      <a:pt x="20506" y="9345"/>
                    </a:cubicBezTo>
                    <a:cubicBezTo>
                      <a:pt x="18972" y="8278"/>
                      <a:pt x="17337" y="7377"/>
                      <a:pt x="15703" y="6443"/>
                    </a:cubicBezTo>
                    <a:cubicBezTo>
                      <a:pt x="14068" y="5542"/>
                      <a:pt x="12367" y="4608"/>
                      <a:pt x="10633" y="3808"/>
                    </a:cubicBezTo>
                    <a:cubicBezTo>
                      <a:pt x="7263" y="2240"/>
                      <a:pt x="3694" y="1106"/>
                      <a:pt x="158" y="5"/>
                    </a:cubicBezTo>
                    <a:cubicBezTo>
                      <a:pt x="149" y="2"/>
                      <a:pt x="141" y="1"/>
                      <a:pt x="13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9"/>
              <p:cNvSpPr/>
              <p:nvPr/>
            </p:nvSpPr>
            <p:spPr>
              <a:xfrm>
                <a:off x="2036888" y="3206383"/>
                <a:ext cx="108124" cy="410812"/>
              </a:xfrm>
              <a:custGeom>
                <a:avLst/>
                <a:gdLst/>
                <a:ahLst/>
                <a:cxnLst/>
                <a:rect l="l" t="t" r="r" b="b"/>
                <a:pathLst>
                  <a:path w="7540" h="28648" extrusionOk="0">
                    <a:moveTo>
                      <a:pt x="6434" y="1"/>
                    </a:moveTo>
                    <a:cubicBezTo>
                      <a:pt x="6380" y="1"/>
                      <a:pt x="6322" y="42"/>
                      <a:pt x="6305" y="126"/>
                    </a:cubicBezTo>
                    <a:cubicBezTo>
                      <a:pt x="6272" y="3161"/>
                      <a:pt x="6372" y="6230"/>
                      <a:pt x="6438" y="9299"/>
                    </a:cubicBezTo>
                    <a:cubicBezTo>
                      <a:pt x="6472" y="10800"/>
                      <a:pt x="6505" y="12335"/>
                      <a:pt x="6539" y="13869"/>
                    </a:cubicBezTo>
                    <a:cubicBezTo>
                      <a:pt x="6605" y="15337"/>
                      <a:pt x="6705" y="16804"/>
                      <a:pt x="6605" y="18272"/>
                    </a:cubicBezTo>
                    <a:cubicBezTo>
                      <a:pt x="6505" y="19373"/>
                      <a:pt x="6272" y="21508"/>
                      <a:pt x="4837" y="21641"/>
                    </a:cubicBezTo>
                    <a:cubicBezTo>
                      <a:pt x="4779" y="21647"/>
                      <a:pt x="4721" y="21650"/>
                      <a:pt x="4665" y="21650"/>
                    </a:cubicBezTo>
                    <a:cubicBezTo>
                      <a:pt x="3408" y="21650"/>
                      <a:pt x="2722" y="20261"/>
                      <a:pt x="2402" y="19240"/>
                    </a:cubicBezTo>
                    <a:cubicBezTo>
                      <a:pt x="1535" y="16504"/>
                      <a:pt x="1235" y="13569"/>
                      <a:pt x="935" y="10733"/>
                    </a:cubicBezTo>
                    <a:cubicBezTo>
                      <a:pt x="768" y="9066"/>
                      <a:pt x="267" y="2227"/>
                      <a:pt x="334" y="526"/>
                    </a:cubicBezTo>
                    <a:cubicBezTo>
                      <a:pt x="334" y="476"/>
                      <a:pt x="301" y="451"/>
                      <a:pt x="263" y="451"/>
                    </a:cubicBezTo>
                    <a:cubicBezTo>
                      <a:pt x="226" y="451"/>
                      <a:pt x="184" y="476"/>
                      <a:pt x="167" y="526"/>
                    </a:cubicBezTo>
                    <a:cubicBezTo>
                      <a:pt x="101" y="2261"/>
                      <a:pt x="1" y="9199"/>
                      <a:pt x="101" y="10934"/>
                    </a:cubicBezTo>
                    <a:cubicBezTo>
                      <a:pt x="201" y="12601"/>
                      <a:pt x="334" y="14236"/>
                      <a:pt x="601" y="15870"/>
                    </a:cubicBezTo>
                    <a:cubicBezTo>
                      <a:pt x="768" y="17372"/>
                      <a:pt x="1135" y="18839"/>
                      <a:pt x="1668" y="20240"/>
                    </a:cubicBezTo>
                    <a:cubicBezTo>
                      <a:pt x="2169" y="21408"/>
                      <a:pt x="2769" y="22442"/>
                      <a:pt x="4070" y="22675"/>
                    </a:cubicBezTo>
                    <a:cubicBezTo>
                      <a:pt x="4204" y="22709"/>
                      <a:pt x="4370" y="22742"/>
                      <a:pt x="4537" y="22742"/>
                    </a:cubicBezTo>
                    <a:cubicBezTo>
                      <a:pt x="4537" y="23076"/>
                      <a:pt x="4604" y="23443"/>
                      <a:pt x="4637" y="23809"/>
                    </a:cubicBezTo>
                    <a:cubicBezTo>
                      <a:pt x="4671" y="24343"/>
                      <a:pt x="4737" y="24910"/>
                      <a:pt x="4804" y="25477"/>
                    </a:cubicBezTo>
                    <a:cubicBezTo>
                      <a:pt x="4871" y="26011"/>
                      <a:pt x="5004" y="26545"/>
                      <a:pt x="5138" y="27078"/>
                    </a:cubicBezTo>
                    <a:cubicBezTo>
                      <a:pt x="5271" y="27612"/>
                      <a:pt x="5438" y="28113"/>
                      <a:pt x="5705" y="28613"/>
                    </a:cubicBezTo>
                    <a:cubicBezTo>
                      <a:pt x="5716" y="28637"/>
                      <a:pt x="5741" y="28648"/>
                      <a:pt x="5767" y="28648"/>
                    </a:cubicBezTo>
                    <a:cubicBezTo>
                      <a:pt x="5816" y="28648"/>
                      <a:pt x="5871" y="28611"/>
                      <a:pt x="5871" y="28546"/>
                    </a:cubicBezTo>
                    <a:cubicBezTo>
                      <a:pt x="5871" y="28012"/>
                      <a:pt x="5838" y="27479"/>
                      <a:pt x="5738" y="26978"/>
                    </a:cubicBezTo>
                    <a:cubicBezTo>
                      <a:pt x="5671" y="26445"/>
                      <a:pt x="5571" y="25878"/>
                      <a:pt x="5471" y="25344"/>
                    </a:cubicBezTo>
                    <a:cubicBezTo>
                      <a:pt x="5371" y="24810"/>
                      <a:pt x="5271" y="24310"/>
                      <a:pt x="5171" y="23776"/>
                    </a:cubicBezTo>
                    <a:cubicBezTo>
                      <a:pt x="5104" y="23443"/>
                      <a:pt x="5037" y="23076"/>
                      <a:pt x="4971" y="22709"/>
                    </a:cubicBezTo>
                    <a:cubicBezTo>
                      <a:pt x="5838" y="22575"/>
                      <a:pt x="6539" y="22008"/>
                      <a:pt x="6905" y="21208"/>
                    </a:cubicBezTo>
                    <a:cubicBezTo>
                      <a:pt x="7506" y="19940"/>
                      <a:pt x="7539" y="18406"/>
                      <a:pt x="7506" y="17005"/>
                    </a:cubicBezTo>
                    <a:cubicBezTo>
                      <a:pt x="7473" y="15337"/>
                      <a:pt x="7339" y="13669"/>
                      <a:pt x="7272" y="11968"/>
                    </a:cubicBezTo>
                    <a:cubicBezTo>
                      <a:pt x="7072" y="8032"/>
                      <a:pt x="6905" y="4062"/>
                      <a:pt x="6539" y="126"/>
                    </a:cubicBezTo>
                    <a:cubicBezTo>
                      <a:pt x="6539" y="42"/>
                      <a:pt x="6489" y="1"/>
                      <a:pt x="643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9"/>
              <p:cNvSpPr/>
              <p:nvPr/>
            </p:nvSpPr>
            <p:spPr>
              <a:xfrm>
                <a:off x="2372903" y="3219360"/>
                <a:ext cx="295246" cy="233842"/>
              </a:xfrm>
              <a:custGeom>
                <a:avLst/>
                <a:gdLst/>
                <a:ahLst/>
                <a:cxnLst/>
                <a:rect l="l" t="t" r="r" b="b"/>
                <a:pathLst>
                  <a:path w="20589" h="16307" extrusionOk="0">
                    <a:moveTo>
                      <a:pt x="86" y="0"/>
                    </a:moveTo>
                    <a:cubicBezTo>
                      <a:pt x="40" y="0"/>
                      <a:pt x="1" y="35"/>
                      <a:pt x="19" y="88"/>
                    </a:cubicBezTo>
                    <a:cubicBezTo>
                      <a:pt x="452" y="4191"/>
                      <a:pt x="1353" y="8394"/>
                      <a:pt x="3988" y="11696"/>
                    </a:cubicBezTo>
                    <a:cubicBezTo>
                      <a:pt x="5122" y="13131"/>
                      <a:pt x="6557" y="14332"/>
                      <a:pt x="8191" y="15166"/>
                    </a:cubicBezTo>
                    <a:cubicBezTo>
                      <a:pt x="9801" y="15909"/>
                      <a:pt x="11555" y="16307"/>
                      <a:pt x="13319" y="16307"/>
                    </a:cubicBezTo>
                    <a:cubicBezTo>
                      <a:pt x="13455" y="16307"/>
                      <a:pt x="13592" y="16305"/>
                      <a:pt x="13728" y="16300"/>
                    </a:cubicBezTo>
                    <a:cubicBezTo>
                      <a:pt x="15997" y="16300"/>
                      <a:pt x="18232" y="16000"/>
                      <a:pt x="20400" y="15399"/>
                    </a:cubicBezTo>
                    <a:cubicBezTo>
                      <a:pt x="20588" y="15368"/>
                      <a:pt x="20540" y="15129"/>
                      <a:pt x="20395" y="15129"/>
                    </a:cubicBezTo>
                    <a:cubicBezTo>
                      <a:pt x="20386" y="15129"/>
                      <a:pt x="20376" y="15130"/>
                      <a:pt x="20366" y="15132"/>
                    </a:cubicBezTo>
                    <a:cubicBezTo>
                      <a:pt x="18651" y="15251"/>
                      <a:pt x="16952" y="15439"/>
                      <a:pt x="15247" y="15439"/>
                    </a:cubicBezTo>
                    <a:cubicBezTo>
                      <a:pt x="14564" y="15439"/>
                      <a:pt x="13881" y="15409"/>
                      <a:pt x="13195" y="15332"/>
                    </a:cubicBezTo>
                    <a:cubicBezTo>
                      <a:pt x="10926" y="15099"/>
                      <a:pt x="8758" y="14232"/>
                      <a:pt x="6924" y="12864"/>
                    </a:cubicBezTo>
                    <a:cubicBezTo>
                      <a:pt x="2987" y="9795"/>
                      <a:pt x="1253" y="4792"/>
                      <a:pt x="185" y="88"/>
                    </a:cubicBezTo>
                    <a:cubicBezTo>
                      <a:pt x="170" y="26"/>
                      <a:pt x="126" y="0"/>
                      <a:pt x="8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9"/>
              <p:cNvSpPr/>
              <p:nvPr/>
            </p:nvSpPr>
            <p:spPr>
              <a:xfrm>
                <a:off x="2216740" y="3659498"/>
                <a:ext cx="13408" cy="162888"/>
              </a:xfrm>
              <a:custGeom>
                <a:avLst/>
                <a:gdLst/>
                <a:ahLst/>
                <a:cxnLst/>
                <a:rect l="l" t="t" r="r" b="b"/>
                <a:pathLst>
                  <a:path w="935" h="11359" extrusionOk="0">
                    <a:moveTo>
                      <a:pt x="51" y="0"/>
                    </a:moveTo>
                    <a:cubicBezTo>
                      <a:pt x="26" y="0"/>
                      <a:pt x="1" y="17"/>
                      <a:pt x="1" y="50"/>
                    </a:cubicBezTo>
                    <a:lnTo>
                      <a:pt x="1" y="251"/>
                    </a:lnTo>
                    <a:lnTo>
                      <a:pt x="1" y="317"/>
                    </a:lnTo>
                    <a:cubicBezTo>
                      <a:pt x="1" y="1318"/>
                      <a:pt x="34" y="2285"/>
                      <a:pt x="34" y="3286"/>
                    </a:cubicBezTo>
                    <a:cubicBezTo>
                      <a:pt x="68" y="4354"/>
                      <a:pt x="68" y="5421"/>
                      <a:pt x="101" y="6488"/>
                    </a:cubicBezTo>
                    <a:cubicBezTo>
                      <a:pt x="168" y="8123"/>
                      <a:pt x="234" y="9724"/>
                      <a:pt x="334" y="11359"/>
                    </a:cubicBezTo>
                    <a:lnTo>
                      <a:pt x="935" y="11359"/>
                    </a:lnTo>
                    <a:cubicBezTo>
                      <a:pt x="901" y="10992"/>
                      <a:pt x="901" y="10591"/>
                      <a:pt x="868" y="10224"/>
                    </a:cubicBezTo>
                    <a:cubicBezTo>
                      <a:pt x="768" y="8056"/>
                      <a:pt x="635" y="5888"/>
                      <a:pt x="434" y="3720"/>
                    </a:cubicBezTo>
                    <a:cubicBezTo>
                      <a:pt x="334" y="2586"/>
                      <a:pt x="268" y="1451"/>
                      <a:pt x="134" y="317"/>
                    </a:cubicBezTo>
                    <a:cubicBezTo>
                      <a:pt x="134" y="217"/>
                      <a:pt x="101" y="151"/>
                      <a:pt x="101" y="50"/>
                    </a:cubicBezTo>
                    <a:cubicBezTo>
                      <a:pt x="101" y="17"/>
                      <a:pt x="76" y="0"/>
                      <a:pt x="5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9"/>
              <p:cNvSpPr/>
              <p:nvPr/>
            </p:nvSpPr>
            <p:spPr>
              <a:xfrm>
                <a:off x="1941226" y="1896481"/>
                <a:ext cx="723267" cy="970101"/>
              </a:xfrm>
              <a:custGeom>
                <a:avLst/>
                <a:gdLst/>
                <a:ahLst/>
                <a:cxnLst/>
                <a:rect l="l" t="t" r="r" b="b"/>
                <a:pathLst>
                  <a:path w="50437" h="67650" extrusionOk="0">
                    <a:moveTo>
                      <a:pt x="27198" y="1"/>
                    </a:moveTo>
                    <a:cubicBezTo>
                      <a:pt x="23331" y="1"/>
                      <a:pt x="19709" y="1235"/>
                      <a:pt x="17546" y="4109"/>
                    </a:cubicBezTo>
                    <a:cubicBezTo>
                      <a:pt x="14644" y="7979"/>
                      <a:pt x="16579" y="16151"/>
                      <a:pt x="15311" y="21155"/>
                    </a:cubicBezTo>
                    <a:cubicBezTo>
                      <a:pt x="14043" y="26158"/>
                      <a:pt x="0" y="38501"/>
                      <a:pt x="1301" y="50909"/>
                    </a:cubicBezTo>
                    <a:cubicBezTo>
                      <a:pt x="2448" y="61646"/>
                      <a:pt x="14119" y="67649"/>
                      <a:pt x="24921" y="67649"/>
                    </a:cubicBezTo>
                    <a:cubicBezTo>
                      <a:pt x="29824" y="67649"/>
                      <a:pt x="34549" y="66412"/>
                      <a:pt x="38027" y="63819"/>
                    </a:cubicBezTo>
                    <a:cubicBezTo>
                      <a:pt x="50436" y="54579"/>
                      <a:pt x="41396" y="37700"/>
                      <a:pt x="40929" y="30562"/>
                    </a:cubicBezTo>
                    <a:cubicBezTo>
                      <a:pt x="40462" y="23457"/>
                      <a:pt x="42097" y="17085"/>
                      <a:pt x="41296" y="10747"/>
                    </a:cubicBezTo>
                    <a:cubicBezTo>
                      <a:pt x="40296" y="2908"/>
                      <a:pt x="34525" y="840"/>
                      <a:pt x="29755" y="173"/>
                    </a:cubicBezTo>
                    <a:cubicBezTo>
                      <a:pt x="28899" y="60"/>
                      <a:pt x="28043" y="1"/>
                      <a:pt x="271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9"/>
              <p:cNvSpPr/>
              <p:nvPr/>
            </p:nvSpPr>
            <p:spPr>
              <a:xfrm>
                <a:off x="1954619" y="2057763"/>
                <a:ext cx="215745" cy="561597"/>
              </a:xfrm>
              <a:custGeom>
                <a:avLst/>
                <a:gdLst/>
                <a:ahLst/>
                <a:cxnLst/>
                <a:rect l="l" t="t" r="r" b="b"/>
                <a:pathLst>
                  <a:path w="15045" h="39163" extrusionOk="0">
                    <a:moveTo>
                      <a:pt x="14911" y="1"/>
                    </a:moveTo>
                    <a:cubicBezTo>
                      <a:pt x="14777" y="1769"/>
                      <a:pt x="14510" y="3537"/>
                      <a:pt x="14144" y="5305"/>
                    </a:cubicBezTo>
                    <a:cubicBezTo>
                      <a:pt x="13843" y="7039"/>
                      <a:pt x="13376" y="8740"/>
                      <a:pt x="12676" y="10342"/>
                    </a:cubicBezTo>
                    <a:cubicBezTo>
                      <a:pt x="12009" y="11943"/>
                      <a:pt x="10808" y="13277"/>
                      <a:pt x="9674" y="14678"/>
                    </a:cubicBezTo>
                    <a:cubicBezTo>
                      <a:pt x="8506" y="16046"/>
                      <a:pt x="7339" y="17447"/>
                      <a:pt x="6271" y="18914"/>
                    </a:cubicBezTo>
                    <a:cubicBezTo>
                      <a:pt x="4136" y="21850"/>
                      <a:pt x="2268" y="25019"/>
                      <a:pt x="1201" y="28521"/>
                    </a:cubicBezTo>
                    <a:cubicBezTo>
                      <a:pt x="667" y="30222"/>
                      <a:pt x="334" y="31990"/>
                      <a:pt x="134" y="33792"/>
                    </a:cubicBezTo>
                    <a:cubicBezTo>
                      <a:pt x="0" y="35593"/>
                      <a:pt x="67" y="37394"/>
                      <a:pt x="300" y="39162"/>
                    </a:cubicBezTo>
                    <a:cubicBezTo>
                      <a:pt x="200" y="35626"/>
                      <a:pt x="767" y="32090"/>
                      <a:pt x="1968" y="28755"/>
                    </a:cubicBezTo>
                    <a:cubicBezTo>
                      <a:pt x="3236" y="25419"/>
                      <a:pt x="4970" y="22283"/>
                      <a:pt x="7105" y="19481"/>
                    </a:cubicBezTo>
                    <a:cubicBezTo>
                      <a:pt x="8173" y="18047"/>
                      <a:pt x="9307" y="16646"/>
                      <a:pt x="10441" y="15245"/>
                    </a:cubicBezTo>
                    <a:cubicBezTo>
                      <a:pt x="11041" y="14545"/>
                      <a:pt x="11608" y="13811"/>
                      <a:pt x="12109" y="13077"/>
                    </a:cubicBezTo>
                    <a:cubicBezTo>
                      <a:pt x="12676" y="12310"/>
                      <a:pt x="13109" y="11509"/>
                      <a:pt x="13443" y="10642"/>
                    </a:cubicBezTo>
                    <a:cubicBezTo>
                      <a:pt x="14744" y="7173"/>
                      <a:pt x="15044" y="3570"/>
                      <a:pt x="149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9"/>
              <p:cNvSpPr/>
              <p:nvPr/>
            </p:nvSpPr>
            <p:spPr>
              <a:xfrm>
                <a:off x="2526226" y="2127599"/>
                <a:ext cx="76561" cy="607987"/>
              </a:xfrm>
              <a:custGeom>
                <a:avLst/>
                <a:gdLst/>
                <a:ahLst/>
                <a:cxnLst/>
                <a:rect l="l" t="t" r="r" b="b"/>
                <a:pathLst>
                  <a:path w="5339" h="42398" extrusionOk="0">
                    <a:moveTo>
                      <a:pt x="468" y="1"/>
                    </a:moveTo>
                    <a:cubicBezTo>
                      <a:pt x="134" y="3637"/>
                      <a:pt x="1" y="7273"/>
                      <a:pt x="101" y="10909"/>
                    </a:cubicBezTo>
                    <a:cubicBezTo>
                      <a:pt x="168" y="12743"/>
                      <a:pt x="368" y="14545"/>
                      <a:pt x="701" y="16379"/>
                    </a:cubicBezTo>
                    <a:cubicBezTo>
                      <a:pt x="1068" y="18214"/>
                      <a:pt x="1702" y="19915"/>
                      <a:pt x="2202" y="21650"/>
                    </a:cubicBezTo>
                    <a:cubicBezTo>
                      <a:pt x="3303" y="25119"/>
                      <a:pt x="4237" y="28588"/>
                      <a:pt x="4504" y="32157"/>
                    </a:cubicBezTo>
                    <a:cubicBezTo>
                      <a:pt x="4638" y="33959"/>
                      <a:pt x="4504" y="35760"/>
                      <a:pt x="4104" y="37494"/>
                    </a:cubicBezTo>
                    <a:cubicBezTo>
                      <a:pt x="3670" y="39262"/>
                      <a:pt x="2903" y="40897"/>
                      <a:pt x="1836" y="42398"/>
                    </a:cubicBezTo>
                    <a:cubicBezTo>
                      <a:pt x="3070" y="40997"/>
                      <a:pt x="4037" y="39362"/>
                      <a:pt x="4604" y="37628"/>
                    </a:cubicBezTo>
                    <a:cubicBezTo>
                      <a:pt x="5105" y="35827"/>
                      <a:pt x="5338" y="33992"/>
                      <a:pt x="5305" y="32157"/>
                    </a:cubicBezTo>
                    <a:cubicBezTo>
                      <a:pt x="5238" y="30289"/>
                      <a:pt x="5004" y="28455"/>
                      <a:pt x="4638" y="26687"/>
                    </a:cubicBezTo>
                    <a:cubicBezTo>
                      <a:pt x="4237" y="24885"/>
                      <a:pt x="3737" y="23117"/>
                      <a:pt x="3203" y="21383"/>
                    </a:cubicBezTo>
                    <a:cubicBezTo>
                      <a:pt x="2669" y="19615"/>
                      <a:pt x="2036" y="17914"/>
                      <a:pt x="1669" y="16179"/>
                    </a:cubicBezTo>
                    <a:cubicBezTo>
                      <a:pt x="1302" y="14411"/>
                      <a:pt x="1035" y="12643"/>
                      <a:pt x="902" y="10842"/>
                    </a:cubicBezTo>
                    <a:cubicBezTo>
                      <a:pt x="601" y="7273"/>
                      <a:pt x="601" y="3637"/>
                      <a:pt x="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9"/>
              <p:cNvSpPr/>
              <p:nvPr/>
            </p:nvSpPr>
            <p:spPr>
              <a:xfrm>
                <a:off x="1732665" y="2405910"/>
                <a:ext cx="526206" cy="792529"/>
              </a:xfrm>
              <a:custGeom>
                <a:avLst/>
                <a:gdLst/>
                <a:ahLst/>
                <a:cxnLst/>
                <a:rect l="l" t="t" r="r" b="b"/>
                <a:pathLst>
                  <a:path w="36695" h="55267" extrusionOk="0">
                    <a:moveTo>
                      <a:pt x="34682" y="1"/>
                    </a:moveTo>
                    <a:cubicBezTo>
                      <a:pt x="32913" y="1"/>
                      <a:pt x="29799" y="2746"/>
                      <a:pt x="28087" y="4677"/>
                    </a:cubicBezTo>
                    <a:cubicBezTo>
                      <a:pt x="15378" y="18987"/>
                      <a:pt x="0" y="48475"/>
                      <a:pt x="3436" y="54079"/>
                    </a:cubicBezTo>
                    <a:cubicBezTo>
                      <a:pt x="3950" y="54907"/>
                      <a:pt x="4717" y="55267"/>
                      <a:pt x="5661" y="55267"/>
                    </a:cubicBezTo>
                    <a:cubicBezTo>
                      <a:pt x="11832" y="55267"/>
                      <a:pt x="25535" y="39878"/>
                      <a:pt x="24985" y="39068"/>
                    </a:cubicBezTo>
                    <a:cubicBezTo>
                      <a:pt x="24451" y="38268"/>
                      <a:pt x="30422" y="20655"/>
                      <a:pt x="34725" y="7746"/>
                    </a:cubicBezTo>
                    <a:cubicBezTo>
                      <a:pt x="36694" y="1900"/>
                      <a:pt x="36153" y="1"/>
                      <a:pt x="34682" y="1"/>
                    </a:cubicBezTo>
                    <a:close/>
                  </a:path>
                </a:pathLst>
              </a:custGeom>
              <a:solidFill>
                <a:srgbClr val="F7A9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9"/>
              <p:cNvSpPr/>
              <p:nvPr/>
            </p:nvSpPr>
            <p:spPr>
              <a:xfrm>
                <a:off x="1732665" y="2405910"/>
                <a:ext cx="526206" cy="792529"/>
              </a:xfrm>
              <a:custGeom>
                <a:avLst/>
                <a:gdLst/>
                <a:ahLst/>
                <a:cxnLst/>
                <a:rect l="l" t="t" r="r" b="b"/>
                <a:pathLst>
                  <a:path w="36695" h="55267" extrusionOk="0">
                    <a:moveTo>
                      <a:pt x="34682" y="1"/>
                    </a:moveTo>
                    <a:cubicBezTo>
                      <a:pt x="32913" y="1"/>
                      <a:pt x="29799" y="2746"/>
                      <a:pt x="28087" y="4677"/>
                    </a:cubicBezTo>
                    <a:cubicBezTo>
                      <a:pt x="15378" y="18987"/>
                      <a:pt x="0" y="48475"/>
                      <a:pt x="3436" y="54079"/>
                    </a:cubicBezTo>
                    <a:cubicBezTo>
                      <a:pt x="3950" y="54907"/>
                      <a:pt x="4717" y="55267"/>
                      <a:pt x="5661" y="55267"/>
                    </a:cubicBezTo>
                    <a:cubicBezTo>
                      <a:pt x="11832" y="55267"/>
                      <a:pt x="25535" y="39878"/>
                      <a:pt x="24985" y="39068"/>
                    </a:cubicBezTo>
                    <a:cubicBezTo>
                      <a:pt x="24451" y="38268"/>
                      <a:pt x="30422" y="20655"/>
                      <a:pt x="34725" y="7746"/>
                    </a:cubicBezTo>
                    <a:cubicBezTo>
                      <a:pt x="36694" y="1900"/>
                      <a:pt x="36153" y="1"/>
                      <a:pt x="346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9"/>
              <p:cNvSpPr/>
              <p:nvPr/>
            </p:nvSpPr>
            <p:spPr>
              <a:xfrm>
                <a:off x="1917307" y="2653776"/>
                <a:ext cx="242532" cy="220721"/>
              </a:xfrm>
              <a:custGeom>
                <a:avLst/>
                <a:gdLst/>
                <a:ahLst/>
                <a:cxnLst/>
                <a:rect l="l" t="t" r="r" b="b"/>
                <a:pathLst>
                  <a:path w="16913" h="15392" extrusionOk="0">
                    <a:moveTo>
                      <a:pt x="5738" y="1"/>
                    </a:moveTo>
                    <a:cubicBezTo>
                      <a:pt x="3770" y="3036"/>
                      <a:pt x="1802" y="6239"/>
                      <a:pt x="0" y="9408"/>
                    </a:cubicBezTo>
                    <a:cubicBezTo>
                      <a:pt x="5498" y="14690"/>
                      <a:pt x="10797" y="15392"/>
                      <a:pt x="13139" y="15392"/>
                    </a:cubicBezTo>
                    <a:cubicBezTo>
                      <a:pt x="13341" y="15392"/>
                      <a:pt x="13521" y="15386"/>
                      <a:pt x="13677" y="15379"/>
                    </a:cubicBezTo>
                    <a:cubicBezTo>
                      <a:pt x="14544" y="12577"/>
                      <a:pt x="15678" y="9041"/>
                      <a:pt x="16912" y="5271"/>
                    </a:cubicBezTo>
                    <a:cubicBezTo>
                      <a:pt x="12676" y="4904"/>
                      <a:pt x="8706" y="3036"/>
                      <a:pt x="57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9"/>
              <p:cNvSpPr/>
              <p:nvPr/>
            </p:nvSpPr>
            <p:spPr>
              <a:xfrm>
                <a:off x="1932134" y="2390709"/>
                <a:ext cx="719911" cy="772998"/>
              </a:xfrm>
              <a:custGeom>
                <a:avLst/>
                <a:gdLst/>
                <a:ahLst/>
                <a:cxnLst/>
                <a:rect l="l" t="t" r="r" b="b"/>
                <a:pathLst>
                  <a:path w="50203" h="53905" extrusionOk="0">
                    <a:moveTo>
                      <a:pt x="25407" y="1"/>
                    </a:moveTo>
                    <a:cubicBezTo>
                      <a:pt x="23591" y="1"/>
                      <a:pt x="21800" y="453"/>
                      <a:pt x="20248" y="1567"/>
                    </a:cubicBezTo>
                    <a:cubicBezTo>
                      <a:pt x="14744" y="5603"/>
                      <a:pt x="4470" y="21448"/>
                      <a:pt x="2969" y="24684"/>
                    </a:cubicBezTo>
                    <a:cubicBezTo>
                      <a:pt x="0" y="31122"/>
                      <a:pt x="5104" y="40028"/>
                      <a:pt x="5104" y="40028"/>
                    </a:cubicBezTo>
                    <a:lnTo>
                      <a:pt x="2936" y="53905"/>
                    </a:lnTo>
                    <a:lnTo>
                      <a:pt x="50203" y="53905"/>
                    </a:lnTo>
                    <a:cubicBezTo>
                      <a:pt x="46333" y="23149"/>
                      <a:pt x="42731" y="14210"/>
                      <a:pt x="35793" y="4803"/>
                    </a:cubicBezTo>
                    <a:cubicBezTo>
                      <a:pt x="34084" y="2509"/>
                      <a:pt x="29680" y="1"/>
                      <a:pt x="254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9"/>
              <p:cNvSpPr/>
              <p:nvPr/>
            </p:nvSpPr>
            <p:spPr>
              <a:xfrm>
                <a:off x="1958921" y="2670999"/>
                <a:ext cx="649602" cy="249459"/>
              </a:xfrm>
              <a:custGeom>
                <a:avLst/>
                <a:gdLst/>
                <a:ahLst/>
                <a:cxnLst/>
                <a:rect l="l" t="t" r="r" b="b"/>
                <a:pathLst>
                  <a:path w="45300" h="17396" extrusionOk="0">
                    <a:moveTo>
                      <a:pt x="4103" y="1"/>
                    </a:moveTo>
                    <a:cubicBezTo>
                      <a:pt x="3002" y="1669"/>
                      <a:pt x="2002" y="3370"/>
                      <a:pt x="1101" y="5138"/>
                    </a:cubicBezTo>
                    <a:cubicBezTo>
                      <a:pt x="0" y="7473"/>
                      <a:pt x="0" y="10141"/>
                      <a:pt x="434" y="12610"/>
                    </a:cubicBezTo>
                    <a:cubicBezTo>
                      <a:pt x="3703" y="14044"/>
                      <a:pt x="8540" y="15679"/>
                      <a:pt x="15311" y="16779"/>
                    </a:cubicBezTo>
                    <a:cubicBezTo>
                      <a:pt x="17953" y="17216"/>
                      <a:pt x="20687" y="17395"/>
                      <a:pt x="23400" y="17395"/>
                    </a:cubicBezTo>
                    <a:cubicBezTo>
                      <a:pt x="32297" y="17395"/>
                      <a:pt x="40953" y="15461"/>
                      <a:pt x="45299" y="14311"/>
                    </a:cubicBezTo>
                    <a:cubicBezTo>
                      <a:pt x="44532" y="10075"/>
                      <a:pt x="43531" y="5905"/>
                      <a:pt x="42297" y="1769"/>
                    </a:cubicBezTo>
                    <a:cubicBezTo>
                      <a:pt x="38262" y="2416"/>
                      <a:pt x="29951" y="3622"/>
                      <a:pt x="22652" y="3622"/>
                    </a:cubicBezTo>
                    <a:cubicBezTo>
                      <a:pt x="20175" y="3622"/>
                      <a:pt x="17815" y="3483"/>
                      <a:pt x="15778" y="3136"/>
                    </a:cubicBezTo>
                    <a:cubicBezTo>
                      <a:pt x="11809" y="2469"/>
                      <a:pt x="7906" y="1435"/>
                      <a:pt x="41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9"/>
              <p:cNvSpPr/>
              <p:nvPr/>
            </p:nvSpPr>
            <p:spPr>
              <a:xfrm>
                <a:off x="1957961" y="2555992"/>
                <a:ext cx="136187" cy="606525"/>
              </a:xfrm>
              <a:custGeom>
                <a:avLst/>
                <a:gdLst/>
                <a:ahLst/>
                <a:cxnLst/>
                <a:rect l="l" t="t" r="r" b="b"/>
                <a:pathLst>
                  <a:path w="9497" h="42296" extrusionOk="0">
                    <a:moveTo>
                      <a:pt x="9472" y="0"/>
                    </a:moveTo>
                    <a:cubicBezTo>
                      <a:pt x="9463" y="0"/>
                      <a:pt x="9452" y="4"/>
                      <a:pt x="9441" y="15"/>
                    </a:cubicBezTo>
                    <a:cubicBezTo>
                      <a:pt x="8373" y="1449"/>
                      <a:pt x="7339" y="2950"/>
                      <a:pt x="6338" y="4385"/>
                    </a:cubicBezTo>
                    <a:cubicBezTo>
                      <a:pt x="6639" y="3818"/>
                      <a:pt x="6906" y="3251"/>
                      <a:pt x="7172" y="2684"/>
                    </a:cubicBezTo>
                    <a:cubicBezTo>
                      <a:pt x="7196" y="2660"/>
                      <a:pt x="7170" y="2636"/>
                      <a:pt x="7140" y="2636"/>
                    </a:cubicBezTo>
                    <a:cubicBezTo>
                      <a:pt x="7128" y="2636"/>
                      <a:pt x="7115" y="2640"/>
                      <a:pt x="7106" y="2650"/>
                    </a:cubicBezTo>
                    <a:cubicBezTo>
                      <a:pt x="6739" y="3351"/>
                      <a:pt x="6405" y="4085"/>
                      <a:pt x="6072" y="4818"/>
                    </a:cubicBezTo>
                    <a:cubicBezTo>
                      <a:pt x="4737" y="6820"/>
                      <a:pt x="3436" y="8821"/>
                      <a:pt x="2169" y="10856"/>
                    </a:cubicBezTo>
                    <a:cubicBezTo>
                      <a:pt x="1635" y="11690"/>
                      <a:pt x="1168" y="12624"/>
                      <a:pt x="801" y="13558"/>
                    </a:cubicBezTo>
                    <a:cubicBezTo>
                      <a:pt x="468" y="14459"/>
                      <a:pt x="234" y="15426"/>
                      <a:pt x="134" y="16427"/>
                    </a:cubicBezTo>
                    <a:cubicBezTo>
                      <a:pt x="1" y="17394"/>
                      <a:pt x="1" y="18395"/>
                      <a:pt x="67" y="19362"/>
                    </a:cubicBezTo>
                    <a:cubicBezTo>
                      <a:pt x="134" y="20363"/>
                      <a:pt x="267" y="21364"/>
                      <a:pt x="501" y="22364"/>
                    </a:cubicBezTo>
                    <a:cubicBezTo>
                      <a:pt x="734" y="23498"/>
                      <a:pt x="1101" y="24566"/>
                      <a:pt x="1535" y="25633"/>
                    </a:cubicBezTo>
                    <a:cubicBezTo>
                      <a:pt x="1769" y="26167"/>
                      <a:pt x="2002" y="26667"/>
                      <a:pt x="2269" y="27168"/>
                    </a:cubicBezTo>
                    <a:cubicBezTo>
                      <a:pt x="2502" y="27668"/>
                      <a:pt x="2969" y="28569"/>
                      <a:pt x="2969" y="28602"/>
                    </a:cubicBezTo>
                    <a:cubicBezTo>
                      <a:pt x="2869" y="29136"/>
                      <a:pt x="2769" y="29503"/>
                      <a:pt x="2703" y="29903"/>
                    </a:cubicBezTo>
                    <a:lnTo>
                      <a:pt x="2502" y="31237"/>
                    </a:lnTo>
                    <a:cubicBezTo>
                      <a:pt x="2369" y="32138"/>
                      <a:pt x="2236" y="33039"/>
                      <a:pt x="2102" y="33906"/>
                    </a:cubicBezTo>
                    <a:cubicBezTo>
                      <a:pt x="1835" y="35674"/>
                      <a:pt x="1635" y="37442"/>
                      <a:pt x="1402" y="39210"/>
                    </a:cubicBezTo>
                    <a:cubicBezTo>
                      <a:pt x="1268" y="40210"/>
                      <a:pt x="1201" y="41245"/>
                      <a:pt x="1068" y="42245"/>
                    </a:cubicBezTo>
                    <a:cubicBezTo>
                      <a:pt x="1068" y="42279"/>
                      <a:pt x="1085" y="42295"/>
                      <a:pt x="1101" y="42295"/>
                    </a:cubicBezTo>
                    <a:cubicBezTo>
                      <a:pt x="1118" y="42295"/>
                      <a:pt x="1135" y="42279"/>
                      <a:pt x="1135" y="42245"/>
                    </a:cubicBezTo>
                    <a:cubicBezTo>
                      <a:pt x="1268" y="41378"/>
                      <a:pt x="1502" y="40511"/>
                      <a:pt x="1668" y="39610"/>
                    </a:cubicBezTo>
                    <a:lnTo>
                      <a:pt x="2135" y="36975"/>
                    </a:lnTo>
                    <a:cubicBezTo>
                      <a:pt x="2469" y="35207"/>
                      <a:pt x="2736" y="33406"/>
                      <a:pt x="3003" y="31638"/>
                    </a:cubicBezTo>
                    <a:cubicBezTo>
                      <a:pt x="3103" y="31137"/>
                      <a:pt x="3170" y="30637"/>
                      <a:pt x="3236" y="30137"/>
                    </a:cubicBezTo>
                    <a:cubicBezTo>
                      <a:pt x="3370" y="29603"/>
                      <a:pt x="3436" y="29036"/>
                      <a:pt x="3436" y="28469"/>
                    </a:cubicBezTo>
                    <a:cubicBezTo>
                      <a:pt x="2569" y="26701"/>
                      <a:pt x="1835" y="24833"/>
                      <a:pt x="1235" y="22931"/>
                    </a:cubicBezTo>
                    <a:cubicBezTo>
                      <a:pt x="935" y="21997"/>
                      <a:pt x="734" y="20997"/>
                      <a:pt x="601" y="19996"/>
                    </a:cubicBezTo>
                    <a:cubicBezTo>
                      <a:pt x="501" y="19029"/>
                      <a:pt x="501" y="18061"/>
                      <a:pt x="568" y="17094"/>
                    </a:cubicBezTo>
                    <a:cubicBezTo>
                      <a:pt x="634" y="16127"/>
                      <a:pt x="835" y="15159"/>
                      <a:pt x="1135" y="14225"/>
                    </a:cubicBezTo>
                    <a:cubicBezTo>
                      <a:pt x="1468" y="13258"/>
                      <a:pt x="1869" y="12357"/>
                      <a:pt x="2369" y="11490"/>
                    </a:cubicBezTo>
                    <a:cubicBezTo>
                      <a:pt x="3403" y="9655"/>
                      <a:pt x="4504" y="7854"/>
                      <a:pt x="5638" y="6053"/>
                    </a:cubicBezTo>
                    <a:cubicBezTo>
                      <a:pt x="6872" y="4051"/>
                      <a:pt x="8173" y="2016"/>
                      <a:pt x="9474" y="15"/>
                    </a:cubicBezTo>
                    <a:cubicBezTo>
                      <a:pt x="9496" y="15"/>
                      <a:pt x="9489" y="0"/>
                      <a:pt x="947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9"/>
              <p:cNvSpPr/>
              <p:nvPr/>
            </p:nvSpPr>
            <p:spPr>
              <a:xfrm>
                <a:off x="2191387" y="2219447"/>
                <a:ext cx="183710" cy="281164"/>
              </a:xfrm>
              <a:custGeom>
                <a:avLst/>
                <a:gdLst/>
                <a:ahLst/>
                <a:cxnLst/>
                <a:rect l="l" t="t" r="r" b="b"/>
                <a:pathLst>
                  <a:path w="12811" h="19607" extrusionOk="0">
                    <a:moveTo>
                      <a:pt x="12710" y="1"/>
                    </a:moveTo>
                    <a:lnTo>
                      <a:pt x="2036" y="5304"/>
                    </a:lnTo>
                    <a:lnTo>
                      <a:pt x="3003" y="13477"/>
                    </a:lnTo>
                    <a:cubicBezTo>
                      <a:pt x="3003" y="13477"/>
                      <a:pt x="1" y="18714"/>
                      <a:pt x="2770" y="19414"/>
                    </a:cubicBezTo>
                    <a:cubicBezTo>
                      <a:pt x="3270" y="19546"/>
                      <a:pt x="3770" y="19606"/>
                      <a:pt x="4266" y="19606"/>
                    </a:cubicBezTo>
                    <a:cubicBezTo>
                      <a:pt x="8531" y="19606"/>
                      <a:pt x="12441" y="15188"/>
                      <a:pt x="12710" y="14411"/>
                    </a:cubicBezTo>
                    <a:cubicBezTo>
                      <a:pt x="12810" y="14044"/>
                      <a:pt x="12710" y="1"/>
                      <a:pt x="12710" y="1"/>
                    </a:cubicBezTo>
                    <a:close/>
                  </a:path>
                </a:pathLst>
              </a:custGeom>
              <a:solidFill>
                <a:srgbClr val="F7A9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9"/>
              <p:cNvSpPr/>
              <p:nvPr/>
            </p:nvSpPr>
            <p:spPr>
              <a:xfrm>
                <a:off x="2220569" y="2219447"/>
                <a:ext cx="153079" cy="186563"/>
              </a:xfrm>
              <a:custGeom>
                <a:avLst/>
                <a:gdLst/>
                <a:ahLst/>
                <a:cxnLst/>
                <a:rect l="l" t="t" r="r" b="b"/>
                <a:pathLst>
                  <a:path w="10675" h="13010" extrusionOk="0">
                    <a:moveTo>
                      <a:pt x="10675" y="1"/>
                    </a:moveTo>
                    <a:lnTo>
                      <a:pt x="1" y="5304"/>
                    </a:lnTo>
                    <a:lnTo>
                      <a:pt x="901" y="13010"/>
                    </a:lnTo>
                    <a:cubicBezTo>
                      <a:pt x="5104" y="11909"/>
                      <a:pt x="8640" y="9074"/>
                      <a:pt x="10675" y="5238"/>
                    </a:cubicBezTo>
                    <a:cubicBezTo>
                      <a:pt x="10675" y="2369"/>
                      <a:pt x="10675" y="1"/>
                      <a:pt x="1067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9"/>
              <p:cNvSpPr/>
              <p:nvPr/>
            </p:nvSpPr>
            <p:spPr>
              <a:xfrm>
                <a:off x="2042624" y="1908699"/>
                <a:ext cx="448699" cy="447250"/>
              </a:xfrm>
              <a:custGeom>
                <a:avLst/>
                <a:gdLst/>
                <a:ahLst/>
                <a:cxnLst/>
                <a:rect l="l" t="t" r="r" b="b"/>
                <a:pathLst>
                  <a:path w="31290" h="31189" extrusionOk="0">
                    <a:moveTo>
                      <a:pt x="16677" y="0"/>
                    </a:moveTo>
                    <a:cubicBezTo>
                      <a:pt x="11774" y="0"/>
                      <a:pt x="6464" y="3166"/>
                      <a:pt x="3637" y="13231"/>
                    </a:cubicBezTo>
                    <a:cubicBezTo>
                      <a:pt x="1" y="26207"/>
                      <a:pt x="7339" y="29843"/>
                      <a:pt x="10141" y="30610"/>
                    </a:cubicBezTo>
                    <a:cubicBezTo>
                      <a:pt x="10938" y="30830"/>
                      <a:pt x="12344" y="31189"/>
                      <a:pt x="14052" y="31189"/>
                    </a:cubicBezTo>
                    <a:cubicBezTo>
                      <a:pt x="17779" y="31189"/>
                      <a:pt x="22945" y="29482"/>
                      <a:pt x="26353" y="20903"/>
                    </a:cubicBezTo>
                    <a:cubicBezTo>
                      <a:pt x="31290" y="8394"/>
                      <a:pt x="26420" y="2624"/>
                      <a:pt x="20716" y="689"/>
                    </a:cubicBezTo>
                    <a:cubicBezTo>
                      <a:pt x="19448" y="259"/>
                      <a:pt x="18079" y="0"/>
                      <a:pt x="16677" y="0"/>
                    </a:cubicBezTo>
                    <a:close/>
                  </a:path>
                </a:pathLst>
              </a:custGeom>
              <a:solidFill>
                <a:srgbClr val="F7A9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9"/>
              <p:cNvSpPr/>
              <p:nvPr/>
            </p:nvSpPr>
            <p:spPr>
              <a:xfrm>
                <a:off x="2103856" y="1886171"/>
                <a:ext cx="384126" cy="308525"/>
              </a:xfrm>
              <a:custGeom>
                <a:avLst/>
                <a:gdLst/>
                <a:ahLst/>
                <a:cxnLst/>
                <a:rect l="l" t="t" r="r" b="b"/>
                <a:pathLst>
                  <a:path w="26787" h="21515" extrusionOk="0">
                    <a:moveTo>
                      <a:pt x="13001" y="0"/>
                    </a:moveTo>
                    <a:cubicBezTo>
                      <a:pt x="11789" y="0"/>
                      <a:pt x="10512" y="157"/>
                      <a:pt x="9174" y="492"/>
                    </a:cubicBezTo>
                    <a:cubicBezTo>
                      <a:pt x="2669" y="2093"/>
                      <a:pt x="1" y="9932"/>
                      <a:pt x="501" y="10132"/>
                    </a:cubicBezTo>
                    <a:cubicBezTo>
                      <a:pt x="2921" y="11074"/>
                      <a:pt x="5067" y="11390"/>
                      <a:pt x="6859" y="11390"/>
                    </a:cubicBezTo>
                    <a:cubicBezTo>
                      <a:pt x="9610" y="11390"/>
                      <a:pt x="11525" y="10645"/>
                      <a:pt x="12311" y="10272"/>
                    </a:cubicBezTo>
                    <a:lnTo>
                      <a:pt x="12311" y="10272"/>
                    </a:lnTo>
                    <a:cubicBezTo>
                      <a:pt x="11338" y="10785"/>
                      <a:pt x="8980" y="12073"/>
                      <a:pt x="9808" y="12100"/>
                    </a:cubicBezTo>
                    <a:cubicBezTo>
                      <a:pt x="9985" y="12108"/>
                      <a:pt x="10160" y="12113"/>
                      <a:pt x="10331" y="12113"/>
                    </a:cubicBezTo>
                    <a:cubicBezTo>
                      <a:pt x="14976" y="12113"/>
                      <a:pt x="17179" y="9165"/>
                      <a:pt x="17179" y="9165"/>
                    </a:cubicBezTo>
                    <a:lnTo>
                      <a:pt x="17179" y="9165"/>
                    </a:lnTo>
                    <a:cubicBezTo>
                      <a:pt x="16346" y="14969"/>
                      <a:pt x="19848" y="15970"/>
                      <a:pt x="19848" y="15970"/>
                    </a:cubicBezTo>
                    <a:cubicBezTo>
                      <a:pt x="19848" y="15970"/>
                      <a:pt x="18881" y="20940"/>
                      <a:pt x="22050" y="21507"/>
                    </a:cubicBezTo>
                    <a:cubicBezTo>
                      <a:pt x="22077" y="21512"/>
                      <a:pt x="22105" y="21515"/>
                      <a:pt x="22134" y="21515"/>
                    </a:cubicBezTo>
                    <a:cubicBezTo>
                      <a:pt x="23415" y="21515"/>
                      <a:pt x="26293" y="16509"/>
                      <a:pt x="26586" y="12334"/>
                    </a:cubicBezTo>
                    <a:cubicBezTo>
                      <a:pt x="26786" y="9865"/>
                      <a:pt x="25752" y="7464"/>
                      <a:pt x="23784" y="5929"/>
                    </a:cubicBezTo>
                    <a:cubicBezTo>
                      <a:pt x="21423" y="2374"/>
                      <a:pt x="17711" y="0"/>
                      <a:pt x="130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9"/>
              <p:cNvSpPr/>
              <p:nvPr/>
            </p:nvSpPr>
            <p:spPr>
              <a:xfrm>
                <a:off x="2368859" y="2165227"/>
                <a:ext cx="120083" cy="110934"/>
              </a:xfrm>
              <a:custGeom>
                <a:avLst/>
                <a:gdLst/>
                <a:ahLst/>
                <a:cxnLst/>
                <a:rect l="l" t="t" r="r" b="b"/>
                <a:pathLst>
                  <a:path w="8374" h="7736" extrusionOk="0">
                    <a:moveTo>
                      <a:pt x="5769" y="0"/>
                    </a:moveTo>
                    <a:cubicBezTo>
                      <a:pt x="3952" y="0"/>
                      <a:pt x="1368" y="2514"/>
                      <a:pt x="1368" y="2514"/>
                    </a:cubicBezTo>
                    <a:lnTo>
                      <a:pt x="0" y="5916"/>
                    </a:lnTo>
                    <a:cubicBezTo>
                      <a:pt x="204" y="6990"/>
                      <a:pt x="1164" y="7736"/>
                      <a:pt x="2245" y="7736"/>
                    </a:cubicBezTo>
                    <a:cubicBezTo>
                      <a:pt x="2407" y="7736"/>
                      <a:pt x="2571" y="7719"/>
                      <a:pt x="2736" y="7684"/>
                    </a:cubicBezTo>
                    <a:cubicBezTo>
                      <a:pt x="5071" y="7251"/>
                      <a:pt x="8373" y="1713"/>
                      <a:pt x="6705" y="312"/>
                    </a:cubicBezTo>
                    <a:cubicBezTo>
                      <a:pt x="6437" y="92"/>
                      <a:pt x="6117" y="0"/>
                      <a:pt x="5769" y="0"/>
                    </a:cubicBezTo>
                    <a:close/>
                  </a:path>
                </a:pathLst>
              </a:custGeom>
              <a:solidFill>
                <a:srgbClr val="F7A9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9"/>
              <p:cNvSpPr/>
              <p:nvPr/>
            </p:nvSpPr>
            <p:spPr>
              <a:xfrm>
                <a:off x="2384920" y="2192014"/>
                <a:ext cx="66710" cy="64114"/>
              </a:xfrm>
              <a:custGeom>
                <a:avLst/>
                <a:gdLst/>
                <a:ahLst/>
                <a:cxnLst/>
                <a:rect l="l" t="t" r="r" b="b"/>
                <a:pathLst>
                  <a:path w="4652" h="4471" extrusionOk="0">
                    <a:moveTo>
                      <a:pt x="4369" y="1"/>
                    </a:moveTo>
                    <a:cubicBezTo>
                      <a:pt x="2296" y="1"/>
                      <a:pt x="401" y="2356"/>
                      <a:pt x="48" y="4249"/>
                    </a:cubicBezTo>
                    <a:lnTo>
                      <a:pt x="48" y="4282"/>
                    </a:lnTo>
                    <a:cubicBezTo>
                      <a:pt x="1" y="4376"/>
                      <a:pt x="104" y="4471"/>
                      <a:pt x="203" y="4471"/>
                    </a:cubicBezTo>
                    <a:cubicBezTo>
                      <a:pt x="245" y="4471"/>
                      <a:pt x="285" y="4454"/>
                      <a:pt x="315" y="4415"/>
                    </a:cubicBezTo>
                    <a:cubicBezTo>
                      <a:pt x="582" y="4015"/>
                      <a:pt x="915" y="3648"/>
                      <a:pt x="1249" y="3348"/>
                    </a:cubicBezTo>
                    <a:cubicBezTo>
                      <a:pt x="1532" y="3105"/>
                      <a:pt x="1876" y="2973"/>
                      <a:pt x="2214" y="2973"/>
                    </a:cubicBezTo>
                    <a:cubicBezTo>
                      <a:pt x="2434" y="2973"/>
                      <a:pt x="2653" y="3029"/>
                      <a:pt x="2850" y="3148"/>
                    </a:cubicBezTo>
                    <a:cubicBezTo>
                      <a:pt x="2917" y="3148"/>
                      <a:pt x="2950" y="3114"/>
                      <a:pt x="2917" y="3081"/>
                    </a:cubicBezTo>
                    <a:cubicBezTo>
                      <a:pt x="2610" y="2759"/>
                      <a:pt x="2304" y="2628"/>
                      <a:pt x="2007" y="2628"/>
                    </a:cubicBezTo>
                    <a:cubicBezTo>
                      <a:pt x="1658" y="2628"/>
                      <a:pt x="1322" y="2810"/>
                      <a:pt x="1015" y="3081"/>
                    </a:cubicBezTo>
                    <a:cubicBezTo>
                      <a:pt x="1849" y="1680"/>
                      <a:pt x="2950" y="412"/>
                      <a:pt x="4618" y="79"/>
                    </a:cubicBezTo>
                    <a:cubicBezTo>
                      <a:pt x="4618" y="79"/>
                      <a:pt x="4651" y="12"/>
                      <a:pt x="4618" y="12"/>
                    </a:cubicBezTo>
                    <a:cubicBezTo>
                      <a:pt x="4535" y="4"/>
                      <a:pt x="4452" y="1"/>
                      <a:pt x="436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9"/>
              <p:cNvSpPr/>
              <p:nvPr/>
            </p:nvSpPr>
            <p:spPr>
              <a:xfrm>
                <a:off x="2141642" y="2077954"/>
                <a:ext cx="37327" cy="20205"/>
              </a:xfrm>
              <a:custGeom>
                <a:avLst/>
                <a:gdLst/>
                <a:ahLst/>
                <a:cxnLst/>
                <a:rect l="l" t="t" r="r" b="b"/>
                <a:pathLst>
                  <a:path w="2603" h="1409" extrusionOk="0">
                    <a:moveTo>
                      <a:pt x="1919" y="0"/>
                    </a:moveTo>
                    <a:cubicBezTo>
                      <a:pt x="1729" y="0"/>
                      <a:pt x="1543" y="36"/>
                      <a:pt x="1368" y="94"/>
                    </a:cubicBezTo>
                    <a:cubicBezTo>
                      <a:pt x="1068" y="161"/>
                      <a:pt x="768" y="227"/>
                      <a:pt x="468" y="327"/>
                    </a:cubicBezTo>
                    <a:cubicBezTo>
                      <a:pt x="34" y="461"/>
                      <a:pt x="1" y="1028"/>
                      <a:pt x="368" y="1228"/>
                    </a:cubicBezTo>
                    <a:cubicBezTo>
                      <a:pt x="608" y="1348"/>
                      <a:pt x="860" y="1408"/>
                      <a:pt x="1117" y="1408"/>
                    </a:cubicBezTo>
                    <a:cubicBezTo>
                      <a:pt x="1288" y="1408"/>
                      <a:pt x="1462" y="1381"/>
                      <a:pt x="1635" y="1328"/>
                    </a:cubicBezTo>
                    <a:cubicBezTo>
                      <a:pt x="2069" y="1261"/>
                      <a:pt x="2402" y="994"/>
                      <a:pt x="2569" y="594"/>
                    </a:cubicBezTo>
                    <a:cubicBezTo>
                      <a:pt x="2603" y="394"/>
                      <a:pt x="2503" y="161"/>
                      <a:pt x="2336" y="60"/>
                    </a:cubicBezTo>
                    <a:cubicBezTo>
                      <a:pt x="2196" y="19"/>
                      <a:pt x="2056" y="0"/>
                      <a:pt x="191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9"/>
              <p:cNvSpPr/>
              <p:nvPr/>
            </p:nvSpPr>
            <p:spPr>
              <a:xfrm>
                <a:off x="2261710" y="2077839"/>
                <a:ext cx="36409" cy="24478"/>
              </a:xfrm>
              <a:custGeom>
                <a:avLst/>
                <a:gdLst/>
                <a:ahLst/>
                <a:cxnLst/>
                <a:rect l="l" t="t" r="r" b="b"/>
                <a:pathLst>
                  <a:path w="2539" h="1707" extrusionOk="0">
                    <a:moveTo>
                      <a:pt x="886" y="1"/>
                    </a:moveTo>
                    <a:cubicBezTo>
                      <a:pt x="661" y="1"/>
                      <a:pt x="433" y="60"/>
                      <a:pt x="234" y="169"/>
                    </a:cubicBezTo>
                    <a:cubicBezTo>
                      <a:pt x="67" y="335"/>
                      <a:pt x="0" y="569"/>
                      <a:pt x="100" y="769"/>
                    </a:cubicBezTo>
                    <a:cubicBezTo>
                      <a:pt x="301" y="1036"/>
                      <a:pt x="601" y="1203"/>
                      <a:pt x="901" y="1303"/>
                    </a:cubicBezTo>
                    <a:cubicBezTo>
                      <a:pt x="1168" y="1436"/>
                      <a:pt x="1468" y="1570"/>
                      <a:pt x="1735" y="1670"/>
                    </a:cubicBezTo>
                    <a:cubicBezTo>
                      <a:pt x="1800" y="1695"/>
                      <a:pt x="1864" y="1706"/>
                      <a:pt x="1926" y="1706"/>
                    </a:cubicBezTo>
                    <a:cubicBezTo>
                      <a:pt x="2275" y="1706"/>
                      <a:pt x="2539" y="1338"/>
                      <a:pt x="2369" y="969"/>
                    </a:cubicBezTo>
                    <a:cubicBezTo>
                      <a:pt x="2169" y="602"/>
                      <a:pt x="1835" y="302"/>
                      <a:pt x="1435" y="135"/>
                    </a:cubicBezTo>
                    <a:cubicBezTo>
                      <a:pt x="1266" y="43"/>
                      <a:pt x="1077" y="1"/>
                      <a:pt x="88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9"/>
              <p:cNvSpPr/>
              <p:nvPr/>
            </p:nvSpPr>
            <p:spPr>
              <a:xfrm>
                <a:off x="2241620" y="2143774"/>
                <a:ext cx="14369" cy="36940"/>
              </a:xfrm>
              <a:custGeom>
                <a:avLst/>
                <a:gdLst/>
                <a:ahLst/>
                <a:cxnLst/>
                <a:rect l="l" t="t" r="r" b="b"/>
                <a:pathLst>
                  <a:path w="1002" h="2576" extrusionOk="0">
                    <a:moveTo>
                      <a:pt x="571" y="0"/>
                    </a:moveTo>
                    <a:cubicBezTo>
                      <a:pt x="569" y="0"/>
                      <a:pt x="567" y="2"/>
                      <a:pt x="567" y="7"/>
                    </a:cubicBezTo>
                    <a:cubicBezTo>
                      <a:pt x="201" y="808"/>
                      <a:pt x="0" y="2209"/>
                      <a:pt x="968" y="2576"/>
                    </a:cubicBezTo>
                    <a:cubicBezTo>
                      <a:pt x="1001" y="2576"/>
                      <a:pt x="1001" y="2542"/>
                      <a:pt x="1001" y="2542"/>
                    </a:cubicBezTo>
                    <a:cubicBezTo>
                      <a:pt x="234" y="2042"/>
                      <a:pt x="367" y="1008"/>
                      <a:pt x="601" y="107"/>
                    </a:cubicBezTo>
                    <a:cubicBezTo>
                      <a:pt x="630" y="78"/>
                      <a:pt x="584" y="0"/>
                      <a:pt x="57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9"/>
              <p:cNvSpPr/>
              <p:nvPr/>
            </p:nvSpPr>
            <p:spPr>
              <a:xfrm>
                <a:off x="2238910" y="2133206"/>
                <a:ext cx="45443" cy="41959"/>
              </a:xfrm>
              <a:custGeom>
                <a:avLst/>
                <a:gdLst/>
                <a:ahLst/>
                <a:cxnLst/>
                <a:rect l="l" t="t" r="r" b="b"/>
                <a:pathLst>
                  <a:path w="3169" h="2926" extrusionOk="0">
                    <a:moveTo>
                      <a:pt x="1636" y="0"/>
                    </a:moveTo>
                    <a:cubicBezTo>
                      <a:pt x="487" y="0"/>
                      <a:pt x="0" y="2719"/>
                      <a:pt x="1290" y="2912"/>
                    </a:cubicBezTo>
                    <a:cubicBezTo>
                      <a:pt x="1343" y="2921"/>
                      <a:pt x="1395" y="2926"/>
                      <a:pt x="1445" y="2926"/>
                    </a:cubicBezTo>
                    <a:cubicBezTo>
                      <a:pt x="2699" y="2926"/>
                      <a:pt x="3168" y="235"/>
                      <a:pt x="1757" y="10"/>
                    </a:cubicBezTo>
                    <a:cubicBezTo>
                      <a:pt x="1716" y="4"/>
                      <a:pt x="1676" y="0"/>
                      <a:pt x="163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9"/>
              <p:cNvSpPr/>
              <p:nvPr/>
            </p:nvSpPr>
            <p:spPr>
              <a:xfrm>
                <a:off x="2268880" y="2136662"/>
                <a:ext cx="27762" cy="19201"/>
              </a:xfrm>
              <a:custGeom>
                <a:avLst/>
                <a:gdLst/>
                <a:ahLst/>
                <a:cxnLst/>
                <a:rect l="l" t="t" r="r" b="b"/>
                <a:pathLst>
                  <a:path w="1936" h="1339" extrusionOk="0">
                    <a:moveTo>
                      <a:pt x="141" y="1"/>
                    </a:moveTo>
                    <a:cubicBezTo>
                      <a:pt x="76" y="1"/>
                      <a:pt x="1" y="94"/>
                      <a:pt x="1" y="169"/>
                    </a:cubicBezTo>
                    <a:cubicBezTo>
                      <a:pt x="34" y="737"/>
                      <a:pt x="268" y="1304"/>
                      <a:pt x="901" y="1337"/>
                    </a:cubicBezTo>
                    <a:cubicBezTo>
                      <a:pt x="919" y="1338"/>
                      <a:pt x="937" y="1338"/>
                      <a:pt x="954" y="1338"/>
                    </a:cubicBezTo>
                    <a:cubicBezTo>
                      <a:pt x="1522" y="1338"/>
                      <a:pt x="1838" y="821"/>
                      <a:pt x="1935" y="303"/>
                    </a:cubicBezTo>
                    <a:cubicBezTo>
                      <a:pt x="1935" y="236"/>
                      <a:pt x="1902" y="236"/>
                      <a:pt x="1902" y="236"/>
                    </a:cubicBezTo>
                    <a:cubicBezTo>
                      <a:pt x="1646" y="464"/>
                      <a:pt x="1342" y="691"/>
                      <a:pt x="1071" y="691"/>
                    </a:cubicBezTo>
                    <a:cubicBezTo>
                      <a:pt x="1025" y="691"/>
                      <a:pt x="979" y="685"/>
                      <a:pt x="935" y="670"/>
                    </a:cubicBezTo>
                    <a:cubicBezTo>
                      <a:pt x="635" y="570"/>
                      <a:pt x="434" y="236"/>
                      <a:pt x="201" y="36"/>
                    </a:cubicBezTo>
                    <a:cubicBezTo>
                      <a:pt x="184" y="11"/>
                      <a:pt x="163" y="1"/>
                      <a:pt x="14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9"/>
              <p:cNvSpPr/>
              <p:nvPr/>
            </p:nvSpPr>
            <p:spPr>
              <a:xfrm>
                <a:off x="2150733" y="2128431"/>
                <a:ext cx="21051" cy="31720"/>
              </a:xfrm>
              <a:custGeom>
                <a:avLst/>
                <a:gdLst/>
                <a:ahLst/>
                <a:cxnLst/>
                <a:rect l="l" t="t" r="r" b="b"/>
                <a:pathLst>
                  <a:path w="1468" h="2212" extrusionOk="0">
                    <a:moveTo>
                      <a:pt x="1429" y="1"/>
                    </a:moveTo>
                    <a:cubicBezTo>
                      <a:pt x="1412" y="1"/>
                      <a:pt x="1368" y="49"/>
                      <a:pt x="1368" y="76"/>
                    </a:cubicBezTo>
                    <a:cubicBezTo>
                      <a:pt x="1201" y="977"/>
                      <a:pt x="901" y="2011"/>
                      <a:pt x="34" y="2178"/>
                    </a:cubicBezTo>
                    <a:cubicBezTo>
                      <a:pt x="1" y="2178"/>
                      <a:pt x="1" y="2211"/>
                      <a:pt x="34" y="2211"/>
                    </a:cubicBezTo>
                    <a:cubicBezTo>
                      <a:pt x="47" y="2212"/>
                      <a:pt x="59" y="2212"/>
                      <a:pt x="72" y="2212"/>
                    </a:cubicBezTo>
                    <a:cubicBezTo>
                      <a:pt x="1078" y="2212"/>
                      <a:pt x="1468" y="899"/>
                      <a:pt x="1435" y="10"/>
                    </a:cubicBezTo>
                    <a:cubicBezTo>
                      <a:pt x="1435" y="3"/>
                      <a:pt x="1432" y="1"/>
                      <a:pt x="142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9"/>
              <p:cNvSpPr/>
              <p:nvPr/>
            </p:nvSpPr>
            <p:spPr>
              <a:xfrm>
                <a:off x="2133783" y="2112714"/>
                <a:ext cx="45128" cy="41672"/>
              </a:xfrm>
              <a:custGeom>
                <a:avLst/>
                <a:gdLst/>
                <a:ahLst/>
                <a:cxnLst/>
                <a:rect l="l" t="t" r="r" b="b"/>
                <a:pathLst>
                  <a:path w="3147" h="2906" extrusionOk="0">
                    <a:moveTo>
                      <a:pt x="1750" y="0"/>
                    </a:moveTo>
                    <a:cubicBezTo>
                      <a:pt x="505" y="0"/>
                      <a:pt x="1" y="2561"/>
                      <a:pt x="1249" y="2874"/>
                    </a:cubicBezTo>
                    <a:cubicBezTo>
                      <a:pt x="1328" y="2895"/>
                      <a:pt x="1405" y="2906"/>
                      <a:pt x="1479" y="2906"/>
                    </a:cubicBezTo>
                    <a:cubicBezTo>
                      <a:pt x="2652" y="2906"/>
                      <a:pt x="3146" y="321"/>
                      <a:pt x="2016" y="38"/>
                    </a:cubicBezTo>
                    <a:cubicBezTo>
                      <a:pt x="1924" y="12"/>
                      <a:pt x="1835" y="0"/>
                      <a:pt x="175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9"/>
              <p:cNvSpPr/>
              <p:nvPr/>
            </p:nvSpPr>
            <p:spPr>
              <a:xfrm>
                <a:off x="2129682" y="2106820"/>
                <a:ext cx="25769" cy="21080"/>
              </a:xfrm>
              <a:custGeom>
                <a:avLst/>
                <a:gdLst/>
                <a:ahLst/>
                <a:cxnLst/>
                <a:rect l="l" t="t" r="r" b="b"/>
                <a:pathLst>
                  <a:path w="1797" h="1470" extrusionOk="0">
                    <a:moveTo>
                      <a:pt x="192" y="1"/>
                    </a:moveTo>
                    <a:cubicBezTo>
                      <a:pt x="182" y="1"/>
                      <a:pt x="168" y="16"/>
                      <a:pt x="168" y="16"/>
                    </a:cubicBezTo>
                    <a:cubicBezTo>
                      <a:pt x="1" y="549"/>
                      <a:pt x="68" y="1183"/>
                      <a:pt x="568" y="1417"/>
                    </a:cubicBezTo>
                    <a:cubicBezTo>
                      <a:pt x="658" y="1452"/>
                      <a:pt x="745" y="1469"/>
                      <a:pt x="830" y="1469"/>
                    </a:cubicBezTo>
                    <a:cubicBezTo>
                      <a:pt x="1217" y="1469"/>
                      <a:pt x="1544" y="1121"/>
                      <a:pt x="1735" y="683"/>
                    </a:cubicBezTo>
                    <a:cubicBezTo>
                      <a:pt x="1796" y="622"/>
                      <a:pt x="1774" y="478"/>
                      <a:pt x="1694" y="478"/>
                    </a:cubicBezTo>
                    <a:cubicBezTo>
                      <a:pt x="1686" y="478"/>
                      <a:pt x="1678" y="480"/>
                      <a:pt x="1669" y="483"/>
                    </a:cubicBezTo>
                    <a:cubicBezTo>
                      <a:pt x="1419" y="576"/>
                      <a:pt x="1141" y="786"/>
                      <a:pt x="888" y="786"/>
                    </a:cubicBezTo>
                    <a:cubicBezTo>
                      <a:pt x="870" y="786"/>
                      <a:pt x="852" y="785"/>
                      <a:pt x="835" y="783"/>
                    </a:cubicBezTo>
                    <a:cubicBezTo>
                      <a:pt x="535" y="716"/>
                      <a:pt x="334" y="349"/>
                      <a:pt x="201" y="16"/>
                    </a:cubicBezTo>
                    <a:cubicBezTo>
                      <a:pt x="201" y="4"/>
                      <a:pt x="197" y="1"/>
                      <a:pt x="19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9"/>
              <p:cNvSpPr/>
              <p:nvPr/>
            </p:nvSpPr>
            <p:spPr>
              <a:xfrm>
                <a:off x="2192018" y="2246520"/>
                <a:ext cx="27604" cy="11214"/>
              </a:xfrm>
              <a:custGeom>
                <a:avLst/>
                <a:gdLst/>
                <a:ahLst/>
                <a:cxnLst/>
                <a:rect l="l" t="t" r="r" b="b"/>
                <a:pathLst>
                  <a:path w="1925" h="782" extrusionOk="0">
                    <a:moveTo>
                      <a:pt x="1871" y="1"/>
                    </a:moveTo>
                    <a:cubicBezTo>
                      <a:pt x="1858" y="1"/>
                      <a:pt x="1843" y="5"/>
                      <a:pt x="1825" y="14"/>
                    </a:cubicBezTo>
                    <a:cubicBezTo>
                      <a:pt x="1591" y="214"/>
                      <a:pt x="1325" y="448"/>
                      <a:pt x="991" y="448"/>
                    </a:cubicBezTo>
                    <a:cubicBezTo>
                      <a:pt x="657" y="381"/>
                      <a:pt x="357" y="247"/>
                      <a:pt x="57" y="81"/>
                    </a:cubicBezTo>
                    <a:cubicBezTo>
                      <a:pt x="47" y="71"/>
                      <a:pt x="37" y="67"/>
                      <a:pt x="29" y="67"/>
                    </a:cubicBezTo>
                    <a:cubicBezTo>
                      <a:pt x="10" y="67"/>
                      <a:pt x="0" y="90"/>
                      <a:pt x="24" y="114"/>
                    </a:cubicBezTo>
                    <a:cubicBezTo>
                      <a:pt x="224" y="514"/>
                      <a:pt x="657" y="748"/>
                      <a:pt x="1091" y="781"/>
                    </a:cubicBezTo>
                    <a:cubicBezTo>
                      <a:pt x="1491" y="714"/>
                      <a:pt x="1825" y="448"/>
                      <a:pt x="1925" y="81"/>
                    </a:cubicBezTo>
                    <a:cubicBezTo>
                      <a:pt x="1925" y="32"/>
                      <a:pt x="1907" y="1"/>
                      <a:pt x="187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9"/>
              <p:cNvSpPr/>
              <p:nvPr/>
            </p:nvSpPr>
            <p:spPr>
              <a:xfrm>
                <a:off x="2151350" y="2065191"/>
                <a:ext cx="67800" cy="162874"/>
              </a:xfrm>
              <a:custGeom>
                <a:avLst/>
                <a:gdLst/>
                <a:ahLst/>
                <a:cxnLst/>
                <a:rect l="l" t="t" r="r" b="b"/>
                <a:pathLst>
                  <a:path w="4728" h="11358" extrusionOk="0">
                    <a:moveTo>
                      <a:pt x="3754" y="0"/>
                    </a:moveTo>
                    <a:cubicBezTo>
                      <a:pt x="3729" y="0"/>
                      <a:pt x="3705" y="15"/>
                      <a:pt x="3694" y="50"/>
                    </a:cubicBezTo>
                    <a:cubicBezTo>
                      <a:pt x="2126" y="2652"/>
                      <a:pt x="1025" y="5754"/>
                      <a:pt x="58" y="8589"/>
                    </a:cubicBezTo>
                    <a:cubicBezTo>
                      <a:pt x="1" y="8731"/>
                      <a:pt x="222" y="8777"/>
                      <a:pt x="516" y="8777"/>
                    </a:cubicBezTo>
                    <a:cubicBezTo>
                      <a:pt x="912" y="8777"/>
                      <a:pt x="1439" y="8694"/>
                      <a:pt x="1592" y="8656"/>
                    </a:cubicBezTo>
                    <a:lnTo>
                      <a:pt x="1592" y="8656"/>
                    </a:lnTo>
                    <a:cubicBezTo>
                      <a:pt x="1592" y="8656"/>
                      <a:pt x="1058" y="10090"/>
                      <a:pt x="925" y="10724"/>
                    </a:cubicBezTo>
                    <a:cubicBezTo>
                      <a:pt x="2126" y="11024"/>
                      <a:pt x="3360" y="11225"/>
                      <a:pt x="4594" y="11358"/>
                    </a:cubicBezTo>
                    <a:cubicBezTo>
                      <a:pt x="4661" y="11358"/>
                      <a:pt x="4728" y="11058"/>
                      <a:pt x="4661" y="11058"/>
                    </a:cubicBezTo>
                    <a:cubicBezTo>
                      <a:pt x="2860" y="10624"/>
                      <a:pt x="2526" y="10557"/>
                      <a:pt x="1525" y="10391"/>
                    </a:cubicBezTo>
                    <a:cubicBezTo>
                      <a:pt x="1525" y="10190"/>
                      <a:pt x="2393" y="8156"/>
                      <a:pt x="2293" y="8156"/>
                    </a:cubicBezTo>
                    <a:cubicBezTo>
                      <a:pt x="2042" y="8122"/>
                      <a:pt x="1792" y="8106"/>
                      <a:pt x="1542" y="8106"/>
                    </a:cubicBezTo>
                    <a:cubicBezTo>
                      <a:pt x="1292" y="8106"/>
                      <a:pt x="1042" y="8122"/>
                      <a:pt x="791" y="8156"/>
                    </a:cubicBezTo>
                    <a:cubicBezTo>
                      <a:pt x="1692" y="5420"/>
                      <a:pt x="2993" y="2852"/>
                      <a:pt x="3827" y="117"/>
                    </a:cubicBezTo>
                    <a:cubicBezTo>
                      <a:pt x="3849" y="51"/>
                      <a:pt x="3800" y="0"/>
                      <a:pt x="375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9"/>
              <p:cNvSpPr/>
              <p:nvPr/>
            </p:nvSpPr>
            <p:spPr>
              <a:xfrm>
                <a:off x="1750532" y="2967077"/>
                <a:ext cx="653287" cy="322048"/>
              </a:xfrm>
              <a:custGeom>
                <a:avLst/>
                <a:gdLst/>
                <a:ahLst/>
                <a:cxnLst/>
                <a:rect l="l" t="t" r="r" b="b"/>
                <a:pathLst>
                  <a:path w="45557" h="22458" extrusionOk="0">
                    <a:moveTo>
                      <a:pt x="22452" y="1"/>
                    </a:moveTo>
                    <a:cubicBezTo>
                      <a:pt x="13055" y="1"/>
                      <a:pt x="1" y="12126"/>
                      <a:pt x="2190" y="14946"/>
                    </a:cubicBezTo>
                    <a:cubicBezTo>
                      <a:pt x="5459" y="19116"/>
                      <a:pt x="13698" y="19516"/>
                      <a:pt x="34413" y="22451"/>
                    </a:cubicBezTo>
                    <a:cubicBezTo>
                      <a:pt x="34442" y="22455"/>
                      <a:pt x="34472" y="22457"/>
                      <a:pt x="34503" y="22457"/>
                    </a:cubicBezTo>
                    <a:cubicBezTo>
                      <a:pt x="37450" y="22457"/>
                      <a:pt x="45557" y="3398"/>
                      <a:pt x="42552" y="2804"/>
                    </a:cubicBezTo>
                    <a:cubicBezTo>
                      <a:pt x="38716" y="2070"/>
                      <a:pt x="23706" y="2"/>
                      <a:pt x="22605" y="2"/>
                    </a:cubicBezTo>
                    <a:cubicBezTo>
                      <a:pt x="22554" y="1"/>
                      <a:pt x="22503" y="1"/>
                      <a:pt x="22452" y="1"/>
                    </a:cubicBezTo>
                    <a:close/>
                  </a:path>
                </a:pathLst>
              </a:custGeom>
              <a:solidFill>
                <a:srgbClr val="F7A9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9"/>
              <p:cNvSpPr/>
              <p:nvPr/>
            </p:nvSpPr>
            <p:spPr>
              <a:xfrm>
                <a:off x="2100514" y="2997234"/>
                <a:ext cx="680204" cy="490758"/>
              </a:xfrm>
              <a:custGeom>
                <a:avLst/>
                <a:gdLst/>
                <a:ahLst/>
                <a:cxnLst/>
                <a:rect l="l" t="t" r="r" b="b"/>
                <a:pathLst>
                  <a:path w="47434" h="34223" extrusionOk="0">
                    <a:moveTo>
                      <a:pt x="14010" y="0"/>
                    </a:moveTo>
                    <a:cubicBezTo>
                      <a:pt x="14010" y="0"/>
                      <a:pt x="0" y="15978"/>
                      <a:pt x="734" y="16679"/>
                    </a:cubicBezTo>
                    <a:cubicBezTo>
                      <a:pt x="3502" y="19123"/>
                      <a:pt x="7518" y="22010"/>
                      <a:pt x="14780" y="22010"/>
                    </a:cubicBezTo>
                    <a:cubicBezTo>
                      <a:pt x="15743" y="22010"/>
                      <a:pt x="16764" y="21959"/>
                      <a:pt x="17846" y="21849"/>
                    </a:cubicBezTo>
                    <a:cubicBezTo>
                      <a:pt x="17846" y="21849"/>
                      <a:pt x="22738" y="33418"/>
                      <a:pt x="26524" y="33418"/>
                    </a:cubicBezTo>
                    <a:cubicBezTo>
                      <a:pt x="26680" y="33418"/>
                      <a:pt x="26834" y="33398"/>
                      <a:pt x="26986" y="33358"/>
                    </a:cubicBezTo>
                    <a:cubicBezTo>
                      <a:pt x="28572" y="32931"/>
                      <a:pt x="28220" y="30322"/>
                      <a:pt x="27370" y="27615"/>
                    </a:cubicBezTo>
                    <a:lnTo>
                      <a:pt x="27370" y="27615"/>
                    </a:lnTo>
                    <a:cubicBezTo>
                      <a:pt x="28948" y="30915"/>
                      <a:pt x="30951" y="34222"/>
                      <a:pt x="32647" y="34222"/>
                    </a:cubicBezTo>
                    <a:cubicBezTo>
                      <a:pt x="32740" y="34222"/>
                      <a:pt x="32832" y="34212"/>
                      <a:pt x="32924" y="34191"/>
                    </a:cubicBezTo>
                    <a:cubicBezTo>
                      <a:pt x="34577" y="33824"/>
                      <a:pt x="34701" y="31815"/>
                      <a:pt x="34197" y="29420"/>
                    </a:cubicBezTo>
                    <a:lnTo>
                      <a:pt x="34197" y="29420"/>
                    </a:lnTo>
                    <a:cubicBezTo>
                      <a:pt x="35507" y="31991"/>
                      <a:pt x="37041" y="34083"/>
                      <a:pt x="38563" y="34083"/>
                    </a:cubicBezTo>
                    <a:cubicBezTo>
                      <a:pt x="38774" y="34083"/>
                      <a:pt x="38985" y="34043"/>
                      <a:pt x="39195" y="33958"/>
                    </a:cubicBezTo>
                    <a:cubicBezTo>
                      <a:pt x="41061" y="33215"/>
                      <a:pt x="40643" y="30194"/>
                      <a:pt x="39632" y="27121"/>
                    </a:cubicBezTo>
                    <a:lnTo>
                      <a:pt x="39632" y="27121"/>
                    </a:lnTo>
                    <a:cubicBezTo>
                      <a:pt x="40834" y="29303"/>
                      <a:pt x="42192" y="31116"/>
                      <a:pt x="43388" y="31116"/>
                    </a:cubicBezTo>
                    <a:cubicBezTo>
                      <a:pt x="43609" y="31116"/>
                      <a:pt x="43824" y="31055"/>
                      <a:pt x="44031" y="30922"/>
                    </a:cubicBezTo>
                    <a:cubicBezTo>
                      <a:pt x="47434" y="28821"/>
                      <a:pt x="42230" y="16179"/>
                      <a:pt x="38894" y="11909"/>
                    </a:cubicBezTo>
                    <a:cubicBezTo>
                      <a:pt x="37293" y="9874"/>
                      <a:pt x="33157" y="5237"/>
                      <a:pt x="27219" y="2736"/>
                    </a:cubicBezTo>
                    <a:cubicBezTo>
                      <a:pt x="22750" y="868"/>
                      <a:pt x="14010" y="0"/>
                      <a:pt x="14010" y="0"/>
                    </a:cubicBezTo>
                    <a:close/>
                  </a:path>
                </a:pathLst>
              </a:custGeom>
              <a:solidFill>
                <a:srgbClr val="F7A9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9"/>
              <p:cNvSpPr/>
              <p:nvPr/>
            </p:nvSpPr>
            <p:spPr>
              <a:xfrm>
                <a:off x="2590326" y="3214198"/>
                <a:ext cx="90428" cy="223116"/>
              </a:xfrm>
              <a:custGeom>
                <a:avLst/>
                <a:gdLst/>
                <a:ahLst/>
                <a:cxnLst/>
                <a:rect l="l" t="t" r="r" b="b"/>
                <a:pathLst>
                  <a:path w="6306" h="15559" extrusionOk="0">
                    <a:moveTo>
                      <a:pt x="54" y="1"/>
                    </a:moveTo>
                    <a:cubicBezTo>
                      <a:pt x="34" y="1"/>
                      <a:pt x="1" y="24"/>
                      <a:pt x="1" y="48"/>
                    </a:cubicBezTo>
                    <a:cubicBezTo>
                      <a:pt x="768" y="1582"/>
                      <a:pt x="1402" y="3117"/>
                      <a:pt x="2136" y="4651"/>
                    </a:cubicBezTo>
                    <a:cubicBezTo>
                      <a:pt x="2903" y="6186"/>
                      <a:pt x="5438" y="11690"/>
                      <a:pt x="6305" y="15559"/>
                    </a:cubicBezTo>
                    <a:cubicBezTo>
                      <a:pt x="5972" y="13357"/>
                      <a:pt x="5405" y="11223"/>
                      <a:pt x="4604" y="9154"/>
                    </a:cubicBezTo>
                    <a:cubicBezTo>
                      <a:pt x="4004" y="7553"/>
                      <a:pt x="3336" y="6019"/>
                      <a:pt x="2569" y="4484"/>
                    </a:cubicBezTo>
                    <a:cubicBezTo>
                      <a:pt x="1835" y="2917"/>
                      <a:pt x="968" y="1482"/>
                      <a:pt x="67" y="15"/>
                    </a:cubicBezTo>
                    <a:cubicBezTo>
                      <a:pt x="67" y="5"/>
                      <a:pt x="62" y="1"/>
                      <a:pt x="5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9"/>
              <p:cNvSpPr/>
              <p:nvPr/>
            </p:nvSpPr>
            <p:spPr>
              <a:xfrm>
                <a:off x="2510925" y="3250923"/>
                <a:ext cx="80619" cy="168108"/>
              </a:xfrm>
              <a:custGeom>
                <a:avLst/>
                <a:gdLst/>
                <a:ahLst/>
                <a:cxnLst/>
                <a:rect l="l" t="t" r="r" b="b"/>
                <a:pathLst>
                  <a:path w="5622" h="11723" extrusionOk="0">
                    <a:moveTo>
                      <a:pt x="28" y="0"/>
                    </a:moveTo>
                    <a:cubicBezTo>
                      <a:pt x="12" y="0"/>
                      <a:pt x="0" y="16"/>
                      <a:pt x="0" y="55"/>
                    </a:cubicBezTo>
                    <a:cubicBezTo>
                      <a:pt x="968" y="1957"/>
                      <a:pt x="1802" y="3958"/>
                      <a:pt x="2736" y="5926"/>
                    </a:cubicBezTo>
                    <a:cubicBezTo>
                      <a:pt x="3636" y="7894"/>
                      <a:pt x="4604" y="9629"/>
                      <a:pt x="5471" y="11597"/>
                    </a:cubicBezTo>
                    <a:cubicBezTo>
                      <a:pt x="5504" y="11680"/>
                      <a:pt x="5546" y="11722"/>
                      <a:pt x="5575" y="11722"/>
                    </a:cubicBezTo>
                    <a:cubicBezTo>
                      <a:pt x="5604" y="11722"/>
                      <a:pt x="5621" y="11680"/>
                      <a:pt x="5604" y="11597"/>
                    </a:cubicBezTo>
                    <a:cubicBezTo>
                      <a:pt x="4804" y="9596"/>
                      <a:pt x="4070" y="7694"/>
                      <a:pt x="3136" y="5726"/>
                    </a:cubicBezTo>
                    <a:cubicBezTo>
                      <a:pt x="2169" y="3758"/>
                      <a:pt x="1068" y="1923"/>
                      <a:pt x="67" y="22"/>
                    </a:cubicBezTo>
                    <a:cubicBezTo>
                      <a:pt x="53" y="8"/>
                      <a:pt x="40" y="0"/>
                      <a:pt x="2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9"/>
              <p:cNvSpPr/>
              <p:nvPr/>
            </p:nvSpPr>
            <p:spPr>
              <a:xfrm>
                <a:off x="2435827" y="3269966"/>
                <a:ext cx="59726" cy="132416"/>
              </a:xfrm>
              <a:custGeom>
                <a:avLst/>
                <a:gdLst/>
                <a:ahLst/>
                <a:cxnLst/>
                <a:rect l="l" t="t" r="r" b="b"/>
                <a:pathLst>
                  <a:path w="4165" h="9234" extrusionOk="0">
                    <a:moveTo>
                      <a:pt x="65" y="1"/>
                    </a:moveTo>
                    <a:cubicBezTo>
                      <a:pt x="34" y="1"/>
                      <a:pt x="0" y="48"/>
                      <a:pt x="0" y="95"/>
                    </a:cubicBezTo>
                    <a:cubicBezTo>
                      <a:pt x="1735" y="3631"/>
                      <a:pt x="2702" y="6033"/>
                      <a:pt x="4003" y="9101"/>
                    </a:cubicBezTo>
                    <a:cubicBezTo>
                      <a:pt x="4042" y="9179"/>
                      <a:pt x="4103" y="9234"/>
                      <a:pt x="4135" y="9234"/>
                    </a:cubicBezTo>
                    <a:cubicBezTo>
                      <a:pt x="4157" y="9234"/>
                      <a:pt x="4165" y="9205"/>
                      <a:pt x="4137" y="9135"/>
                    </a:cubicBezTo>
                    <a:cubicBezTo>
                      <a:pt x="3036" y="5999"/>
                      <a:pt x="1835" y="2864"/>
                      <a:pt x="100" y="28"/>
                    </a:cubicBezTo>
                    <a:cubicBezTo>
                      <a:pt x="91" y="9"/>
                      <a:pt x="78" y="1"/>
                      <a:pt x="6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9"/>
              <p:cNvSpPr/>
              <p:nvPr/>
            </p:nvSpPr>
            <p:spPr>
              <a:xfrm>
                <a:off x="1741828" y="2966331"/>
                <a:ext cx="654306" cy="320786"/>
              </a:xfrm>
              <a:custGeom>
                <a:avLst/>
                <a:gdLst/>
                <a:ahLst/>
                <a:cxnLst/>
                <a:rect l="l" t="t" r="r" b="b"/>
                <a:pathLst>
                  <a:path w="45628" h="22370" extrusionOk="0">
                    <a:moveTo>
                      <a:pt x="22707" y="0"/>
                    </a:moveTo>
                    <a:cubicBezTo>
                      <a:pt x="16732" y="0"/>
                      <a:pt x="0" y="8625"/>
                      <a:pt x="2597" y="14598"/>
                    </a:cubicBezTo>
                    <a:cubicBezTo>
                      <a:pt x="5299" y="20735"/>
                      <a:pt x="28582" y="22370"/>
                      <a:pt x="28582" y="22370"/>
                    </a:cubicBezTo>
                    <a:lnTo>
                      <a:pt x="45628" y="2289"/>
                    </a:lnTo>
                    <a:cubicBezTo>
                      <a:pt x="45628" y="2289"/>
                      <a:pt x="28716" y="487"/>
                      <a:pt x="23178" y="20"/>
                    </a:cubicBezTo>
                    <a:cubicBezTo>
                      <a:pt x="23030" y="7"/>
                      <a:pt x="22873" y="0"/>
                      <a:pt x="227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9"/>
              <p:cNvSpPr/>
              <p:nvPr/>
            </p:nvSpPr>
            <p:spPr>
              <a:xfrm>
                <a:off x="1945040" y="2965801"/>
                <a:ext cx="129648" cy="39578"/>
              </a:xfrm>
              <a:custGeom>
                <a:avLst/>
                <a:gdLst/>
                <a:ahLst/>
                <a:cxnLst/>
                <a:rect l="l" t="t" r="r" b="b"/>
                <a:pathLst>
                  <a:path w="9041" h="2760" extrusionOk="0">
                    <a:moveTo>
                      <a:pt x="7983" y="1"/>
                    </a:moveTo>
                    <a:cubicBezTo>
                      <a:pt x="4512" y="1"/>
                      <a:pt x="1250" y="1872"/>
                      <a:pt x="34" y="2693"/>
                    </a:cubicBezTo>
                    <a:cubicBezTo>
                      <a:pt x="1" y="2726"/>
                      <a:pt x="34" y="2759"/>
                      <a:pt x="68" y="2759"/>
                    </a:cubicBezTo>
                    <a:cubicBezTo>
                      <a:pt x="1435" y="1992"/>
                      <a:pt x="5872" y="224"/>
                      <a:pt x="9007" y="124"/>
                    </a:cubicBezTo>
                    <a:cubicBezTo>
                      <a:pt x="9041" y="124"/>
                      <a:pt x="9041" y="57"/>
                      <a:pt x="9007" y="57"/>
                    </a:cubicBezTo>
                    <a:cubicBezTo>
                      <a:pt x="8665" y="19"/>
                      <a:pt x="8323" y="1"/>
                      <a:pt x="798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9"/>
              <p:cNvSpPr/>
              <p:nvPr/>
            </p:nvSpPr>
            <p:spPr>
              <a:xfrm>
                <a:off x="2097388" y="2992530"/>
                <a:ext cx="201032" cy="245157"/>
              </a:xfrm>
              <a:custGeom>
                <a:avLst/>
                <a:gdLst/>
                <a:ahLst/>
                <a:cxnLst/>
                <a:rect l="l" t="t" r="r" b="b"/>
                <a:pathLst>
                  <a:path w="14019" h="17096" extrusionOk="0">
                    <a:moveTo>
                      <a:pt x="13924" y="0"/>
                    </a:moveTo>
                    <a:cubicBezTo>
                      <a:pt x="13903" y="0"/>
                      <a:pt x="13881" y="9"/>
                      <a:pt x="13861" y="28"/>
                    </a:cubicBezTo>
                    <a:cubicBezTo>
                      <a:pt x="12827" y="1462"/>
                      <a:pt x="4955" y="10402"/>
                      <a:pt x="51" y="16974"/>
                    </a:cubicBezTo>
                    <a:cubicBezTo>
                      <a:pt x="0" y="17025"/>
                      <a:pt x="67" y="17096"/>
                      <a:pt x="131" y="17096"/>
                    </a:cubicBezTo>
                    <a:cubicBezTo>
                      <a:pt x="150" y="17096"/>
                      <a:pt x="169" y="17089"/>
                      <a:pt x="185" y="17074"/>
                    </a:cubicBezTo>
                    <a:cubicBezTo>
                      <a:pt x="6889" y="9969"/>
                      <a:pt x="12827" y="1496"/>
                      <a:pt x="13995" y="95"/>
                    </a:cubicBezTo>
                    <a:cubicBezTo>
                      <a:pt x="14018" y="48"/>
                      <a:pt x="13975" y="0"/>
                      <a:pt x="1392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9"/>
              <p:cNvSpPr/>
              <p:nvPr/>
            </p:nvSpPr>
            <p:spPr>
              <a:xfrm>
                <a:off x="1981851" y="2442720"/>
                <a:ext cx="768265" cy="843651"/>
              </a:xfrm>
              <a:custGeom>
                <a:avLst/>
                <a:gdLst/>
                <a:ahLst/>
                <a:cxnLst/>
                <a:rect l="l" t="t" r="r" b="b"/>
                <a:pathLst>
                  <a:path w="53575" h="58832" extrusionOk="0">
                    <a:moveTo>
                      <a:pt x="30502" y="1"/>
                    </a:moveTo>
                    <a:cubicBezTo>
                      <a:pt x="29075" y="1"/>
                      <a:pt x="28369" y="2086"/>
                      <a:pt x="29090" y="7614"/>
                    </a:cubicBezTo>
                    <a:cubicBezTo>
                      <a:pt x="30256" y="16446"/>
                      <a:pt x="33021" y="35867"/>
                      <a:pt x="32294" y="35867"/>
                    </a:cubicBezTo>
                    <a:cubicBezTo>
                      <a:pt x="32293" y="35867"/>
                      <a:pt x="32293" y="35867"/>
                      <a:pt x="32292" y="35867"/>
                    </a:cubicBezTo>
                    <a:cubicBezTo>
                      <a:pt x="31959" y="35834"/>
                      <a:pt x="14546" y="30597"/>
                      <a:pt x="11411" y="29296"/>
                    </a:cubicBezTo>
                    <a:cubicBezTo>
                      <a:pt x="11341" y="29268"/>
                      <a:pt x="11266" y="29255"/>
                      <a:pt x="11188" y="29255"/>
                    </a:cubicBezTo>
                    <a:cubicBezTo>
                      <a:pt x="8313" y="29255"/>
                      <a:pt x="0" y="47202"/>
                      <a:pt x="2371" y="48176"/>
                    </a:cubicBezTo>
                    <a:cubicBezTo>
                      <a:pt x="9940" y="51264"/>
                      <a:pt x="33749" y="58831"/>
                      <a:pt x="43370" y="58831"/>
                    </a:cubicBezTo>
                    <a:cubicBezTo>
                      <a:pt x="44350" y="58831"/>
                      <a:pt x="45182" y="58753"/>
                      <a:pt x="45835" y="58584"/>
                    </a:cubicBezTo>
                    <a:cubicBezTo>
                      <a:pt x="53574" y="56616"/>
                      <a:pt x="50272" y="25060"/>
                      <a:pt x="37663" y="6847"/>
                    </a:cubicBezTo>
                    <a:cubicBezTo>
                      <a:pt x="35059" y="3106"/>
                      <a:pt x="32244" y="1"/>
                      <a:pt x="30502" y="1"/>
                    </a:cubicBezTo>
                    <a:close/>
                  </a:path>
                </a:pathLst>
              </a:custGeom>
              <a:solidFill>
                <a:srgbClr val="F7A9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9"/>
              <p:cNvSpPr/>
              <p:nvPr/>
            </p:nvSpPr>
            <p:spPr>
              <a:xfrm>
                <a:off x="1744624" y="2723684"/>
                <a:ext cx="447738" cy="428551"/>
              </a:xfrm>
              <a:custGeom>
                <a:avLst/>
                <a:gdLst/>
                <a:ahLst/>
                <a:cxnLst/>
                <a:rect l="l" t="t" r="r" b="b"/>
                <a:pathLst>
                  <a:path w="31223" h="29885" extrusionOk="0">
                    <a:moveTo>
                      <a:pt x="9956" y="0"/>
                    </a:moveTo>
                    <a:cubicBezTo>
                      <a:pt x="8062" y="0"/>
                      <a:pt x="6378" y="290"/>
                      <a:pt x="5604" y="1063"/>
                    </a:cubicBezTo>
                    <a:cubicBezTo>
                      <a:pt x="4070" y="2631"/>
                      <a:pt x="5104" y="4633"/>
                      <a:pt x="5104" y="4633"/>
                    </a:cubicBezTo>
                    <a:cubicBezTo>
                      <a:pt x="4037" y="4866"/>
                      <a:pt x="3103" y="5500"/>
                      <a:pt x="2469" y="6367"/>
                    </a:cubicBezTo>
                    <a:cubicBezTo>
                      <a:pt x="1368" y="7968"/>
                      <a:pt x="3403" y="10337"/>
                      <a:pt x="3403" y="10337"/>
                    </a:cubicBezTo>
                    <a:cubicBezTo>
                      <a:pt x="2335" y="10837"/>
                      <a:pt x="1468" y="11638"/>
                      <a:pt x="901" y="12638"/>
                    </a:cubicBezTo>
                    <a:cubicBezTo>
                      <a:pt x="0" y="14240"/>
                      <a:pt x="1702" y="16941"/>
                      <a:pt x="1702" y="16941"/>
                    </a:cubicBezTo>
                    <a:cubicBezTo>
                      <a:pt x="1001" y="17942"/>
                      <a:pt x="667" y="19143"/>
                      <a:pt x="768" y="20344"/>
                    </a:cubicBezTo>
                    <a:cubicBezTo>
                      <a:pt x="1168" y="23546"/>
                      <a:pt x="5638" y="25614"/>
                      <a:pt x="8473" y="26982"/>
                    </a:cubicBezTo>
                    <a:cubicBezTo>
                      <a:pt x="11342" y="28316"/>
                      <a:pt x="20648" y="29484"/>
                      <a:pt x="22383" y="29884"/>
                    </a:cubicBezTo>
                    <a:lnTo>
                      <a:pt x="31223" y="11738"/>
                    </a:lnTo>
                    <a:cubicBezTo>
                      <a:pt x="31223" y="11738"/>
                      <a:pt x="20215" y="2064"/>
                      <a:pt x="16646" y="963"/>
                    </a:cubicBezTo>
                    <a:cubicBezTo>
                      <a:pt x="14983" y="446"/>
                      <a:pt x="12307" y="0"/>
                      <a:pt x="9956" y="0"/>
                    </a:cubicBezTo>
                    <a:close/>
                  </a:path>
                </a:pathLst>
              </a:custGeom>
              <a:solidFill>
                <a:srgbClr val="F7A9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9"/>
              <p:cNvSpPr/>
              <p:nvPr/>
            </p:nvSpPr>
            <p:spPr>
              <a:xfrm>
                <a:off x="1820684" y="2786766"/>
                <a:ext cx="142898" cy="37413"/>
              </a:xfrm>
              <a:custGeom>
                <a:avLst/>
                <a:gdLst/>
                <a:ahLst/>
                <a:cxnLst/>
                <a:rect l="l" t="t" r="r" b="b"/>
                <a:pathLst>
                  <a:path w="9965" h="2609" extrusionOk="0">
                    <a:moveTo>
                      <a:pt x="67" y="0"/>
                    </a:moveTo>
                    <a:cubicBezTo>
                      <a:pt x="0" y="0"/>
                      <a:pt x="0" y="100"/>
                      <a:pt x="33" y="134"/>
                    </a:cubicBezTo>
                    <a:cubicBezTo>
                      <a:pt x="3269" y="1101"/>
                      <a:pt x="6672" y="1535"/>
                      <a:pt x="9874" y="2602"/>
                    </a:cubicBezTo>
                    <a:cubicBezTo>
                      <a:pt x="9883" y="2607"/>
                      <a:pt x="9892" y="2609"/>
                      <a:pt x="9900" y="2609"/>
                    </a:cubicBezTo>
                    <a:cubicBezTo>
                      <a:pt x="9948" y="2609"/>
                      <a:pt x="9965" y="2531"/>
                      <a:pt x="9907" y="2502"/>
                    </a:cubicBezTo>
                    <a:cubicBezTo>
                      <a:pt x="6672" y="1468"/>
                      <a:pt x="3503" y="234"/>
                      <a:pt x="6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9"/>
              <p:cNvSpPr/>
              <p:nvPr/>
            </p:nvSpPr>
            <p:spPr>
              <a:xfrm>
                <a:off x="1793409" y="2869034"/>
                <a:ext cx="133850" cy="54148"/>
              </a:xfrm>
              <a:custGeom>
                <a:avLst/>
                <a:gdLst/>
                <a:ahLst/>
                <a:cxnLst/>
                <a:rect l="l" t="t" r="r" b="b"/>
                <a:pathLst>
                  <a:path w="9334" h="3776" extrusionOk="0">
                    <a:moveTo>
                      <a:pt x="168" y="1"/>
                    </a:moveTo>
                    <a:cubicBezTo>
                      <a:pt x="34" y="1"/>
                      <a:pt x="1" y="134"/>
                      <a:pt x="101" y="234"/>
                    </a:cubicBezTo>
                    <a:cubicBezTo>
                      <a:pt x="768" y="601"/>
                      <a:pt x="1502" y="868"/>
                      <a:pt x="2269" y="1101"/>
                    </a:cubicBezTo>
                    <a:lnTo>
                      <a:pt x="4604" y="1935"/>
                    </a:lnTo>
                    <a:cubicBezTo>
                      <a:pt x="6172" y="2502"/>
                      <a:pt x="7706" y="3136"/>
                      <a:pt x="9241" y="3770"/>
                    </a:cubicBezTo>
                    <a:cubicBezTo>
                      <a:pt x="9248" y="3774"/>
                      <a:pt x="9255" y="3775"/>
                      <a:pt x="9261" y="3775"/>
                    </a:cubicBezTo>
                    <a:cubicBezTo>
                      <a:pt x="9313" y="3775"/>
                      <a:pt x="9333" y="3666"/>
                      <a:pt x="9274" y="3637"/>
                    </a:cubicBezTo>
                    <a:cubicBezTo>
                      <a:pt x="7773" y="2936"/>
                      <a:pt x="6239" y="2236"/>
                      <a:pt x="4704" y="1602"/>
                    </a:cubicBezTo>
                    <a:cubicBezTo>
                      <a:pt x="3937" y="1302"/>
                      <a:pt x="3170" y="968"/>
                      <a:pt x="2402" y="668"/>
                    </a:cubicBezTo>
                    <a:cubicBezTo>
                      <a:pt x="1702" y="368"/>
                      <a:pt x="935" y="134"/>
                      <a:pt x="16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9"/>
              <p:cNvSpPr/>
              <p:nvPr/>
            </p:nvSpPr>
            <p:spPr>
              <a:xfrm>
                <a:off x="1769031" y="2967450"/>
                <a:ext cx="120341" cy="49989"/>
              </a:xfrm>
              <a:custGeom>
                <a:avLst/>
                <a:gdLst/>
                <a:ahLst/>
                <a:cxnLst/>
                <a:rect l="l" t="t" r="r" b="b"/>
                <a:pathLst>
                  <a:path w="8392" h="3486" extrusionOk="0">
                    <a:moveTo>
                      <a:pt x="35" y="0"/>
                    </a:moveTo>
                    <a:cubicBezTo>
                      <a:pt x="1" y="0"/>
                      <a:pt x="6" y="49"/>
                      <a:pt x="33" y="76"/>
                    </a:cubicBezTo>
                    <a:cubicBezTo>
                      <a:pt x="500" y="510"/>
                      <a:pt x="1267" y="776"/>
                      <a:pt x="1868" y="1010"/>
                    </a:cubicBezTo>
                    <a:cubicBezTo>
                      <a:pt x="2568" y="1277"/>
                      <a:pt x="3269" y="1577"/>
                      <a:pt x="3969" y="1844"/>
                    </a:cubicBezTo>
                    <a:cubicBezTo>
                      <a:pt x="5403" y="2411"/>
                      <a:pt x="6838" y="2945"/>
                      <a:pt x="8272" y="3478"/>
                    </a:cubicBezTo>
                    <a:cubicBezTo>
                      <a:pt x="8286" y="3483"/>
                      <a:pt x="8299" y="3485"/>
                      <a:pt x="8310" y="3485"/>
                    </a:cubicBezTo>
                    <a:cubicBezTo>
                      <a:pt x="8379" y="3485"/>
                      <a:pt x="8392" y="3407"/>
                      <a:pt x="8305" y="3378"/>
                    </a:cubicBezTo>
                    <a:cubicBezTo>
                      <a:pt x="6904" y="2811"/>
                      <a:pt x="5503" y="2211"/>
                      <a:pt x="4136" y="1610"/>
                    </a:cubicBezTo>
                    <a:cubicBezTo>
                      <a:pt x="3435" y="1310"/>
                      <a:pt x="2735" y="1010"/>
                      <a:pt x="2034" y="710"/>
                    </a:cubicBezTo>
                    <a:cubicBezTo>
                      <a:pt x="1434" y="443"/>
                      <a:pt x="733" y="43"/>
                      <a:pt x="66" y="9"/>
                    </a:cubicBezTo>
                    <a:cubicBezTo>
                      <a:pt x="53" y="3"/>
                      <a:pt x="43" y="0"/>
                      <a:pt x="3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9"/>
              <p:cNvSpPr/>
              <p:nvPr/>
            </p:nvSpPr>
            <p:spPr>
              <a:xfrm>
                <a:off x="2077542" y="2435307"/>
                <a:ext cx="683086" cy="862694"/>
              </a:xfrm>
              <a:custGeom>
                <a:avLst/>
                <a:gdLst/>
                <a:ahLst/>
                <a:cxnLst/>
                <a:rect l="l" t="t" r="r" b="b"/>
                <a:pathLst>
                  <a:path w="47635" h="60160" extrusionOk="0">
                    <a:moveTo>
                      <a:pt x="23831" y="0"/>
                    </a:moveTo>
                    <a:cubicBezTo>
                      <a:pt x="22259" y="0"/>
                      <a:pt x="21463" y="2160"/>
                      <a:pt x="21850" y="6863"/>
                    </a:cubicBezTo>
                    <a:cubicBezTo>
                      <a:pt x="22650" y="16637"/>
                      <a:pt x="25619" y="35450"/>
                      <a:pt x="25419" y="35584"/>
                    </a:cubicBezTo>
                    <a:cubicBezTo>
                      <a:pt x="25414" y="35586"/>
                      <a:pt x="25404" y="35587"/>
                      <a:pt x="25391" y="35587"/>
                    </a:cubicBezTo>
                    <a:cubicBezTo>
                      <a:pt x="24517" y="35587"/>
                      <a:pt x="7006" y="30247"/>
                      <a:pt x="7006" y="30247"/>
                    </a:cubicBezTo>
                    <a:lnTo>
                      <a:pt x="1" y="53630"/>
                    </a:lnTo>
                    <a:cubicBezTo>
                      <a:pt x="1" y="53630"/>
                      <a:pt x="25272" y="60160"/>
                      <a:pt x="36848" y="60160"/>
                    </a:cubicBezTo>
                    <a:cubicBezTo>
                      <a:pt x="39980" y="60160"/>
                      <a:pt x="42109" y="59682"/>
                      <a:pt x="42465" y="58467"/>
                    </a:cubicBezTo>
                    <a:cubicBezTo>
                      <a:pt x="47635" y="40954"/>
                      <a:pt x="37194" y="16237"/>
                      <a:pt x="31056" y="6963"/>
                    </a:cubicBezTo>
                    <a:cubicBezTo>
                      <a:pt x="28089" y="2478"/>
                      <a:pt x="25515" y="0"/>
                      <a:pt x="238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9"/>
              <p:cNvSpPr/>
              <p:nvPr/>
            </p:nvSpPr>
            <p:spPr>
              <a:xfrm>
                <a:off x="2414776" y="2736059"/>
                <a:ext cx="269807" cy="208618"/>
              </a:xfrm>
              <a:custGeom>
                <a:avLst/>
                <a:gdLst/>
                <a:ahLst/>
                <a:cxnLst/>
                <a:rect l="l" t="t" r="r" b="b"/>
                <a:pathLst>
                  <a:path w="18815" h="14548" extrusionOk="0">
                    <a:moveTo>
                      <a:pt x="14544" y="0"/>
                    </a:moveTo>
                    <a:cubicBezTo>
                      <a:pt x="12901" y="452"/>
                      <a:pt x="10435" y="904"/>
                      <a:pt x="7139" y="904"/>
                    </a:cubicBezTo>
                    <a:cubicBezTo>
                      <a:pt x="5083" y="904"/>
                      <a:pt x="2704" y="728"/>
                      <a:pt x="1" y="267"/>
                    </a:cubicBezTo>
                    <a:lnTo>
                      <a:pt x="1" y="267"/>
                    </a:lnTo>
                    <a:cubicBezTo>
                      <a:pt x="735" y="5771"/>
                      <a:pt x="1502" y="10875"/>
                      <a:pt x="1769" y="13243"/>
                    </a:cubicBezTo>
                    <a:cubicBezTo>
                      <a:pt x="3766" y="13737"/>
                      <a:pt x="7682" y="14548"/>
                      <a:pt x="12124" y="14548"/>
                    </a:cubicBezTo>
                    <a:cubicBezTo>
                      <a:pt x="14283" y="14548"/>
                      <a:pt x="16567" y="14356"/>
                      <a:pt x="18814" y="13844"/>
                    </a:cubicBezTo>
                    <a:cubicBezTo>
                      <a:pt x="17747" y="9140"/>
                      <a:pt x="16346" y="4504"/>
                      <a:pt x="145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9"/>
              <p:cNvSpPr/>
              <p:nvPr/>
            </p:nvSpPr>
            <p:spPr>
              <a:xfrm>
                <a:off x="2155250" y="2905917"/>
                <a:ext cx="79472" cy="268746"/>
              </a:xfrm>
              <a:custGeom>
                <a:avLst/>
                <a:gdLst/>
                <a:ahLst/>
                <a:cxnLst/>
                <a:rect l="l" t="t" r="r" b="b"/>
                <a:pathLst>
                  <a:path w="5542" h="18741" extrusionOk="0">
                    <a:moveTo>
                      <a:pt x="5471" y="1"/>
                    </a:moveTo>
                    <a:cubicBezTo>
                      <a:pt x="5440" y="1"/>
                      <a:pt x="5405" y="19"/>
                      <a:pt x="5390" y="64"/>
                    </a:cubicBezTo>
                    <a:cubicBezTo>
                      <a:pt x="5023" y="1598"/>
                      <a:pt x="1720" y="11605"/>
                      <a:pt x="19" y="18677"/>
                    </a:cubicBezTo>
                    <a:cubicBezTo>
                      <a:pt x="1" y="18714"/>
                      <a:pt x="33" y="18740"/>
                      <a:pt x="71" y="18740"/>
                    </a:cubicBezTo>
                    <a:cubicBezTo>
                      <a:pt x="102" y="18740"/>
                      <a:pt x="137" y="18722"/>
                      <a:pt x="153" y="18677"/>
                    </a:cubicBezTo>
                    <a:cubicBezTo>
                      <a:pt x="3155" y="10571"/>
                      <a:pt x="5056" y="1598"/>
                      <a:pt x="5523" y="64"/>
                    </a:cubicBezTo>
                    <a:cubicBezTo>
                      <a:pt x="5541" y="27"/>
                      <a:pt x="5509" y="1"/>
                      <a:pt x="547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9"/>
              <p:cNvSpPr/>
              <p:nvPr/>
            </p:nvSpPr>
            <p:spPr>
              <a:xfrm>
                <a:off x="2176144" y="2868045"/>
                <a:ext cx="393145" cy="125719"/>
              </a:xfrm>
              <a:custGeom>
                <a:avLst/>
                <a:gdLst/>
                <a:ahLst/>
                <a:cxnLst/>
                <a:rect l="l" t="t" r="r" b="b"/>
                <a:pathLst>
                  <a:path w="27416" h="8767" extrusionOk="0">
                    <a:moveTo>
                      <a:pt x="118" y="0"/>
                    </a:moveTo>
                    <a:cubicBezTo>
                      <a:pt x="56" y="0"/>
                      <a:pt x="0" y="236"/>
                      <a:pt x="63" y="236"/>
                    </a:cubicBezTo>
                    <a:cubicBezTo>
                      <a:pt x="4633" y="1237"/>
                      <a:pt x="25348" y="8409"/>
                      <a:pt x="26115" y="8609"/>
                    </a:cubicBezTo>
                    <a:cubicBezTo>
                      <a:pt x="26603" y="8718"/>
                      <a:pt x="26915" y="8766"/>
                      <a:pt x="27078" y="8766"/>
                    </a:cubicBezTo>
                    <a:cubicBezTo>
                      <a:pt x="27416" y="8766"/>
                      <a:pt x="27113" y="8557"/>
                      <a:pt x="26415" y="8242"/>
                    </a:cubicBezTo>
                    <a:cubicBezTo>
                      <a:pt x="25548" y="7808"/>
                      <a:pt x="14140" y="3339"/>
                      <a:pt x="130" y="3"/>
                    </a:cubicBezTo>
                    <a:cubicBezTo>
                      <a:pt x="126" y="1"/>
                      <a:pt x="122" y="0"/>
                      <a:pt x="11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9"/>
              <p:cNvSpPr/>
              <p:nvPr/>
            </p:nvSpPr>
            <p:spPr>
              <a:xfrm>
                <a:off x="2392477" y="2705400"/>
                <a:ext cx="55797" cy="244009"/>
              </a:xfrm>
              <a:custGeom>
                <a:avLst/>
                <a:gdLst/>
                <a:ahLst/>
                <a:cxnLst/>
                <a:rect l="l" t="t" r="r" b="b"/>
                <a:pathLst>
                  <a:path w="3891" h="17016" extrusionOk="0">
                    <a:moveTo>
                      <a:pt x="1323" y="0"/>
                    </a:moveTo>
                    <a:cubicBezTo>
                      <a:pt x="1294" y="0"/>
                      <a:pt x="1255" y="29"/>
                      <a:pt x="1255" y="70"/>
                    </a:cubicBezTo>
                    <a:cubicBezTo>
                      <a:pt x="1355" y="1330"/>
                      <a:pt x="2245" y="8289"/>
                      <a:pt x="2256" y="8343"/>
                    </a:cubicBezTo>
                    <a:lnTo>
                      <a:pt x="2256" y="8343"/>
                    </a:lnTo>
                    <a:lnTo>
                      <a:pt x="1522" y="6975"/>
                    </a:lnTo>
                    <a:cubicBezTo>
                      <a:pt x="1022" y="6074"/>
                      <a:pt x="555" y="5140"/>
                      <a:pt x="155" y="4173"/>
                    </a:cubicBezTo>
                    <a:cubicBezTo>
                      <a:pt x="142" y="4136"/>
                      <a:pt x="117" y="4122"/>
                      <a:pt x="91" y="4122"/>
                    </a:cubicBezTo>
                    <a:cubicBezTo>
                      <a:pt x="46" y="4122"/>
                      <a:pt x="0" y="4164"/>
                      <a:pt x="21" y="4206"/>
                    </a:cubicBezTo>
                    <a:cubicBezTo>
                      <a:pt x="388" y="5207"/>
                      <a:pt x="722" y="6208"/>
                      <a:pt x="1122" y="7209"/>
                    </a:cubicBezTo>
                    <a:cubicBezTo>
                      <a:pt x="1322" y="7709"/>
                      <a:pt x="1823" y="8776"/>
                      <a:pt x="2056" y="9243"/>
                    </a:cubicBezTo>
                    <a:cubicBezTo>
                      <a:pt x="2256" y="9677"/>
                      <a:pt x="3224" y="16882"/>
                      <a:pt x="3224" y="16916"/>
                    </a:cubicBezTo>
                    <a:cubicBezTo>
                      <a:pt x="3457" y="16949"/>
                      <a:pt x="3691" y="16982"/>
                      <a:pt x="3891" y="17016"/>
                    </a:cubicBezTo>
                    <a:cubicBezTo>
                      <a:pt x="3624" y="15448"/>
                      <a:pt x="1689" y="1304"/>
                      <a:pt x="1356" y="37"/>
                    </a:cubicBezTo>
                    <a:cubicBezTo>
                      <a:pt x="1356" y="11"/>
                      <a:pt x="1341" y="0"/>
                      <a:pt x="132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9"/>
              <p:cNvSpPr/>
              <p:nvPr/>
            </p:nvSpPr>
            <p:spPr>
              <a:xfrm>
                <a:off x="2071806" y="3160896"/>
                <a:ext cx="126780" cy="72646"/>
              </a:xfrm>
              <a:custGeom>
                <a:avLst/>
                <a:gdLst/>
                <a:ahLst/>
                <a:cxnLst/>
                <a:rect l="l" t="t" r="r" b="b"/>
                <a:pathLst>
                  <a:path w="8841" h="5066" extrusionOk="0">
                    <a:moveTo>
                      <a:pt x="1280" y="0"/>
                    </a:moveTo>
                    <a:cubicBezTo>
                      <a:pt x="1262" y="0"/>
                      <a:pt x="1245" y="8"/>
                      <a:pt x="1235" y="29"/>
                    </a:cubicBezTo>
                    <a:cubicBezTo>
                      <a:pt x="901" y="463"/>
                      <a:pt x="234" y="2864"/>
                      <a:pt x="34" y="3431"/>
                    </a:cubicBezTo>
                    <a:cubicBezTo>
                      <a:pt x="1" y="3531"/>
                      <a:pt x="7373" y="4899"/>
                      <a:pt x="8807" y="5066"/>
                    </a:cubicBezTo>
                    <a:cubicBezTo>
                      <a:pt x="8840" y="5066"/>
                      <a:pt x="8840" y="5032"/>
                      <a:pt x="8840" y="4999"/>
                    </a:cubicBezTo>
                    <a:cubicBezTo>
                      <a:pt x="7473" y="4532"/>
                      <a:pt x="2002" y="3331"/>
                      <a:pt x="701" y="3064"/>
                    </a:cubicBezTo>
                    <a:cubicBezTo>
                      <a:pt x="1001" y="2064"/>
                      <a:pt x="1201" y="1063"/>
                      <a:pt x="1368" y="62"/>
                    </a:cubicBezTo>
                    <a:cubicBezTo>
                      <a:pt x="1368" y="39"/>
                      <a:pt x="1321" y="0"/>
                      <a:pt x="128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9"/>
              <p:cNvSpPr/>
              <p:nvPr/>
            </p:nvSpPr>
            <p:spPr>
              <a:xfrm>
                <a:off x="1047198" y="3819504"/>
                <a:ext cx="2511307" cy="5750"/>
              </a:xfrm>
              <a:custGeom>
                <a:avLst/>
                <a:gdLst/>
                <a:ahLst/>
                <a:cxnLst/>
                <a:rect l="l" t="t" r="r" b="b"/>
                <a:pathLst>
                  <a:path w="175126" h="401" extrusionOk="0">
                    <a:moveTo>
                      <a:pt x="87563" y="0"/>
                    </a:moveTo>
                    <a:lnTo>
                      <a:pt x="43799" y="67"/>
                    </a:lnTo>
                    <a:lnTo>
                      <a:pt x="21916" y="100"/>
                    </a:lnTo>
                    <a:lnTo>
                      <a:pt x="1" y="201"/>
                    </a:lnTo>
                    <a:lnTo>
                      <a:pt x="21916" y="301"/>
                    </a:lnTo>
                    <a:lnTo>
                      <a:pt x="43799" y="334"/>
                    </a:lnTo>
                    <a:lnTo>
                      <a:pt x="87563" y="401"/>
                    </a:lnTo>
                    <a:lnTo>
                      <a:pt x="131328" y="334"/>
                    </a:lnTo>
                    <a:lnTo>
                      <a:pt x="153243" y="301"/>
                    </a:lnTo>
                    <a:lnTo>
                      <a:pt x="175126" y="201"/>
                    </a:lnTo>
                    <a:lnTo>
                      <a:pt x="153243" y="100"/>
                    </a:lnTo>
                    <a:lnTo>
                      <a:pt x="131328" y="67"/>
                    </a:lnTo>
                    <a:lnTo>
                      <a:pt x="8756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9"/>
              <p:cNvSpPr/>
              <p:nvPr/>
            </p:nvSpPr>
            <p:spPr>
              <a:xfrm>
                <a:off x="2152640" y="1550629"/>
                <a:ext cx="337736" cy="266753"/>
              </a:xfrm>
              <a:custGeom>
                <a:avLst/>
                <a:gdLst/>
                <a:ahLst/>
                <a:cxnLst/>
                <a:rect l="l" t="t" r="r" b="b"/>
                <a:pathLst>
                  <a:path w="23552" h="18602" extrusionOk="0">
                    <a:moveTo>
                      <a:pt x="16432" y="460"/>
                    </a:moveTo>
                    <a:cubicBezTo>
                      <a:pt x="16670" y="460"/>
                      <a:pt x="16908" y="465"/>
                      <a:pt x="17147" y="474"/>
                    </a:cubicBezTo>
                    <a:cubicBezTo>
                      <a:pt x="18414" y="474"/>
                      <a:pt x="19682" y="641"/>
                      <a:pt x="20916" y="1008"/>
                    </a:cubicBezTo>
                    <a:cubicBezTo>
                      <a:pt x="21483" y="1175"/>
                      <a:pt x="21983" y="1508"/>
                      <a:pt x="22350" y="1942"/>
                    </a:cubicBezTo>
                    <a:cubicBezTo>
                      <a:pt x="22517" y="2142"/>
                      <a:pt x="22650" y="2342"/>
                      <a:pt x="22717" y="2576"/>
                    </a:cubicBezTo>
                    <a:cubicBezTo>
                      <a:pt x="22684" y="2509"/>
                      <a:pt x="22617" y="2442"/>
                      <a:pt x="22584" y="2342"/>
                    </a:cubicBezTo>
                    <a:cubicBezTo>
                      <a:pt x="21470" y="1018"/>
                      <a:pt x="19827" y="661"/>
                      <a:pt x="18155" y="661"/>
                    </a:cubicBezTo>
                    <a:cubicBezTo>
                      <a:pt x="17172" y="661"/>
                      <a:pt x="16180" y="784"/>
                      <a:pt x="15279" y="908"/>
                    </a:cubicBezTo>
                    <a:cubicBezTo>
                      <a:pt x="14578" y="1008"/>
                      <a:pt x="13878" y="1108"/>
                      <a:pt x="13144" y="1275"/>
                    </a:cubicBezTo>
                    <a:cubicBezTo>
                      <a:pt x="12477" y="1308"/>
                      <a:pt x="11809" y="1408"/>
                      <a:pt x="11176" y="1542"/>
                    </a:cubicBezTo>
                    <a:cubicBezTo>
                      <a:pt x="10041" y="1775"/>
                      <a:pt x="8941" y="2109"/>
                      <a:pt x="7873" y="2542"/>
                    </a:cubicBezTo>
                    <a:cubicBezTo>
                      <a:pt x="8440" y="2242"/>
                      <a:pt x="9074" y="1975"/>
                      <a:pt x="9675" y="1742"/>
                    </a:cubicBezTo>
                    <a:cubicBezTo>
                      <a:pt x="11850" y="896"/>
                      <a:pt x="14136" y="460"/>
                      <a:pt x="16432" y="460"/>
                    </a:cubicBezTo>
                    <a:close/>
                    <a:moveTo>
                      <a:pt x="14378" y="1683"/>
                    </a:moveTo>
                    <a:cubicBezTo>
                      <a:pt x="14670" y="1683"/>
                      <a:pt x="14962" y="1692"/>
                      <a:pt x="15245" y="1708"/>
                    </a:cubicBezTo>
                    <a:lnTo>
                      <a:pt x="15245" y="1742"/>
                    </a:lnTo>
                    <a:cubicBezTo>
                      <a:pt x="16413" y="1775"/>
                      <a:pt x="17580" y="2042"/>
                      <a:pt x="18681" y="2542"/>
                    </a:cubicBezTo>
                    <a:cubicBezTo>
                      <a:pt x="19648" y="2976"/>
                      <a:pt x="20549" y="3743"/>
                      <a:pt x="20549" y="4877"/>
                    </a:cubicBezTo>
                    <a:lnTo>
                      <a:pt x="20549" y="5044"/>
                    </a:lnTo>
                    <a:cubicBezTo>
                      <a:pt x="20182" y="4877"/>
                      <a:pt x="19815" y="4777"/>
                      <a:pt x="19415" y="4744"/>
                    </a:cubicBezTo>
                    <a:cubicBezTo>
                      <a:pt x="19315" y="4744"/>
                      <a:pt x="19215" y="4744"/>
                      <a:pt x="19115" y="4710"/>
                    </a:cubicBezTo>
                    <a:cubicBezTo>
                      <a:pt x="18648" y="4444"/>
                      <a:pt x="18181" y="4243"/>
                      <a:pt x="17680" y="4110"/>
                    </a:cubicBezTo>
                    <a:cubicBezTo>
                      <a:pt x="17046" y="3309"/>
                      <a:pt x="16179" y="2709"/>
                      <a:pt x="15178" y="2409"/>
                    </a:cubicBezTo>
                    <a:cubicBezTo>
                      <a:pt x="14311" y="2109"/>
                      <a:pt x="13377" y="1942"/>
                      <a:pt x="12410" y="1942"/>
                    </a:cubicBezTo>
                    <a:cubicBezTo>
                      <a:pt x="12777" y="1875"/>
                      <a:pt x="13144" y="1775"/>
                      <a:pt x="13511" y="1708"/>
                    </a:cubicBezTo>
                    <a:cubicBezTo>
                      <a:pt x="13794" y="1692"/>
                      <a:pt x="14086" y="1683"/>
                      <a:pt x="14378" y="1683"/>
                    </a:cubicBezTo>
                    <a:close/>
                    <a:moveTo>
                      <a:pt x="19915" y="5344"/>
                    </a:moveTo>
                    <a:cubicBezTo>
                      <a:pt x="20115" y="5378"/>
                      <a:pt x="20282" y="5444"/>
                      <a:pt x="20449" y="5544"/>
                    </a:cubicBezTo>
                    <a:cubicBezTo>
                      <a:pt x="20416" y="5644"/>
                      <a:pt x="20382" y="5778"/>
                      <a:pt x="20315" y="5878"/>
                    </a:cubicBezTo>
                    <a:cubicBezTo>
                      <a:pt x="20282" y="5745"/>
                      <a:pt x="20182" y="5644"/>
                      <a:pt x="20115" y="5544"/>
                    </a:cubicBezTo>
                    <a:cubicBezTo>
                      <a:pt x="20049" y="5478"/>
                      <a:pt x="19982" y="5411"/>
                      <a:pt x="19915" y="5344"/>
                    </a:cubicBezTo>
                    <a:close/>
                    <a:moveTo>
                      <a:pt x="18282" y="1165"/>
                    </a:moveTo>
                    <a:cubicBezTo>
                      <a:pt x="18887" y="1165"/>
                      <a:pt x="19492" y="1220"/>
                      <a:pt x="20082" y="1375"/>
                    </a:cubicBezTo>
                    <a:cubicBezTo>
                      <a:pt x="21149" y="1642"/>
                      <a:pt x="22083" y="2342"/>
                      <a:pt x="22584" y="3309"/>
                    </a:cubicBezTo>
                    <a:cubicBezTo>
                      <a:pt x="22851" y="3910"/>
                      <a:pt x="22884" y="4610"/>
                      <a:pt x="22650" y="5244"/>
                    </a:cubicBezTo>
                    <a:cubicBezTo>
                      <a:pt x="22484" y="5644"/>
                      <a:pt x="22284" y="6011"/>
                      <a:pt x="22017" y="6345"/>
                    </a:cubicBezTo>
                    <a:cubicBezTo>
                      <a:pt x="21817" y="5878"/>
                      <a:pt x="21450" y="5478"/>
                      <a:pt x="20949" y="5211"/>
                    </a:cubicBezTo>
                    <a:cubicBezTo>
                      <a:pt x="21016" y="4977"/>
                      <a:pt x="21016" y="4744"/>
                      <a:pt x="20949" y="4477"/>
                    </a:cubicBezTo>
                    <a:cubicBezTo>
                      <a:pt x="20782" y="3343"/>
                      <a:pt x="19848" y="2542"/>
                      <a:pt x="18814" y="2109"/>
                    </a:cubicBezTo>
                    <a:cubicBezTo>
                      <a:pt x="17914" y="1708"/>
                      <a:pt x="16980" y="1441"/>
                      <a:pt x="16012" y="1341"/>
                    </a:cubicBezTo>
                    <a:lnTo>
                      <a:pt x="16213" y="1308"/>
                    </a:lnTo>
                    <a:cubicBezTo>
                      <a:pt x="16890" y="1237"/>
                      <a:pt x="17587" y="1165"/>
                      <a:pt x="18282" y="1165"/>
                    </a:cubicBezTo>
                    <a:close/>
                    <a:moveTo>
                      <a:pt x="20215" y="6912"/>
                    </a:moveTo>
                    <a:cubicBezTo>
                      <a:pt x="20249" y="7146"/>
                      <a:pt x="20249" y="7412"/>
                      <a:pt x="20215" y="7646"/>
                    </a:cubicBezTo>
                    <a:lnTo>
                      <a:pt x="20182" y="7646"/>
                    </a:lnTo>
                    <a:cubicBezTo>
                      <a:pt x="20115" y="7513"/>
                      <a:pt x="19982" y="7412"/>
                      <a:pt x="19882" y="7312"/>
                    </a:cubicBezTo>
                    <a:cubicBezTo>
                      <a:pt x="19982" y="7179"/>
                      <a:pt x="20115" y="7045"/>
                      <a:pt x="20215" y="6912"/>
                    </a:cubicBezTo>
                    <a:close/>
                    <a:moveTo>
                      <a:pt x="20849" y="5745"/>
                    </a:moveTo>
                    <a:cubicBezTo>
                      <a:pt x="21249" y="5978"/>
                      <a:pt x="21550" y="6378"/>
                      <a:pt x="21650" y="6812"/>
                    </a:cubicBezTo>
                    <a:cubicBezTo>
                      <a:pt x="21383" y="7112"/>
                      <a:pt x="21083" y="7412"/>
                      <a:pt x="20782" y="7679"/>
                    </a:cubicBezTo>
                    <a:lnTo>
                      <a:pt x="20582" y="7846"/>
                    </a:lnTo>
                    <a:cubicBezTo>
                      <a:pt x="20682" y="7379"/>
                      <a:pt x="20682" y="6879"/>
                      <a:pt x="20549" y="6412"/>
                    </a:cubicBezTo>
                    <a:cubicBezTo>
                      <a:pt x="20649" y="6212"/>
                      <a:pt x="20782" y="5978"/>
                      <a:pt x="20849" y="5745"/>
                    </a:cubicBezTo>
                    <a:close/>
                    <a:moveTo>
                      <a:pt x="17447" y="5244"/>
                    </a:moveTo>
                    <a:lnTo>
                      <a:pt x="17447" y="5244"/>
                    </a:lnTo>
                    <a:cubicBezTo>
                      <a:pt x="17247" y="5444"/>
                      <a:pt x="17046" y="5611"/>
                      <a:pt x="16813" y="5778"/>
                    </a:cubicBezTo>
                    <a:cubicBezTo>
                      <a:pt x="16546" y="5945"/>
                      <a:pt x="16279" y="6145"/>
                      <a:pt x="16012" y="6312"/>
                    </a:cubicBezTo>
                    <a:cubicBezTo>
                      <a:pt x="15512" y="6645"/>
                      <a:pt x="14978" y="6912"/>
                      <a:pt x="14445" y="7179"/>
                    </a:cubicBezTo>
                    <a:cubicBezTo>
                      <a:pt x="12977" y="7946"/>
                      <a:pt x="11376" y="8447"/>
                      <a:pt x="9741" y="8747"/>
                    </a:cubicBezTo>
                    <a:cubicBezTo>
                      <a:pt x="9975" y="8513"/>
                      <a:pt x="10208" y="8280"/>
                      <a:pt x="10442" y="8080"/>
                    </a:cubicBezTo>
                    <a:cubicBezTo>
                      <a:pt x="11342" y="7379"/>
                      <a:pt x="12343" y="6812"/>
                      <a:pt x="13411" y="6378"/>
                    </a:cubicBezTo>
                    <a:cubicBezTo>
                      <a:pt x="14511" y="5911"/>
                      <a:pt x="15679" y="5578"/>
                      <a:pt x="16846" y="5344"/>
                    </a:cubicBezTo>
                    <a:cubicBezTo>
                      <a:pt x="17046" y="5311"/>
                      <a:pt x="17247" y="5278"/>
                      <a:pt x="17447" y="5244"/>
                    </a:cubicBezTo>
                    <a:close/>
                    <a:moveTo>
                      <a:pt x="12309" y="2425"/>
                    </a:moveTo>
                    <a:cubicBezTo>
                      <a:pt x="13403" y="2425"/>
                      <a:pt x="14491" y="2604"/>
                      <a:pt x="15479" y="3043"/>
                    </a:cubicBezTo>
                    <a:cubicBezTo>
                      <a:pt x="15946" y="3243"/>
                      <a:pt x="16379" y="3510"/>
                      <a:pt x="16780" y="3843"/>
                    </a:cubicBezTo>
                    <a:lnTo>
                      <a:pt x="16880" y="3910"/>
                    </a:lnTo>
                    <a:cubicBezTo>
                      <a:pt x="16143" y="3772"/>
                      <a:pt x="15390" y="3697"/>
                      <a:pt x="14643" y="3697"/>
                    </a:cubicBezTo>
                    <a:cubicBezTo>
                      <a:pt x="14308" y="3697"/>
                      <a:pt x="13975" y="3712"/>
                      <a:pt x="13644" y="3743"/>
                    </a:cubicBezTo>
                    <a:cubicBezTo>
                      <a:pt x="11242" y="3943"/>
                      <a:pt x="8941" y="4811"/>
                      <a:pt x="7039" y="6245"/>
                    </a:cubicBezTo>
                    <a:cubicBezTo>
                      <a:pt x="6072" y="6912"/>
                      <a:pt x="5238" y="7779"/>
                      <a:pt x="4604" y="8813"/>
                    </a:cubicBezTo>
                    <a:cubicBezTo>
                      <a:pt x="4371" y="8747"/>
                      <a:pt x="4137" y="8647"/>
                      <a:pt x="3937" y="8480"/>
                    </a:cubicBezTo>
                    <a:cubicBezTo>
                      <a:pt x="3203" y="7846"/>
                      <a:pt x="3570" y="6612"/>
                      <a:pt x="3970" y="5911"/>
                    </a:cubicBezTo>
                    <a:lnTo>
                      <a:pt x="4037" y="5811"/>
                    </a:lnTo>
                    <a:cubicBezTo>
                      <a:pt x="5672" y="4510"/>
                      <a:pt x="7506" y="3476"/>
                      <a:pt x="9508" y="2776"/>
                    </a:cubicBezTo>
                    <a:lnTo>
                      <a:pt x="9641" y="2742"/>
                    </a:lnTo>
                    <a:cubicBezTo>
                      <a:pt x="10500" y="2547"/>
                      <a:pt x="11407" y="2425"/>
                      <a:pt x="12309" y="2425"/>
                    </a:cubicBezTo>
                    <a:close/>
                    <a:moveTo>
                      <a:pt x="14774" y="4105"/>
                    </a:moveTo>
                    <a:cubicBezTo>
                      <a:pt x="15642" y="4105"/>
                      <a:pt x="16508" y="4234"/>
                      <a:pt x="17347" y="4444"/>
                    </a:cubicBezTo>
                    <a:cubicBezTo>
                      <a:pt x="17413" y="4510"/>
                      <a:pt x="17480" y="4610"/>
                      <a:pt x="17513" y="4710"/>
                    </a:cubicBezTo>
                    <a:cubicBezTo>
                      <a:pt x="16746" y="4811"/>
                      <a:pt x="15979" y="4977"/>
                      <a:pt x="15245" y="5211"/>
                    </a:cubicBezTo>
                    <a:cubicBezTo>
                      <a:pt x="12910" y="5878"/>
                      <a:pt x="10508" y="6879"/>
                      <a:pt x="8941" y="8780"/>
                    </a:cubicBezTo>
                    <a:lnTo>
                      <a:pt x="8907" y="8847"/>
                    </a:lnTo>
                    <a:cubicBezTo>
                      <a:pt x="8440" y="8914"/>
                      <a:pt x="7973" y="8947"/>
                      <a:pt x="7506" y="8947"/>
                    </a:cubicBezTo>
                    <a:cubicBezTo>
                      <a:pt x="7321" y="8957"/>
                      <a:pt x="7135" y="8961"/>
                      <a:pt x="6950" y="8961"/>
                    </a:cubicBezTo>
                    <a:cubicBezTo>
                      <a:pt x="6504" y="8961"/>
                      <a:pt x="6063" y="8937"/>
                      <a:pt x="5638" y="8914"/>
                    </a:cubicBezTo>
                    <a:lnTo>
                      <a:pt x="5071" y="8847"/>
                    </a:lnTo>
                    <a:cubicBezTo>
                      <a:pt x="5238" y="8547"/>
                      <a:pt x="5438" y="8280"/>
                      <a:pt x="5672" y="8013"/>
                    </a:cubicBezTo>
                    <a:cubicBezTo>
                      <a:pt x="6439" y="7212"/>
                      <a:pt x="7273" y="6478"/>
                      <a:pt x="8240" y="5911"/>
                    </a:cubicBezTo>
                    <a:cubicBezTo>
                      <a:pt x="10108" y="4744"/>
                      <a:pt x="12276" y="4143"/>
                      <a:pt x="14478" y="4110"/>
                    </a:cubicBezTo>
                    <a:cubicBezTo>
                      <a:pt x="14577" y="4107"/>
                      <a:pt x="14675" y="4105"/>
                      <a:pt x="14774" y="4105"/>
                    </a:cubicBezTo>
                    <a:close/>
                    <a:moveTo>
                      <a:pt x="18304" y="7350"/>
                    </a:moveTo>
                    <a:cubicBezTo>
                      <a:pt x="18577" y="7350"/>
                      <a:pt x="18850" y="7391"/>
                      <a:pt x="19115" y="7479"/>
                    </a:cubicBezTo>
                    <a:cubicBezTo>
                      <a:pt x="18981" y="7579"/>
                      <a:pt x="18881" y="7679"/>
                      <a:pt x="18748" y="7746"/>
                    </a:cubicBezTo>
                    <a:cubicBezTo>
                      <a:pt x="16818" y="9210"/>
                      <a:pt x="14458" y="9977"/>
                      <a:pt x="12162" y="10676"/>
                    </a:cubicBezTo>
                    <a:lnTo>
                      <a:pt x="12162" y="10676"/>
                    </a:lnTo>
                    <a:cubicBezTo>
                      <a:pt x="12597" y="9793"/>
                      <a:pt x="13290" y="9074"/>
                      <a:pt x="14144" y="8613"/>
                    </a:cubicBezTo>
                    <a:cubicBezTo>
                      <a:pt x="15212" y="8046"/>
                      <a:pt x="16379" y="7646"/>
                      <a:pt x="17580" y="7446"/>
                    </a:cubicBezTo>
                    <a:cubicBezTo>
                      <a:pt x="17816" y="7383"/>
                      <a:pt x="18060" y="7350"/>
                      <a:pt x="18304" y="7350"/>
                    </a:cubicBezTo>
                    <a:close/>
                    <a:moveTo>
                      <a:pt x="19315" y="9447"/>
                    </a:moveTo>
                    <a:lnTo>
                      <a:pt x="19315" y="9447"/>
                    </a:lnTo>
                    <a:cubicBezTo>
                      <a:pt x="19281" y="9481"/>
                      <a:pt x="19248" y="9514"/>
                      <a:pt x="19215" y="9581"/>
                    </a:cubicBezTo>
                    <a:cubicBezTo>
                      <a:pt x="19148" y="9614"/>
                      <a:pt x="19048" y="9714"/>
                      <a:pt x="18981" y="9781"/>
                    </a:cubicBezTo>
                    <a:lnTo>
                      <a:pt x="18548" y="10081"/>
                    </a:lnTo>
                    <a:cubicBezTo>
                      <a:pt x="18047" y="10415"/>
                      <a:pt x="17513" y="10681"/>
                      <a:pt x="16980" y="10915"/>
                    </a:cubicBezTo>
                    <a:lnTo>
                      <a:pt x="16780" y="11015"/>
                    </a:lnTo>
                    <a:cubicBezTo>
                      <a:pt x="17647" y="10548"/>
                      <a:pt x="18514" y="10014"/>
                      <a:pt x="19315" y="9447"/>
                    </a:cubicBezTo>
                    <a:close/>
                    <a:moveTo>
                      <a:pt x="19515" y="7713"/>
                    </a:moveTo>
                    <a:cubicBezTo>
                      <a:pt x="19682" y="7879"/>
                      <a:pt x="19848" y="8080"/>
                      <a:pt x="19915" y="8313"/>
                    </a:cubicBezTo>
                    <a:cubicBezTo>
                      <a:pt x="19648" y="8480"/>
                      <a:pt x="19348" y="8647"/>
                      <a:pt x="19048" y="8813"/>
                    </a:cubicBezTo>
                    <a:cubicBezTo>
                      <a:pt x="16813" y="10048"/>
                      <a:pt x="14378" y="10915"/>
                      <a:pt x="11843" y="11415"/>
                    </a:cubicBezTo>
                    <a:cubicBezTo>
                      <a:pt x="11876" y="11315"/>
                      <a:pt x="11909" y="11215"/>
                      <a:pt x="11943" y="11115"/>
                    </a:cubicBezTo>
                    <a:lnTo>
                      <a:pt x="11976" y="11048"/>
                    </a:lnTo>
                    <a:cubicBezTo>
                      <a:pt x="12001" y="11097"/>
                      <a:pt x="12061" y="11128"/>
                      <a:pt x="12117" y="11128"/>
                    </a:cubicBezTo>
                    <a:cubicBezTo>
                      <a:pt x="12138" y="11128"/>
                      <a:pt x="12158" y="11124"/>
                      <a:pt x="12176" y="11115"/>
                    </a:cubicBezTo>
                    <a:cubicBezTo>
                      <a:pt x="13511" y="10748"/>
                      <a:pt x="14845" y="10281"/>
                      <a:pt x="16146" y="9747"/>
                    </a:cubicBezTo>
                    <a:cubicBezTo>
                      <a:pt x="17380" y="9247"/>
                      <a:pt x="18514" y="8580"/>
                      <a:pt x="19515" y="7713"/>
                    </a:cubicBezTo>
                    <a:close/>
                    <a:moveTo>
                      <a:pt x="21616" y="7679"/>
                    </a:moveTo>
                    <a:lnTo>
                      <a:pt x="21616" y="7679"/>
                    </a:lnTo>
                    <a:cubicBezTo>
                      <a:pt x="21550" y="7980"/>
                      <a:pt x="21416" y="8246"/>
                      <a:pt x="21249" y="8513"/>
                    </a:cubicBezTo>
                    <a:cubicBezTo>
                      <a:pt x="20582" y="9481"/>
                      <a:pt x="19748" y="10248"/>
                      <a:pt x="18748" y="10848"/>
                    </a:cubicBezTo>
                    <a:cubicBezTo>
                      <a:pt x="18147" y="11215"/>
                      <a:pt x="17480" y="11549"/>
                      <a:pt x="16846" y="11849"/>
                    </a:cubicBezTo>
                    <a:cubicBezTo>
                      <a:pt x="17113" y="11682"/>
                      <a:pt x="17380" y="11549"/>
                      <a:pt x="17680" y="11382"/>
                    </a:cubicBezTo>
                    <a:cubicBezTo>
                      <a:pt x="17947" y="11215"/>
                      <a:pt x="18081" y="11115"/>
                      <a:pt x="18314" y="10982"/>
                    </a:cubicBezTo>
                    <a:cubicBezTo>
                      <a:pt x="18914" y="10648"/>
                      <a:pt x="19448" y="10281"/>
                      <a:pt x="19949" y="9848"/>
                    </a:cubicBezTo>
                    <a:cubicBezTo>
                      <a:pt x="20349" y="9514"/>
                      <a:pt x="20549" y="9014"/>
                      <a:pt x="20549" y="8513"/>
                    </a:cubicBezTo>
                    <a:lnTo>
                      <a:pt x="20649" y="8480"/>
                    </a:lnTo>
                    <a:cubicBezTo>
                      <a:pt x="20983" y="8213"/>
                      <a:pt x="21316" y="7946"/>
                      <a:pt x="21616" y="7679"/>
                    </a:cubicBezTo>
                    <a:close/>
                    <a:moveTo>
                      <a:pt x="18548" y="5152"/>
                    </a:moveTo>
                    <a:cubicBezTo>
                      <a:pt x="18739" y="5152"/>
                      <a:pt x="18931" y="5161"/>
                      <a:pt x="19115" y="5177"/>
                    </a:cubicBezTo>
                    <a:cubicBezTo>
                      <a:pt x="19548" y="5478"/>
                      <a:pt x="19882" y="5878"/>
                      <a:pt x="20082" y="6345"/>
                    </a:cubicBezTo>
                    <a:cubicBezTo>
                      <a:pt x="19915" y="6612"/>
                      <a:pt x="19715" y="6845"/>
                      <a:pt x="19515" y="7079"/>
                    </a:cubicBezTo>
                    <a:lnTo>
                      <a:pt x="19482" y="7045"/>
                    </a:lnTo>
                    <a:cubicBezTo>
                      <a:pt x="19100" y="6893"/>
                      <a:pt x="18697" y="6817"/>
                      <a:pt x="18297" y="6817"/>
                    </a:cubicBezTo>
                    <a:cubicBezTo>
                      <a:pt x="17997" y="6817"/>
                      <a:pt x="17699" y="6860"/>
                      <a:pt x="17413" y="6945"/>
                    </a:cubicBezTo>
                    <a:cubicBezTo>
                      <a:pt x="16146" y="7212"/>
                      <a:pt x="14945" y="7646"/>
                      <a:pt x="13844" y="8280"/>
                    </a:cubicBezTo>
                    <a:cubicBezTo>
                      <a:pt x="12777" y="8880"/>
                      <a:pt x="12010" y="9881"/>
                      <a:pt x="11643" y="11048"/>
                    </a:cubicBezTo>
                    <a:cubicBezTo>
                      <a:pt x="11576" y="11182"/>
                      <a:pt x="11543" y="11315"/>
                      <a:pt x="11509" y="11482"/>
                    </a:cubicBezTo>
                    <a:cubicBezTo>
                      <a:pt x="10575" y="11649"/>
                      <a:pt x="9608" y="11782"/>
                      <a:pt x="8640" y="11882"/>
                    </a:cubicBezTo>
                    <a:cubicBezTo>
                      <a:pt x="8440" y="11549"/>
                      <a:pt x="8407" y="11148"/>
                      <a:pt x="8474" y="10782"/>
                    </a:cubicBezTo>
                    <a:cubicBezTo>
                      <a:pt x="8640" y="10214"/>
                      <a:pt x="8907" y="9714"/>
                      <a:pt x="9274" y="9280"/>
                    </a:cubicBezTo>
                    <a:cubicBezTo>
                      <a:pt x="11609" y="8947"/>
                      <a:pt x="13878" y="8146"/>
                      <a:pt x="15912" y="6945"/>
                    </a:cubicBezTo>
                    <a:cubicBezTo>
                      <a:pt x="16446" y="6612"/>
                      <a:pt x="16980" y="6245"/>
                      <a:pt x="17480" y="5845"/>
                    </a:cubicBezTo>
                    <a:cubicBezTo>
                      <a:pt x="17714" y="5678"/>
                      <a:pt x="17880" y="5444"/>
                      <a:pt x="17980" y="5177"/>
                    </a:cubicBezTo>
                    <a:cubicBezTo>
                      <a:pt x="18164" y="5161"/>
                      <a:pt x="18356" y="5152"/>
                      <a:pt x="18548" y="5152"/>
                    </a:cubicBezTo>
                    <a:close/>
                    <a:moveTo>
                      <a:pt x="4838" y="9280"/>
                    </a:moveTo>
                    <a:lnTo>
                      <a:pt x="4838" y="9280"/>
                    </a:lnTo>
                    <a:cubicBezTo>
                      <a:pt x="5517" y="9391"/>
                      <a:pt x="6197" y="9440"/>
                      <a:pt x="6871" y="9440"/>
                    </a:cubicBezTo>
                    <a:cubicBezTo>
                      <a:pt x="7421" y="9440"/>
                      <a:pt x="7967" y="9407"/>
                      <a:pt x="8507" y="9347"/>
                    </a:cubicBezTo>
                    <a:lnTo>
                      <a:pt x="8507" y="9347"/>
                    </a:lnTo>
                    <a:cubicBezTo>
                      <a:pt x="8007" y="10114"/>
                      <a:pt x="7640" y="11048"/>
                      <a:pt x="8007" y="11882"/>
                    </a:cubicBezTo>
                    <a:lnTo>
                      <a:pt x="7606" y="11916"/>
                    </a:lnTo>
                    <a:cubicBezTo>
                      <a:pt x="6739" y="11916"/>
                      <a:pt x="5605" y="11849"/>
                      <a:pt x="5005" y="11148"/>
                    </a:cubicBezTo>
                    <a:cubicBezTo>
                      <a:pt x="4571" y="10615"/>
                      <a:pt x="4504" y="9881"/>
                      <a:pt x="4838" y="9280"/>
                    </a:cubicBezTo>
                    <a:close/>
                    <a:moveTo>
                      <a:pt x="16713" y="10481"/>
                    </a:moveTo>
                    <a:lnTo>
                      <a:pt x="16713" y="10481"/>
                    </a:lnTo>
                    <a:cubicBezTo>
                      <a:pt x="15512" y="11115"/>
                      <a:pt x="14278" y="11615"/>
                      <a:pt x="12977" y="12016"/>
                    </a:cubicBezTo>
                    <a:lnTo>
                      <a:pt x="12210" y="12249"/>
                    </a:lnTo>
                    <a:lnTo>
                      <a:pt x="11676" y="12349"/>
                    </a:lnTo>
                    <a:lnTo>
                      <a:pt x="11643" y="12349"/>
                    </a:lnTo>
                    <a:cubicBezTo>
                      <a:pt x="11676" y="12216"/>
                      <a:pt x="11709" y="12049"/>
                      <a:pt x="11709" y="11916"/>
                    </a:cubicBezTo>
                    <a:cubicBezTo>
                      <a:pt x="12010" y="11882"/>
                      <a:pt x="12276" y="11816"/>
                      <a:pt x="12577" y="11749"/>
                    </a:cubicBezTo>
                    <a:cubicBezTo>
                      <a:pt x="13978" y="11449"/>
                      <a:pt x="15345" y="11015"/>
                      <a:pt x="16713" y="10481"/>
                    </a:cubicBezTo>
                    <a:close/>
                    <a:moveTo>
                      <a:pt x="11409" y="11982"/>
                    </a:moveTo>
                    <a:cubicBezTo>
                      <a:pt x="11409" y="12116"/>
                      <a:pt x="11376" y="12249"/>
                      <a:pt x="11376" y="12416"/>
                    </a:cubicBezTo>
                    <a:cubicBezTo>
                      <a:pt x="10975" y="12483"/>
                      <a:pt x="10575" y="12516"/>
                      <a:pt x="10175" y="12516"/>
                    </a:cubicBezTo>
                    <a:cubicBezTo>
                      <a:pt x="9808" y="12516"/>
                      <a:pt x="9441" y="12449"/>
                      <a:pt x="9107" y="12283"/>
                    </a:cubicBezTo>
                    <a:cubicBezTo>
                      <a:pt x="9875" y="12216"/>
                      <a:pt x="10642" y="12116"/>
                      <a:pt x="11409" y="11982"/>
                    </a:cubicBezTo>
                    <a:close/>
                    <a:moveTo>
                      <a:pt x="3203" y="6512"/>
                    </a:moveTo>
                    <a:lnTo>
                      <a:pt x="3203" y="6512"/>
                    </a:lnTo>
                    <a:cubicBezTo>
                      <a:pt x="3137" y="6679"/>
                      <a:pt x="3103" y="6845"/>
                      <a:pt x="3070" y="7012"/>
                    </a:cubicBezTo>
                    <a:cubicBezTo>
                      <a:pt x="3003" y="7479"/>
                      <a:pt x="3070" y="7946"/>
                      <a:pt x="3270" y="8380"/>
                    </a:cubicBezTo>
                    <a:cubicBezTo>
                      <a:pt x="3503" y="8813"/>
                      <a:pt x="3937" y="9080"/>
                      <a:pt x="4404" y="9180"/>
                    </a:cubicBezTo>
                    <a:cubicBezTo>
                      <a:pt x="4204" y="9647"/>
                      <a:pt x="4137" y="10114"/>
                      <a:pt x="4237" y="10581"/>
                    </a:cubicBezTo>
                    <a:cubicBezTo>
                      <a:pt x="4337" y="11115"/>
                      <a:pt x="4638" y="11582"/>
                      <a:pt x="5105" y="11849"/>
                    </a:cubicBezTo>
                    <a:cubicBezTo>
                      <a:pt x="5751" y="12280"/>
                      <a:pt x="6535" y="12384"/>
                      <a:pt x="7308" y="12384"/>
                    </a:cubicBezTo>
                    <a:cubicBezTo>
                      <a:pt x="7612" y="12384"/>
                      <a:pt x="7915" y="12368"/>
                      <a:pt x="8207" y="12349"/>
                    </a:cubicBezTo>
                    <a:lnTo>
                      <a:pt x="8240" y="12349"/>
                    </a:lnTo>
                    <a:cubicBezTo>
                      <a:pt x="8407" y="12549"/>
                      <a:pt x="8607" y="12716"/>
                      <a:pt x="8841" y="12850"/>
                    </a:cubicBezTo>
                    <a:cubicBezTo>
                      <a:pt x="8390" y="12883"/>
                      <a:pt x="7932" y="12900"/>
                      <a:pt x="7473" y="12900"/>
                    </a:cubicBezTo>
                    <a:cubicBezTo>
                      <a:pt x="7014" y="12900"/>
                      <a:pt x="6556" y="12883"/>
                      <a:pt x="6105" y="12850"/>
                    </a:cubicBezTo>
                    <a:cubicBezTo>
                      <a:pt x="4938" y="12783"/>
                      <a:pt x="3804" y="12583"/>
                      <a:pt x="2703" y="12283"/>
                    </a:cubicBezTo>
                    <a:cubicBezTo>
                      <a:pt x="2403" y="12216"/>
                      <a:pt x="2136" y="12116"/>
                      <a:pt x="1836" y="11982"/>
                    </a:cubicBezTo>
                    <a:lnTo>
                      <a:pt x="1802" y="11916"/>
                    </a:lnTo>
                    <a:cubicBezTo>
                      <a:pt x="1402" y="11549"/>
                      <a:pt x="1135" y="11048"/>
                      <a:pt x="1002" y="10548"/>
                    </a:cubicBezTo>
                    <a:cubicBezTo>
                      <a:pt x="902" y="9948"/>
                      <a:pt x="1002" y="9314"/>
                      <a:pt x="1302" y="8780"/>
                    </a:cubicBezTo>
                    <a:cubicBezTo>
                      <a:pt x="1802" y="7913"/>
                      <a:pt x="2436" y="7146"/>
                      <a:pt x="3203" y="6512"/>
                    </a:cubicBezTo>
                    <a:close/>
                    <a:moveTo>
                      <a:pt x="14445" y="12383"/>
                    </a:moveTo>
                    <a:lnTo>
                      <a:pt x="14445" y="12383"/>
                    </a:lnTo>
                    <a:cubicBezTo>
                      <a:pt x="13511" y="12716"/>
                      <a:pt x="12543" y="13016"/>
                      <a:pt x="11576" y="13217"/>
                    </a:cubicBezTo>
                    <a:lnTo>
                      <a:pt x="11576" y="12983"/>
                    </a:lnTo>
                    <a:cubicBezTo>
                      <a:pt x="11943" y="12916"/>
                      <a:pt x="12310" y="12850"/>
                      <a:pt x="12677" y="12783"/>
                    </a:cubicBezTo>
                    <a:cubicBezTo>
                      <a:pt x="13277" y="12683"/>
                      <a:pt x="13878" y="12549"/>
                      <a:pt x="14445" y="12383"/>
                    </a:cubicBezTo>
                    <a:close/>
                    <a:moveTo>
                      <a:pt x="3036" y="12850"/>
                    </a:moveTo>
                    <a:lnTo>
                      <a:pt x="3036" y="12850"/>
                    </a:lnTo>
                    <a:cubicBezTo>
                      <a:pt x="4204" y="13150"/>
                      <a:pt x="5338" y="13317"/>
                      <a:pt x="6539" y="13383"/>
                    </a:cubicBezTo>
                    <a:cubicBezTo>
                      <a:pt x="6745" y="13389"/>
                      <a:pt x="6951" y="13391"/>
                      <a:pt x="7157" y="13391"/>
                    </a:cubicBezTo>
                    <a:cubicBezTo>
                      <a:pt x="8252" y="13391"/>
                      <a:pt x="9347" y="13313"/>
                      <a:pt x="10442" y="13117"/>
                    </a:cubicBezTo>
                    <a:cubicBezTo>
                      <a:pt x="10609" y="13117"/>
                      <a:pt x="10742" y="13117"/>
                      <a:pt x="10875" y="13083"/>
                    </a:cubicBezTo>
                    <a:cubicBezTo>
                      <a:pt x="10975" y="13083"/>
                      <a:pt x="11176" y="13050"/>
                      <a:pt x="11342" y="13050"/>
                    </a:cubicBezTo>
                    <a:lnTo>
                      <a:pt x="11342" y="13283"/>
                    </a:lnTo>
                    <a:cubicBezTo>
                      <a:pt x="10642" y="13450"/>
                      <a:pt x="9941" y="13584"/>
                      <a:pt x="9241" y="13684"/>
                    </a:cubicBezTo>
                    <a:cubicBezTo>
                      <a:pt x="9041" y="13684"/>
                      <a:pt x="8807" y="13717"/>
                      <a:pt x="8574" y="13750"/>
                    </a:cubicBezTo>
                    <a:cubicBezTo>
                      <a:pt x="8225" y="13770"/>
                      <a:pt x="7866" y="13782"/>
                      <a:pt x="7502" y="13782"/>
                    </a:cubicBezTo>
                    <a:cubicBezTo>
                      <a:pt x="5986" y="13782"/>
                      <a:pt x="4381" y="13576"/>
                      <a:pt x="3036" y="12850"/>
                    </a:cubicBezTo>
                    <a:close/>
                    <a:moveTo>
                      <a:pt x="1052" y="12027"/>
                    </a:moveTo>
                    <a:lnTo>
                      <a:pt x="1052" y="12027"/>
                    </a:lnTo>
                    <a:cubicBezTo>
                      <a:pt x="1065" y="12046"/>
                      <a:pt x="1083" y="12064"/>
                      <a:pt x="1102" y="12082"/>
                    </a:cubicBezTo>
                    <a:cubicBezTo>
                      <a:pt x="1235" y="12183"/>
                      <a:pt x="1402" y="12316"/>
                      <a:pt x="1569" y="12383"/>
                    </a:cubicBezTo>
                    <a:cubicBezTo>
                      <a:pt x="1836" y="12650"/>
                      <a:pt x="2136" y="12883"/>
                      <a:pt x="2469" y="13050"/>
                    </a:cubicBezTo>
                    <a:cubicBezTo>
                      <a:pt x="3070" y="13417"/>
                      <a:pt x="3704" y="13717"/>
                      <a:pt x="4404" y="13884"/>
                    </a:cubicBezTo>
                    <a:lnTo>
                      <a:pt x="4171" y="13884"/>
                    </a:lnTo>
                    <a:cubicBezTo>
                      <a:pt x="3036" y="13750"/>
                      <a:pt x="1869" y="13250"/>
                      <a:pt x="1202" y="12283"/>
                    </a:cubicBezTo>
                    <a:cubicBezTo>
                      <a:pt x="1145" y="12197"/>
                      <a:pt x="1088" y="12112"/>
                      <a:pt x="1052" y="12027"/>
                    </a:cubicBezTo>
                    <a:close/>
                    <a:moveTo>
                      <a:pt x="16578" y="1"/>
                    </a:moveTo>
                    <a:cubicBezTo>
                      <a:pt x="16411" y="1"/>
                      <a:pt x="16245" y="3"/>
                      <a:pt x="16079" y="7"/>
                    </a:cubicBezTo>
                    <a:cubicBezTo>
                      <a:pt x="13310" y="74"/>
                      <a:pt x="10609" y="708"/>
                      <a:pt x="8107" y="1942"/>
                    </a:cubicBezTo>
                    <a:cubicBezTo>
                      <a:pt x="6939" y="2476"/>
                      <a:pt x="5838" y="3209"/>
                      <a:pt x="4871" y="4110"/>
                    </a:cubicBezTo>
                    <a:cubicBezTo>
                      <a:pt x="4838" y="4143"/>
                      <a:pt x="4804" y="4177"/>
                      <a:pt x="4771" y="4210"/>
                    </a:cubicBezTo>
                    <a:cubicBezTo>
                      <a:pt x="4504" y="4377"/>
                      <a:pt x="4237" y="4577"/>
                      <a:pt x="3970" y="4777"/>
                    </a:cubicBezTo>
                    <a:cubicBezTo>
                      <a:pt x="2970" y="5478"/>
                      <a:pt x="2136" y="6378"/>
                      <a:pt x="1435" y="7379"/>
                    </a:cubicBezTo>
                    <a:cubicBezTo>
                      <a:pt x="1235" y="7679"/>
                      <a:pt x="1068" y="8013"/>
                      <a:pt x="902" y="8346"/>
                    </a:cubicBezTo>
                    <a:cubicBezTo>
                      <a:pt x="635" y="8813"/>
                      <a:pt x="435" y="9347"/>
                      <a:pt x="301" y="9881"/>
                    </a:cubicBezTo>
                    <a:cubicBezTo>
                      <a:pt x="1" y="11082"/>
                      <a:pt x="401" y="12349"/>
                      <a:pt x="1335" y="13150"/>
                    </a:cubicBezTo>
                    <a:cubicBezTo>
                      <a:pt x="2336" y="14051"/>
                      <a:pt x="3670" y="14351"/>
                      <a:pt x="4938" y="14417"/>
                    </a:cubicBezTo>
                    <a:cubicBezTo>
                      <a:pt x="5132" y="14423"/>
                      <a:pt x="5326" y="14426"/>
                      <a:pt x="5519" y="14426"/>
                    </a:cubicBezTo>
                    <a:cubicBezTo>
                      <a:pt x="6450" y="14426"/>
                      <a:pt x="7362" y="14361"/>
                      <a:pt x="8274" y="14251"/>
                    </a:cubicBezTo>
                    <a:cubicBezTo>
                      <a:pt x="8941" y="14217"/>
                      <a:pt x="9574" y="14151"/>
                      <a:pt x="10175" y="14051"/>
                    </a:cubicBezTo>
                    <a:cubicBezTo>
                      <a:pt x="10575" y="14017"/>
                      <a:pt x="10975" y="13950"/>
                      <a:pt x="11409" y="13884"/>
                    </a:cubicBezTo>
                    <a:cubicBezTo>
                      <a:pt x="11576" y="15485"/>
                      <a:pt x="12243" y="17119"/>
                      <a:pt x="12843" y="18587"/>
                    </a:cubicBezTo>
                    <a:cubicBezTo>
                      <a:pt x="12843" y="18598"/>
                      <a:pt x="12851" y="18602"/>
                      <a:pt x="12861" y="18602"/>
                    </a:cubicBezTo>
                    <a:cubicBezTo>
                      <a:pt x="12881" y="18602"/>
                      <a:pt x="12910" y="18587"/>
                      <a:pt x="12910" y="18587"/>
                    </a:cubicBezTo>
                    <a:cubicBezTo>
                      <a:pt x="12310" y="17086"/>
                      <a:pt x="11709" y="15485"/>
                      <a:pt x="11576" y="13850"/>
                    </a:cubicBezTo>
                    <a:cubicBezTo>
                      <a:pt x="13644" y="13517"/>
                      <a:pt x="15645" y="12916"/>
                      <a:pt x="17580" y="12082"/>
                    </a:cubicBezTo>
                    <a:cubicBezTo>
                      <a:pt x="18714" y="11549"/>
                      <a:pt x="19748" y="10848"/>
                      <a:pt x="20682" y="9981"/>
                    </a:cubicBezTo>
                    <a:cubicBezTo>
                      <a:pt x="21450" y="9247"/>
                      <a:pt x="22250" y="8213"/>
                      <a:pt x="22183" y="7079"/>
                    </a:cubicBezTo>
                    <a:cubicBezTo>
                      <a:pt x="22550" y="6645"/>
                      <a:pt x="22851" y="6178"/>
                      <a:pt x="23084" y="5678"/>
                    </a:cubicBezTo>
                    <a:cubicBezTo>
                      <a:pt x="23184" y="5411"/>
                      <a:pt x="23251" y="5144"/>
                      <a:pt x="23284" y="4877"/>
                    </a:cubicBezTo>
                    <a:cubicBezTo>
                      <a:pt x="23551" y="4010"/>
                      <a:pt x="23484" y="3076"/>
                      <a:pt x="23117" y="2242"/>
                    </a:cubicBezTo>
                    <a:cubicBezTo>
                      <a:pt x="22584" y="1075"/>
                      <a:pt x="21416" y="574"/>
                      <a:pt x="20215" y="374"/>
                    </a:cubicBezTo>
                    <a:cubicBezTo>
                      <a:pt x="19014" y="110"/>
                      <a:pt x="17786" y="1"/>
                      <a:pt x="165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886"/>
        <p:cNvGrpSpPr/>
        <p:nvPr/>
      </p:nvGrpSpPr>
      <p:grpSpPr>
        <a:xfrm>
          <a:off x="0" y="0"/>
          <a:ext cx="0" cy="0"/>
          <a:chOff x="0" y="0"/>
          <a:chExt cx="0" cy="0"/>
        </a:xfrm>
      </p:grpSpPr>
      <p:sp>
        <p:nvSpPr>
          <p:cNvPr id="887" name="Google Shape;887;p40"/>
          <p:cNvSpPr txBox="1">
            <a:spLocks noGrp="1"/>
          </p:cNvSpPr>
          <p:nvPr>
            <p:ph type="title"/>
          </p:nvPr>
        </p:nvSpPr>
        <p:spPr>
          <a:xfrm>
            <a:off x="1284000" y="540000"/>
            <a:ext cx="6576000" cy="70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9h 55m 23s</a:t>
            </a:r>
            <a:endParaRPr/>
          </a:p>
        </p:txBody>
      </p:sp>
      <p:sp>
        <p:nvSpPr>
          <p:cNvPr id="888" name="Google Shape;888;p40"/>
          <p:cNvSpPr txBox="1">
            <a:spLocks noGrp="1"/>
          </p:cNvSpPr>
          <p:nvPr>
            <p:ph type="subTitle" idx="1"/>
          </p:nvPr>
        </p:nvSpPr>
        <p:spPr>
          <a:xfrm>
            <a:off x="1284000" y="1246025"/>
            <a:ext cx="6576000" cy="445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Jupiter's rotation period</a:t>
            </a:r>
            <a:endParaRPr/>
          </a:p>
        </p:txBody>
      </p:sp>
      <p:sp>
        <p:nvSpPr>
          <p:cNvPr id="889" name="Google Shape;889;p40"/>
          <p:cNvSpPr txBox="1">
            <a:spLocks noGrp="1"/>
          </p:cNvSpPr>
          <p:nvPr>
            <p:ph type="subTitle" idx="5"/>
          </p:nvPr>
        </p:nvSpPr>
        <p:spPr>
          <a:xfrm>
            <a:off x="1284000" y="4158313"/>
            <a:ext cx="6576000" cy="445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Distance between Earth and the Moon</a:t>
            </a:r>
            <a:endParaRPr/>
          </a:p>
        </p:txBody>
      </p:sp>
      <p:sp>
        <p:nvSpPr>
          <p:cNvPr id="890" name="Google Shape;890;p40"/>
          <p:cNvSpPr txBox="1">
            <a:spLocks noGrp="1"/>
          </p:cNvSpPr>
          <p:nvPr>
            <p:ph type="subTitle" idx="3"/>
          </p:nvPr>
        </p:nvSpPr>
        <p:spPr>
          <a:xfrm>
            <a:off x="1284000" y="2702163"/>
            <a:ext cx="6576000" cy="445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The Sun’s mass compared to Earth’s</a:t>
            </a:r>
            <a:endParaRPr/>
          </a:p>
        </p:txBody>
      </p:sp>
      <p:sp>
        <p:nvSpPr>
          <p:cNvPr id="891" name="Google Shape;891;p40"/>
          <p:cNvSpPr txBox="1">
            <a:spLocks noGrp="1"/>
          </p:cNvSpPr>
          <p:nvPr>
            <p:ph type="title" idx="2"/>
          </p:nvPr>
        </p:nvSpPr>
        <p:spPr>
          <a:xfrm>
            <a:off x="1284000" y="1996150"/>
            <a:ext cx="6576000" cy="70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333,000</a:t>
            </a:r>
            <a:endParaRPr/>
          </a:p>
        </p:txBody>
      </p:sp>
      <p:sp>
        <p:nvSpPr>
          <p:cNvPr id="892" name="Google Shape;892;p40"/>
          <p:cNvSpPr txBox="1">
            <a:spLocks noGrp="1"/>
          </p:cNvSpPr>
          <p:nvPr>
            <p:ph type="title" idx="4"/>
          </p:nvPr>
        </p:nvSpPr>
        <p:spPr>
          <a:xfrm>
            <a:off x="1284000" y="3452298"/>
            <a:ext cx="6576000" cy="70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386,000 km</a:t>
            </a:r>
            <a:endParaRPr/>
          </a:p>
        </p:txBody>
      </p:sp>
      <p:sp>
        <p:nvSpPr>
          <p:cNvPr id="893" name="Google Shape;893;p40"/>
          <p:cNvSpPr/>
          <p:nvPr/>
        </p:nvSpPr>
        <p:spPr>
          <a:xfrm flipH="1">
            <a:off x="535246" y="3452312"/>
            <a:ext cx="1380927" cy="981039"/>
          </a:xfrm>
          <a:custGeom>
            <a:avLst/>
            <a:gdLst/>
            <a:ahLst/>
            <a:cxnLst/>
            <a:rect l="l" t="t" r="r" b="b"/>
            <a:pathLst>
              <a:path w="93813" h="66658" extrusionOk="0">
                <a:moveTo>
                  <a:pt x="43746" y="1"/>
                </a:moveTo>
                <a:cubicBezTo>
                  <a:pt x="42454" y="1"/>
                  <a:pt x="41060" y="140"/>
                  <a:pt x="39570" y="472"/>
                </a:cubicBezTo>
                <a:cubicBezTo>
                  <a:pt x="30104" y="2208"/>
                  <a:pt x="26968" y="12373"/>
                  <a:pt x="26968" y="12373"/>
                </a:cubicBezTo>
                <a:cubicBezTo>
                  <a:pt x="26968" y="12373"/>
                  <a:pt x="26609" y="12342"/>
                  <a:pt x="25983" y="12342"/>
                </a:cubicBezTo>
                <a:cubicBezTo>
                  <a:pt x="23643" y="12342"/>
                  <a:pt x="17574" y="12778"/>
                  <a:pt x="12602" y="16910"/>
                </a:cubicBezTo>
                <a:cubicBezTo>
                  <a:pt x="6301" y="22175"/>
                  <a:pt x="7701" y="32312"/>
                  <a:pt x="7701" y="32312"/>
                </a:cubicBezTo>
                <a:cubicBezTo>
                  <a:pt x="7001" y="32676"/>
                  <a:pt x="6665" y="33012"/>
                  <a:pt x="6301" y="33376"/>
                </a:cubicBezTo>
                <a:cubicBezTo>
                  <a:pt x="4201" y="35476"/>
                  <a:pt x="0" y="41413"/>
                  <a:pt x="3865" y="49814"/>
                </a:cubicBezTo>
                <a:cubicBezTo>
                  <a:pt x="6697" y="55882"/>
                  <a:pt x="12333" y="57163"/>
                  <a:pt x="16588" y="57163"/>
                </a:cubicBezTo>
                <a:cubicBezTo>
                  <a:pt x="19696" y="57163"/>
                  <a:pt x="22067" y="56479"/>
                  <a:pt x="22067" y="56479"/>
                </a:cubicBezTo>
                <a:cubicBezTo>
                  <a:pt x="22067" y="56479"/>
                  <a:pt x="24168" y="64516"/>
                  <a:pt x="34305" y="66280"/>
                </a:cubicBezTo>
                <a:cubicBezTo>
                  <a:pt x="35573" y="66543"/>
                  <a:pt x="36760" y="66657"/>
                  <a:pt x="37865" y="66657"/>
                </a:cubicBezTo>
                <a:cubicBezTo>
                  <a:pt x="45617" y="66657"/>
                  <a:pt x="49371" y="61016"/>
                  <a:pt x="49371" y="61016"/>
                </a:cubicBezTo>
                <a:cubicBezTo>
                  <a:pt x="49371" y="61016"/>
                  <a:pt x="54272" y="65916"/>
                  <a:pt x="61273" y="65916"/>
                </a:cubicBezTo>
                <a:cubicBezTo>
                  <a:pt x="65109" y="65916"/>
                  <a:pt x="68974" y="64180"/>
                  <a:pt x="71410" y="61016"/>
                </a:cubicBezTo>
                <a:cubicBezTo>
                  <a:pt x="73656" y="62236"/>
                  <a:pt x="75419" y="62984"/>
                  <a:pt x="77261" y="62984"/>
                </a:cubicBezTo>
                <a:cubicBezTo>
                  <a:pt x="78588" y="62984"/>
                  <a:pt x="79957" y="62596"/>
                  <a:pt x="81575" y="61716"/>
                </a:cubicBezTo>
                <a:cubicBezTo>
                  <a:pt x="85412" y="58915"/>
                  <a:pt x="85412" y="54015"/>
                  <a:pt x="85776" y="52979"/>
                </a:cubicBezTo>
                <a:cubicBezTo>
                  <a:pt x="85776" y="52979"/>
                  <a:pt x="92077" y="50878"/>
                  <a:pt x="92777" y="45978"/>
                </a:cubicBezTo>
                <a:cubicBezTo>
                  <a:pt x="93813" y="41413"/>
                  <a:pt x="89612" y="37213"/>
                  <a:pt x="89612" y="37213"/>
                </a:cubicBezTo>
                <a:cubicBezTo>
                  <a:pt x="89612" y="37213"/>
                  <a:pt x="93477" y="31612"/>
                  <a:pt x="91377" y="25675"/>
                </a:cubicBezTo>
                <a:cubicBezTo>
                  <a:pt x="88912" y="19710"/>
                  <a:pt x="81911" y="17610"/>
                  <a:pt x="81911" y="17610"/>
                </a:cubicBezTo>
                <a:cubicBezTo>
                  <a:pt x="81911" y="17610"/>
                  <a:pt x="82275" y="7809"/>
                  <a:pt x="72474" y="3608"/>
                </a:cubicBezTo>
                <a:cubicBezTo>
                  <a:pt x="69873" y="2477"/>
                  <a:pt x="67042" y="1943"/>
                  <a:pt x="64195" y="1943"/>
                </a:cubicBezTo>
                <a:cubicBezTo>
                  <a:pt x="60912" y="1943"/>
                  <a:pt x="57607" y="2652"/>
                  <a:pt x="54608" y="3972"/>
                </a:cubicBezTo>
                <a:cubicBezTo>
                  <a:pt x="54608" y="3972"/>
                  <a:pt x="50636" y="1"/>
                  <a:pt x="437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40"/>
          <p:cNvSpPr/>
          <p:nvPr/>
        </p:nvSpPr>
        <p:spPr>
          <a:xfrm rot="2700000">
            <a:off x="7070276" y="1499192"/>
            <a:ext cx="671850" cy="728186"/>
          </a:xfrm>
          <a:custGeom>
            <a:avLst/>
            <a:gdLst/>
            <a:ahLst/>
            <a:cxnLst/>
            <a:rect l="l" t="t" r="r" b="b"/>
            <a:pathLst>
              <a:path w="60965" h="66077" extrusionOk="0">
                <a:moveTo>
                  <a:pt x="20660" y="46347"/>
                </a:moveTo>
                <a:cubicBezTo>
                  <a:pt x="20660" y="46347"/>
                  <a:pt x="17956" y="66077"/>
                  <a:pt x="29489" y="62063"/>
                </a:cubicBezTo>
                <a:cubicBezTo>
                  <a:pt x="36883" y="59528"/>
                  <a:pt x="40432" y="51501"/>
                  <a:pt x="40601" y="47952"/>
                </a:cubicBezTo>
                <a:cubicBezTo>
                  <a:pt x="43009" y="49177"/>
                  <a:pt x="45713" y="49811"/>
                  <a:pt x="48459" y="49811"/>
                </a:cubicBezTo>
                <a:cubicBezTo>
                  <a:pt x="53782" y="49811"/>
                  <a:pt x="59359" y="47276"/>
                  <a:pt x="59992" y="39249"/>
                </a:cubicBezTo>
                <a:cubicBezTo>
                  <a:pt x="60964" y="26152"/>
                  <a:pt x="48881" y="29490"/>
                  <a:pt x="48881" y="29490"/>
                </a:cubicBezTo>
                <a:cubicBezTo>
                  <a:pt x="48881" y="29490"/>
                  <a:pt x="58134" y="21716"/>
                  <a:pt x="52346" y="15886"/>
                </a:cubicBezTo>
                <a:cubicBezTo>
                  <a:pt x="43051" y="1733"/>
                  <a:pt x="34221" y="17534"/>
                  <a:pt x="34221" y="17534"/>
                </a:cubicBezTo>
                <a:cubicBezTo>
                  <a:pt x="34221" y="17534"/>
                  <a:pt x="31729" y="1"/>
                  <a:pt x="15252" y="4310"/>
                </a:cubicBezTo>
                <a:cubicBezTo>
                  <a:pt x="3254" y="7436"/>
                  <a:pt x="12675" y="24716"/>
                  <a:pt x="12675" y="24716"/>
                </a:cubicBezTo>
                <a:cubicBezTo>
                  <a:pt x="12675" y="24716"/>
                  <a:pt x="0" y="23406"/>
                  <a:pt x="254" y="37306"/>
                </a:cubicBezTo>
                <a:cubicBezTo>
                  <a:pt x="465" y="52599"/>
                  <a:pt x="20660" y="46347"/>
                  <a:pt x="20660" y="4634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40"/>
          <p:cNvSpPr/>
          <p:nvPr/>
        </p:nvSpPr>
        <p:spPr>
          <a:xfrm>
            <a:off x="7438952" y="450001"/>
            <a:ext cx="989959" cy="1008296"/>
          </a:xfrm>
          <a:custGeom>
            <a:avLst/>
            <a:gdLst/>
            <a:ahLst/>
            <a:cxnLst/>
            <a:rect l="l" t="t" r="r" b="b"/>
            <a:pathLst>
              <a:path w="70724" h="72034" extrusionOk="0">
                <a:moveTo>
                  <a:pt x="24800" y="50445"/>
                </a:moveTo>
                <a:cubicBezTo>
                  <a:pt x="24800" y="50445"/>
                  <a:pt x="27715" y="72033"/>
                  <a:pt x="39249" y="68020"/>
                </a:cubicBezTo>
                <a:cubicBezTo>
                  <a:pt x="46642" y="65485"/>
                  <a:pt x="50233" y="57416"/>
                  <a:pt x="50360" y="53909"/>
                </a:cubicBezTo>
                <a:cubicBezTo>
                  <a:pt x="52810" y="55134"/>
                  <a:pt x="55472" y="55768"/>
                  <a:pt x="58218" y="55768"/>
                </a:cubicBezTo>
                <a:cubicBezTo>
                  <a:pt x="63584" y="55768"/>
                  <a:pt x="69160" y="53233"/>
                  <a:pt x="69752" y="45206"/>
                </a:cubicBezTo>
                <a:cubicBezTo>
                  <a:pt x="70724" y="32109"/>
                  <a:pt x="60077" y="29194"/>
                  <a:pt x="60077" y="29194"/>
                </a:cubicBezTo>
                <a:cubicBezTo>
                  <a:pt x="60077" y="29194"/>
                  <a:pt x="67597" y="21843"/>
                  <a:pt x="61767" y="16055"/>
                </a:cubicBezTo>
                <a:cubicBezTo>
                  <a:pt x="47952" y="2240"/>
                  <a:pt x="40643" y="16562"/>
                  <a:pt x="40643" y="16562"/>
                </a:cubicBezTo>
                <a:cubicBezTo>
                  <a:pt x="40643" y="16562"/>
                  <a:pt x="33841" y="1"/>
                  <a:pt x="18928" y="10267"/>
                </a:cubicBezTo>
                <a:cubicBezTo>
                  <a:pt x="8704" y="17280"/>
                  <a:pt x="22519" y="30630"/>
                  <a:pt x="22519" y="30630"/>
                </a:cubicBezTo>
                <a:cubicBezTo>
                  <a:pt x="22519" y="30630"/>
                  <a:pt x="0" y="33968"/>
                  <a:pt x="5788" y="47868"/>
                </a:cubicBezTo>
                <a:cubicBezTo>
                  <a:pt x="11703" y="61978"/>
                  <a:pt x="24800" y="50445"/>
                  <a:pt x="24800" y="5044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05"/>
        <p:cNvGrpSpPr/>
        <p:nvPr/>
      </p:nvGrpSpPr>
      <p:grpSpPr>
        <a:xfrm>
          <a:off x="0" y="0"/>
          <a:ext cx="0" cy="0"/>
          <a:chOff x="0" y="0"/>
          <a:chExt cx="0" cy="0"/>
        </a:xfrm>
      </p:grpSpPr>
      <p:sp>
        <p:nvSpPr>
          <p:cNvPr id="906" name="Google Shape;906;p42"/>
          <p:cNvSpPr txBox="1">
            <a:spLocks noGrp="1"/>
          </p:cNvSpPr>
          <p:nvPr>
            <p:ph type="subTitle" idx="1"/>
          </p:nvPr>
        </p:nvSpPr>
        <p:spPr>
          <a:xfrm>
            <a:off x="720000" y="2608625"/>
            <a:ext cx="23364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Tip 1 </a:t>
            </a:r>
            <a:endParaRPr/>
          </a:p>
        </p:txBody>
      </p:sp>
      <p:sp>
        <p:nvSpPr>
          <p:cNvPr id="907" name="Google Shape;907;p42"/>
          <p:cNvSpPr txBox="1">
            <a:spLocks noGrp="1"/>
          </p:cNvSpPr>
          <p:nvPr>
            <p:ph type="subTitle" idx="5"/>
          </p:nvPr>
        </p:nvSpPr>
        <p:spPr>
          <a:xfrm>
            <a:off x="3403800" y="2608625"/>
            <a:ext cx="23364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Tip 2</a:t>
            </a:r>
            <a:endParaRPr/>
          </a:p>
        </p:txBody>
      </p:sp>
      <p:sp>
        <p:nvSpPr>
          <p:cNvPr id="908" name="Google Shape;908;p42"/>
          <p:cNvSpPr txBox="1">
            <a:spLocks noGrp="1"/>
          </p:cNvSpPr>
          <p:nvPr>
            <p:ph type="subTitle" idx="6"/>
          </p:nvPr>
        </p:nvSpPr>
        <p:spPr>
          <a:xfrm>
            <a:off x="6087600" y="2608625"/>
            <a:ext cx="23364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Tip 3</a:t>
            </a:r>
            <a:endParaRPr/>
          </a:p>
        </p:txBody>
      </p:sp>
      <p:sp>
        <p:nvSpPr>
          <p:cNvPr id="909" name="Google Shape;909;p42"/>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Tips to start</a:t>
            </a:r>
            <a:endParaRPr/>
          </a:p>
        </p:txBody>
      </p:sp>
      <p:sp>
        <p:nvSpPr>
          <p:cNvPr id="910" name="Google Shape;910;p42"/>
          <p:cNvSpPr txBox="1">
            <a:spLocks noGrp="1"/>
          </p:cNvSpPr>
          <p:nvPr>
            <p:ph type="subTitle" idx="2"/>
          </p:nvPr>
        </p:nvSpPr>
        <p:spPr>
          <a:xfrm>
            <a:off x="720000" y="3267329"/>
            <a:ext cx="2336400" cy="639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Mercury is the closest planet to the Sun and the smallest of them all </a:t>
            </a:r>
            <a:endParaRPr/>
          </a:p>
        </p:txBody>
      </p:sp>
      <p:sp>
        <p:nvSpPr>
          <p:cNvPr id="911" name="Google Shape;911;p42"/>
          <p:cNvSpPr txBox="1">
            <a:spLocks noGrp="1"/>
          </p:cNvSpPr>
          <p:nvPr>
            <p:ph type="subTitle" idx="3"/>
          </p:nvPr>
        </p:nvSpPr>
        <p:spPr>
          <a:xfrm>
            <a:off x="3403800" y="3267329"/>
            <a:ext cx="2336400" cy="639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a:t>
            </a:r>
            <a:r>
              <a:rPr lang="en" b="1"/>
              <a:t> </a:t>
            </a:r>
            <a:r>
              <a:rPr lang="en"/>
              <a:t>has a beautiful name, but also high temperatures</a:t>
            </a:r>
            <a:endParaRPr/>
          </a:p>
        </p:txBody>
      </p:sp>
      <p:sp>
        <p:nvSpPr>
          <p:cNvPr id="912" name="Google Shape;912;p42"/>
          <p:cNvSpPr txBox="1">
            <a:spLocks noGrp="1"/>
          </p:cNvSpPr>
          <p:nvPr>
            <p:ph type="subTitle" idx="4"/>
          </p:nvPr>
        </p:nvSpPr>
        <p:spPr>
          <a:xfrm>
            <a:off x="6087600" y="3267329"/>
            <a:ext cx="2336400" cy="639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Jupiter is a gas giant and the biggest planet in the Solar System</a:t>
            </a:r>
            <a:endParaRPr/>
          </a:p>
        </p:txBody>
      </p:sp>
      <p:sp>
        <p:nvSpPr>
          <p:cNvPr id="913" name="Google Shape;913;p42"/>
          <p:cNvSpPr/>
          <p:nvPr/>
        </p:nvSpPr>
        <p:spPr>
          <a:xfrm>
            <a:off x="1317675" y="1336025"/>
            <a:ext cx="1083845" cy="1098699"/>
          </a:xfrm>
          <a:custGeom>
            <a:avLst/>
            <a:gdLst/>
            <a:ahLst/>
            <a:cxnLst/>
            <a:rect l="l" t="t" r="r" b="b"/>
            <a:pathLst>
              <a:path w="70724" h="72034" extrusionOk="0">
                <a:moveTo>
                  <a:pt x="24800" y="50445"/>
                </a:moveTo>
                <a:cubicBezTo>
                  <a:pt x="24800" y="50445"/>
                  <a:pt x="27715" y="72033"/>
                  <a:pt x="39249" y="68020"/>
                </a:cubicBezTo>
                <a:cubicBezTo>
                  <a:pt x="46642" y="65485"/>
                  <a:pt x="50233" y="57416"/>
                  <a:pt x="50360" y="53909"/>
                </a:cubicBezTo>
                <a:cubicBezTo>
                  <a:pt x="52810" y="55134"/>
                  <a:pt x="55472" y="55768"/>
                  <a:pt x="58218" y="55768"/>
                </a:cubicBezTo>
                <a:cubicBezTo>
                  <a:pt x="63584" y="55768"/>
                  <a:pt x="69160" y="53233"/>
                  <a:pt x="69752" y="45206"/>
                </a:cubicBezTo>
                <a:cubicBezTo>
                  <a:pt x="70724" y="32109"/>
                  <a:pt x="60077" y="29194"/>
                  <a:pt x="60077" y="29194"/>
                </a:cubicBezTo>
                <a:cubicBezTo>
                  <a:pt x="60077" y="29194"/>
                  <a:pt x="67597" y="21843"/>
                  <a:pt x="61767" y="16055"/>
                </a:cubicBezTo>
                <a:cubicBezTo>
                  <a:pt x="47952" y="2240"/>
                  <a:pt x="40643" y="16562"/>
                  <a:pt x="40643" y="16562"/>
                </a:cubicBezTo>
                <a:cubicBezTo>
                  <a:pt x="40643" y="16562"/>
                  <a:pt x="33841" y="1"/>
                  <a:pt x="18928" y="10267"/>
                </a:cubicBezTo>
                <a:cubicBezTo>
                  <a:pt x="8704" y="17280"/>
                  <a:pt x="22519" y="30630"/>
                  <a:pt x="22519" y="30630"/>
                </a:cubicBezTo>
                <a:cubicBezTo>
                  <a:pt x="22519" y="30630"/>
                  <a:pt x="0" y="33968"/>
                  <a:pt x="5788" y="47868"/>
                </a:cubicBezTo>
                <a:cubicBezTo>
                  <a:pt x="11703" y="61978"/>
                  <a:pt x="24800" y="50445"/>
                  <a:pt x="24800" y="5044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42"/>
          <p:cNvSpPr/>
          <p:nvPr/>
        </p:nvSpPr>
        <p:spPr>
          <a:xfrm rot="-2700000">
            <a:off x="3970300" y="1336041"/>
            <a:ext cx="1100957" cy="1098684"/>
          </a:xfrm>
          <a:custGeom>
            <a:avLst/>
            <a:gdLst/>
            <a:ahLst/>
            <a:cxnLst/>
            <a:rect l="l" t="t" r="r" b="b"/>
            <a:pathLst>
              <a:path w="70724" h="72034" extrusionOk="0">
                <a:moveTo>
                  <a:pt x="24800" y="50445"/>
                </a:moveTo>
                <a:cubicBezTo>
                  <a:pt x="24800" y="50445"/>
                  <a:pt x="27715" y="72033"/>
                  <a:pt x="39249" y="68020"/>
                </a:cubicBezTo>
                <a:cubicBezTo>
                  <a:pt x="46642" y="65485"/>
                  <a:pt x="50233" y="57416"/>
                  <a:pt x="50360" y="53909"/>
                </a:cubicBezTo>
                <a:cubicBezTo>
                  <a:pt x="52810" y="55134"/>
                  <a:pt x="55472" y="55768"/>
                  <a:pt x="58218" y="55768"/>
                </a:cubicBezTo>
                <a:cubicBezTo>
                  <a:pt x="63584" y="55768"/>
                  <a:pt x="69160" y="53233"/>
                  <a:pt x="69752" y="45206"/>
                </a:cubicBezTo>
                <a:cubicBezTo>
                  <a:pt x="70724" y="32109"/>
                  <a:pt x="60077" y="29194"/>
                  <a:pt x="60077" y="29194"/>
                </a:cubicBezTo>
                <a:cubicBezTo>
                  <a:pt x="60077" y="29194"/>
                  <a:pt x="67597" y="21843"/>
                  <a:pt x="61767" y="16055"/>
                </a:cubicBezTo>
                <a:cubicBezTo>
                  <a:pt x="47952" y="2240"/>
                  <a:pt x="40643" y="16562"/>
                  <a:pt x="40643" y="16562"/>
                </a:cubicBezTo>
                <a:cubicBezTo>
                  <a:pt x="40643" y="16562"/>
                  <a:pt x="33841" y="1"/>
                  <a:pt x="18928" y="10267"/>
                </a:cubicBezTo>
                <a:cubicBezTo>
                  <a:pt x="8704" y="17280"/>
                  <a:pt x="22519" y="30630"/>
                  <a:pt x="22519" y="30630"/>
                </a:cubicBezTo>
                <a:cubicBezTo>
                  <a:pt x="22519" y="30630"/>
                  <a:pt x="0" y="33968"/>
                  <a:pt x="5788" y="47868"/>
                </a:cubicBezTo>
                <a:cubicBezTo>
                  <a:pt x="11703" y="61978"/>
                  <a:pt x="24800" y="50445"/>
                  <a:pt x="24800" y="5044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2"/>
          <p:cNvSpPr/>
          <p:nvPr/>
        </p:nvSpPr>
        <p:spPr>
          <a:xfrm rot="1153587">
            <a:off x="6640092" y="1336028"/>
            <a:ext cx="1157605" cy="1098743"/>
          </a:xfrm>
          <a:custGeom>
            <a:avLst/>
            <a:gdLst/>
            <a:ahLst/>
            <a:cxnLst/>
            <a:rect l="l" t="t" r="r" b="b"/>
            <a:pathLst>
              <a:path w="70724" h="72034" extrusionOk="0">
                <a:moveTo>
                  <a:pt x="24800" y="50445"/>
                </a:moveTo>
                <a:cubicBezTo>
                  <a:pt x="24800" y="50445"/>
                  <a:pt x="27715" y="72033"/>
                  <a:pt x="39249" y="68020"/>
                </a:cubicBezTo>
                <a:cubicBezTo>
                  <a:pt x="46642" y="65485"/>
                  <a:pt x="50233" y="57416"/>
                  <a:pt x="50360" y="53909"/>
                </a:cubicBezTo>
                <a:cubicBezTo>
                  <a:pt x="52810" y="55134"/>
                  <a:pt x="55472" y="55768"/>
                  <a:pt x="58218" y="55768"/>
                </a:cubicBezTo>
                <a:cubicBezTo>
                  <a:pt x="63584" y="55768"/>
                  <a:pt x="69160" y="53233"/>
                  <a:pt x="69752" y="45206"/>
                </a:cubicBezTo>
                <a:cubicBezTo>
                  <a:pt x="70724" y="32109"/>
                  <a:pt x="60077" y="29194"/>
                  <a:pt x="60077" y="29194"/>
                </a:cubicBezTo>
                <a:cubicBezTo>
                  <a:pt x="60077" y="29194"/>
                  <a:pt x="67597" y="21843"/>
                  <a:pt x="61767" y="16055"/>
                </a:cubicBezTo>
                <a:cubicBezTo>
                  <a:pt x="47952" y="2240"/>
                  <a:pt x="40643" y="16562"/>
                  <a:pt x="40643" y="16562"/>
                </a:cubicBezTo>
                <a:cubicBezTo>
                  <a:pt x="40643" y="16562"/>
                  <a:pt x="33841" y="1"/>
                  <a:pt x="18928" y="10267"/>
                </a:cubicBezTo>
                <a:cubicBezTo>
                  <a:pt x="8704" y="17280"/>
                  <a:pt x="22519" y="30630"/>
                  <a:pt x="22519" y="30630"/>
                </a:cubicBezTo>
                <a:cubicBezTo>
                  <a:pt x="22519" y="30630"/>
                  <a:pt x="0" y="33968"/>
                  <a:pt x="5788" y="47868"/>
                </a:cubicBezTo>
                <a:cubicBezTo>
                  <a:pt x="11703" y="61978"/>
                  <a:pt x="24800" y="50445"/>
                  <a:pt x="24800" y="5044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6" name="Google Shape;916;p42"/>
          <p:cNvGrpSpPr/>
          <p:nvPr/>
        </p:nvGrpSpPr>
        <p:grpSpPr>
          <a:xfrm>
            <a:off x="4401555" y="1795923"/>
            <a:ext cx="340890" cy="178912"/>
            <a:chOff x="2084325" y="363300"/>
            <a:chExt cx="484150" cy="254100"/>
          </a:xfrm>
        </p:grpSpPr>
        <p:sp>
          <p:nvSpPr>
            <p:cNvPr id="917" name="Google Shape;917;p42"/>
            <p:cNvSpPr/>
            <p:nvPr/>
          </p:nvSpPr>
          <p:spPr>
            <a:xfrm>
              <a:off x="2084325" y="363300"/>
              <a:ext cx="484150" cy="254100"/>
            </a:xfrm>
            <a:custGeom>
              <a:avLst/>
              <a:gdLst/>
              <a:ahLst/>
              <a:cxnLst/>
              <a:rect l="l" t="t" r="r" b="b"/>
              <a:pathLst>
                <a:path w="19366" h="10164" extrusionOk="0">
                  <a:moveTo>
                    <a:pt x="9686" y="1128"/>
                  </a:moveTo>
                  <a:cubicBezTo>
                    <a:pt x="10195" y="1128"/>
                    <a:pt x="10707" y="1226"/>
                    <a:pt x="11196" y="1428"/>
                  </a:cubicBezTo>
                  <a:cubicBezTo>
                    <a:pt x="12671" y="2042"/>
                    <a:pt x="13635" y="3482"/>
                    <a:pt x="13635" y="5081"/>
                  </a:cubicBezTo>
                  <a:cubicBezTo>
                    <a:pt x="13632" y="7264"/>
                    <a:pt x="11864" y="9031"/>
                    <a:pt x="9684" y="9034"/>
                  </a:cubicBezTo>
                  <a:cubicBezTo>
                    <a:pt x="8085" y="9034"/>
                    <a:pt x="6643" y="8071"/>
                    <a:pt x="6032" y="6592"/>
                  </a:cubicBezTo>
                  <a:cubicBezTo>
                    <a:pt x="5420" y="5117"/>
                    <a:pt x="5758" y="3415"/>
                    <a:pt x="6887" y="2286"/>
                  </a:cubicBezTo>
                  <a:cubicBezTo>
                    <a:pt x="7645" y="1530"/>
                    <a:pt x="8657" y="1128"/>
                    <a:pt x="9686" y="1128"/>
                  </a:cubicBezTo>
                  <a:close/>
                  <a:moveTo>
                    <a:pt x="9684" y="1"/>
                  </a:moveTo>
                  <a:cubicBezTo>
                    <a:pt x="4502" y="1"/>
                    <a:pt x="361" y="4512"/>
                    <a:pt x="190" y="4704"/>
                  </a:cubicBezTo>
                  <a:cubicBezTo>
                    <a:pt x="0" y="4918"/>
                    <a:pt x="0" y="5243"/>
                    <a:pt x="190" y="5457"/>
                  </a:cubicBezTo>
                  <a:cubicBezTo>
                    <a:pt x="361" y="5650"/>
                    <a:pt x="4502" y="10164"/>
                    <a:pt x="9684" y="10164"/>
                  </a:cubicBezTo>
                  <a:cubicBezTo>
                    <a:pt x="14867" y="10164"/>
                    <a:pt x="19004" y="5650"/>
                    <a:pt x="19176" y="5457"/>
                  </a:cubicBezTo>
                  <a:cubicBezTo>
                    <a:pt x="19365" y="5243"/>
                    <a:pt x="19365" y="4918"/>
                    <a:pt x="19176" y="4704"/>
                  </a:cubicBezTo>
                  <a:cubicBezTo>
                    <a:pt x="19004" y="4512"/>
                    <a:pt x="14867" y="1"/>
                    <a:pt x="96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18" name="Google Shape;918;p42"/>
            <p:cNvSpPr/>
            <p:nvPr/>
          </p:nvSpPr>
          <p:spPr>
            <a:xfrm>
              <a:off x="2250600" y="419775"/>
              <a:ext cx="145175" cy="141125"/>
            </a:xfrm>
            <a:custGeom>
              <a:avLst/>
              <a:gdLst/>
              <a:ahLst/>
              <a:cxnLst/>
              <a:rect l="l" t="t" r="r" b="b"/>
              <a:pathLst>
                <a:path w="5807" h="5645" extrusionOk="0">
                  <a:moveTo>
                    <a:pt x="3018" y="0"/>
                  </a:moveTo>
                  <a:cubicBezTo>
                    <a:pt x="1922" y="0"/>
                    <a:pt x="929" y="634"/>
                    <a:pt x="468" y="1626"/>
                  </a:cubicBezTo>
                  <a:cubicBezTo>
                    <a:pt x="1" y="2623"/>
                    <a:pt x="158" y="3797"/>
                    <a:pt x="862" y="4637"/>
                  </a:cubicBezTo>
                  <a:cubicBezTo>
                    <a:pt x="1407" y="5287"/>
                    <a:pt x="2203" y="5645"/>
                    <a:pt x="3025" y="5645"/>
                  </a:cubicBezTo>
                  <a:cubicBezTo>
                    <a:pt x="3270" y="5645"/>
                    <a:pt x="3518" y="5613"/>
                    <a:pt x="3762" y="5547"/>
                  </a:cubicBezTo>
                  <a:cubicBezTo>
                    <a:pt x="4825" y="5258"/>
                    <a:pt x="5620" y="4382"/>
                    <a:pt x="5807" y="3297"/>
                  </a:cubicBezTo>
                  <a:lnTo>
                    <a:pt x="5807" y="3297"/>
                  </a:lnTo>
                  <a:cubicBezTo>
                    <a:pt x="5625" y="3356"/>
                    <a:pt x="5446" y="3383"/>
                    <a:pt x="5272" y="3383"/>
                  </a:cubicBezTo>
                  <a:cubicBezTo>
                    <a:pt x="4356" y="3383"/>
                    <a:pt x="3596" y="2626"/>
                    <a:pt x="3596" y="1692"/>
                  </a:cubicBezTo>
                  <a:cubicBezTo>
                    <a:pt x="3596" y="1147"/>
                    <a:pt x="3861" y="633"/>
                    <a:pt x="4307" y="316"/>
                  </a:cubicBezTo>
                  <a:cubicBezTo>
                    <a:pt x="3913" y="112"/>
                    <a:pt x="3476" y="3"/>
                    <a:pt x="3033" y="0"/>
                  </a:cubicBezTo>
                  <a:cubicBezTo>
                    <a:pt x="3028" y="0"/>
                    <a:pt x="3023" y="0"/>
                    <a:pt x="30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919" name="Google Shape;919;p42"/>
          <p:cNvGrpSpPr/>
          <p:nvPr/>
        </p:nvGrpSpPr>
        <p:grpSpPr>
          <a:xfrm>
            <a:off x="1718574" y="1715745"/>
            <a:ext cx="339253" cy="339253"/>
            <a:chOff x="5049725" y="3806450"/>
            <a:chExt cx="481825" cy="481825"/>
          </a:xfrm>
        </p:grpSpPr>
        <p:sp>
          <p:nvSpPr>
            <p:cNvPr id="920" name="Google Shape;920;p42"/>
            <p:cNvSpPr/>
            <p:nvPr/>
          </p:nvSpPr>
          <p:spPr>
            <a:xfrm>
              <a:off x="5361150" y="3976800"/>
              <a:ext cx="28250" cy="28275"/>
            </a:xfrm>
            <a:custGeom>
              <a:avLst/>
              <a:gdLst/>
              <a:ahLst/>
              <a:cxnLst/>
              <a:rect l="l" t="t" r="r" b="b"/>
              <a:pathLst>
                <a:path w="1130" h="1131"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21" name="Google Shape;921;p42"/>
            <p:cNvSpPr/>
            <p:nvPr/>
          </p:nvSpPr>
          <p:spPr>
            <a:xfrm>
              <a:off x="5191775" y="3976800"/>
              <a:ext cx="28250" cy="28275"/>
            </a:xfrm>
            <a:custGeom>
              <a:avLst/>
              <a:gdLst/>
              <a:ahLst/>
              <a:cxnLst/>
              <a:rect l="l" t="t" r="r" b="b"/>
              <a:pathLst>
                <a:path w="1130" h="1131" extrusionOk="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22" name="Google Shape;922;p42"/>
            <p:cNvSpPr/>
            <p:nvPr/>
          </p:nvSpPr>
          <p:spPr>
            <a:xfrm>
              <a:off x="5049725" y="3806450"/>
              <a:ext cx="481825" cy="481825"/>
            </a:xfrm>
            <a:custGeom>
              <a:avLst/>
              <a:gdLst/>
              <a:ahLst/>
              <a:cxnLst/>
              <a:rect l="l" t="t" r="r" b="b"/>
              <a:pathLst>
                <a:path w="19273" h="19273" extrusionOk="0">
                  <a:moveTo>
                    <a:pt x="6249" y="5686"/>
                  </a:moveTo>
                  <a:cubicBezTo>
                    <a:pt x="6932" y="5686"/>
                    <a:pt x="7549" y="6098"/>
                    <a:pt x="7811" y="6730"/>
                  </a:cubicBezTo>
                  <a:cubicBezTo>
                    <a:pt x="8073" y="7363"/>
                    <a:pt x="7929" y="8092"/>
                    <a:pt x="7444" y="8576"/>
                  </a:cubicBezTo>
                  <a:cubicBezTo>
                    <a:pt x="7120" y="8901"/>
                    <a:pt x="6686" y="9073"/>
                    <a:pt x="6246" y="9073"/>
                  </a:cubicBezTo>
                  <a:cubicBezTo>
                    <a:pt x="6028" y="9073"/>
                    <a:pt x="5808" y="9031"/>
                    <a:pt x="5598" y="8944"/>
                  </a:cubicBezTo>
                  <a:cubicBezTo>
                    <a:pt x="4966" y="8682"/>
                    <a:pt x="4553" y="8064"/>
                    <a:pt x="4553" y="7378"/>
                  </a:cubicBezTo>
                  <a:cubicBezTo>
                    <a:pt x="4553"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0"/>
                    <a:pt x="13024" y="9073"/>
                  </a:cubicBezTo>
                  <a:cubicBezTo>
                    <a:pt x="12337" y="9073"/>
                    <a:pt x="11720" y="8658"/>
                    <a:pt x="11458" y="8025"/>
                  </a:cubicBezTo>
                  <a:cubicBezTo>
                    <a:pt x="11196" y="7393"/>
                    <a:pt x="11341" y="6664"/>
                    <a:pt x="11825" y="6179"/>
                  </a:cubicBezTo>
                  <a:cubicBezTo>
                    <a:pt x="12150" y="5855"/>
                    <a:pt x="12583" y="5683"/>
                    <a:pt x="13024" y="5683"/>
                  </a:cubicBezTo>
                  <a:close/>
                  <a:moveTo>
                    <a:pt x="9636" y="10196"/>
                  </a:moveTo>
                  <a:cubicBezTo>
                    <a:pt x="11955" y="10196"/>
                    <a:pt x="13981" y="11765"/>
                    <a:pt x="14557" y="14012"/>
                  </a:cubicBezTo>
                  <a:cubicBezTo>
                    <a:pt x="14635" y="14316"/>
                    <a:pt x="14454" y="14623"/>
                    <a:pt x="14153" y="14701"/>
                  </a:cubicBezTo>
                  <a:cubicBezTo>
                    <a:pt x="14107" y="14713"/>
                    <a:pt x="14060" y="14718"/>
                    <a:pt x="14014" y="14718"/>
                  </a:cubicBezTo>
                  <a:cubicBezTo>
                    <a:pt x="13760" y="14718"/>
                    <a:pt x="13530" y="14550"/>
                    <a:pt x="13464" y="14295"/>
                  </a:cubicBezTo>
                  <a:cubicBezTo>
                    <a:pt x="13015" y="12548"/>
                    <a:pt x="11440" y="11326"/>
                    <a:pt x="9636" y="11326"/>
                  </a:cubicBezTo>
                  <a:cubicBezTo>
                    <a:pt x="7833" y="11326"/>
                    <a:pt x="6258" y="12548"/>
                    <a:pt x="5809" y="14295"/>
                  </a:cubicBezTo>
                  <a:cubicBezTo>
                    <a:pt x="5743" y="14550"/>
                    <a:pt x="5512" y="14718"/>
                    <a:pt x="5260" y="14718"/>
                  </a:cubicBezTo>
                  <a:cubicBezTo>
                    <a:pt x="5215" y="14718"/>
                    <a:pt x="5169" y="14713"/>
                    <a:pt x="5122" y="14701"/>
                  </a:cubicBezTo>
                  <a:cubicBezTo>
                    <a:pt x="4818" y="14623"/>
                    <a:pt x="4638" y="14316"/>
                    <a:pt x="4716" y="14012"/>
                  </a:cubicBezTo>
                  <a:cubicBezTo>
                    <a:pt x="5291" y="11765"/>
                    <a:pt x="7318" y="10196"/>
                    <a:pt x="9636" y="10196"/>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27" y="0"/>
                    <a:pt x="96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923" name="Google Shape;923;p42"/>
          <p:cNvGrpSpPr/>
          <p:nvPr/>
        </p:nvGrpSpPr>
        <p:grpSpPr>
          <a:xfrm>
            <a:off x="7086174" y="1749310"/>
            <a:ext cx="339253" cy="339253"/>
            <a:chOff x="5651375" y="3806450"/>
            <a:chExt cx="481825" cy="481825"/>
          </a:xfrm>
        </p:grpSpPr>
        <p:sp>
          <p:nvSpPr>
            <p:cNvPr id="924" name="Google Shape;924;p42"/>
            <p:cNvSpPr/>
            <p:nvPr/>
          </p:nvSpPr>
          <p:spPr>
            <a:xfrm>
              <a:off x="5793425" y="3976800"/>
              <a:ext cx="28250" cy="28275"/>
            </a:xfrm>
            <a:custGeom>
              <a:avLst/>
              <a:gdLst/>
              <a:ahLst/>
              <a:cxnLst/>
              <a:rect l="l" t="t" r="r" b="b"/>
              <a:pathLst>
                <a:path w="1130" h="1131" extrusionOk="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25" name="Google Shape;925;p42"/>
            <p:cNvSpPr/>
            <p:nvPr/>
          </p:nvSpPr>
          <p:spPr>
            <a:xfrm>
              <a:off x="5794475" y="4089725"/>
              <a:ext cx="195600" cy="84725"/>
            </a:xfrm>
            <a:custGeom>
              <a:avLst/>
              <a:gdLst/>
              <a:ahLst/>
              <a:cxnLst/>
              <a:rect l="l" t="t" r="r" b="b"/>
              <a:pathLst>
                <a:path w="7824" h="3389" extrusionOk="0">
                  <a:moveTo>
                    <a:pt x="1" y="1"/>
                  </a:moveTo>
                  <a:cubicBezTo>
                    <a:pt x="284" y="1943"/>
                    <a:pt x="1949" y="3385"/>
                    <a:pt x="3912" y="3388"/>
                  </a:cubicBezTo>
                  <a:cubicBezTo>
                    <a:pt x="5875" y="3385"/>
                    <a:pt x="7541" y="1943"/>
                    <a:pt x="78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26" name="Google Shape;926;p42"/>
            <p:cNvSpPr/>
            <p:nvPr/>
          </p:nvSpPr>
          <p:spPr>
            <a:xfrm>
              <a:off x="5651375" y="3806450"/>
              <a:ext cx="481825" cy="481825"/>
            </a:xfrm>
            <a:custGeom>
              <a:avLst/>
              <a:gdLst/>
              <a:ahLst/>
              <a:cxnLst/>
              <a:rect l="l" t="t" r="r" b="b"/>
              <a:pathLst>
                <a:path w="19273" h="19273" extrusionOk="0">
                  <a:moveTo>
                    <a:pt x="6249" y="5686"/>
                  </a:moveTo>
                  <a:cubicBezTo>
                    <a:pt x="6932" y="5686"/>
                    <a:pt x="7549" y="6098"/>
                    <a:pt x="7811" y="6730"/>
                  </a:cubicBezTo>
                  <a:cubicBezTo>
                    <a:pt x="8073" y="7363"/>
                    <a:pt x="7929" y="8092"/>
                    <a:pt x="7444" y="8576"/>
                  </a:cubicBezTo>
                  <a:cubicBezTo>
                    <a:pt x="7122" y="8901"/>
                    <a:pt x="6689" y="9073"/>
                    <a:pt x="6248" y="9073"/>
                  </a:cubicBezTo>
                  <a:cubicBezTo>
                    <a:pt x="6029" y="9073"/>
                    <a:pt x="5808" y="9031"/>
                    <a:pt x="5598" y="8944"/>
                  </a:cubicBezTo>
                  <a:cubicBezTo>
                    <a:pt x="4966" y="8682"/>
                    <a:pt x="4553" y="8064"/>
                    <a:pt x="4553" y="7378"/>
                  </a:cubicBezTo>
                  <a:cubicBezTo>
                    <a:pt x="4556"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3"/>
                    <a:pt x="13024" y="9073"/>
                  </a:cubicBezTo>
                  <a:cubicBezTo>
                    <a:pt x="12337" y="9073"/>
                    <a:pt x="11720" y="8658"/>
                    <a:pt x="11458" y="8025"/>
                  </a:cubicBezTo>
                  <a:cubicBezTo>
                    <a:pt x="11196" y="7393"/>
                    <a:pt x="11341" y="6664"/>
                    <a:pt x="11825" y="6179"/>
                  </a:cubicBezTo>
                  <a:cubicBezTo>
                    <a:pt x="12150" y="5855"/>
                    <a:pt x="12583" y="5683"/>
                    <a:pt x="13024" y="5683"/>
                  </a:cubicBezTo>
                  <a:close/>
                  <a:moveTo>
                    <a:pt x="14153" y="10202"/>
                  </a:moveTo>
                  <a:cubicBezTo>
                    <a:pt x="14463" y="10202"/>
                    <a:pt x="14716" y="10452"/>
                    <a:pt x="14716" y="10766"/>
                  </a:cubicBezTo>
                  <a:cubicBezTo>
                    <a:pt x="14716" y="13566"/>
                    <a:pt x="12437" y="15849"/>
                    <a:pt x="9636" y="15849"/>
                  </a:cubicBezTo>
                  <a:cubicBezTo>
                    <a:pt x="6833" y="15849"/>
                    <a:pt x="4553" y="13566"/>
                    <a:pt x="4553" y="10766"/>
                  </a:cubicBezTo>
                  <a:cubicBezTo>
                    <a:pt x="4553" y="10452"/>
                    <a:pt x="4806" y="10202"/>
                    <a:pt x="5119" y="10202"/>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30" y="0"/>
                    <a:pt x="96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27" name="Google Shape;927;p42"/>
            <p:cNvSpPr/>
            <p:nvPr/>
          </p:nvSpPr>
          <p:spPr>
            <a:xfrm>
              <a:off x="5962800" y="3976800"/>
              <a:ext cx="28250" cy="28275"/>
            </a:xfrm>
            <a:custGeom>
              <a:avLst/>
              <a:gdLst/>
              <a:ahLst/>
              <a:cxnLst/>
              <a:rect l="l" t="t" r="r" b="b"/>
              <a:pathLst>
                <a:path w="1130" h="1131"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31"/>
        <p:cNvGrpSpPr/>
        <p:nvPr/>
      </p:nvGrpSpPr>
      <p:grpSpPr>
        <a:xfrm>
          <a:off x="0" y="0"/>
          <a:ext cx="0" cy="0"/>
          <a:chOff x="0" y="0"/>
          <a:chExt cx="0" cy="0"/>
        </a:xfrm>
      </p:grpSpPr>
      <p:graphicFrame>
        <p:nvGraphicFramePr>
          <p:cNvPr id="932" name="Google Shape;932;p43"/>
          <p:cNvGraphicFramePr/>
          <p:nvPr/>
        </p:nvGraphicFramePr>
        <p:xfrm>
          <a:off x="1038713" y="1542275"/>
          <a:ext cx="3000000" cy="3000000"/>
        </p:xfrm>
        <a:graphic>
          <a:graphicData uri="http://schemas.openxmlformats.org/drawingml/2006/table">
            <a:tbl>
              <a:tblPr>
                <a:noFill/>
                <a:tableStyleId>{28ECCA00-3423-4D35-A1F8-932C58E7BA36}</a:tableStyleId>
              </a:tblPr>
              <a:tblGrid>
                <a:gridCol w="2381250">
                  <a:extLst>
                    <a:ext uri="{9D8B030D-6E8A-4147-A177-3AD203B41FA5}">
                      <a16:colId xmlns:a16="http://schemas.microsoft.com/office/drawing/2014/main" val="20000"/>
                    </a:ext>
                  </a:extLst>
                </a:gridCol>
                <a:gridCol w="2771400">
                  <a:extLst>
                    <a:ext uri="{9D8B030D-6E8A-4147-A177-3AD203B41FA5}">
                      <a16:colId xmlns:a16="http://schemas.microsoft.com/office/drawing/2014/main" val="20001"/>
                    </a:ext>
                  </a:extLst>
                </a:gridCol>
                <a:gridCol w="1913925">
                  <a:extLst>
                    <a:ext uri="{9D8B030D-6E8A-4147-A177-3AD203B41FA5}">
                      <a16:colId xmlns:a16="http://schemas.microsoft.com/office/drawing/2014/main" val="20002"/>
                    </a:ext>
                  </a:extLst>
                </a:gridCol>
              </a:tblGrid>
              <a:tr h="499275">
                <a:tc>
                  <a:txBody>
                    <a:bodyPr/>
                    <a:lstStyle/>
                    <a:p>
                      <a:pPr marL="0" lvl="0" indent="0" algn="ctr" rtl="0">
                        <a:spcBef>
                          <a:spcPts val="0"/>
                        </a:spcBef>
                        <a:spcAft>
                          <a:spcPts val="0"/>
                        </a:spcAft>
                        <a:buNone/>
                      </a:pPr>
                      <a:r>
                        <a:rPr lang="en" sz="2000">
                          <a:solidFill>
                            <a:schemeClr val="dk2"/>
                          </a:solidFill>
                          <a:latin typeface="Abril Fatface"/>
                          <a:ea typeface="Abril Fatface"/>
                          <a:cs typeface="Abril Fatface"/>
                          <a:sym typeface="Abril Fatface"/>
                        </a:rPr>
                        <a:t>Tip name</a:t>
                      </a:r>
                      <a:endParaRPr sz="2000">
                        <a:solidFill>
                          <a:schemeClr val="dk2"/>
                        </a:solidFill>
                        <a:latin typeface="Abril Fatface"/>
                        <a:ea typeface="Abril Fatface"/>
                        <a:cs typeface="Abril Fatface"/>
                        <a:sym typeface="Abril Fatface"/>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2000">
                          <a:solidFill>
                            <a:schemeClr val="dk2"/>
                          </a:solidFill>
                          <a:latin typeface="Abril Fatface"/>
                          <a:ea typeface="Abril Fatface"/>
                          <a:cs typeface="Abril Fatface"/>
                          <a:sym typeface="Abril Fatface"/>
                        </a:rPr>
                        <a:t>Description</a:t>
                      </a:r>
                      <a:endParaRPr sz="2000">
                        <a:solidFill>
                          <a:schemeClr val="dk2"/>
                        </a:solidFill>
                        <a:latin typeface="Abril Fatface"/>
                        <a:ea typeface="Abril Fatface"/>
                        <a:cs typeface="Abril Fatface"/>
                        <a:sym typeface="Abril Fatface"/>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2000">
                          <a:solidFill>
                            <a:schemeClr val="dk2"/>
                          </a:solidFill>
                          <a:latin typeface="Abril Fatface"/>
                          <a:ea typeface="Abril Fatface"/>
                          <a:cs typeface="Abril Fatface"/>
                          <a:sym typeface="Abril Fatface"/>
                        </a:rPr>
                        <a:t>I do it!</a:t>
                      </a:r>
                      <a:endParaRPr sz="2000">
                        <a:solidFill>
                          <a:schemeClr val="dk2"/>
                        </a:solidFill>
                        <a:latin typeface="Abril Fatface"/>
                        <a:ea typeface="Abril Fatface"/>
                        <a:cs typeface="Abril Fatface"/>
                        <a:sym typeface="Abril Fatface"/>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99275">
                <a:tc>
                  <a:txBody>
                    <a:bodyPr/>
                    <a:lstStyle/>
                    <a:p>
                      <a:pPr marL="0" lvl="0" indent="0" algn="l" rtl="0">
                        <a:spcBef>
                          <a:spcPts val="0"/>
                        </a:spcBef>
                        <a:spcAft>
                          <a:spcPts val="0"/>
                        </a:spcAft>
                        <a:buNone/>
                      </a:pPr>
                      <a:r>
                        <a:rPr lang="en" sz="2000">
                          <a:solidFill>
                            <a:schemeClr val="dk2"/>
                          </a:solidFill>
                          <a:latin typeface="Abril Fatface"/>
                          <a:ea typeface="Abril Fatface"/>
                          <a:cs typeface="Abril Fatface"/>
                          <a:sym typeface="Abril Fatface"/>
                        </a:rPr>
                        <a:t>Tip 1</a:t>
                      </a:r>
                      <a:endParaRPr sz="2000">
                        <a:solidFill>
                          <a:schemeClr val="dk2"/>
                        </a:solidFill>
                        <a:latin typeface="Abril Fatface"/>
                        <a:ea typeface="Abril Fatface"/>
                        <a:cs typeface="Abril Fatface"/>
                        <a:sym typeface="Abril Fatface"/>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aleway"/>
                          <a:ea typeface="Raleway"/>
                          <a:cs typeface="Raleway"/>
                          <a:sym typeface="Raleway"/>
                        </a:rPr>
                        <a:t>Venus is the second planet from the Sun</a:t>
                      </a:r>
                      <a:endParaRPr>
                        <a:solidFill>
                          <a:schemeClr val="dk1"/>
                        </a:solidFill>
                        <a:latin typeface="Raleway"/>
                        <a:ea typeface="Raleway"/>
                        <a:cs typeface="Raleway"/>
                        <a:sym typeface="Raleway"/>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99275">
                <a:tc>
                  <a:txBody>
                    <a:bodyPr/>
                    <a:lstStyle/>
                    <a:p>
                      <a:pPr marL="0" lvl="0" indent="0" algn="l" rtl="0">
                        <a:spcBef>
                          <a:spcPts val="0"/>
                        </a:spcBef>
                        <a:spcAft>
                          <a:spcPts val="0"/>
                        </a:spcAft>
                        <a:buNone/>
                      </a:pPr>
                      <a:r>
                        <a:rPr lang="en" sz="2000">
                          <a:solidFill>
                            <a:schemeClr val="dk2"/>
                          </a:solidFill>
                          <a:latin typeface="Abril Fatface"/>
                          <a:ea typeface="Abril Fatface"/>
                          <a:cs typeface="Abril Fatface"/>
                          <a:sym typeface="Abril Fatface"/>
                        </a:rPr>
                        <a:t>Tip 2</a:t>
                      </a:r>
                      <a:endParaRPr sz="2000">
                        <a:solidFill>
                          <a:schemeClr val="dk2"/>
                        </a:solidFill>
                        <a:latin typeface="Abril Fatface"/>
                        <a:ea typeface="Abril Fatface"/>
                        <a:cs typeface="Abril Fatface"/>
                        <a:sym typeface="Abril Fatface"/>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aleway"/>
                          <a:ea typeface="Raleway"/>
                          <a:cs typeface="Raleway"/>
                          <a:sym typeface="Raleway"/>
                        </a:rPr>
                        <a:t>Despite being red, Mars is a cold place</a:t>
                      </a:r>
                      <a:endParaRPr>
                        <a:solidFill>
                          <a:schemeClr val="dk1"/>
                        </a:solidFill>
                        <a:latin typeface="Raleway"/>
                        <a:ea typeface="Raleway"/>
                        <a:cs typeface="Raleway"/>
                        <a:sym typeface="Raleway"/>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99275">
                <a:tc>
                  <a:txBody>
                    <a:bodyPr/>
                    <a:lstStyle/>
                    <a:p>
                      <a:pPr marL="0" lvl="0" indent="0" algn="l" rtl="0">
                        <a:spcBef>
                          <a:spcPts val="0"/>
                        </a:spcBef>
                        <a:spcAft>
                          <a:spcPts val="0"/>
                        </a:spcAft>
                        <a:buNone/>
                      </a:pPr>
                      <a:r>
                        <a:rPr lang="en" sz="2000">
                          <a:solidFill>
                            <a:schemeClr val="dk2"/>
                          </a:solidFill>
                          <a:latin typeface="Abril Fatface"/>
                          <a:ea typeface="Abril Fatface"/>
                          <a:cs typeface="Abril Fatface"/>
                          <a:sym typeface="Abril Fatface"/>
                        </a:rPr>
                        <a:t>Tip 3</a:t>
                      </a:r>
                      <a:endParaRPr sz="2000">
                        <a:solidFill>
                          <a:schemeClr val="dk2"/>
                        </a:solidFill>
                        <a:latin typeface="Abril Fatface"/>
                        <a:ea typeface="Abril Fatface"/>
                        <a:cs typeface="Abril Fatface"/>
                        <a:sym typeface="Abril Fatface"/>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aleway"/>
                          <a:ea typeface="Raleway"/>
                          <a:cs typeface="Raleway"/>
                          <a:sym typeface="Raleway"/>
                        </a:rPr>
                        <a:t>It’s the biggest planet in the Solar System</a:t>
                      </a:r>
                      <a:endParaRPr>
                        <a:solidFill>
                          <a:schemeClr val="dk1"/>
                        </a:solidFill>
                        <a:latin typeface="Raleway"/>
                        <a:ea typeface="Raleway"/>
                        <a:cs typeface="Raleway"/>
                        <a:sym typeface="Raleway"/>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l" rtl="0">
                        <a:spcBef>
                          <a:spcPts val="0"/>
                        </a:spcBef>
                        <a:spcAft>
                          <a:spcPts val="0"/>
                        </a:spcAft>
                        <a:buNone/>
                      </a:pPr>
                      <a:r>
                        <a:rPr lang="en" sz="2000">
                          <a:solidFill>
                            <a:schemeClr val="dk2"/>
                          </a:solidFill>
                          <a:latin typeface="Abril Fatface"/>
                          <a:ea typeface="Abril Fatface"/>
                          <a:cs typeface="Abril Fatface"/>
                          <a:sym typeface="Abril Fatface"/>
                        </a:rPr>
                        <a:t>Tip 4</a:t>
                      </a:r>
                      <a:endParaRPr sz="2000">
                        <a:solidFill>
                          <a:schemeClr val="dk2"/>
                        </a:solidFill>
                        <a:latin typeface="Abril Fatface"/>
                        <a:ea typeface="Abril Fatface"/>
                        <a:cs typeface="Abril Fatface"/>
                        <a:sym typeface="Abril Fatface"/>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aleway"/>
                          <a:ea typeface="Raleway"/>
                          <a:cs typeface="Raleway"/>
                          <a:sym typeface="Raleway"/>
                        </a:rPr>
                        <a:t>Saturn is a gas giant and has several rings</a:t>
                      </a:r>
                      <a:endParaRPr>
                        <a:solidFill>
                          <a:schemeClr val="dk1"/>
                        </a:solidFill>
                        <a:latin typeface="Raleway"/>
                        <a:ea typeface="Raleway"/>
                        <a:cs typeface="Raleway"/>
                        <a:sym typeface="Raleway"/>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933" name="Google Shape;933;p43"/>
          <p:cNvSpPr/>
          <p:nvPr/>
        </p:nvSpPr>
        <p:spPr>
          <a:xfrm>
            <a:off x="7477724" y="223674"/>
            <a:ext cx="1147530" cy="744473"/>
          </a:xfrm>
          <a:custGeom>
            <a:avLst/>
            <a:gdLst/>
            <a:ahLst/>
            <a:cxnLst/>
            <a:rect l="l" t="t" r="r" b="b"/>
            <a:pathLst>
              <a:path w="115591" h="74991" extrusionOk="0">
                <a:moveTo>
                  <a:pt x="25095" y="72118"/>
                </a:moveTo>
                <a:cubicBezTo>
                  <a:pt x="29362" y="72118"/>
                  <a:pt x="33925" y="70005"/>
                  <a:pt x="37390" y="65696"/>
                </a:cubicBezTo>
                <a:cubicBezTo>
                  <a:pt x="40685" y="69498"/>
                  <a:pt x="41530" y="74991"/>
                  <a:pt x="52895" y="73977"/>
                </a:cubicBezTo>
                <a:cubicBezTo>
                  <a:pt x="66498" y="72751"/>
                  <a:pt x="65696" y="58936"/>
                  <a:pt x="65696" y="58936"/>
                </a:cubicBezTo>
                <a:cubicBezTo>
                  <a:pt x="65696" y="58936"/>
                  <a:pt x="72540" y="69794"/>
                  <a:pt x="84116" y="65780"/>
                </a:cubicBezTo>
                <a:cubicBezTo>
                  <a:pt x="91509" y="63246"/>
                  <a:pt x="95058" y="55176"/>
                  <a:pt x="95227" y="51670"/>
                </a:cubicBezTo>
                <a:cubicBezTo>
                  <a:pt x="97635" y="52895"/>
                  <a:pt x="100339" y="53529"/>
                  <a:pt x="103085" y="53529"/>
                </a:cubicBezTo>
                <a:cubicBezTo>
                  <a:pt x="108408" y="53529"/>
                  <a:pt x="113985" y="50994"/>
                  <a:pt x="114619" y="42967"/>
                </a:cubicBezTo>
                <a:cubicBezTo>
                  <a:pt x="115591" y="29870"/>
                  <a:pt x="104902" y="26955"/>
                  <a:pt x="104902" y="26955"/>
                </a:cubicBezTo>
                <a:cubicBezTo>
                  <a:pt x="104902" y="26955"/>
                  <a:pt x="112464" y="19603"/>
                  <a:pt x="106634" y="13815"/>
                </a:cubicBezTo>
                <a:cubicBezTo>
                  <a:pt x="92819" y="0"/>
                  <a:pt x="85510" y="14322"/>
                  <a:pt x="85510" y="14322"/>
                </a:cubicBezTo>
                <a:cubicBezTo>
                  <a:pt x="85510" y="14322"/>
                  <a:pt x="86482" y="1395"/>
                  <a:pt x="68400" y="1352"/>
                </a:cubicBezTo>
                <a:cubicBezTo>
                  <a:pt x="58176" y="1310"/>
                  <a:pt x="59021" y="10182"/>
                  <a:pt x="59021" y="10182"/>
                </a:cubicBezTo>
                <a:cubicBezTo>
                  <a:pt x="53613" y="5831"/>
                  <a:pt x="46642" y="4056"/>
                  <a:pt x="39840" y="5324"/>
                </a:cubicBezTo>
                <a:cubicBezTo>
                  <a:pt x="33672" y="8323"/>
                  <a:pt x="29574" y="12379"/>
                  <a:pt x="31686" y="22645"/>
                </a:cubicBezTo>
                <a:cubicBezTo>
                  <a:pt x="31686" y="22645"/>
                  <a:pt x="15590" y="18674"/>
                  <a:pt x="10773" y="27377"/>
                </a:cubicBezTo>
                <a:cubicBezTo>
                  <a:pt x="3929" y="40009"/>
                  <a:pt x="20026" y="43347"/>
                  <a:pt x="20026" y="43347"/>
                </a:cubicBezTo>
                <a:cubicBezTo>
                  <a:pt x="0" y="57753"/>
                  <a:pt x="16899" y="72118"/>
                  <a:pt x="25095" y="7211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3"/>
          <p:cNvSpPr/>
          <p:nvPr/>
        </p:nvSpPr>
        <p:spPr>
          <a:xfrm>
            <a:off x="151951" y="3587514"/>
            <a:ext cx="677773" cy="749616"/>
          </a:xfrm>
          <a:custGeom>
            <a:avLst/>
            <a:gdLst/>
            <a:ahLst/>
            <a:cxnLst/>
            <a:rect l="l" t="t" r="r" b="b"/>
            <a:pathLst>
              <a:path w="65359" h="72287" extrusionOk="0">
                <a:moveTo>
                  <a:pt x="1818" y="25687"/>
                </a:moveTo>
                <a:cubicBezTo>
                  <a:pt x="2029" y="29954"/>
                  <a:pt x="4310" y="34433"/>
                  <a:pt x="8788" y="37728"/>
                </a:cubicBezTo>
                <a:cubicBezTo>
                  <a:pt x="5155" y="41192"/>
                  <a:pt x="1" y="49008"/>
                  <a:pt x="1226" y="53571"/>
                </a:cubicBezTo>
                <a:cubicBezTo>
                  <a:pt x="4733" y="66752"/>
                  <a:pt x="21294" y="55388"/>
                  <a:pt x="21294" y="55388"/>
                </a:cubicBezTo>
                <a:cubicBezTo>
                  <a:pt x="21294" y="55388"/>
                  <a:pt x="27673" y="72287"/>
                  <a:pt x="42418" y="65738"/>
                </a:cubicBezTo>
                <a:cubicBezTo>
                  <a:pt x="51712" y="61556"/>
                  <a:pt x="45967" y="51416"/>
                  <a:pt x="45967" y="51416"/>
                </a:cubicBezTo>
                <a:cubicBezTo>
                  <a:pt x="45967" y="51416"/>
                  <a:pt x="65358" y="58303"/>
                  <a:pt x="65358" y="37601"/>
                </a:cubicBezTo>
                <a:cubicBezTo>
                  <a:pt x="65358" y="31560"/>
                  <a:pt x="60838" y="23871"/>
                  <a:pt x="50698" y="26448"/>
                </a:cubicBezTo>
                <a:cubicBezTo>
                  <a:pt x="50698" y="26448"/>
                  <a:pt x="54839" y="13773"/>
                  <a:pt x="45882" y="9337"/>
                </a:cubicBezTo>
                <a:cubicBezTo>
                  <a:pt x="32997" y="3127"/>
                  <a:pt x="30377" y="19308"/>
                  <a:pt x="30377" y="19308"/>
                </a:cubicBezTo>
                <a:cubicBezTo>
                  <a:pt x="15041" y="0"/>
                  <a:pt x="1480" y="17533"/>
                  <a:pt x="1818" y="2568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3"/>
          <p:cNvSpPr/>
          <p:nvPr/>
        </p:nvSpPr>
        <p:spPr>
          <a:xfrm>
            <a:off x="7162350" y="337101"/>
            <a:ext cx="517807" cy="572694"/>
          </a:xfrm>
          <a:custGeom>
            <a:avLst/>
            <a:gdLst/>
            <a:ahLst/>
            <a:cxnLst/>
            <a:rect l="l" t="t" r="r" b="b"/>
            <a:pathLst>
              <a:path w="65359" h="72287" extrusionOk="0">
                <a:moveTo>
                  <a:pt x="1818" y="25687"/>
                </a:moveTo>
                <a:cubicBezTo>
                  <a:pt x="2029" y="29954"/>
                  <a:pt x="4310" y="34433"/>
                  <a:pt x="8788" y="37728"/>
                </a:cubicBezTo>
                <a:cubicBezTo>
                  <a:pt x="5155" y="41192"/>
                  <a:pt x="1" y="49008"/>
                  <a:pt x="1226" y="53571"/>
                </a:cubicBezTo>
                <a:cubicBezTo>
                  <a:pt x="4733" y="66752"/>
                  <a:pt x="21294" y="55388"/>
                  <a:pt x="21294" y="55388"/>
                </a:cubicBezTo>
                <a:cubicBezTo>
                  <a:pt x="21294" y="55388"/>
                  <a:pt x="27673" y="72287"/>
                  <a:pt x="42418" y="65738"/>
                </a:cubicBezTo>
                <a:cubicBezTo>
                  <a:pt x="51712" y="61556"/>
                  <a:pt x="45967" y="51416"/>
                  <a:pt x="45967" y="51416"/>
                </a:cubicBezTo>
                <a:cubicBezTo>
                  <a:pt x="45967" y="51416"/>
                  <a:pt x="65358" y="58303"/>
                  <a:pt x="65358" y="37601"/>
                </a:cubicBezTo>
                <a:cubicBezTo>
                  <a:pt x="65358" y="31560"/>
                  <a:pt x="60838" y="23871"/>
                  <a:pt x="50698" y="26448"/>
                </a:cubicBezTo>
                <a:cubicBezTo>
                  <a:pt x="50698" y="26448"/>
                  <a:pt x="54839" y="13773"/>
                  <a:pt x="45882" y="9337"/>
                </a:cubicBezTo>
                <a:cubicBezTo>
                  <a:pt x="32997" y="3127"/>
                  <a:pt x="30377" y="19308"/>
                  <a:pt x="30377" y="19308"/>
                </a:cubicBezTo>
                <a:cubicBezTo>
                  <a:pt x="15041" y="0"/>
                  <a:pt x="1480" y="17533"/>
                  <a:pt x="1818" y="2568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6" name="Google Shape;936;p43"/>
          <p:cNvGrpSpPr/>
          <p:nvPr/>
        </p:nvGrpSpPr>
        <p:grpSpPr>
          <a:xfrm>
            <a:off x="7013458" y="2171767"/>
            <a:ext cx="339253" cy="339253"/>
            <a:chOff x="1492675" y="4992125"/>
            <a:chExt cx="481825" cy="481825"/>
          </a:xfrm>
        </p:grpSpPr>
        <p:sp>
          <p:nvSpPr>
            <p:cNvPr id="937" name="Google Shape;937;p43"/>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38" name="Google Shape;938;p43"/>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939" name="Google Shape;939;p43"/>
          <p:cNvGrpSpPr/>
          <p:nvPr/>
        </p:nvGrpSpPr>
        <p:grpSpPr>
          <a:xfrm>
            <a:off x="7013450" y="2780467"/>
            <a:ext cx="339253" cy="339253"/>
            <a:chOff x="2085525" y="4992125"/>
            <a:chExt cx="481825" cy="481825"/>
          </a:xfrm>
        </p:grpSpPr>
        <p:sp>
          <p:nvSpPr>
            <p:cNvPr id="940" name="Google Shape;940;p43"/>
            <p:cNvSpPr/>
            <p:nvPr/>
          </p:nvSpPr>
          <p:spPr>
            <a:xfrm>
              <a:off x="2244150" y="5152125"/>
              <a:ext cx="164500" cy="161825"/>
            </a:xfrm>
            <a:custGeom>
              <a:avLst/>
              <a:gdLst/>
              <a:ahLst/>
              <a:cxnLst/>
              <a:rect l="l" t="t" r="r" b="b"/>
              <a:pathLst>
                <a:path w="6580" h="6473" extrusionOk="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41" name="Google Shape;941;p43"/>
            <p:cNvSpPr/>
            <p:nvPr/>
          </p:nvSpPr>
          <p:spPr>
            <a:xfrm>
              <a:off x="2085525" y="4992125"/>
              <a:ext cx="481825" cy="481825"/>
            </a:xfrm>
            <a:custGeom>
              <a:avLst/>
              <a:gdLst/>
              <a:ahLst/>
              <a:cxnLst/>
              <a:rect l="l" t="t" r="r" b="b"/>
              <a:pathLst>
                <a:path w="19273" h="19273" extrusionOk="0">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942" name="Google Shape;942;p43"/>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Tips Checklist</a:t>
            </a:r>
            <a:endParaRPr/>
          </a:p>
        </p:txBody>
      </p:sp>
      <p:grpSp>
        <p:nvGrpSpPr>
          <p:cNvPr id="943" name="Google Shape;943;p43"/>
          <p:cNvGrpSpPr/>
          <p:nvPr/>
        </p:nvGrpSpPr>
        <p:grpSpPr>
          <a:xfrm>
            <a:off x="7013458" y="3436842"/>
            <a:ext cx="339253" cy="339253"/>
            <a:chOff x="1492675" y="4992125"/>
            <a:chExt cx="481825" cy="481825"/>
          </a:xfrm>
        </p:grpSpPr>
        <p:sp>
          <p:nvSpPr>
            <p:cNvPr id="944" name="Google Shape;944;p43"/>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45" name="Google Shape;945;p43"/>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946" name="Google Shape;946;p43"/>
          <p:cNvGrpSpPr/>
          <p:nvPr/>
        </p:nvGrpSpPr>
        <p:grpSpPr>
          <a:xfrm>
            <a:off x="7013450" y="4045542"/>
            <a:ext cx="339253" cy="339253"/>
            <a:chOff x="2085525" y="4992125"/>
            <a:chExt cx="481825" cy="481825"/>
          </a:xfrm>
        </p:grpSpPr>
        <p:sp>
          <p:nvSpPr>
            <p:cNvPr id="947" name="Google Shape;947;p43"/>
            <p:cNvSpPr/>
            <p:nvPr/>
          </p:nvSpPr>
          <p:spPr>
            <a:xfrm>
              <a:off x="2244150" y="5152125"/>
              <a:ext cx="164500" cy="161825"/>
            </a:xfrm>
            <a:custGeom>
              <a:avLst/>
              <a:gdLst/>
              <a:ahLst/>
              <a:cxnLst/>
              <a:rect l="l" t="t" r="r" b="b"/>
              <a:pathLst>
                <a:path w="6580" h="6473" extrusionOk="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48" name="Google Shape;948;p43"/>
            <p:cNvSpPr/>
            <p:nvPr/>
          </p:nvSpPr>
          <p:spPr>
            <a:xfrm>
              <a:off x="2085525" y="4992125"/>
              <a:ext cx="481825" cy="481825"/>
            </a:xfrm>
            <a:custGeom>
              <a:avLst/>
              <a:gdLst/>
              <a:ahLst/>
              <a:cxnLst/>
              <a:rect l="l" t="t" r="r" b="b"/>
              <a:pathLst>
                <a:path w="19273" h="19273" extrusionOk="0">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52"/>
        <p:cNvGrpSpPr/>
        <p:nvPr/>
      </p:nvGrpSpPr>
      <p:grpSpPr>
        <a:xfrm>
          <a:off x="0" y="0"/>
          <a:ext cx="0" cy="0"/>
          <a:chOff x="0" y="0"/>
          <a:chExt cx="0" cy="0"/>
        </a:xfrm>
      </p:grpSpPr>
      <p:sp>
        <p:nvSpPr>
          <p:cNvPr id="953" name="Google Shape;953;p44"/>
          <p:cNvSpPr txBox="1">
            <a:spLocks noGrp="1"/>
          </p:cNvSpPr>
          <p:nvPr>
            <p:ph type="title"/>
          </p:nvPr>
        </p:nvSpPr>
        <p:spPr>
          <a:xfrm>
            <a:off x="720000" y="1292425"/>
            <a:ext cx="2868600" cy="1020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Desktop Software</a:t>
            </a:r>
            <a:endParaRPr/>
          </a:p>
        </p:txBody>
      </p:sp>
      <p:sp>
        <p:nvSpPr>
          <p:cNvPr id="954" name="Google Shape;954;p44"/>
          <p:cNvSpPr txBox="1">
            <a:spLocks noGrp="1"/>
          </p:cNvSpPr>
          <p:nvPr>
            <p:ph type="body" idx="1"/>
          </p:nvPr>
        </p:nvSpPr>
        <p:spPr>
          <a:xfrm>
            <a:off x="720000" y="2502275"/>
            <a:ext cx="3038100" cy="140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replace the image on the screen with your own work. Just right-click on it and select “Replace image”</a:t>
            </a:r>
            <a:endParaRPr/>
          </a:p>
        </p:txBody>
      </p:sp>
      <p:grpSp>
        <p:nvGrpSpPr>
          <p:cNvPr id="955" name="Google Shape;955;p44"/>
          <p:cNvGrpSpPr/>
          <p:nvPr/>
        </p:nvGrpSpPr>
        <p:grpSpPr>
          <a:xfrm>
            <a:off x="4433785" y="1332774"/>
            <a:ext cx="3990211" cy="2388886"/>
            <a:chOff x="4854325" y="1936705"/>
            <a:chExt cx="3569700" cy="2137132"/>
          </a:xfrm>
        </p:grpSpPr>
        <p:sp>
          <p:nvSpPr>
            <p:cNvPr id="956" name="Google Shape;956;p44"/>
            <p:cNvSpPr/>
            <p:nvPr/>
          </p:nvSpPr>
          <p:spPr>
            <a:xfrm>
              <a:off x="5044081" y="1936705"/>
              <a:ext cx="3190200" cy="1990200"/>
            </a:xfrm>
            <a:prstGeom prst="round2SameRect">
              <a:avLst>
                <a:gd name="adj1" fmla="val 1091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44"/>
            <p:cNvSpPr/>
            <p:nvPr/>
          </p:nvSpPr>
          <p:spPr>
            <a:xfrm rot="10800000">
              <a:off x="4854325" y="3921137"/>
              <a:ext cx="3569700" cy="152700"/>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44"/>
            <p:cNvSpPr/>
            <p:nvPr/>
          </p:nvSpPr>
          <p:spPr>
            <a:xfrm>
              <a:off x="6606475" y="2008050"/>
              <a:ext cx="65400" cy="654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959" name="Google Shape;959;p44"/>
          <p:cNvPicPr preferRelativeResize="0"/>
          <p:nvPr/>
        </p:nvPicPr>
        <p:blipFill rotWithShape="1">
          <a:blip r:embed="rId3">
            <a:alphaModFix/>
          </a:blip>
          <a:srcRect l="129" r="119"/>
          <a:stretch/>
        </p:blipFill>
        <p:spPr>
          <a:xfrm>
            <a:off x="4712068" y="1548614"/>
            <a:ext cx="3426600" cy="1925700"/>
          </a:xfrm>
          <a:prstGeom prst="round2SameRect">
            <a:avLst>
              <a:gd name="adj1" fmla="val 11814"/>
              <a:gd name="adj2" fmla="val 0"/>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963"/>
        <p:cNvGrpSpPr/>
        <p:nvPr/>
      </p:nvGrpSpPr>
      <p:grpSpPr>
        <a:xfrm>
          <a:off x="0" y="0"/>
          <a:ext cx="0" cy="0"/>
          <a:chOff x="0" y="0"/>
          <a:chExt cx="0" cy="0"/>
        </a:xfrm>
      </p:grpSpPr>
      <p:grpSp>
        <p:nvGrpSpPr>
          <p:cNvPr id="964" name="Google Shape;964;p45"/>
          <p:cNvGrpSpPr/>
          <p:nvPr/>
        </p:nvGrpSpPr>
        <p:grpSpPr>
          <a:xfrm>
            <a:off x="194876" y="1930314"/>
            <a:ext cx="5521125" cy="3213215"/>
            <a:chOff x="1597975" y="2258550"/>
            <a:chExt cx="4396500" cy="2558700"/>
          </a:xfrm>
        </p:grpSpPr>
        <p:sp>
          <p:nvSpPr>
            <p:cNvPr id="965" name="Google Shape;965;p45"/>
            <p:cNvSpPr/>
            <p:nvPr/>
          </p:nvSpPr>
          <p:spPr>
            <a:xfrm>
              <a:off x="1597975" y="4804725"/>
              <a:ext cx="4396500" cy="10850"/>
            </a:xfrm>
            <a:custGeom>
              <a:avLst/>
              <a:gdLst/>
              <a:ahLst/>
              <a:cxnLst/>
              <a:rect l="l" t="t" r="r" b="b"/>
              <a:pathLst>
                <a:path w="175860" h="434" extrusionOk="0">
                  <a:moveTo>
                    <a:pt x="87930" y="0"/>
                  </a:moveTo>
                  <a:lnTo>
                    <a:pt x="43999" y="100"/>
                  </a:lnTo>
                  <a:lnTo>
                    <a:pt x="21983" y="134"/>
                  </a:lnTo>
                  <a:lnTo>
                    <a:pt x="1" y="234"/>
                  </a:lnTo>
                  <a:lnTo>
                    <a:pt x="21983" y="334"/>
                  </a:lnTo>
                  <a:lnTo>
                    <a:pt x="43999" y="400"/>
                  </a:lnTo>
                  <a:lnTo>
                    <a:pt x="87930" y="434"/>
                  </a:lnTo>
                  <a:lnTo>
                    <a:pt x="131895" y="400"/>
                  </a:lnTo>
                  <a:lnTo>
                    <a:pt x="153844" y="334"/>
                  </a:lnTo>
                  <a:lnTo>
                    <a:pt x="175860" y="234"/>
                  </a:lnTo>
                  <a:lnTo>
                    <a:pt x="153844" y="134"/>
                  </a:lnTo>
                  <a:lnTo>
                    <a:pt x="131895" y="100"/>
                  </a:lnTo>
                  <a:lnTo>
                    <a:pt x="8793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5"/>
            <p:cNvSpPr/>
            <p:nvPr/>
          </p:nvSpPr>
          <p:spPr>
            <a:xfrm>
              <a:off x="1652175" y="3272775"/>
              <a:ext cx="1325975" cy="1537800"/>
            </a:xfrm>
            <a:custGeom>
              <a:avLst/>
              <a:gdLst/>
              <a:ahLst/>
              <a:cxnLst/>
              <a:rect l="l" t="t" r="r" b="b"/>
              <a:pathLst>
                <a:path w="53039" h="61512" extrusionOk="0">
                  <a:moveTo>
                    <a:pt x="2803" y="1"/>
                  </a:moveTo>
                  <a:lnTo>
                    <a:pt x="1" y="61512"/>
                  </a:lnTo>
                  <a:lnTo>
                    <a:pt x="53039" y="61512"/>
                  </a:lnTo>
                  <a:lnTo>
                    <a:pt x="424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5"/>
            <p:cNvSpPr/>
            <p:nvPr/>
          </p:nvSpPr>
          <p:spPr>
            <a:xfrm>
              <a:off x="1652175" y="3272775"/>
              <a:ext cx="181000" cy="1537800"/>
            </a:xfrm>
            <a:custGeom>
              <a:avLst/>
              <a:gdLst/>
              <a:ahLst/>
              <a:cxnLst/>
              <a:rect l="l" t="t" r="r" b="b"/>
              <a:pathLst>
                <a:path w="7240" h="61512" extrusionOk="0">
                  <a:moveTo>
                    <a:pt x="2803" y="1"/>
                  </a:moveTo>
                  <a:lnTo>
                    <a:pt x="1" y="61512"/>
                  </a:lnTo>
                  <a:lnTo>
                    <a:pt x="4638" y="61512"/>
                  </a:lnTo>
                  <a:lnTo>
                    <a:pt x="723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5"/>
            <p:cNvSpPr/>
            <p:nvPr/>
          </p:nvSpPr>
          <p:spPr>
            <a:xfrm>
              <a:off x="2639725" y="3178775"/>
              <a:ext cx="1270675" cy="1122075"/>
            </a:xfrm>
            <a:custGeom>
              <a:avLst/>
              <a:gdLst/>
              <a:ahLst/>
              <a:cxnLst/>
              <a:rect l="l" t="t" r="r" b="b"/>
              <a:pathLst>
                <a:path w="50827" h="44883" extrusionOk="0">
                  <a:moveTo>
                    <a:pt x="31087" y="0"/>
                  </a:moveTo>
                  <a:cubicBezTo>
                    <a:pt x="29308" y="0"/>
                    <a:pt x="28055" y="365"/>
                    <a:pt x="27780" y="1226"/>
                  </a:cubicBezTo>
                  <a:cubicBezTo>
                    <a:pt x="26046" y="6796"/>
                    <a:pt x="23377" y="18471"/>
                    <a:pt x="21709" y="20173"/>
                  </a:cubicBezTo>
                  <a:cubicBezTo>
                    <a:pt x="21672" y="20212"/>
                    <a:pt x="21622" y="20231"/>
                    <a:pt x="21560" y="20231"/>
                  </a:cubicBezTo>
                  <a:cubicBezTo>
                    <a:pt x="20198" y="20231"/>
                    <a:pt x="13130" y="11032"/>
                    <a:pt x="7833" y="6596"/>
                  </a:cubicBezTo>
                  <a:cubicBezTo>
                    <a:pt x="5778" y="4890"/>
                    <a:pt x="4262" y="4205"/>
                    <a:pt x="3177" y="4205"/>
                  </a:cubicBezTo>
                  <a:cubicBezTo>
                    <a:pt x="0" y="4205"/>
                    <a:pt x="529" y="10077"/>
                    <a:pt x="2095" y="13334"/>
                  </a:cubicBezTo>
                  <a:cubicBezTo>
                    <a:pt x="7995" y="25578"/>
                    <a:pt x="21113" y="44883"/>
                    <a:pt x="28572" y="44883"/>
                  </a:cubicBezTo>
                  <a:cubicBezTo>
                    <a:pt x="29506" y="44883"/>
                    <a:pt x="30351" y="44580"/>
                    <a:pt x="31083" y="43923"/>
                  </a:cubicBezTo>
                  <a:cubicBezTo>
                    <a:pt x="40923" y="35083"/>
                    <a:pt x="47227" y="15903"/>
                    <a:pt x="49729" y="8164"/>
                  </a:cubicBezTo>
                  <a:cubicBezTo>
                    <a:pt x="50827" y="4768"/>
                    <a:pt x="37518" y="0"/>
                    <a:pt x="31087" y="0"/>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5"/>
            <p:cNvSpPr/>
            <p:nvPr/>
          </p:nvSpPr>
          <p:spPr>
            <a:xfrm>
              <a:off x="3320875" y="2720650"/>
              <a:ext cx="700750" cy="812025"/>
            </a:xfrm>
            <a:custGeom>
              <a:avLst/>
              <a:gdLst/>
              <a:ahLst/>
              <a:cxnLst/>
              <a:rect l="l" t="t" r="r" b="b"/>
              <a:pathLst>
                <a:path w="28030" h="32481" extrusionOk="0">
                  <a:moveTo>
                    <a:pt x="9544" y="1"/>
                  </a:moveTo>
                  <a:cubicBezTo>
                    <a:pt x="8994" y="1"/>
                    <a:pt x="8528" y="138"/>
                    <a:pt x="8173" y="437"/>
                  </a:cubicBezTo>
                  <a:cubicBezTo>
                    <a:pt x="4437" y="3606"/>
                    <a:pt x="1" y="19651"/>
                    <a:pt x="334" y="22419"/>
                  </a:cubicBezTo>
                  <a:cubicBezTo>
                    <a:pt x="640" y="24932"/>
                    <a:pt x="13693" y="32481"/>
                    <a:pt x="17526" y="32481"/>
                  </a:cubicBezTo>
                  <a:cubicBezTo>
                    <a:pt x="17866" y="32481"/>
                    <a:pt x="18134" y="32421"/>
                    <a:pt x="18314" y="32293"/>
                  </a:cubicBezTo>
                  <a:cubicBezTo>
                    <a:pt x="20515" y="30725"/>
                    <a:pt x="26186" y="21819"/>
                    <a:pt x="27153" y="17116"/>
                  </a:cubicBezTo>
                  <a:cubicBezTo>
                    <a:pt x="28029" y="12704"/>
                    <a:pt x="14839" y="1"/>
                    <a:pt x="9544" y="1"/>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5"/>
            <p:cNvSpPr/>
            <p:nvPr/>
          </p:nvSpPr>
          <p:spPr>
            <a:xfrm>
              <a:off x="3091550" y="2641550"/>
              <a:ext cx="479525" cy="573975"/>
            </a:xfrm>
            <a:custGeom>
              <a:avLst/>
              <a:gdLst/>
              <a:ahLst/>
              <a:cxnLst/>
              <a:rect l="l" t="t" r="r" b="b"/>
              <a:pathLst>
                <a:path w="19181" h="22959" extrusionOk="0">
                  <a:moveTo>
                    <a:pt x="3356" y="0"/>
                  </a:moveTo>
                  <a:cubicBezTo>
                    <a:pt x="2918" y="0"/>
                    <a:pt x="2508" y="104"/>
                    <a:pt x="2135" y="332"/>
                  </a:cubicBezTo>
                  <a:cubicBezTo>
                    <a:pt x="0" y="1633"/>
                    <a:pt x="3836" y="7370"/>
                    <a:pt x="6105" y="11407"/>
                  </a:cubicBezTo>
                  <a:cubicBezTo>
                    <a:pt x="8807" y="16177"/>
                    <a:pt x="9841" y="22381"/>
                    <a:pt x="9841" y="22381"/>
                  </a:cubicBezTo>
                  <a:cubicBezTo>
                    <a:pt x="9841" y="22381"/>
                    <a:pt x="10845" y="22958"/>
                    <a:pt x="12221" y="22958"/>
                  </a:cubicBezTo>
                  <a:cubicBezTo>
                    <a:pt x="13089" y="22958"/>
                    <a:pt x="14105" y="22729"/>
                    <a:pt x="15111" y="21981"/>
                  </a:cubicBezTo>
                  <a:cubicBezTo>
                    <a:pt x="19181" y="18979"/>
                    <a:pt x="16012" y="11974"/>
                    <a:pt x="16012" y="11974"/>
                  </a:cubicBezTo>
                  <a:cubicBezTo>
                    <a:pt x="16012" y="11974"/>
                    <a:pt x="8057" y="0"/>
                    <a:pt x="3356" y="0"/>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5"/>
            <p:cNvSpPr/>
            <p:nvPr/>
          </p:nvSpPr>
          <p:spPr>
            <a:xfrm>
              <a:off x="3362525" y="2555875"/>
              <a:ext cx="688900" cy="693800"/>
            </a:xfrm>
            <a:custGeom>
              <a:avLst/>
              <a:gdLst/>
              <a:ahLst/>
              <a:cxnLst/>
              <a:rect l="l" t="t" r="r" b="b"/>
              <a:pathLst>
                <a:path w="27556" h="27752" extrusionOk="0">
                  <a:moveTo>
                    <a:pt x="12328" y="1"/>
                  </a:moveTo>
                  <a:cubicBezTo>
                    <a:pt x="8556" y="1"/>
                    <a:pt x="1" y="8329"/>
                    <a:pt x="1704" y="13066"/>
                  </a:cubicBezTo>
                  <a:cubicBezTo>
                    <a:pt x="2004" y="13855"/>
                    <a:pt x="2456" y="14118"/>
                    <a:pt x="2925" y="14118"/>
                  </a:cubicBezTo>
                  <a:cubicBezTo>
                    <a:pt x="3864" y="14118"/>
                    <a:pt x="4872" y="13066"/>
                    <a:pt x="4873" y="13066"/>
                  </a:cubicBezTo>
                  <a:lnTo>
                    <a:pt x="4873" y="13066"/>
                  </a:lnTo>
                  <a:cubicBezTo>
                    <a:pt x="4872" y="13066"/>
                    <a:pt x="2371" y="17336"/>
                    <a:pt x="4205" y="19470"/>
                  </a:cubicBezTo>
                  <a:cubicBezTo>
                    <a:pt x="4658" y="19981"/>
                    <a:pt x="5166" y="20174"/>
                    <a:pt x="5678" y="20174"/>
                  </a:cubicBezTo>
                  <a:cubicBezTo>
                    <a:pt x="7203" y="20174"/>
                    <a:pt x="8750" y="18453"/>
                    <a:pt x="8875" y="18303"/>
                  </a:cubicBezTo>
                  <a:lnTo>
                    <a:pt x="8875" y="18303"/>
                  </a:lnTo>
                  <a:cubicBezTo>
                    <a:pt x="8742" y="18503"/>
                    <a:pt x="6540" y="22472"/>
                    <a:pt x="8642" y="24407"/>
                  </a:cubicBezTo>
                  <a:cubicBezTo>
                    <a:pt x="9124" y="24852"/>
                    <a:pt x="9607" y="25027"/>
                    <a:pt x="10067" y="25027"/>
                  </a:cubicBezTo>
                  <a:cubicBezTo>
                    <a:pt x="11676" y="25027"/>
                    <a:pt x="13015" y="22895"/>
                    <a:pt x="13145" y="22739"/>
                  </a:cubicBezTo>
                  <a:lnTo>
                    <a:pt x="13145" y="22739"/>
                  </a:lnTo>
                  <a:cubicBezTo>
                    <a:pt x="13112" y="23006"/>
                    <a:pt x="12378" y="26342"/>
                    <a:pt x="14313" y="27476"/>
                  </a:cubicBezTo>
                  <a:cubicBezTo>
                    <a:pt x="14642" y="27666"/>
                    <a:pt x="14958" y="27752"/>
                    <a:pt x="15263" y="27752"/>
                  </a:cubicBezTo>
                  <a:cubicBezTo>
                    <a:pt x="18021" y="27752"/>
                    <a:pt x="19886" y="20722"/>
                    <a:pt x="22318" y="19370"/>
                  </a:cubicBezTo>
                  <a:cubicBezTo>
                    <a:pt x="22318" y="19370"/>
                    <a:pt x="25387" y="23640"/>
                    <a:pt x="25487" y="23740"/>
                  </a:cubicBezTo>
                  <a:cubicBezTo>
                    <a:pt x="25487" y="23740"/>
                    <a:pt x="27555" y="15701"/>
                    <a:pt x="25354" y="12198"/>
                  </a:cubicBezTo>
                  <a:cubicBezTo>
                    <a:pt x="24842" y="11406"/>
                    <a:pt x="23958" y="10927"/>
                    <a:pt x="23047" y="10927"/>
                  </a:cubicBezTo>
                  <a:cubicBezTo>
                    <a:pt x="22770" y="10927"/>
                    <a:pt x="22491" y="10971"/>
                    <a:pt x="22218" y="11064"/>
                  </a:cubicBezTo>
                  <a:cubicBezTo>
                    <a:pt x="22218" y="11064"/>
                    <a:pt x="23186" y="8562"/>
                    <a:pt x="21618" y="6995"/>
                  </a:cubicBezTo>
                  <a:cubicBezTo>
                    <a:pt x="21284" y="6674"/>
                    <a:pt x="20764" y="6578"/>
                    <a:pt x="20260" y="6578"/>
                  </a:cubicBezTo>
                  <a:cubicBezTo>
                    <a:pt x="19503" y="6578"/>
                    <a:pt x="18782" y="6795"/>
                    <a:pt x="18782" y="6795"/>
                  </a:cubicBezTo>
                  <a:cubicBezTo>
                    <a:pt x="18782" y="6795"/>
                    <a:pt x="19450" y="4726"/>
                    <a:pt x="17982" y="3392"/>
                  </a:cubicBezTo>
                  <a:cubicBezTo>
                    <a:pt x="17498" y="2976"/>
                    <a:pt x="16912" y="2851"/>
                    <a:pt x="16384" y="2851"/>
                  </a:cubicBezTo>
                  <a:cubicBezTo>
                    <a:pt x="15601" y="2851"/>
                    <a:pt x="14946" y="3125"/>
                    <a:pt x="14946" y="3125"/>
                  </a:cubicBezTo>
                  <a:cubicBezTo>
                    <a:pt x="14946" y="3125"/>
                    <a:pt x="14680" y="824"/>
                    <a:pt x="13112" y="156"/>
                  </a:cubicBezTo>
                  <a:cubicBezTo>
                    <a:pt x="12884" y="51"/>
                    <a:pt x="12620" y="1"/>
                    <a:pt x="12328" y="1"/>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5"/>
            <p:cNvSpPr/>
            <p:nvPr/>
          </p:nvSpPr>
          <p:spPr>
            <a:xfrm>
              <a:off x="3479975" y="2632000"/>
              <a:ext cx="248500" cy="259250"/>
            </a:xfrm>
            <a:custGeom>
              <a:avLst/>
              <a:gdLst/>
              <a:ahLst/>
              <a:cxnLst/>
              <a:rect l="l" t="t" r="r" b="b"/>
              <a:pathLst>
                <a:path w="9940" h="10370" extrusionOk="0">
                  <a:moveTo>
                    <a:pt x="9894" y="0"/>
                  </a:moveTo>
                  <a:cubicBezTo>
                    <a:pt x="9881" y="0"/>
                    <a:pt x="9866" y="5"/>
                    <a:pt x="9848" y="14"/>
                  </a:cubicBezTo>
                  <a:cubicBezTo>
                    <a:pt x="5812" y="2248"/>
                    <a:pt x="2076" y="5951"/>
                    <a:pt x="74" y="10154"/>
                  </a:cubicBezTo>
                  <a:cubicBezTo>
                    <a:pt x="0" y="10253"/>
                    <a:pt x="91" y="10370"/>
                    <a:pt x="197" y="10370"/>
                  </a:cubicBezTo>
                  <a:cubicBezTo>
                    <a:pt x="234" y="10370"/>
                    <a:pt x="273" y="10356"/>
                    <a:pt x="308" y="10321"/>
                  </a:cubicBezTo>
                  <a:cubicBezTo>
                    <a:pt x="3143" y="6351"/>
                    <a:pt x="6012" y="3116"/>
                    <a:pt x="9915" y="80"/>
                  </a:cubicBezTo>
                  <a:cubicBezTo>
                    <a:pt x="9939" y="31"/>
                    <a:pt x="9928" y="0"/>
                    <a:pt x="98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5"/>
            <p:cNvSpPr/>
            <p:nvPr/>
          </p:nvSpPr>
          <p:spPr>
            <a:xfrm>
              <a:off x="3580675" y="2719900"/>
              <a:ext cx="252250" cy="300125"/>
            </a:xfrm>
            <a:custGeom>
              <a:avLst/>
              <a:gdLst/>
              <a:ahLst/>
              <a:cxnLst/>
              <a:rect l="l" t="t" r="r" b="b"/>
              <a:pathLst>
                <a:path w="10090" h="12005" extrusionOk="0">
                  <a:moveTo>
                    <a:pt x="9990" y="0"/>
                  </a:moveTo>
                  <a:cubicBezTo>
                    <a:pt x="5820" y="2335"/>
                    <a:pt x="1717" y="6605"/>
                    <a:pt x="49" y="11742"/>
                  </a:cubicBezTo>
                  <a:cubicBezTo>
                    <a:pt x="0" y="11864"/>
                    <a:pt x="41" y="12005"/>
                    <a:pt x="119" y="12005"/>
                  </a:cubicBezTo>
                  <a:cubicBezTo>
                    <a:pt x="148" y="12005"/>
                    <a:pt x="181" y="11986"/>
                    <a:pt x="216" y="11942"/>
                  </a:cubicBezTo>
                  <a:cubicBezTo>
                    <a:pt x="1550" y="8606"/>
                    <a:pt x="6554" y="2802"/>
                    <a:pt x="10056" y="100"/>
                  </a:cubicBezTo>
                  <a:cubicBezTo>
                    <a:pt x="10090" y="67"/>
                    <a:pt x="10056" y="0"/>
                    <a:pt x="99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45"/>
            <p:cNvSpPr/>
            <p:nvPr/>
          </p:nvSpPr>
          <p:spPr>
            <a:xfrm>
              <a:off x="3686975" y="2831425"/>
              <a:ext cx="226700" cy="303775"/>
            </a:xfrm>
            <a:custGeom>
              <a:avLst/>
              <a:gdLst/>
              <a:ahLst/>
              <a:cxnLst/>
              <a:rect l="l" t="t" r="r" b="b"/>
              <a:pathLst>
                <a:path w="9068" h="12151" extrusionOk="0">
                  <a:moveTo>
                    <a:pt x="9007" y="0"/>
                  </a:moveTo>
                  <a:cubicBezTo>
                    <a:pt x="8997" y="0"/>
                    <a:pt x="8986" y="3"/>
                    <a:pt x="8973" y="9"/>
                  </a:cubicBezTo>
                  <a:cubicBezTo>
                    <a:pt x="6638" y="1176"/>
                    <a:pt x="4403" y="3612"/>
                    <a:pt x="2836" y="5613"/>
                  </a:cubicBezTo>
                  <a:cubicBezTo>
                    <a:pt x="1335" y="7414"/>
                    <a:pt x="367" y="9683"/>
                    <a:pt x="0" y="12018"/>
                  </a:cubicBezTo>
                  <a:cubicBezTo>
                    <a:pt x="0" y="12106"/>
                    <a:pt x="60" y="12151"/>
                    <a:pt x="109" y="12151"/>
                  </a:cubicBezTo>
                  <a:cubicBezTo>
                    <a:pt x="134" y="12151"/>
                    <a:pt x="156" y="12140"/>
                    <a:pt x="167" y="12118"/>
                  </a:cubicBezTo>
                  <a:cubicBezTo>
                    <a:pt x="2002" y="7281"/>
                    <a:pt x="5204" y="3511"/>
                    <a:pt x="9040" y="109"/>
                  </a:cubicBezTo>
                  <a:cubicBezTo>
                    <a:pt x="9067" y="55"/>
                    <a:pt x="9050" y="0"/>
                    <a:pt x="90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45"/>
            <p:cNvSpPr/>
            <p:nvPr/>
          </p:nvSpPr>
          <p:spPr>
            <a:xfrm>
              <a:off x="3410950" y="2882500"/>
              <a:ext cx="508700" cy="375900"/>
            </a:xfrm>
            <a:custGeom>
              <a:avLst/>
              <a:gdLst/>
              <a:ahLst/>
              <a:cxnLst/>
              <a:rect l="l" t="t" r="r" b="b"/>
              <a:pathLst>
                <a:path w="20348" h="15036" extrusionOk="0">
                  <a:moveTo>
                    <a:pt x="2869" y="1"/>
                  </a:moveTo>
                  <a:cubicBezTo>
                    <a:pt x="2368" y="835"/>
                    <a:pt x="0" y="5471"/>
                    <a:pt x="2235" y="7173"/>
                  </a:cubicBezTo>
                  <a:cubicBezTo>
                    <a:pt x="2699" y="7422"/>
                    <a:pt x="3169" y="7523"/>
                    <a:pt x="3625" y="7523"/>
                  </a:cubicBezTo>
                  <a:cubicBezTo>
                    <a:pt x="4360" y="7523"/>
                    <a:pt x="5056" y="7259"/>
                    <a:pt x="5622" y="6932"/>
                  </a:cubicBezTo>
                  <a:lnTo>
                    <a:pt x="5622" y="6932"/>
                  </a:lnTo>
                  <a:cubicBezTo>
                    <a:pt x="5465" y="7524"/>
                    <a:pt x="5377" y="8127"/>
                    <a:pt x="5337" y="8707"/>
                  </a:cubicBezTo>
                  <a:cubicBezTo>
                    <a:pt x="5237" y="9708"/>
                    <a:pt x="5437" y="10875"/>
                    <a:pt x="6271" y="11709"/>
                  </a:cubicBezTo>
                  <a:cubicBezTo>
                    <a:pt x="6705" y="12143"/>
                    <a:pt x="7205" y="12376"/>
                    <a:pt x="7772" y="12510"/>
                  </a:cubicBezTo>
                  <a:cubicBezTo>
                    <a:pt x="7905" y="12532"/>
                    <a:pt x="8036" y="12543"/>
                    <a:pt x="8166" y="12543"/>
                  </a:cubicBezTo>
                  <a:cubicBezTo>
                    <a:pt x="8620" y="12543"/>
                    <a:pt x="9051" y="12410"/>
                    <a:pt x="9440" y="12176"/>
                  </a:cubicBezTo>
                  <a:cubicBezTo>
                    <a:pt x="9887" y="11895"/>
                    <a:pt x="10293" y="11556"/>
                    <a:pt x="10650" y="11171"/>
                  </a:cubicBezTo>
                  <a:lnTo>
                    <a:pt x="10650" y="11171"/>
                  </a:lnTo>
                  <a:cubicBezTo>
                    <a:pt x="10646" y="11410"/>
                    <a:pt x="10654" y="11646"/>
                    <a:pt x="10674" y="11876"/>
                  </a:cubicBezTo>
                  <a:cubicBezTo>
                    <a:pt x="10674" y="12710"/>
                    <a:pt x="10941" y="13477"/>
                    <a:pt x="11408" y="14144"/>
                  </a:cubicBezTo>
                  <a:cubicBezTo>
                    <a:pt x="11839" y="14709"/>
                    <a:pt x="12508" y="15036"/>
                    <a:pt x="13206" y="15036"/>
                  </a:cubicBezTo>
                  <a:cubicBezTo>
                    <a:pt x="13373" y="15036"/>
                    <a:pt x="13542" y="15017"/>
                    <a:pt x="13710" y="14978"/>
                  </a:cubicBezTo>
                  <a:cubicBezTo>
                    <a:pt x="14444" y="14711"/>
                    <a:pt x="15111" y="14211"/>
                    <a:pt x="15578" y="13610"/>
                  </a:cubicBezTo>
                  <a:cubicBezTo>
                    <a:pt x="16445" y="12443"/>
                    <a:pt x="17246" y="11175"/>
                    <a:pt x="17913" y="9874"/>
                  </a:cubicBezTo>
                  <a:cubicBezTo>
                    <a:pt x="18280" y="9274"/>
                    <a:pt x="18613" y="8640"/>
                    <a:pt x="19014" y="8006"/>
                  </a:cubicBezTo>
                  <a:cubicBezTo>
                    <a:pt x="19347" y="7373"/>
                    <a:pt x="19781" y="6806"/>
                    <a:pt x="20348" y="6339"/>
                  </a:cubicBezTo>
                  <a:lnTo>
                    <a:pt x="20348" y="6339"/>
                  </a:lnTo>
                  <a:cubicBezTo>
                    <a:pt x="19748" y="6772"/>
                    <a:pt x="19214" y="7273"/>
                    <a:pt x="18847" y="7873"/>
                  </a:cubicBezTo>
                  <a:cubicBezTo>
                    <a:pt x="18413" y="8473"/>
                    <a:pt x="18046" y="9041"/>
                    <a:pt x="17613" y="9674"/>
                  </a:cubicBezTo>
                  <a:cubicBezTo>
                    <a:pt x="16879" y="10942"/>
                    <a:pt x="16045" y="12109"/>
                    <a:pt x="15111" y="13177"/>
                  </a:cubicBezTo>
                  <a:cubicBezTo>
                    <a:pt x="14711" y="13677"/>
                    <a:pt x="14177" y="14044"/>
                    <a:pt x="13543" y="14278"/>
                  </a:cubicBezTo>
                  <a:cubicBezTo>
                    <a:pt x="13469" y="14286"/>
                    <a:pt x="13395" y="14290"/>
                    <a:pt x="13322" y="14290"/>
                  </a:cubicBezTo>
                  <a:cubicBezTo>
                    <a:pt x="12805" y="14290"/>
                    <a:pt x="12330" y="14082"/>
                    <a:pt x="12009" y="13644"/>
                  </a:cubicBezTo>
                  <a:cubicBezTo>
                    <a:pt x="11675" y="13110"/>
                    <a:pt x="11442" y="12476"/>
                    <a:pt x="11442" y="11809"/>
                  </a:cubicBezTo>
                  <a:cubicBezTo>
                    <a:pt x="11408" y="11109"/>
                    <a:pt x="11508" y="10442"/>
                    <a:pt x="11608" y="9774"/>
                  </a:cubicBezTo>
                  <a:lnTo>
                    <a:pt x="12109" y="7339"/>
                  </a:lnTo>
                  <a:lnTo>
                    <a:pt x="10841" y="9474"/>
                  </a:lnTo>
                  <a:cubicBezTo>
                    <a:pt x="10374" y="10275"/>
                    <a:pt x="9740" y="10942"/>
                    <a:pt x="9007" y="11409"/>
                  </a:cubicBezTo>
                  <a:cubicBezTo>
                    <a:pt x="8725" y="11563"/>
                    <a:pt x="8418" y="11638"/>
                    <a:pt x="8117" y="11638"/>
                  </a:cubicBezTo>
                  <a:cubicBezTo>
                    <a:pt x="7635" y="11638"/>
                    <a:pt x="7167" y="11445"/>
                    <a:pt x="6838" y="11075"/>
                  </a:cubicBezTo>
                  <a:cubicBezTo>
                    <a:pt x="6238" y="10408"/>
                    <a:pt x="6004" y="9574"/>
                    <a:pt x="6071" y="8674"/>
                  </a:cubicBezTo>
                  <a:cubicBezTo>
                    <a:pt x="6101" y="7862"/>
                    <a:pt x="6294" y="7024"/>
                    <a:pt x="6575" y="6231"/>
                  </a:cubicBezTo>
                  <a:lnTo>
                    <a:pt x="6575" y="6231"/>
                  </a:lnTo>
                  <a:cubicBezTo>
                    <a:pt x="6609" y="6200"/>
                    <a:pt x="6641" y="6169"/>
                    <a:pt x="6672" y="6138"/>
                  </a:cubicBezTo>
                  <a:lnTo>
                    <a:pt x="6620" y="6109"/>
                  </a:lnTo>
                  <a:lnTo>
                    <a:pt x="6620" y="6109"/>
                  </a:lnTo>
                  <a:cubicBezTo>
                    <a:pt x="6637" y="6063"/>
                    <a:pt x="6654" y="6017"/>
                    <a:pt x="6672" y="5972"/>
                  </a:cubicBezTo>
                  <a:lnTo>
                    <a:pt x="7405" y="4004"/>
                  </a:lnTo>
                  <a:lnTo>
                    <a:pt x="6038" y="5605"/>
                  </a:lnTo>
                  <a:cubicBezTo>
                    <a:pt x="5651" y="6039"/>
                    <a:pt x="4601" y="6649"/>
                    <a:pt x="3633" y="6649"/>
                  </a:cubicBezTo>
                  <a:cubicBezTo>
                    <a:pt x="3264" y="6649"/>
                    <a:pt x="2906" y="6560"/>
                    <a:pt x="2602" y="6339"/>
                  </a:cubicBezTo>
                  <a:cubicBezTo>
                    <a:pt x="1234" y="5371"/>
                    <a:pt x="2735" y="968"/>
                    <a:pt x="3036" y="268"/>
                  </a:cubicBezTo>
                  <a:cubicBezTo>
                    <a:pt x="3102" y="101"/>
                    <a:pt x="2769" y="167"/>
                    <a:pt x="28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45"/>
            <p:cNvSpPr/>
            <p:nvPr/>
          </p:nvSpPr>
          <p:spPr>
            <a:xfrm>
              <a:off x="3390925" y="2822475"/>
              <a:ext cx="93425" cy="93950"/>
            </a:xfrm>
            <a:custGeom>
              <a:avLst/>
              <a:gdLst/>
              <a:ahLst/>
              <a:cxnLst/>
              <a:rect l="l" t="t" r="r" b="b"/>
              <a:pathLst>
                <a:path w="3737" h="3758" extrusionOk="0">
                  <a:moveTo>
                    <a:pt x="401" y="0"/>
                  </a:moveTo>
                  <a:cubicBezTo>
                    <a:pt x="167" y="500"/>
                    <a:pt x="34" y="1067"/>
                    <a:pt x="34" y="1635"/>
                  </a:cubicBezTo>
                  <a:cubicBezTo>
                    <a:pt x="1" y="2235"/>
                    <a:pt x="201" y="2869"/>
                    <a:pt x="601" y="3336"/>
                  </a:cubicBezTo>
                  <a:cubicBezTo>
                    <a:pt x="868" y="3536"/>
                    <a:pt x="1201" y="3703"/>
                    <a:pt x="1535" y="3736"/>
                  </a:cubicBezTo>
                  <a:cubicBezTo>
                    <a:pt x="1608" y="3751"/>
                    <a:pt x="1681" y="3757"/>
                    <a:pt x="1754" y="3757"/>
                  </a:cubicBezTo>
                  <a:cubicBezTo>
                    <a:pt x="2013" y="3757"/>
                    <a:pt x="2268" y="3673"/>
                    <a:pt x="2502" y="3569"/>
                  </a:cubicBezTo>
                  <a:cubicBezTo>
                    <a:pt x="3069" y="3336"/>
                    <a:pt x="3503" y="2902"/>
                    <a:pt x="3737" y="2402"/>
                  </a:cubicBezTo>
                  <a:lnTo>
                    <a:pt x="3737" y="2402"/>
                  </a:lnTo>
                  <a:cubicBezTo>
                    <a:pt x="3336" y="2702"/>
                    <a:pt x="2836" y="2969"/>
                    <a:pt x="2336" y="3069"/>
                  </a:cubicBezTo>
                  <a:cubicBezTo>
                    <a:pt x="2206" y="3109"/>
                    <a:pt x="2080" y="3128"/>
                    <a:pt x="1957" y="3128"/>
                  </a:cubicBezTo>
                  <a:cubicBezTo>
                    <a:pt x="1669" y="3128"/>
                    <a:pt x="1402" y="3023"/>
                    <a:pt x="1168" y="2835"/>
                  </a:cubicBezTo>
                  <a:cubicBezTo>
                    <a:pt x="868" y="2468"/>
                    <a:pt x="701" y="2035"/>
                    <a:pt x="601" y="1568"/>
                  </a:cubicBezTo>
                  <a:cubicBezTo>
                    <a:pt x="534" y="1067"/>
                    <a:pt x="434" y="534"/>
                    <a:pt x="4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45"/>
            <p:cNvSpPr/>
            <p:nvPr/>
          </p:nvSpPr>
          <p:spPr>
            <a:xfrm>
              <a:off x="2632475" y="3219425"/>
              <a:ext cx="1249650" cy="1099150"/>
            </a:xfrm>
            <a:custGeom>
              <a:avLst/>
              <a:gdLst/>
              <a:ahLst/>
              <a:cxnLst/>
              <a:rect l="l" t="t" r="r" b="b"/>
              <a:pathLst>
                <a:path w="49986" h="43966" extrusionOk="0">
                  <a:moveTo>
                    <a:pt x="26736" y="0"/>
                  </a:moveTo>
                  <a:cubicBezTo>
                    <a:pt x="26736" y="0"/>
                    <a:pt x="22333" y="16679"/>
                    <a:pt x="21766" y="16946"/>
                  </a:cubicBezTo>
                  <a:cubicBezTo>
                    <a:pt x="21762" y="16947"/>
                    <a:pt x="21758" y="16948"/>
                    <a:pt x="21754" y="16948"/>
                  </a:cubicBezTo>
                  <a:cubicBezTo>
                    <a:pt x="21440" y="16948"/>
                    <a:pt x="18270" y="13593"/>
                    <a:pt x="9690" y="5637"/>
                  </a:cubicBezTo>
                  <a:cubicBezTo>
                    <a:pt x="7123" y="3247"/>
                    <a:pt x="5112" y="2240"/>
                    <a:pt x="3668" y="2240"/>
                  </a:cubicBezTo>
                  <a:cubicBezTo>
                    <a:pt x="216" y="2240"/>
                    <a:pt x="1" y="7993"/>
                    <a:pt x="3152" y="14344"/>
                  </a:cubicBezTo>
                  <a:cubicBezTo>
                    <a:pt x="7575" y="23321"/>
                    <a:pt x="20250" y="43965"/>
                    <a:pt x="28656" y="43965"/>
                  </a:cubicBezTo>
                  <a:cubicBezTo>
                    <a:pt x="28684" y="43965"/>
                    <a:pt x="28710" y="43965"/>
                    <a:pt x="28737" y="43965"/>
                  </a:cubicBezTo>
                  <a:cubicBezTo>
                    <a:pt x="37177" y="43798"/>
                    <a:pt x="49986" y="15211"/>
                    <a:pt x="49986" y="15211"/>
                  </a:cubicBezTo>
                  <a:lnTo>
                    <a:pt x="26736" y="0"/>
                  </a:lnTo>
                  <a:close/>
                </a:path>
              </a:pathLst>
            </a:custGeom>
            <a:solidFill>
              <a:srgbClr val="FFC7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5"/>
            <p:cNvSpPr/>
            <p:nvPr/>
          </p:nvSpPr>
          <p:spPr>
            <a:xfrm>
              <a:off x="2637900" y="3220250"/>
              <a:ext cx="1244225" cy="1098325"/>
            </a:xfrm>
            <a:custGeom>
              <a:avLst/>
              <a:gdLst/>
              <a:ahLst/>
              <a:cxnLst/>
              <a:rect l="l" t="t" r="r" b="b"/>
              <a:pathLst>
                <a:path w="49769" h="43933" extrusionOk="0">
                  <a:moveTo>
                    <a:pt x="26519" y="0"/>
                  </a:moveTo>
                  <a:cubicBezTo>
                    <a:pt x="26519" y="0"/>
                    <a:pt x="22116" y="16679"/>
                    <a:pt x="21549" y="16913"/>
                  </a:cubicBezTo>
                  <a:cubicBezTo>
                    <a:pt x="21545" y="16914"/>
                    <a:pt x="21541" y="16915"/>
                    <a:pt x="21536" y="16915"/>
                  </a:cubicBezTo>
                  <a:cubicBezTo>
                    <a:pt x="21222" y="16915"/>
                    <a:pt x="18084" y="13623"/>
                    <a:pt x="9473" y="5604"/>
                  </a:cubicBezTo>
                  <a:cubicBezTo>
                    <a:pt x="6922" y="3207"/>
                    <a:pt x="4908" y="2224"/>
                    <a:pt x="3463" y="2224"/>
                  </a:cubicBezTo>
                  <a:cubicBezTo>
                    <a:pt x="3037" y="2224"/>
                    <a:pt x="2661" y="2310"/>
                    <a:pt x="2335" y="2469"/>
                  </a:cubicBezTo>
                  <a:cubicBezTo>
                    <a:pt x="0" y="3636"/>
                    <a:pt x="167" y="8740"/>
                    <a:pt x="2935" y="14311"/>
                  </a:cubicBezTo>
                  <a:cubicBezTo>
                    <a:pt x="7354" y="23281"/>
                    <a:pt x="20013" y="43933"/>
                    <a:pt x="28419" y="43933"/>
                  </a:cubicBezTo>
                  <a:cubicBezTo>
                    <a:pt x="28453" y="43933"/>
                    <a:pt x="28487" y="43933"/>
                    <a:pt x="28520" y="43932"/>
                  </a:cubicBezTo>
                  <a:cubicBezTo>
                    <a:pt x="29955" y="43865"/>
                    <a:pt x="31456" y="43031"/>
                    <a:pt x="33024" y="41697"/>
                  </a:cubicBezTo>
                  <a:cubicBezTo>
                    <a:pt x="40863" y="34992"/>
                    <a:pt x="49769" y="15178"/>
                    <a:pt x="49769" y="15178"/>
                  </a:cubicBezTo>
                  <a:lnTo>
                    <a:pt x="265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5"/>
            <p:cNvSpPr/>
            <p:nvPr/>
          </p:nvSpPr>
          <p:spPr>
            <a:xfrm>
              <a:off x="3302525" y="3352475"/>
              <a:ext cx="492875" cy="355650"/>
            </a:xfrm>
            <a:custGeom>
              <a:avLst/>
              <a:gdLst/>
              <a:ahLst/>
              <a:cxnLst/>
              <a:rect l="l" t="t" r="r" b="b"/>
              <a:pathLst>
                <a:path w="19715" h="14226" extrusionOk="0">
                  <a:moveTo>
                    <a:pt x="35" y="0"/>
                  </a:moveTo>
                  <a:cubicBezTo>
                    <a:pt x="16" y="0"/>
                    <a:pt x="1" y="15"/>
                    <a:pt x="1" y="15"/>
                  </a:cubicBezTo>
                  <a:lnTo>
                    <a:pt x="1" y="115"/>
                  </a:lnTo>
                  <a:cubicBezTo>
                    <a:pt x="1202" y="1083"/>
                    <a:pt x="2502" y="2017"/>
                    <a:pt x="3737" y="2984"/>
                  </a:cubicBezTo>
                  <a:cubicBezTo>
                    <a:pt x="5004" y="3918"/>
                    <a:pt x="6238" y="4885"/>
                    <a:pt x="7539" y="5853"/>
                  </a:cubicBezTo>
                  <a:cubicBezTo>
                    <a:pt x="10075" y="7721"/>
                    <a:pt x="12610" y="9522"/>
                    <a:pt x="15212" y="11323"/>
                  </a:cubicBezTo>
                  <a:cubicBezTo>
                    <a:pt x="15912" y="11824"/>
                    <a:pt x="16613" y="12357"/>
                    <a:pt x="17380" y="12824"/>
                  </a:cubicBezTo>
                  <a:lnTo>
                    <a:pt x="18514" y="13558"/>
                  </a:lnTo>
                  <a:cubicBezTo>
                    <a:pt x="18881" y="13825"/>
                    <a:pt x="19281" y="14025"/>
                    <a:pt x="19681" y="14225"/>
                  </a:cubicBezTo>
                  <a:lnTo>
                    <a:pt x="19715" y="14225"/>
                  </a:lnTo>
                  <a:lnTo>
                    <a:pt x="19715" y="14192"/>
                  </a:lnTo>
                  <a:cubicBezTo>
                    <a:pt x="19081" y="13725"/>
                    <a:pt x="18514" y="13191"/>
                    <a:pt x="17880" y="12691"/>
                  </a:cubicBezTo>
                  <a:cubicBezTo>
                    <a:pt x="17246" y="12224"/>
                    <a:pt x="16613" y="11724"/>
                    <a:pt x="16012" y="11290"/>
                  </a:cubicBezTo>
                  <a:cubicBezTo>
                    <a:pt x="14745" y="10323"/>
                    <a:pt x="13444" y="9389"/>
                    <a:pt x="12209" y="8455"/>
                  </a:cubicBezTo>
                  <a:cubicBezTo>
                    <a:pt x="9674" y="6553"/>
                    <a:pt x="7106" y="4785"/>
                    <a:pt x="4504" y="3017"/>
                  </a:cubicBezTo>
                  <a:cubicBezTo>
                    <a:pt x="3036" y="2017"/>
                    <a:pt x="1568" y="983"/>
                    <a:pt x="67" y="15"/>
                  </a:cubicBezTo>
                  <a:cubicBezTo>
                    <a:pt x="56" y="4"/>
                    <a:pt x="45" y="0"/>
                    <a:pt x="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45"/>
            <p:cNvSpPr/>
            <p:nvPr/>
          </p:nvSpPr>
          <p:spPr>
            <a:xfrm>
              <a:off x="3108225" y="3628000"/>
              <a:ext cx="78425" cy="366775"/>
            </a:xfrm>
            <a:custGeom>
              <a:avLst/>
              <a:gdLst/>
              <a:ahLst/>
              <a:cxnLst/>
              <a:rect l="l" t="t" r="r" b="b"/>
              <a:pathLst>
                <a:path w="3137" h="14671" extrusionOk="0">
                  <a:moveTo>
                    <a:pt x="3009" y="1"/>
                  </a:moveTo>
                  <a:cubicBezTo>
                    <a:pt x="2986" y="1"/>
                    <a:pt x="2969" y="12"/>
                    <a:pt x="2969" y="35"/>
                  </a:cubicBezTo>
                  <a:cubicBezTo>
                    <a:pt x="2169" y="2437"/>
                    <a:pt x="1502" y="4839"/>
                    <a:pt x="1035" y="7307"/>
                  </a:cubicBezTo>
                  <a:cubicBezTo>
                    <a:pt x="801" y="8508"/>
                    <a:pt x="601" y="9776"/>
                    <a:pt x="367" y="10977"/>
                  </a:cubicBezTo>
                  <a:cubicBezTo>
                    <a:pt x="167" y="12177"/>
                    <a:pt x="34" y="13378"/>
                    <a:pt x="0" y="14646"/>
                  </a:cubicBezTo>
                  <a:cubicBezTo>
                    <a:pt x="0" y="14663"/>
                    <a:pt x="9" y="14671"/>
                    <a:pt x="25" y="14671"/>
                  </a:cubicBezTo>
                  <a:cubicBezTo>
                    <a:pt x="42" y="14671"/>
                    <a:pt x="67" y="14663"/>
                    <a:pt x="101" y="14646"/>
                  </a:cubicBezTo>
                  <a:cubicBezTo>
                    <a:pt x="434" y="13478"/>
                    <a:pt x="668" y="12211"/>
                    <a:pt x="934" y="11010"/>
                  </a:cubicBezTo>
                  <a:lnTo>
                    <a:pt x="1668" y="7374"/>
                  </a:lnTo>
                  <a:cubicBezTo>
                    <a:pt x="2135" y="4972"/>
                    <a:pt x="2702" y="2537"/>
                    <a:pt x="3136" y="102"/>
                  </a:cubicBezTo>
                  <a:cubicBezTo>
                    <a:pt x="3114" y="38"/>
                    <a:pt x="3051" y="1"/>
                    <a:pt x="300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45"/>
            <p:cNvSpPr/>
            <p:nvPr/>
          </p:nvSpPr>
          <p:spPr>
            <a:xfrm>
              <a:off x="2637900" y="3281950"/>
              <a:ext cx="825600" cy="1036625"/>
            </a:xfrm>
            <a:custGeom>
              <a:avLst/>
              <a:gdLst/>
              <a:ahLst/>
              <a:cxnLst/>
              <a:rect l="l" t="t" r="r" b="b"/>
              <a:pathLst>
                <a:path w="33024" h="41465" extrusionOk="0">
                  <a:moveTo>
                    <a:pt x="2335" y="1"/>
                  </a:moveTo>
                  <a:cubicBezTo>
                    <a:pt x="0" y="1168"/>
                    <a:pt x="167" y="6272"/>
                    <a:pt x="2935" y="11843"/>
                  </a:cubicBezTo>
                  <a:cubicBezTo>
                    <a:pt x="7354" y="20813"/>
                    <a:pt x="20013" y="41465"/>
                    <a:pt x="28419" y="41465"/>
                  </a:cubicBezTo>
                  <a:cubicBezTo>
                    <a:pt x="28453" y="41465"/>
                    <a:pt x="28487" y="41465"/>
                    <a:pt x="28520" y="41464"/>
                  </a:cubicBezTo>
                  <a:cubicBezTo>
                    <a:pt x="29955" y="41397"/>
                    <a:pt x="31456" y="40563"/>
                    <a:pt x="33024" y="39229"/>
                  </a:cubicBezTo>
                  <a:lnTo>
                    <a:pt x="23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5"/>
            <p:cNvSpPr/>
            <p:nvPr/>
          </p:nvSpPr>
          <p:spPr>
            <a:xfrm>
              <a:off x="1755600" y="3209850"/>
              <a:ext cx="1372675" cy="1600725"/>
            </a:xfrm>
            <a:custGeom>
              <a:avLst/>
              <a:gdLst/>
              <a:ahLst/>
              <a:cxnLst/>
              <a:rect l="l" t="t" r="r" b="b"/>
              <a:pathLst>
                <a:path w="54907" h="64029" extrusionOk="0">
                  <a:moveTo>
                    <a:pt x="32239" y="1"/>
                  </a:moveTo>
                  <a:cubicBezTo>
                    <a:pt x="30358" y="1"/>
                    <a:pt x="28502" y="448"/>
                    <a:pt x="27053" y="1517"/>
                  </a:cubicBezTo>
                  <a:cubicBezTo>
                    <a:pt x="8606" y="15027"/>
                    <a:pt x="0" y="62928"/>
                    <a:pt x="234" y="64029"/>
                  </a:cubicBezTo>
                  <a:lnTo>
                    <a:pt x="54906" y="64029"/>
                  </a:lnTo>
                  <a:cubicBezTo>
                    <a:pt x="54906" y="64029"/>
                    <a:pt x="50570" y="17996"/>
                    <a:pt x="40429" y="3352"/>
                  </a:cubicBezTo>
                  <a:cubicBezTo>
                    <a:pt x="39119" y="1462"/>
                    <a:pt x="35638" y="1"/>
                    <a:pt x="32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5"/>
            <p:cNvSpPr/>
            <p:nvPr/>
          </p:nvSpPr>
          <p:spPr>
            <a:xfrm>
              <a:off x="1748925" y="3256950"/>
              <a:ext cx="843125" cy="1554450"/>
            </a:xfrm>
            <a:custGeom>
              <a:avLst/>
              <a:gdLst/>
              <a:ahLst/>
              <a:cxnLst/>
              <a:rect l="l" t="t" r="r" b="b"/>
              <a:pathLst>
                <a:path w="33725" h="62178" extrusionOk="0">
                  <a:moveTo>
                    <a:pt x="26119" y="0"/>
                  </a:moveTo>
                  <a:cubicBezTo>
                    <a:pt x="7606" y="14611"/>
                    <a:pt x="0" y="62145"/>
                    <a:pt x="0" y="62178"/>
                  </a:cubicBezTo>
                  <a:lnTo>
                    <a:pt x="33724" y="62178"/>
                  </a:lnTo>
                  <a:cubicBezTo>
                    <a:pt x="33724" y="62178"/>
                    <a:pt x="31923" y="24885"/>
                    <a:pt x="31456" y="23050"/>
                  </a:cubicBezTo>
                  <a:cubicBezTo>
                    <a:pt x="30956" y="21215"/>
                    <a:pt x="26119" y="0"/>
                    <a:pt x="261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5"/>
            <p:cNvSpPr/>
            <p:nvPr/>
          </p:nvSpPr>
          <p:spPr>
            <a:xfrm>
              <a:off x="2765475" y="3294475"/>
              <a:ext cx="370300" cy="1516100"/>
            </a:xfrm>
            <a:custGeom>
              <a:avLst/>
              <a:gdLst/>
              <a:ahLst/>
              <a:cxnLst/>
              <a:rect l="l" t="t" r="r" b="b"/>
              <a:pathLst>
                <a:path w="14812" h="60644" extrusionOk="0">
                  <a:moveTo>
                    <a:pt x="1" y="0"/>
                  </a:moveTo>
                  <a:cubicBezTo>
                    <a:pt x="1" y="1"/>
                    <a:pt x="2102" y="16279"/>
                    <a:pt x="2369" y="17213"/>
                  </a:cubicBezTo>
                  <a:cubicBezTo>
                    <a:pt x="2603" y="18180"/>
                    <a:pt x="9541" y="60644"/>
                    <a:pt x="9541" y="60644"/>
                  </a:cubicBezTo>
                  <a:lnTo>
                    <a:pt x="14811" y="60644"/>
                  </a:lnTo>
                  <a:cubicBezTo>
                    <a:pt x="14811" y="60644"/>
                    <a:pt x="10208" y="11508"/>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5"/>
            <p:cNvSpPr/>
            <p:nvPr/>
          </p:nvSpPr>
          <p:spPr>
            <a:xfrm>
              <a:off x="1636350" y="3311925"/>
              <a:ext cx="1521800" cy="1412775"/>
            </a:xfrm>
            <a:custGeom>
              <a:avLst/>
              <a:gdLst/>
              <a:ahLst/>
              <a:cxnLst/>
              <a:rect l="l" t="t" r="r" b="b"/>
              <a:pathLst>
                <a:path w="60872" h="56511" extrusionOk="0">
                  <a:moveTo>
                    <a:pt x="29090" y="0"/>
                  </a:moveTo>
                  <a:cubicBezTo>
                    <a:pt x="27570" y="0"/>
                    <a:pt x="25475" y="2058"/>
                    <a:pt x="24117" y="3972"/>
                  </a:cubicBezTo>
                  <a:cubicBezTo>
                    <a:pt x="14277" y="17815"/>
                    <a:pt x="0" y="42700"/>
                    <a:pt x="6538" y="47136"/>
                  </a:cubicBezTo>
                  <a:cubicBezTo>
                    <a:pt x="17379" y="54442"/>
                    <a:pt x="47167" y="56343"/>
                    <a:pt x="53972" y="56510"/>
                  </a:cubicBezTo>
                  <a:cubicBezTo>
                    <a:pt x="53979" y="56510"/>
                    <a:pt x="53987" y="56510"/>
                    <a:pt x="53994" y="56510"/>
                  </a:cubicBezTo>
                  <a:cubicBezTo>
                    <a:pt x="56894" y="56510"/>
                    <a:pt x="60871" y="37023"/>
                    <a:pt x="58709" y="34794"/>
                  </a:cubicBezTo>
                  <a:cubicBezTo>
                    <a:pt x="56540" y="32526"/>
                    <a:pt x="25385" y="33727"/>
                    <a:pt x="24985" y="31859"/>
                  </a:cubicBezTo>
                  <a:cubicBezTo>
                    <a:pt x="24718" y="30825"/>
                    <a:pt x="28554" y="20984"/>
                    <a:pt x="30489" y="9143"/>
                  </a:cubicBezTo>
                  <a:cubicBezTo>
                    <a:pt x="31628" y="2223"/>
                    <a:pt x="30670" y="0"/>
                    <a:pt x="29090" y="0"/>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5"/>
            <p:cNvSpPr/>
            <p:nvPr/>
          </p:nvSpPr>
          <p:spPr>
            <a:xfrm>
              <a:off x="2846375" y="4121975"/>
              <a:ext cx="1230900" cy="653550"/>
            </a:xfrm>
            <a:custGeom>
              <a:avLst/>
              <a:gdLst/>
              <a:ahLst/>
              <a:cxnLst/>
              <a:rect l="l" t="t" r="r" b="b"/>
              <a:pathLst>
                <a:path w="49236" h="26142" extrusionOk="0">
                  <a:moveTo>
                    <a:pt x="22217" y="1"/>
                  </a:moveTo>
                  <a:cubicBezTo>
                    <a:pt x="21343" y="1"/>
                    <a:pt x="20524" y="21"/>
                    <a:pt x="19814" y="57"/>
                  </a:cubicBezTo>
                  <a:cubicBezTo>
                    <a:pt x="13977" y="391"/>
                    <a:pt x="5104" y="1291"/>
                    <a:pt x="5104" y="1291"/>
                  </a:cubicBezTo>
                  <a:cubicBezTo>
                    <a:pt x="5104" y="1291"/>
                    <a:pt x="0" y="23441"/>
                    <a:pt x="1034" y="23641"/>
                  </a:cubicBezTo>
                  <a:cubicBezTo>
                    <a:pt x="2496" y="23974"/>
                    <a:pt x="4183" y="24268"/>
                    <a:pt x="6097" y="24268"/>
                  </a:cubicBezTo>
                  <a:cubicBezTo>
                    <a:pt x="9554" y="24268"/>
                    <a:pt x="13754" y="23307"/>
                    <a:pt x="18714" y="19871"/>
                  </a:cubicBezTo>
                  <a:cubicBezTo>
                    <a:pt x="18714" y="19871"/>
                    <a:pt x="26755" y="26142"/>
                    <a:pt x="30844" y="26142"/>
                  </a:cubicBezTo>
                  <a:cubicBezTo>
                    <a:pt x="31518" y="26142"/>
                    <a:pt x="32085" y="25972"/>
                    <a:pt x="32490" y="25576"/>
                  </a:cubicBezTo>
                  <a:cubicBezTo>
                    <a:pt x="33675" y="24406"/>
                    <a:pt x="32034" y="22235"/>
                    <a:pt x="29922" y="20236"/>
                  </a:cubicBezTo>
                  <a:lnTo>
                    <a:pt x="29922" y="20236"/>
                  </a:lnTo>
                  <a:cubicBezTo>
                    <a:pt x="32482" y="22064"/>
                    <a:pt x="35328" y="23763"/>
                    <a:pt x="37070" y="23763"/>
                  </a:cubicBezTo>
                  <a:cubicBezTo>
                    <a:pt x="37513" y="23763"/>
                    <a:pt x="37884" y="23653"/>
                    <a:pt x="38161" y="23407"/>
                  </a:cubicBezTo>
                  <a:cubicBezTo>
                    <a:pt x="39453" y="22250"/>
                    <a:pt x="38561" y="20390"/>
                    <a:pt x="36921" y="18502"/>
                  </a:cubicBezTo>
                  <a:lnTo>
                    <a:pt x="36921" y="18502"/>
                  </a:lnTo>
                  <a:cubicBezTo>
                    <a:pt x="38835" y="19795"/>
                    <a:pt x="40729" y="20762"/>
                    <a:pt x="42112" y="20762"/>
                  </a:cubicBezTo>
                  <a:cubicBezTo>
                    <a:pt x="42739" y="20762"/>
                    <a:pt x="43261" y="20563"/>
                    <a:pt x="43631" y="20105"/>
                  </a:cubicBezTo>
                  <a:cubicBezTo>
                    <a:pt x="45444" y="17866"/>
                    <a:pt x="41026" y="13868"/>
                    <a:pt x="37604" y="11275"/>
                  </a:cubicBezTo>
                  <a:lnTo>
                    <a:pt x="37604" y="11275"/>
                  </a:lnTo>
                  <a:cubicBezTo>
                    <a:pt x="40290" y="13029"/>
                    <a:pt x="43857" y="15071"/>
                    <a:pt x="45909" y="15071"/>
                  </a:cubicBezTo>
                  <a:cubicBezTo>
                    <a:pt x="46565" y="15071"/>
                    <a:pt x="47066" y="14862"/>
                    <a:pt x="47334" y="14367"/>
                  </a:cubicBezTo>
                  <a:cubicBezTo>
                    <a:pt x="49235" y="10798"/>
                    <a:pt x="34825" y="2459"/>
                    <a:pt x="31156" y="1025"/>
                  </a:cubicBezTo>
                  <a:cubicBezTo>
                    <a:pt x="29223" y="267"/>
                    <a:pt x="25368" y="1"/>
                    <a:pt x="22217" y="1"/>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45"/>
            <p:cNvSpPr/>
            <p:nvPr/>
          </p:nvSpPr>
          <p:spPr>
            <a:xfrm>
              <a:off x="3592725" y="4268500"/>
              <a:ext cx="332950" cy="267850"/>
            </a:xfrm>
            <a:custGeom>
              <a:avLst/>
              <a:gdLst/>
              <a:ahLst/>
              <a:cxnLst/>
              <a:rect l="l" t="t" r="r" b="b"/>
              <a:pathLst>
                <a:path w="13318" h="10714" extrusionOk="0">
                  <a:moveTo>
                    <a:pt x="101" y="0"/>
                  </a:moveTo>
                  <a:cubicBezTo>
                    <a:pt x="68" y="0"/>
                    <a:pt x="1" y="34"/>
                    <a:pt x="68" y="34"/>
                  </a:cubicBezTo>
                  <a:cubicBezTo>
                    <a:pt x="1469" y="1034"/>
                    <a:pt x="2803" y="2069"/>
                    <a:pt x="4237" y="3069"/>
                  </a:cubicBezTo>
                  <a:cubicBezTo>
                    <a:pt x="5638" y="4070"/>
                    <a:pt x="10609" y="7706"/>
                    <a:pt x="13277" y="10708"/>
                  </a:cubicBezTo>
                  <a:cubicBezTo>
                    <a:pt x="13281" y="10712"/>
                    <a:pt x="13283" y="10714"/>
                    <a:pt x="13284" y="10714"/>
                  </a:cubicBezTo>
                  <a:cubicBezTo>
                    <a:pt x="13318" y="10714"/>
                    <a:pt x="11718" y="8529"/>
                    <a:pt x="8607" y="5871"/>
                  </a:cubicBezTo>
                  <a:cubicBezTo>
                    <a:pt x="7306" y="4737"/>
                    <a:pt x="5939" y="3703"/>
                    <a:pt x="4504" y="2702"/>
                  </a:cubicBezTo>
                  <a:cubicBezTo>
                    <a:pt x="3103" y="1702"/>
                    <a:pt x="1602" y="868"/>
                    <a:pt x="1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45"/>
            <p:cNvSpPr/>
            <p:nvPr/>
          </p:nvSpPr>
          <p:spPr>
            <a:xfrm>
              <a:off x="3502025" y="4393575"/>
              <a:ext cx="290500" cy="207400"/>
            </a:xfrm>
            <a:custGeom>
              <a:avLst/>
              <a:gdLst/>
              <a:ahLst/>
              <a:cxnLst/>
              <a:rect l="l" t="t" r="r" b="b"/>
              <a:pathLst>
                <a:path w="11620" h="8296" extrusionOk="0">
                  <a:moveTo>
                    <a:pt x="60" y="1"/>
                  </a:moveTo>
                  <a:cubicBezTo>
                    <a:pt x="38" y="1"/>
                    <a:pt x="0" y="16"/>
                    <a:pt x="8" y="16"/>
                  </a:cubicBezTo>
                  <a:cubicBezTo>
                    <a:pt x="12" y="16"/>
                    <a:pt x="26" y="12"/>
                    <a:pt x="60" y="1"/>
                  </a:cubicBezTo>
                  <a:close/>
                  <a:moveTo>
                    <a:pt x="60" y="1"/>
                  </a:moveTo>
                  <a:lnTo>
                    <a:pt x="60" y="1"/>
                  </a:lnTo>
                  <a:cubicBezTo>
                    <a:pt x="1794" y="1269"/>
                    <a:pt x="3596" y="2603"/>
                    <a:pt x="5364" y="3904"/>
                  </a:cubicBezTo>
                  <a:cubicBezTo>
                    <a:pt x="7098" y="5205"/>
                    <a:pt x="9700" y="7006"/>
                    <a:pt x="11435" y="8274"/>
                  </a:cubicBezTo>
                  <a:cubicBezTo>
                    <a:pt x="11455" y="8289"/>
                    <a:pt x="11474" y="8296"/>
                    <a:pt x="11491" y="8296"/>
                  </a:cubicBezTo>
                  <a:cubicBezTo>
                    <a:pt x="11585" y="8296"/>
                    <a:pt x="11619" y="8096"/>
                    <a:pt x="11535" y="8040"/>
                  </a:cubicBezTo>
                  <a:cubicBezTo>
                    <a:pt x="9867" y="6672"/>
                    <a:pt x="7432" y="4771"/>
                    <a:pt x="5597" y="3537"/>
                  </a:cubicBezTo>
                  <a:cubicBezTo>
                    <a:pt x="3762" y="2269"/>
                    <a:pt x="1894" y="1202"/>
                    <a:pt x="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5"/>
            <p:cNvSpPr/>
            <p:nvPr/>
          </p:nvSpPr>
          <p:spPr>
            <a:xfrm>
              <a:off x="3402750" y="4486775"/>
              <a:ext cx="204350" cy="154850"/>
            </a:xfrm>
            <a:custGeom>
              <a:avLst/>
              <a:gdLst/>
              <a:ahLst/>
              <a:cxnLst/>
              <a:rect l="l" t="t" r="r" b="b"/>
              <a:pathLst>
                <a:path w="8174" h="6194" extrusionOk="0">
                  <a:moveTo>
                    <a:pt x="43" y="0"/>
                  </a:moveTo>
                  <a:cubicBezTo>
                    <a:pt x="18" y="0"/>
                    <a:pt x="1" y="55"/>
                    <a:pt x="28" y="109"/>
                  </a:cubicBezTo>
                  <a:cubicBezTo>
                    <a:pt x="3330" y="2444"/>
                    <a:pt x="5365" y="4045"/>
                    <a:pt x="8000" y="6147"/>
                  </a:cubicBezTo>
                  <a:cubicBezTo>
                    <a:pt x="8045" y="6177"/>
                    <a:pt x="8097" y="6193"/>
                    <a:pt x="8128" y="6193"/>
                  </a:cubicBezTo>
                  <a:cubicBezTo>
                    <a:pt x="8166" y="6193"/>
                    <a:pt x="8174" y="6168"/>
                    <a:pt x="8100" y="6113"/>
                  </a:cubicBezTo>
                  <a:cubicBezTo>
                    <a:pt x="5599" y="3878"/>
                    <a:pt x="2997" y="1677"/>
                    <a:pt x="61" y="9"/>
                  </a:cubicBezTo>
                  <a:cubicBezTo>
                    <a:pt x="55" y="3"/>
                    <a:pt x="49" y="0"/>
                    <a:pt x="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5"/>
            <p:cNvSpPr/>
            <p:nvPr/>
          </p:nvSpPr>
          <p:spPr>
            <a:xfrm>
              <a:off x="1673025" y="3291175"/>
              <a:ext cx="1300950" cy="1463525"/>
            </a:xfrm>
            <a:custGeom>
              <a:avLst/>
              <a:gdLst/>
              <a:ahLst/>
              <a:cxnLst/>
              <a:rect l="l" t="t" r="r" b="b"/>
              <a:pathLst>
                <a:path w="52038" h="58541" extrusionOk="0">
                  <a:moveTo>
                    <a:pt x="27753" y="1"/>
                  </a:moveTo>
                  <a:cubicBezTo>
                    <a:pt x="26341" y="1"/>
                    <a:pt x="24100" y="1792"/>
                    <a:pt x="20749" y="6337"/>
                  </a:cubicBezTo>
                  <a:cubicBezTo>
                    <a:pt x="11342" y="19146"/>
                    <a:pt x="1" y="39961"/>
                    <a:pt x="2836" y="46832"/>
                  </a:cubicBezTo>
                  <a:cubicBezTo>
                    <a:pt x="5672" y="53704"/>
                    <a:pt x="43699" y="58541"/>
                    <a:pt x="43699" y="58541"/>
                  </a:cubicBezTo>
                  <a:lnTo>
                    <a:pt x="52038" y="33356"/>
                  </a:lnTo>
                  <a:cubicBezTo>
                    <a:pt x="52038" y="33356"/>
                    <a:pt x="25185" y="32856"/>
                    <a:pt x="24652" y="32155"/>
                  </a:cubicBezTo>
                  <a:cubicBezTo>
                    <a:pt x="24085" y="31455"/>
                    <a:pt x="27320" y="20680"/>
                    <a:pt x="29055" y="11474"/>
                  </a:cubicBezTo>
                  <a:cubicBezTo>
                    <a:pt x="30163" y="5594"/>
                    <a:pt x="30250" y="1"/>
                    <a:pt x="277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5"/>
            <p:cNvSpPr/>
            <p:nvPr/>
          </p:nvSpPr>
          <p:spPr>
            <a:xfrm>
              <a:off x="2624550" y="4150075"/>
              <a:ext cx="209325" cy="570450"/>
            </a:xfrm>
            <a:custGeom>
              <a:avLst/>
              <a:gdLst/>
              <a:ahLst/>
              <a:cxnLst/>
              <a:rect l="l" t="t" r="r" b="b"/>
              <a:pathLst>
                <a:path w="8373" h="22818" extrusionOk="0">
                  <a:moveTo>
                    <a:pt x="8340" y="1"/>
                  </a:moveTo>
                  <a:cubicBezTo>
                    <a:pt x="8306" y="1"/>
                    <a:pt x="8273" y="1"/>
                    <a:pt x="8273" y="67"/>
                  </a:cubicBezTo>
                  <a:cubicBezTo>
                    <a:pt x="7606" y="1502"/>
                    <a:pt x="7105" y="2969"/>
                    <a:pt x="6505" y="4437"/>
                  </a:cubicBezTo>
                  <a:cubicBezTo>
                    <a:pt x="5938" y="5905"/>
                    <a:pt x="5337" y="7339"/>
                    <a:pt x="4770" y="8840"/>
                  </a:cubicBezTo>
                  <a:cubicBezTo>
                    <a:pt x="3670" y="11776"/>
                    <a:pt x="2602" y="14745"/>
                    <a:pt x="1601" y="17680"/>
                  </a:cubicBezTo>
                  <a:cubicBezTo>
                    <a:pt x="1301" y="18514"/>
                    <a:pt x="1001" y="19348"/>
                    <a:pt x="768" y="20182"/>
                  </a:cubicBezTo>
                  <a:cubicBezTo>
                    <a:pt x="634" y="20615"/>
                    <a:pt x="467" y="21016"/>
                    <a:pt x="334" y="21483"/>
                  </a:cubicBezTo>
                  <a:cubicBezTo>
                    <a:pt x="200" y="21950"/>
                    <a:pt x="134" y="22350"/>
                    <a:pt x="0" y="22784"/>
                  </a:cubicBezTo>
                  <a:cubicBezTo>
                    <a:pt x="0" y="22784"/>
                    <a:pt x="0" y="22817"/>
                    <a:pt x="34" y="22817"/>
                  </a:cubicBezTo>
                  <a:cubicBezTo>
                    <a:pt x="34" y="22817"/>
                    <a:pt x="100" y="22817"/>
                    <a:pt x="100" y="22784"/>
                  </a:cubicBezTo>
                  <a:cubicBezTo>
                    <a:pt x="334" y="22117"/>
                    <a:pt x="667" y="21349"/>
                    <a:pt x="1001" y="20649"/>
                  </a:cubicBezTo>
                  <a:cubicBezTo>
                    <a:pt x="1301" y="19948"/>
                    <a:pt x="1601" y="19181"/>
                    <a:pt x="1868" y="18481"/>
                  </a:cubicBezTo>
                  <a:cubicBezTo>
                    <a:pt x="2435" y="17013"/>
                    <a:pt x="3002" y="15512"/>
                    <a:pt x="3570" y="14077"/>
                  </a:cubicBezTo>
                  <a:cubicBezTo>
                    <a:pt x="4704" y="11142"/>
                    <a:pt x="5704" y="8173"/>
                    <a:pt x="6705" y="5171"/>
                  </a:cubicBezTo>
                  <a:cubicBezTo>
                    <a:pt x="7306" y="3470"/>
                    <a:pt x="7939" y="1802"/>
                    <a:pt x="8373" y="101"/>
                  </a:cubicBezTo>
                  <a:cubicBezTo>
                    <a:pt x="8373" y="67"/>
                    <a:pt x="8373" y="1"/>
                    <a:pt x="83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5"/>
            <p:cNvSpPr/>
            <p:nvPr/>
          </p:nvSpPr>
          <p:spPr>
            <a:xfrm>
              <a:off x="1745575" y="4461125"/>
              <a:ext cx="1036600" cy="296075"/>
            </a:xfrm>
            <a:custGeom>
              <a:avLst/>
              <a:gdLst/>
              <a:ahLst/>
              <a:cxnLst/>
              <a:rect l="l" t="t" r="r" b="b"/>
              <a:pathLst>
                <a:path w="41464" h="11843" extrusionOk="0">
                  <a:moveTo>
                    <a:pt x="1" y="1"/>
                  </a:moveTo>
                  <a:lnTo>
                    <a:pt x="1" y="1"/>
                  </a:lnTo>
                  <a:cubicBezTo>
                    <a:pt x="435" y="835"/>
                    <a:pt x="1002" y="1502"/>
                    <a:pt x="1769" y="2036"/>
                  </a:cubicBezTo>
                  <a:cubicBezTo>
                    <a:pt x="2469" y="2569"/>
                    <a:pt x="3270" y="3070"/>
                    <a:pt x="4037" y="3503"/>
                  </a:cubicBezTo>
                  <a:cubicBezTo>
                    <a:pt x="5672" y="4337"/>
                    <a:pt x="7339" y="5038"/>
                    <a:pt x="9041" y="5638"/>
                  </a:cubicBezTo>
                  <a:cubicBezTo>
                    <a:pt x="12476" y="6806"/>
                    <a:pt x="15946" y="7740"/>
                    <a:pt x="19481" y="8507"/>
                  </a:cubicBezTo>
                  <a:cubicBezTo>
                    <a:pt x="22984" y="9308"/>
                    <a:pt x="26553" y="9975"/>
                    <a:pt x="30122" y="10508"/>
                  </a:cubicBezTo>
                  <a:cubicBezTo>
                    <a:pt x="33658" y="11042"/>
                    <a:pt x="37261" y="11509"/>
                    <a:pt x="40830" y="11843"/>
                  </a:cubicBezTo>
                  <a:lnTo>
                    <a:pt x="40863" y="11843"/>
                  </a:lnTo>
                  <a:lnTo>
                    <a:pt x="40863" y="11809"/>
                  </a:lnTo>
                  <a:lnTo>
                    <a:pt x="41464" y="10041"/>
                  </a:lnTo>
                  <a:lnTo>
                    <a:pt x="41464" y="10041"/>
                  </a:lnTo>
                  <a:lnTo>
                    <a:pt x="40846" y="11634"/>
                  </a:lnTo>
                  <a:lnTo>
                    <a:pt x="40846" y="11634"/>
                  </a:lnTo>
                  <a:cubicBezTo>
                    <a:pt x="37327" y="11036"/>
                    <a:pt x="33775" y="10372"/>
                    <a:pt x="30289" y="9741"/>
                  </a:cubicBezTo>
                  <a:cubicBezTo>
                    <a:pt x="26787" y="9141"/>
                    <a:pt x="23217" y="8407"/>
                    <a:pt x="19715" y="7673"/>
                  </a:cubicBezTo>
                  <a:cubicBezTo>
                    <a:pt x="16212" y="6906"/>
                    <a:pt x="12710" y="6039"/>
                    <a:pt x="9308" y="5005"/>
                  </a:cubicBezTo>
                  <a:cubicBezTo>
                    <a:pt x="7606" y="4471"/>
                    <a:pt x="5872" y="3837"/>
                    <a:pt x="4271" y="3137"/>
                  </a:cubicBezTo>
                  <a:cubicBezTo>
                    <a:pt x="3437" y="2803"/>
                    <a:pt x="2636" y="2336"/>
                    <a:pt x="1869" y="1869"/>
                  </a:cubicBezTo>
                  <a:cubicBezTo>
                    <a:pt x="1135" y="1402"/>
                    <a:pt x="468" y="735"/>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5"/>
            <p:cNvSpPr/>
            <p:nvPr/>
          </p:nvSpPr>
          <p:spPr>
            <a:xfrm>
              <a:off x="2281800" y="3665575"/>
              <a:ext cx="696350" cy="484525"/>
            </a:xfrm>
            <a:custGeom>
              <a:avLst/>
              <a:gdLst/>
              <a:ahLst/>
              <a:cxnLst/>
              <a:rect l="l" t="t" r="r" b="b"/>
              <a:pathLst>
                <a:path w="27854" h="19381" extrusionOk="0">
                  <a:moveTo>
                    <a:pt x="675" y="16999"/>
                  </a:moveTo>
                  <a:cubicBezTo>
                    <a:pt x="684" y="16999"/>
                    <a:pt x="700" y="17012"/>
                    <a:pt x="717" y="17029"/>
                  </a:cubicBezTo>
                  <a:lnTo>
                    <a:pt x="717" y="17029"/>
                  </a:lnTo>
                  <a:cubicBezTo>
                    <a:pt x="701" y="17021"/>
                    <a:pt x="684" y="17012"/>
                    <a:pt x="668" y="17012"/>
                  </a:cubicBezTo>
                  <a:cubicBezTo>
                    <a:pt x="668" y="17003"/>
                    <a:pt x="671" y="16999"/>
                    <a:pt x="675" y="16999"/>
                  </a:cubicBezTo>
                  <a:close/>
                  <a:moveTo>
                    <a:pt x="4103" y="0"/>
                  </a:moveTo>
                  <a:lnTo>
                    <a:pt x="4103" y="0"/>
                  </a:lnTo>
                  <a:cubicBezTo>
                    <a:pt x="3069" y="3603"/>
                    <a:pt x="2069" y="7205"/>
                    <a:pt x="1201" y="10875"/>
                  </a:cubicBezTo>
                  <a:cubicBezTo>
                    <a:pt x="734" y="12709"/>
                    <a:pt x="334" y="14511"/>
                    <a:pt x="34" y="16445"/>
                  </a:cubicBezTo>
                  <a:cubicBezTo>
                    <a:pt x="1" y="16545"/>
                    <a:pt x="1" y="16679"/>
                    <a:pt x="1" y="16812"/>
                  </a:cubicBezTo>
                  <a:cubicBezTo>
                    <a:pt x="1" y="16979"/>
                    <a:pt x="1" y="17146"/>
                    <a:pt x="34" y="17313"/>
                  </a:cubicBezTo>
                  <a:lnTo>
                    <a:pt x="34" y="17346"/>
                  </a:lnTo>
                  <a:cubicBezTo>
                    <a:pt x="34" y="17379"/>
                    <a:pt x="34" y="17379"/>
                    <a:pt x="67" y="17446"/>
                  </a:cubicBezTo>
                  <a:lnTo>
                    <a:pt x="201" y="17546"/>
                  </a:lnTo>
                  <a:cubicBezTo>
                    <a:pt x="234" y="17613"/>
                    <a:pt x="334" y="17613"/>
                    <a:pt x="367" y="17646"/>
                  </a:cubicBezTo>
                  <a:lnTo>
                    <a:pt x="568" y="17713"/>
                  </a:lnTo>
                  <a:cubicBezTo>
                    <a:pt x="701" y="17780"/>
                    <a:pt x="834" y="17813"/>
                    <a:pt x="935" y="17813"/>
                  </a:cubicBezTo>
                  <a:cubicBezTo>
                    <a:pt x="1402" y="17880"/>
                    <a:pt x="1902" y="17946"/>
                    <a:pt x="2369" y="17980"/>
                  </a:cubicBezTo>
                  <a:cubicBezTo>
                    <a:pt x="3336" y="18046"/>
                    <a:pt x="4237" y="18146"/>
                    <a:pt x="5204" y="18180"/>
                  </a:cubicBezTo>
                  <a:cubicBezTo>
                    <a:pt x="8940" y="18380"/>
                    <a:pt x="12710" y="18480"/>
                    <a:pt x="16446" y="18513"/>
                  </a:cubicBezTo>
                  <a:cubicBezTo>
                    <a:pt x="17456" y="18522"/>
                    <a:pt x="18463" y="18526"/>
                    <a:pt x="19470" y="18526"/>
                  </a:cubicBezTo>
                  <a:cubicBezTo>
                    <a:pt x="22202" y="18526"/>
                    <a:pt x="24925" y="18496"/>
                    <a:pt x="27667" y="18448"/>
                  </a:cubicBezTo>
                  <a:lnTo>
                    <a:pt x="27667" y="18448"/>
                  </a:lnTo>
                  <a:lnTo>
                    <a:pt x="27387" y="19381"/>
                  </a:lnTo>
                  <a:lnTo>
                    <a:pt x="27854" y="18480"/>
                  </a:lnTo>
                  <a:lnTo>
                    <a:pt x="27854" y="18447"/>
                  </a:lnTo>
                  <a:lnTo>
                    <a:pt x="27754" y="18447"/>
                  </a:lnTo>
                  <a:cubicBezTo>
                    <a:pt x="27742" y="18446"/>
                    <a:pt x="27731" y="18446"/>
                    <a:pt x="27720" y="18445"/>
                  </a:cubicBezTo>
                  <a:lnTo>
                    <a:pt x="27720" y="18445"/>
                  </a:lnTo>
                  <a:lnTo>
                    <a:pt x="27687" y="18380"/>
                  </a:lnTo>
                  <a:lnTo>
                    <a:pt x="27668" y="18443"/>
                  </a:lnTo>
                  <a:lnTo>
                    <a:pt x="27668" y="18443"/>
                  </a:lnTo>
                  <a:cubicBezTo>
                    <a:pt x="23960" y="18277"/>
                    <a:pt x="20220" y="18112"/>
                    <a:pt x="16512" y="17980"/>
                  </a:cubicBezTo>
                  <a:lnTo>
                    <a:pt x="10875" y="17780"/>
                  </a:lnTo>
                  <a:cubicBezTo>
                    <a:pt x="9007" y="17713"/>
                    <a:pt x="7106" y="17646"/>
                    <a:pt x="5238" y="17513"/>
                  </a:cubicBezTo>
                  <a:cubicBezTo>
                    <a:pt x="4337" y="17446"/>
                    <a:pt x="3370" y="17379"/>
                    <a:pt x="2436" y="17313"/>
                  </a:cubicBezTo>
                  <a:cubicBezTo>
                    <a:pt x="2002" y="17279"/>
                    <a:pt x="1502" y="17212"/>
                    <a:pt x="1068" y="17146"/>
                  </a:cubicBezTo>
                  <a:cubicBezTo>
                    <a:pt x="1001" y="17112"/>
                    <a:pt x="868" y="17112"/>
                    <a:pt x="768" y="17046"/>
                  </a:cubicBezTo>
                  <a:lnTo>
                    <a:pt x="768" y="16879"/>
                  </a:lnTo>
                  <a:cubicBezTo>
                    <a:pt x="834" y="16779"/>
                    <a:pt x="834" y="16679"/>
                    <a:pt x="834" y="16545"/>
                  </a:cubicBezTo>
                  <a:cubicBezTo>
                    <a:pt x="1035" y="14711"/>
                    <a:pt x="1435" y="12876"/>
                    <a:pt x="1835" y="11041"/>
                  </a:cubicBezTo>
                  <a:lnTo>
                    <a:pt x="41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5"/>
            <p:cNvSpPr/>
            <p:nvPr/>
          </p:nvSpPr>
          <p:spPr>
            <a:xfrm>
              <a:off x="2347675" y="3723100"/>
              <a:ext cx="50900" cy="88425"/>
            </a:xfrm>
            <a:custGeom>
              <a:avLst/>
              <a:gdLst/>
              <a:ahLst/>
              <a:cxnLst/>
              <a:rect l="l" t="t" r="r" b="b"/>
              <a:pathLst>
                <a:path w="2036" h="3537" extrusionOk="0">
                  <a:moveTo>
                    <a:pt x="2036" y="1"/>
                  </a:moveTo>
                  <a:lnTo>
                    <a:pt x="2036" y="1"/>
                  </a:lnTo>
                  <a:cubicBezTo>
                    <a:pt x="1602" y="535"/>
                    <a:pt x="1235" y="1135"/>
                    <a:pt x="901" y="1702"/>
                  </a:cubicBezTo>
                  <a:cubicBezTo>
                    <a:pt x="568" y="2336"/>
                    <a:pt x="268" y="2903"/>
                    <a:pt x="1" y="3537"/>
                  </a:cubicBezTo>
                  <a:cubicBezTo>
                    <a:pt x="501" y="3036"/>
                    <a:pt x="868" y="2503"/>
                    <a:pt x="1202" y="1869"/>
                  </a:cubicBezTo>
                  <a:cubicBezTo>
                    <a:pt x="1535" y="1302"/>
                    <a:pt x="1835" y="668"/>
                    <a:pt x="203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5"/>
            <p:cNvSpPr/>
            <p:nvPr/>
          </p:nvSpPr>
          <p:spPr>
            <a:xfrm>
              <a:off x="2414400" y="2953200"/>
              <a:ext cx="361100" cy="530075"/>
            </a:xfrm>
            <a:custGeom>
              <a:avLst/>
              <a:gdLst/>
              <a:ahLst/>
              <a:cxnLst/>
              <a:rect l="l" t="t" r="r" b="b"/>
              <a:pathLst>
                <a:path w="14444" h="21203" extrusionOk="0">
                  <a:moveTo>
                    <a:pt x="697" y="1"/>
                  </a:moveTo>
                  <a:cubicBezTo>
                    <a:pt x="591" y="1"/>
                    <a:pt x="534" y="14"/>
                    <a:pt x="534" y="41"/>
                  </a:cubicBezTo>
                  <a:cubicBezTo>
                    <a:pt x="667" y="2243"/>
                    <a:pt x="0" y="13184"/>
                    <a:pt x="167" y="13451"/>
                  </a:cubicBezTo>
                  <a:cubicBezTo>
                    <a:pt x="2334" y="16992"/>
                    <a:pt x="7294" y="21203"/>
                    <a:pt x="10549" y="21203"/>
                  </a:cubicBezTo>
                  <a:cubicBezTo>
                    <a:pt x="10852" y="21203"/>
                    <a:pt x="11139" y="21166"/>
                    <a:pt x="11408" y="21090"/>
                  </a:cubicBezTo>
                  <a:cubicBezTo>
                    <a:pt x="14444" y="20256"/>
                    <a:pt x="13410" y="11516"/>
                    <a:pt x="13410" y="11183"/>
                  </a:cubicBezTo>
                  <a:cubicBezTo>
                    <a:pt x="13243" y="7413"/>
                    <a:pt x="14377" y="2777"/>
                    <a:pt x="14377" y="2777"/>
                  </a:cubicBezTo>
                  <a:cubicBezTo>
                    <a:pt x="14377" y="2777"/>
                    <a:pt x="2250" y="1"/>
                    <a:pt x="697" y="1"/>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45"/>
            <p:cNvSpPr/>
            <p:nvPr/>
          </p:nvSpPr>
          <p:spPr>
            <a:xfrm>
              <a:off x="2422725" y="2953875"/>
              <a:ext cx="350275" cy="251375"/>
            </a:xfrm>
            <a:custGeom>
              <a:avLst/>
              <a:gdLst/>
              <a:ahLst/>
              <a:cxnLst/>
              <a:rect l="l" t="t" r="r" b="b"/>
              <a:pathLst>
                <a:path w="14011" h="10055" extrusionOk="0">
                  <a:moveTo>
                    <a:pt x="354" y="1"/>
                  </a:moveTo>
                  <a:cubicBezTo>
                    <a:pt x="233" y="1"/>
                    <a:pt x="168" y="16"/>
                    <a:pt x="168" y="48"/>
                  </a:cubicBezTo>
                  <a:cubicBezTo>
                    <a:pt x="234" y="1082"/>
                    <a:pt x="101" y="4051"/>
                    <a:pt x="1" y="6919"/>
                  </a:cubicBezTo>
                  <a:cubicBezTo>
                    <a:pt x="3586" y="9464"/>
                    <a:pt x="7140" y="10054"/>
                    <a:pt x="9632" y="10054"/>
                  </a:cubicBezTo>
                  <a:cubicBezTo>
                    <a:pt x="11615" y="10054"/>
                    <a:pt x="12925" y="9680"/>
                    <a:pt x="13044" y="9621"/>
                  </a:cubicBezTo>
                  <a:cubicBezTo>
                    <a:pt x="13177" y="7286"/>
                    <a:pt x="13444" y="4985"/>
                    <a:pt x="14011" y="2750"/>
                  </a:cubicBezTo>
                  <a:cubicBezTo>
                    <a:pt x="14011" y="2750"/>
                    <a:pt x="2003" y="1"/>
                    <a:pt x="3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5"/>
            <p:cNvSpPr/>
            <p:nvPr/>
          </p:nvSpPr>
          <p:spPr>
            <a:xfrm>
              <a:off x="2746300" y="2600825"/>
              <a:ext cx="273550" cy="294025"/>
            </a:xfrm>
            <a:custGeom>
              <a:avLst/>
              <a:gdLst/>
              <a:ahLst/>
              <a:cxnLst/>
              <a:rect l="l" t="t" r="r" b="b"/>
              <a:pathLst>
                <a:path w="10942" h="11761" extrusionOk="0">
                  <a:moveTo>
                    <a:pt x="5323" y="0"/>
                  </a:moveTo>
                  <a:cubicBezTo>
                    <a:pt x="5162" y="0"/>
                    <a:pt x="5000" y="9"/>
                    <a:pt x="4837" y="26"/>
                  </a:cubicBezTo>
                  <a:cubicBezTo>
                    <a:pt x="2035" y="327"/>
                    <a:pt x="0" y="3229"/>
                    <a:pt x="334" y="6431"/>
                  </a:cubicBezTo>
                  <a:cubicBezTo>
                    <a:pt x="711" y="9481"/>
                    <a:pt x="2986" y="11760"/>
                    <a:pt x="5620" y="11760"/>
                  </a:cubicBezTo>
                  <a:cubicBezTo>
                    <a:pt x="5781" y="11760"/>
                    <a:pt x="5942" y="11752"/>
                    <a:pt x="6105" y="11735"/>
                  </a:cubicBezTo>
                  <a:cubicBezTo>
                    <a:pt x="8940" y="11435"/>
                    <a:pt x="10942" y="8566"/>
                    <a:pt x="10608" y="5297"/>
                  </a:cubicBezTo>
                  <a:cubicBezTo>
                    <a:pt x="10294" y="2249"/>
                    <a:pt x="7938" y="0"/>
                    <a:pt x="5323"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5"/>
            <p:cNvSpPr/>
            <p:nvPr/>
          </p:nvSpPr>
          <p:spPr>
            <a:xfrm>
              <a:off x="2703775" y="2593950"/>
              <a:ext cx="305225" cy="325975"/>
            </a:xfrm>
            <a:custGeom>
              <a:avLst/>
              <a:gdLst/>
              <a:ahLst/>
              <a:cxnLst/>
              <a:rect l="l" t="t" r="r" b="b"/>
              <a:pathLst>
                <a:path w="12209" h="13039" extrusionOk="0">
                  <a:moveTo>
                    <a:pt x="5989" y="0"/>
                  </a:moveTo>
                  <a:cubicBezTo>
                    <a:pt x="5795" y="0"/>
                    <a:pt x="5600" y="12"/>
                    <a:pt x="5404" y="34"/>
                  </a:cubicBezTo>
                  <a:cubicBezTo>
                    <a:pt x="2302" y="435"/>
                    <a:pt x="0" y="3504"/>
                    <a:pt x="401" y="7140"/>
                  </a:cubicBezTo>
                  <a:cubicBezTo>
                    <a:pt x="778" y="10504"/>
                    <a:pt x="3349" y="13039"/>
                    <a:pt x="6297" y="13039"/>
                  </a:cubicBezTo>
                  <a:cubicBezTo>
                    <a:pt x="6476" y="13039"/>
                    <a:pt x="6657" y="13030"/>
                    <a:pt x="6838" y="13010"/>
                  </a:cubicBezTo>
                  <a:cubicBezTo>
                    <a:pt x="10007" y="12677"/>
                    <a:pt x="12209" y="9475"/>
                    <a:pt x="11842" y="5872"/>
                  </a:cubicBezTo>
                  <a:cubicBezTo>
                    <a:pt x="11498" y="2526"/>
                    <a:pt x="8896" y="0"/>
                    <a:pt x="59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5"/>
            <p:cNvSpPr/>
            <p:nvPr/>
          </p:nvSpPr>
          <p:spPr>
            <a:xfrm>
              <a:off x="2341850" y="2349325"/>
              <a:ext cx="668825" cy="833575"/>
            </a:xfrm>
            <a:custGeom>
              <a:avLst/>
              <a:gdLst/>
              <a:ahLst/>
              <a:cxnLst/>
              <a:rect l="l" t="t" r="r" b="b"/>
              <a:pathLst>
                <a:path w="26753" h="33343" extrusionOk="0">
                  <a:moveTo>
                    <a:pt x="13079" y="1"/>
                  </a:moveTo>
                  <a:cubicBezTo>
                    <a:pt x="8179" y="1"/>
                    <a:pt x="3053" y="2901"/>
                    <a:pt x="1501" y="7785"/>
                  </a:cubicBezTo>
                  <a:cubicBezTo>
                    <a:pt x="0" y="12621"/>
                    <a:pt x="2469" y="26665"/>
                    <a:pt x="5938" y="29834"/>
                  </a:cubicBezTo>
                  <a:cubicBezTo>
                    <a:pt x="8364" y="32081"/>
                    <a:pt x="11562" y="33343"/>
                    <a:pt x="14650" y="33343"/>
                  </a:cubicBezTo>
                  <a:cubicBezTo>
                    <a:pt x="17887" y="33343"/>
                    <a:pt x="21003" y="31956"/>
                    <a:pt x="22983" y="28866"/>
                  </a:cubicBezTo>
                  <a:cubicBezTo>
                    <a:pt x="26753" y="23096"/>
                    <a:pt x="23183" y="4816"/>
                    <a:pt x="19347" y="1947"/>
                  </a:cubicBezTo>
                  <a:cubicBezTo>
                    <a:pt x="17556" y="619"/>
                    <a:pt x="15342" y="1"/>
                    <a:pt x="13079" y="1"/>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5"/>
            <p:cNvSpPr/>
            <p:nvPr/>
          </p:nvSpPr>
          <p:spPr>
            <a:xfrm>
              <a:off x="2657075" y="2764700"/>
              <a:ext cx="25875" cy="66125"/>
            </a:xfrm>
            <a:custGeom>
              <a:avLst/>
              <a:gdLst/>
              <a:ahLst/>
              <a:cxnLst/>
              <a:rect l="l" t="t" r="r" b="b"/>
              <a:pathLst>
                <a:path w="1035" h="2645" extrusionOk="0">
                  <a:moveTo>
                    <a:pt x="562" y="0"/>
                  </a:moveTo>
                  <a:cubicBezTo>
                    <a:pt x="546" y="0"/>
                    <a:pt x="507" y="55"/>
                    <a:pt x="534" y="109"/>
                  </a:cubicBezTo>
                  <a:cubicBezTo>
                    <a:pt x="734" y="1010"/>
                    <a:pt x="834" y="2144"/>
                    <a:pt x="34" y="2611"/>
                  </a:cubicBezTo>
                  <a:cubicBezTo>
                    <a:pt x="0" y="2611"/>
                    <a:pt x="34" y="2645"/>
                    <a:pt x="67" y="2645"/>
                  </a:cubicBezTo>
                  <a:cubicBezTo>
                    <a:pt x="1034" y="2344"/>
                    <a:pt x="901" y="843"/>
                    <a:pt x="567" y="9"/>
                  </a:cubicBezTo>
                  <a:cubicBezTo>
                    <a:pt x="567" y="3"/>
                    <a:pt x="565" y="0"/>
                    <a:pt x="56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5"/>
            <p:cNvSpPr/>
            <p:nvPr/>
          </p:nvSpPr>
          <p:spPr>
            <a:xfrm>
              <a:off x="2608025" y="2743975"/>
              <a:ext cx="82475" cy="77850"/>
            </a:xfrm>
            <a:custGeom>
              <a:avLst/>
              <a:gdLst/>
              <a:ahLst/>
              <a:cxnLst/>
              <a:rect l="l" t="t" r="r" b="b"/>
              <a:pathLst>
                <a:path w="3299" h="3114" extrusionOk="0">
                  <a:moveTo>
                    <a:pt x="1577" y="0"/>
                  </a:moveTo>
                  <a:cubicBezTo>
                    <a:pt x="1550" y="0"/>
                    <a:pt x="1523" y="2"/>
                    <a:pt x="1495" y="4"/>
                  </a:cubicBezTo>
                  <a:cubicBezTo>
                    <a:pt x="1" y="167"/>
                    <a:pt x="405" y="3113"/>
                    <a:pt x="1752" y="3113"/>
                  </a:cubicBezTo>
                  <a:cubicBezTo>
                    <a:pt x="1788" y="3113"/>
                    <a:pt x="1825" y="3111"/>
                    <a:pt x="1862" y="3107"/>
                  </a:cubicBezTo>
                  <a:cubicBezTo>
                    <a:pt x="3299" y="2943"/>
                    <a:pt x="2818" y="0"/>
                    <a:pt x="15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5"/>
            <p:cNvSpPr/>
            <p:nvPr/>
          </p:nvSpPr>
          <p:spPr>
            <a:xfrm>
              <a:off x="2807175" y="2746025"/>
              <a:ext cx="35875" cy="58975"/>
            </a:xfrm>
            <a:custGeom>
              <a:avLst/>
              <a:gdLst/>
              <a:ahLst/>
              <a:cxnLst/>
              <a:rect l="l" t="t" r="r" b="b"/>
              <a:pathLst>
                <a:path w="1435" h="2359" extrusionOk="0">
                  <a:moveTo>
                    <a:pt x="44" y="0"/>
                  </a:moveTo>
                  <a:cubicBezTo>
                    <a:pt x="38" y="0"/>
                    <a:pt x="34" y="6"/>
                    <a:pt x="34" y="22"/>
                  </a:cubicBezTo>
                  <a:cubicBezTo>
                    <a:pt x="1" y="913"/>
                    <a:pt x="359" y="2358"/>
                    <a:pt x="1367" y="2358"/>
                  </a:cubicBezTo>
                  <a:cubicBezTo>
                    <a:pt x="1378" y="2358"/>
                    <a:pt x="1390" y="2358"/>
                    <a:pt x="1402" y="2357"/>
                  </a:cubicBezTo>
                  <a:cubicBezTo>
                    <a:pt x="1435" y="2357"/>
                    <a:pt x="1435" y="2291"/>
                    <a:pt x="1402" y="2291"/>
                  </a:cubicBezTo>
                  <a:cubicBezTo>
                    <a:pt x="534" y="2124"/>
                    <a:pt x="234" y="1057"/>
                    <a:pt x="101" y="89"/>
                  </a:cubicBezTo>
                  <a:cubicBezTo>
                    <a:pt x="101" y="64"/>
                    <a:pt x="62" y="0"/>
                    <a:pt x="4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5"/>
            <p:cNvSpPr/>
            <p:nvPr/>
          </p:nvSpPr>
          <p:spPr>
            <a:xfrm>
              <a:off x="2795350" y="2717575"/>
              <a:ext cx="80950" cy="76250"/>
            </a:xfrm>
            <a:custGeom>
              <a:avLst/>
              <a:gdLst/>
              <a:ahLst/>
              <a:cxnLst/>
              <a:rect l="l" t="t" r="r" b="b"/>
              <a:pathLst>
                <a:path w="3238" h="3050" extrusionOk="0">
                  <a:moveTo>
                    <a:pt x="1434" y="1"/>
                  </a:moveTo>
                  <a:cubicBezTo>
                    <a:pt x="1361" y="1"/>
                    <a:pt x="1285" y="9"/>
                    <a:pt x="1207" y="26"/>
                  </a:cubicBezTo>
                  <a:cubicBezTo>
                    <a:pt x="0" y="312"/>
                    <a:pt x="487" y="3050"/>
                    <a:pt x="1747" y="3050"/>
                  </a:cubicBezTo>
                  <a:cubicBezTo>
                    <a:pt x="1810" y="3050"/>
                    <a:pt x="1875" y="3043"/>
                    <a:pt x="1941" y="3028"/>
                  </a:cubicBezTo>
                  <a:cubicBezTo>
                    <a:pt x="3238" y="2744"/>
                    <a:pt x="2766" y="1"/>
                    <a:pt x="14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5"/>
            <p:cNvSpPr/>
            <p:nvPr/>
          </p:nvSpPr>
          <p:spPr>
            <a:xfrm>
              <a:off x="2584525" y="2653950"/>
              <a:ext cx="82575" cy="61100"/>
            </a:xfrm>
            <a:custGeom>
              <a:avLst/>
              <a:gdLst/>
              <a:ahLst/>
              <a:cxnLst/>
              <a:rect l="l" t="t" r="r" b="b"/>
              <a:pathLst>
                <a:path w="3303" h="2444" extrusionOk="0">
                  <a:moveTo>
                    <a:pt x="2325" y="1"/>
                  </a:moveTo>
                  <a:cubicBezTo>
                    <a:pt x="1985" y="1"/>
                    <a:pt x="1636" y="129"/>
                    <a:pt x="1334" y="270"/>
                  </a:cubicBezTo>
                  <a:cubicBezTo>
                    <a:pt x="801" y="503"/>
                    <a:pt x="400" y="970"/>
                    <a:pt x="134" y="1504"/>
                  </a:cubicBezTo>
                  <a:cubicBezTo>
                    <a:pt x="0" y="1904"/>
                    <a:pt x="234" y="2271"/>
                    <a:pt x="567" y="2405"/>
                  </a:cubicBezTo>
                  <a:cubicBezTo>
                    <a:pt x="624" y="2433"/>
                    <a:pt x="686" y="2443"/>
                    <a:pt x="749" y="2443"/>
                  </a:cubicBezTo>
                  <a:cubicBezTo>
                    <a:pt x="836" y="2443"/>
                    <a:pt x="924" y="2424"/>
                    <a:pt x="1001" y="2405"/>
                  </a:cubicBezTo>
                  <a:cubicBezTo>
                    <a:pt x="1401" y="2238"/>
                    <a:pt x="1768" y="2038"/>
                    <a:pt x="2135" y="1804"/>
                  </a:cubicBezTo>
                  <a:cubicBezTo>
                    <a:pt x="2569" y="1637"/>
                    <a:pt x="2936" y="1370"/>
                    <a:pt x="3169" y="970"/>
                  </a:cubicBezTo>
                  <a:cubicBezTo>
                    <a:pt x="3303" y="703"/>
                    <a:pt x="3169" y="403"/>
                    <a:pt x="2969" y="203"/>
                  </a:cubicBezTo>
                  <a:cubicBezTo>
                    <a:pt x="2770" y="57"/>
                    <a:pt x="2549" y="1"/>
                    <a:pt x="23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5"/>
            <p:cNvSpPr/>
            <p:nvPr/>
          </p:nvSpPr>
          <p:spPr>
            <a:xfrm>
              <a:off x="2779650" y="2628850"/>
              <a:ext cx="87600" cy="46875"/>
            </a:xfrm>
            <a:custGeom>
              <a:avLst/>
              <a:gdLst/>
              <a:ahLst/>
              <a:cxnLst/>
              <a:rect l="l" t="t" r="r" b="b"/>
              <a:pathLst>
                <a:path w="3504" h="1875" extrusionOk="0">
                  <a:moveTo>
                    <a:pt x="1534" y="0"/>
                  </a:moveTo>
                  <a:cubicBezTo>
                    <a:pt x="1010" y="0"/>
                    <a:pt x="523" y="129"/>
                    <a:pt x="168" y="573"/>
                  </a:cubicBezTo>
                  <a:cubicBezTo>
                    <a:pt x="1" y="807"/>
                    <a:pt x="67" y="1140"/>
                    <a:pt x="268" y="1374"/>
                  </a:cubicBezTo>
                  <a:cubicBezTo>
                    <a:pt x="635" y="1607"/>
                    <a:pt x="1068" y="1741"/>
                    <a:pt x="1502" y="1741"/>
                  </a:cubicBezTo>
                  <a:lnTo>
                    <a:pt x="2769" y="1874"/>
                  </a:lnTo>
                  <a:cubicBezTo>
                    <a:pt x="2970" y="1874"/>
                    <a:pt x="3136" y="1774"/>
                    <a:pt x="3203" y="1741"/>
                  </a:cubicBezTo>
                  <a:cubicBezTo>
                    <a:pt x="3503" y="1474"/>
                    <a:pt x="3503" y="1007"/>
                    <a:pt x="3270" y="740"/>
                  </a:cubicBezTo>
                  <a:cubicBezTo>
                    <a:pt x="2836" y="306"/>
                    <a:pt x="2302" y="73"/>
                    <a:pt x="1735" y="6"/>
                  </a:cubicBezTo>
                  <a:cubicBezTo>
                    <a:pt x="1668" y="2"/>
                    <a:pt x="1601" y="0"/>
                    <a:pt x="15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5"/>
            <p:cNvSpPr/>
            <p:nvPr/>
          </p:nvSpPr>
          <p:spPr>
            <a:xfrm>
              <a:off x="2682075" y="2986750"/>
              <a:ext cx="50075" cy="19200"/>
            </a:xfrm>
            <a:custGeom>
              <a:avLst/>
              <a:gdLst/>
              <a:ahLst/>
              <a:cxnLst/>
              <a:rect l="l" t="t" r="r" b="b"/>
              <a:pathLst>
                <a:path w="2003" h="768" extrusionOk="0">
                  <a:moveTo>
                    <a:pt x="68" y="0"/>
                  </a:moveTo>
                  <a:cubicBezTo>
                    <a:pt x="34" y="0"/>
                    <a:pt x="34" y="67"/>
                    <a:pt x="1" y="67"/>
                  </a:cubicBezTo>
                  <a:cubicBezTo>
                    <a:pt x="134" y="434"/>
                    <a:pt x="468" y="701"/>
                    <a:pt x="868" y="768"/>
                  </a:cubicBezTo>
                  <a:cubicBezTo>
                    <a:pt x="1335" y="768"/>
                    <a:pt x="1802" y="467"/>
                    <a:pt x="2002" y="67"/>
                  </a:cubicBezTo>
                  <a:lnTo>
                    <a:pt x="2002" y="0"/>
                  </a:lnTo>
                  <a:lnTo>
                    <a:pt x="1969" y="0"/>
                  </a:lnTo>
                  <a:cubicBezTo>
                    <a:pt x="1669" y="234"/>
                    <a:pt x="1335" y="334"/>
                    <a:pt x="968" y="434"/>
                  </a:cubicBezTo>
                  <a:cubicBezTo>
                    <a:pt x="947" y="436"/>
                    <a:pt x="925" y="437"/>
                    <a:pt x="904" y="437"/>
                  </a:cubicBezTo>
                  <a:cubicBezTo>
                    <a:pt x="596" y="437"/>
                    <a:pt x="317" y="219"/>
                    <a:pt x="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5"/>
            <p:cNvSpPr/>
            <p:nvPr/>
          </p:nvSpPr>
          <p:spPr>
            <a:xfrm>
              <a:off x="2697275" y="2641175"/>
              <a:ext cx="138200" cy="299725"/>
            </a:xfrm>
            <a:custGeom>
              <a:avLst/>
              <a:gdLst/>
              <a:ahLst/>
              <a:cxnLst/>
              <a:rect l="l" t="t" r="r" b="b"/>
              <a:pathLst>
                <a:path w="5528" h="11989" extrusionOk="0">
                  <a:moveTo>
                    <a:pt x="2681" y="0"/>
                  </a:moveTo>
                  <a:cubicBezTo>
                    <a:pt x="2664" y="0"/>
                    <a:pt x="2646" y="5"/>
                    <a:pt x="2629" y="13"/>
                  </a:cubicBezTo>
                  <a:cubicBezTo>
                    <a:pt x="2595" y="80"/>
                    <a:pt x="2562" y="114"/>
                    <a:pt x="2595" y="147"/>
                  </a:cubicBezTo>
                  <a:cubicBezTo>
                    <a:pt x="3096" y="3216"/>
                    <a:pt x="4196" y="6118"/>
                    <a:pt x="4730" y="9153"/>
                  </a:cubicBezTo>
                  <a:cubicBezTo>
                    <a:pt x="4230" y="8987"/>
                    <a:pt x="3663" y="8920"/>
                    <a:pt x="3129" y="8920"/>
                  </a:cubicBezTo>
                  <a:cubicBezTo>
                    <a:pt x="3062" y="8953"/>
                    <a:pt x="3629" y="11055"/>
                    <a:pt x="3629" y="11355"/>
                  </a:cubicBezTo>
                  <a:lnTo>
                    <a:pt x="3629" y="11422"/>
                  </a:lnTo>
                  <a:cubicBezTo>
                    <a:pt x="3250" y="11527"/>
                    <a:pt x="2895" y="11579"/>
                    <a:pt x="2543" y="11579"/>
                  </a:cubicBezTo>
                  <a:cubicBezTo>
                    <a:pt x="1781" y="11579"/>
                    <a:pt x="1040" y="11334"/>
                    <a:pt x="127" y="10855"/>
                  </a:cubicBezTo>
                  <a:cubicBezTo>
                    <a:pt x="100" y="10801"/>
                    <a:pt x="68" y="10780"/>
                    <a:pt x="46" y="10780"/>
                  </a:cubicBezTo>
                  <a:cubicBezTo>
                    <a:pt x="12" y="10780"/>
                    <a:pt x="0" y="10828"/>
                    <a:pt x="60" y="10888"/>
                  </a:cubicBezTo>
                  <a:cubicBezTo>
                    <a:pt x="627" y="11555"/>
                    <a:pt x="1494" y="11955"/>
                    <a:pt x="2428" y="11989"/>
                  </a:cubicBezTo>
                  <a:cubicBezTo>
                    <a:pt x="2795" y="11989"/>
                    <a:pt x="3229" y="11955"/>
                    <a:pt x="3596" y="11889"/>
                  </a:cubicBezTo>
                  <a:cubicBezTo>
                    <a:pt x="3663" y="11889"/>
                    <a:pt x="3763" y="11822"/>
                    <a:pt x="3796" y="11822"/>
                  </a:cubicBezTo>
                  <a:lnTo>
                    <a:pt x="3996" y="11789"/>
                  </a:lnTo>
                  <a:cubicBezTo>
                    <a:pt x="4096" y="11755"/>
                    <a:pt x="4196" y="11655"/>
                    <a:pt x="4196" y="11522"/>
                  </a:cubicBezTo>
                  <a:lnTo>
                    <a:pt x="4196" y="11455"/>
                  </a:lnTo>
                  <a:lnTo>
                    <a:pt x="4196" y="11355"/>
                  </a:lnTo>
                  <a:cubicBezTo>
                    <a:pt x="4096" y="10621"/>
                    <a:pt x="3829" y="9520"/>
                    <a:pt x="3829" y="9520"/>
                  </a:cubicBezTo>
                  <a:lnTo>
                    <a:pt x="3829" y="9520"/>
                  </a:lnTo>
                  <a:cubicBezTo>
                    <a:pt x="4039" y="9590"/>
                    <a:pt x="4815" y="9806"/>
                    <a:pt x="5233" y="9806"/>
                  </a:cubicBezTo>
                  <a:cubicBezTo>
                    <a:pt x="5414" y="9806"/>
                    <a:pt x="5528" y="9765"/>
                    <a:pt x="5497" y="9654"/>
                  </a:cubicBezTo>
                  <a:cubicBezTo>
                    <a:pt x="4830" y="6518"/>
                    <a:pt x="4096" y="3016"/>
                    <a:pt x="2762" y="80"/>
                  </a:cubicBezTo>
                  <a:cubicBezTo>
                    <a:pt x="2762" y="31"/>
                    <a:pt x="2726" y="0"/>
                    <a:pt x="26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45"/>
            <p:cNvSpPr/>
            <p:nvPr/>
          </p:nvSpPr>
          <p:spPr>
            <a:xfrm>
              <a:off x="2692100" y="2910850"/>
              <a:ext cx="83400" cy="59775"/>
            </a:xfrm>
            <a:custGeom>
              <a:avLst/>
              <a:gdLst/>
              <a:ahLst/>
              <a:cxnLst/>
              <a:rect l="l" t="t" r="r" b="b"/>
              <a:pathLst>
                <a:path w="3336" h="2391" extrusionOk="0">
                  <a:moveTo>
                    <a:pt x="267" y="1"/>
                  </a:moveTo>
                  <a:cubicBezTo>
                    <a:pt x="134" y="301"/>
                    <a:pt x="100" y="635"/>
                    <a:pt x="34" y="968"/>
                  </a:cubicBezTo>
                  <a:cubicBezTo>
                    <a:pt x="0" y="1602"/>
                    <a:pt x="134" y="2303"/>
                    <a:pt x="934" y="2369"/>
                  </a:cubicBezTo>
                  <a:cubicBezTo>
                    <a:pt x="1013" y="2383"/>
                    <a:pt x="1090" y="2390"/>
                    <a:pt x="1165" y="2390"/>
                  </a:cubicBezTo>
                  <a:cubicBezTo>
                    <a:pt x="1444" y="2390"/>
                    <a:pt x="1706" y="2300"/>
                    <a:pt x="1968" y="2169"/>
                  </a:cubicBezTo>
                  <a:cubicBezTo>
                    <a:pt x="2535" y="1836"/>
                    <a:pt x="3002" y="1335"/>
                    <a:pt x="3336" y="768"/>
                  </a:cubicBezTo>
                  <a:lnTo>
                    <a:pt x="3336" y="768"/>
                  </a:lnTo>
                  <a:cubicBezTo>
                    <a:pt x="3219" y="775"/>
                    <a:pt x="3101" y="779"/>
                    <a:pt x="2984" y="779"/>
                  </a:cubicBezTo>
                  <a:cubicBezTo>
                    <a:pt x="2029" y="779"/>
                    <a:pt x="1069" y="535"/>
                    <a:pt x="26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5"/>
            <p:cNvSpPr/>
            <p:nvPr/>
          </p:nvSpPr>
          <p:spPr>
            <a:xfrm>
              <a:off x="2692100" y="2935050"/>
              <a:ext cx="49225" cy="35575"/>
            </a:xfrm>
            <a:custGeom>
              <a:avLst/>
              <a:gdLst/>
              <a:ahLst/>
              <a:cxnLst/>
              <a:rect l="l" t="t" r="r" b="b"/>
              <a:pathLst>
                <a:path w="1969" h="1423" extrusionOk="0">
                  <a:moveTo>
                    <a:pt x="67" y="0"/>
                  </a:moveTo>
                  <a:cubicBezTo>
                    <a:pt x="0" y="634"/>
                    <a:pt x="134" y="1335"/>
                    <a:pt x="934" y="1401"/>
                  </a:cubicBezTo>
                  <a:cubicBezTo>
                    <a:pt x="1013" y="1415"/>
                    <a:pt x="1090" y="1422"/>
                    <a:pt x="1165" y="1422"/>
                  </a:cubicBezTo>
                  <a:cubicBezTo>
                    <a:pt x="1444" y="1422"/>
                    <a:pt x="1706" y="1332"/>
                    <a:pt x="1968" y="1201"/>
                  </a:cubicBezTo>
                  <a:cubicBezTo>
                    <a:pt x="1768" y="401"/>
                    <a:pt x="868" y="0"/>
                    <a:pt x="67" y="0"/>
                  </a:cubicBezTo>
                  <a:close/>
                </a:path>
              </a:pathLst>
            </a:custGeom>
            <a:solidFill>
              <a:srgbClr val="FF99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5"/>
            <p:cNvSpPr/>
            <p:nvPr/>
          </p:nvSpPr>
          <p:spPr>
            <a:xfrm>
              <a:off x="2219550" y="2258550"/>
              <a:ext cx="759450" cy="594300"/>
            </a:xfrm>
            <a:custGeom>
              <a:avLst/>
              <a:gdLst/>
              <a:ahLst/>
              <a:cxnLst/>
              <a:rect l="l" t="t" r="r" b="b"/>
              <a:pathLst>
                <a:path w="30378" h="23772" extrusionOk="0">
                  <a:moveTo>
                    <a:pt x="23254" y="1"/>
                  </a:moveTo>
                  <a:cubicBezTo>
                    <a:pt x="22471" y="1"/>
                    <a:pt x="22004" y="1742"/>
                    <a:pt x="22004" y="1742"/>
                  </a:cubicBezTo>
                  <a:cubicBezTo>
                    <a:pt x="22004" y="1742"/>
                    <a:pt x="19818" y="1447"/>
                    <a:pt x="16951" y="1447"/>
                  </a:cubicBezTo>
                  <a:cubicBezTo>
                    <a:pt x="15001" y="1447"/>
                    <a:pt x="12736" y="1583"/>
                    <a:pt x="10630" y="2042"/>
                  </a:cubicBezTo>
                  <a:cubicBezTo>
                    <a:pt x="5393" y="3143"/>
                    <a:pt x="3791" y="8947"/>
                    <a:pt x="3791" y="8947"/>
                  </a:cubicBezTo>
                  <a:cubicBezTo>
                    <a:pt x="3791" y="8947"/>
                    <a:pt x="1056" y="10081"/>
                    <a:pt x="522" y="12250"/>
                  </a:cubicBezTo>
                  <a:cubicBezTo>
                    <a:pt x="0" y="14371"/>
                    <a:pt x="4363" y="23772"/>
                    <a:pt x="6676" y="23772"/>
                  </a:cubicBezTo>
                  <a:cubicBezTo>
                    <a:pt x="6728" y="23772"/>
                    <a:pt x="6778" y="23767"/>
                    <a:pt x="6827" y="23758"/>
                  </a:cubicBezTo>
                  <a:cubicBezTo>
                    <a:pt x="10329" y="23091"/>
                    <a:pt x="9762" y="16586"/>
                    <a:pt x="9762" y="16586"/>
                  </a:cubicBezTo>
                  <a:cubicBezTo>
                    <a:pt x="9762" y="16586"/>
                    <a:pt x="15600" y="14451"/>
                    <a:pt x="15600" y="9748"/>
                  </a:cubicBezTo>
                  <a:cubicBezTo>
                    <a:pt x="15600" y="9748"/>
                    <a:pt x="18538" y="10905"/>
                    <a:pt x="21730" y="10905"/>
                  </a:cubicBezTo>
                  <a:cubicBezTo>
                    <a:pt x="23263" y="10905"/>
                    <a:pt x="24855" y="10638"/>
                    <a:pt x="26207" y="9848"/>
                  </a:cubicBezTo>
                  <a:cubicBezTo>
                    <a:pt x="30377" y="7379"/>
                    <a:pt x="28476" y="2443"/>
                    <a:pt x="27809" y="1442"/>
                  </a:cubicBezTo>
                  <a:cubicBezTo>
                    <a:pt x="27697" y="1275"/>
                    <a:pt x="27545" y="1206"/>
                    <a:pt x="27369" y="1206"/>
                  </a:cubicBezTo>
                  <a:cubicBezTo>
                    <a:pt x="26489" y="1206"/>
                    <a:pt x="25007" y="2943"/>
                    <a:pt x="25007" y="2943"/>
                  </a:cubicBezTo>
                  <a:cubicBezTo>
                    <a:pt x="25007" y="2943"/>
                    <a:pt x="24173" y="108"/>
                    <a:pt x="23339" y="8"/>
                  </a:cubicBezTo>
                  <a:cubicBezTo>
                    <a:pt x="23310" y="3"/>
                    <a:pt x="23282" y="1"/>
                    <a:pt x="232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5"/>
            <p:cNvSpPr/>
            <p:nvPr/>
          </p:nvSpPr>
          <p:spPr>
            <a:xfrm>
              <a:off x="2425225" y="2467200"/>
              <a:ext cx="198250" cy="222875"/>
            </a:xfrm>
            <a:custGeom>
              <a:avLst/>
              <a:gdLst/>
              <a:ahLst/>
              <a:cxnLst/>
              <a:rect l="l" t="t" r="r" b="b"/>
              <a:pathLst>
                <a:path w="7930" h="8915" extrusionOk="0">
                  <a:moveTo>
                    <a:pt x="7273" y="1"/>
                  </a:moveTo>
                  <a:cubicBezTo>
                    <a:pt x="7239" y="1"/>
                    <a:pt x="7239" y="1"/>
                    <a:pt x="7239" y="34"/>
                  </a:cubicBezTo>
                  <a:cubicBezTo>
                    <a:pt x="7440" y="4604"/>
                    <a:pt x="4871" y="8340"/>
                    <a:pt x="134" y="8574"/>
                  </a:cubicBezTo>
                  <a:cubicBezTo>
                    <a:pt x="1" y="8574"/>
                    <a:pt x="1" y="8740"/>
                    <a:pt x="101" y="8840"/>
                  </a:cubicBezTo>
                  <a:cubicBezTo>
                    <a:pt x="418" y="8890"/>
                    <a:pt x="727" y="8914"/>
                    <a:pt x="1027" y="8914"/>
                  </a:cubicBezTo>
                  <a:cubicBezTo>
                    <a:pt x="5346" y="8914"/>
                    <a:pt x="7930" y="3966"/>
                    <a:pt x="7306" y="68"/>
                  </a:cubicBezTo>
                  <a:lnTo>
                    <a:pt x="7306" y="34"/>
                  </a:lnTo>
                  <a:cubicBezTo>
                    <a:pt x="7306" y="1"/>
                    <a:pt x="7306" y="1"/>
                    <a:pt x="727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5"/>
            <p:cNvSpPr/>
            <p:nvPr/>
          </p:nvSpPr>
          <p:spPr>
            <a:xfrm>
              <a:off x="2200075" y="2480325"/>
              <a:ext cx="190475" cy="370250"/>
            </a:xfrm>
            <a:custGeom>
              <a:avLst/>
              <a:gdLst/>
              <a:ahLst/>
              <a:cxnLst/>
              <a:rect l="l" t="t" r="r" b="b"/>
              <a:pathLst>
                <a:path w="7619" h="14810" extrusionOk="0">
                  <a:moveTo>
                    <a:pt x="4692" y="0"/>
                  </a:moveTo>
                  <a:cubicBezTo>
                    <a:pt x="4684" y="0"/>
                    <a:pt x="4677" y="3"/>
                    <a:pt x="4671" y="10"/>
                  </a:cubicBezTo>
                  <a:cubicBezTo>
                    <a:pt x="1768" y="1310"/>
                    <a:pt x="1" y="3579"/>
                    <a:pt x="1101" y="6848"/>
                  </a:cubicBezTo>
                  <a:cubicBezTo>
                    <a:pt x="2002" y="9750"/>
                    <a:pt x="4437" y="13719"/>
                    <a:pt x="7439" y="14787"/>
                  </a:cubicBezTo>
                  <a:cubicBezTo>
                    <a:pt x="7455" y="14802"/>
                    <a:pt x="7470" y="14809"/>
                    <a:pt x="7485" y="14809"/>
                  </a:cubicBezTo>
                  <a:cubicBezTo>
                    <a:pt x="7565" y="14809"/>
                    <a:pt x="7618" y="14615"/>
                    <a:pt x="7506" y="14587"/>
                  </a:cubicBezTo>
                  <a:cubicBezTo>
                    <a:pt x="4971" y="13553"/>
                    <a:pt x="3036" y="10517"/>
                    <a:pt x="1935" y="8082"/>
                  </a:cubicBezTo>
                  <a:cubicBezTo>
                    <a:pt x="1168" y="6548"/>
                    <a:pt x="601" y="4680"/>
                    <a:pt x="1435" y="3045"/>
                  </a:cubicBezTo>
                  <a:cubicBezTo>
                    <a:pt x="2135" y="1677"/>
                    <a:pt x="3570" y="944"/>
                    <a:pt x="4704" y="76"/>
                  </a:cubicBezTo>
                  <a:cubicBezTo>
                    <a:pt x="4758" y="49"/>
                    <a:pt x="4724" y="0"/>
                    <a:pt x="469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5"/>
            <p:cNvSpPr/>
            <p:nvPr/>
          </p:nvSpPr>
          <p:spPr>
            <a:xfrm>
              <a:off x="2735150" y="2293225"/>
              <a:ext cx="243000" cy="236675"/>
            </a:xfrm>
            <a:custGeom>
              <a:avLst/>
              <a:gdLst/>
              <a:ahLst/>
              <a:cxnLst/>
              <a:rect l="l" t="t" r="r" b="b"/>
              <a:pathLst>
                <a:path w="9720" h="9467" extrusionOk="0">
                  <a:moveTo>
                    <a:pt x="7113" y="0"/>
                  </a:moveTo>
                  <a:cubicBezTo>
                    <a:pt x="7024" y="0"/>
                    <a:pt x="6940" y="84"/>
                    <a:pt x="7018" y="188"/>
                  </a:cubicBezTo>
                  <a:cubicBezTo>
                    <a:pt x="8552" y="2323"/>
                    <a:pt x="9586" y="5058"/>
                    <a:pt x="7451" y="7227"/>
                  </a:cubicBezTo>
                  <a:cubicBezTo>
                    <a:pt x="6261" y="8463"/>
                    <a:pt x="4458" y="9086"/>
                    <a:pt x="2700" y="9086"/>
                  </a:cubicBezTo>
                  <a:cubicBezTo>
                    <a:pt x="1896" y="9086"/>
                    <a:pt x="1102" y="8956"/>
                    <a:pt x="380" y="8694"/>
                  </a:cubicBezTo>
                  <a:cubicBezTo>
                    <a:pt x="362" y="8688"/>
                    <a:pt x="344" y="8686"/>
                    <a:pt x="326" y="8686"/>
                  </a:cubicBezTo>
                  <a:cubicBezTo>
                    <a:pt x="147" y="8686"/>
                    <a:pt x="0" y="8967"/>
                    <a:pt x="213" y="9028"/>
                  </a:cubicBezTo>
                  <a:cubicBezTo>
                    <a:pt x="969" y="9320"/>
                    <a:pt x="1828" y="9466"/>
                    <a:pt x="2706" y="9466"/>
                  </a:cubicBezTo>
                  <a:cubicBezTo>
                    <a:pt x="4735" y="9466"/>
                    <a:pt x="6865" y="8686"/>
                    <a:pt x="8052" y="7127"/>
                  </a:cubicBezTo>
                  <a:cubicBezTo>
                    <a:pt x="9720" y="4958"/>
                    <a:pt x="9019" y="1823"/>
                    <a:pt x="7185" y="22"/>
                  </a:cubicBezTo>
                  <a:cubicBezTo>
                    <a:pt x="7163" y="7"/>
                    <a:pt x="7138" y="0"/>
                    <a:pt x="711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5"/>
            <p:cNvSpPr/>
            <p:nvPr/>
          </p:nvSpPr>
          <p:spPr>
            <a:xfrm>
              <a:off x="2269300" y="2742575"/>
              <a:ext cx="205175" cy="224575"/>
            </a:xfrm>
            <a:custGeom>
              <a:avLst/>
              <a:gdLst/>
              <a:ahLst/>
              <a:cxnLst/>
              <a:rect l="l" t="t" r="r" b="b"/>
              <a:pathLst>
                <a:path w="8207" h="8983" extrusionOk="0">
                  <a:moveTo>
                    <a:pt x="2777" y="1"/>
                  </a:moveTo>
                  <a:cubicBezTo>
                    <a:pt x="2518" y="1"/>
                    <a:pt x="2268" y="60"/>
                    <a:pt x="2035" y="194"/>
                  </a:cubicBezTo>
                  <a:cubicBezTo>
                    <a:pt x="0" y="1361"/>
                    <a:pt x="2469" y="7899"/>
                    <a:pt x="4904" y="8767"/>
                  </a:cubicBezTo>
                  <a:cubicBezTo>
                    <a:pt x="5232" y="8914"/>
                    <a:pt x="5574" y="8982"/>
                    <a:pt x="5910" y="8982"/>
                  </a:cubicBezTo>
                  <a:cubicBezTo>
                    <a:pt x="6869" y="8982"/>
                    <a:pt x="7777" y="8422"/>
                    <a:pt x="8173" y="7532"/>
                  </a:cubicBezTo>
                  <a:cubicBezTo>
                    <a:pt x="8173" y="7499"/>
                    <a:pt x="8206" y="7432"/>
                    <a:pt x="8206" y="7432"/>
                  </a:cubicBezTo>
                  <a:lnTo>
                    <a:pt x="7339" y="3530"/>
                  </a:lnTo>
                  <a:cubicBezTo>
                    <a:pt x="7339" y="3530"/>
                    <a:pt x="4777" y="1"/>
                    <a:pt x="2777" y="1"/>
                  </a:cubicBezTo>
                  <a:close/>
                </a:path>
              </a:pathLst>
            </a:custGeom>
            <a:solidFill>
              <a:srgbClr val="EB9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5"/>
            <p:cNvSpPr/>
            <p:nvPr/>
          </p:nvSpPr>
          <p:spPr>
            <a:xfrm>
              <a:off x="2339350" y="2794100"/>
              <a:ext cx="102300" cy="138900"/>
            </a:xfrm>
            <a:custGeom>
              <a:avLst/>
              <a:gdLst/>
              <a:ahLst/>
              <a:cxnLst/>
              <a:rect l="l" t="t" r="r" b="b"/>
              <a:pathLst>
                <a:path w="4092" h="5556" extrusionOk="0">
                  <a:moveTo>
                    <a:pt x="34" y="1"/>
                  </a:moveTo>
                  <a:cubicBezTo>
                    <a:pt x="34" y="1"/>
                    <a:pt x="0" y="34"/>
                    <a:pt x="34" y="34"/>
                  </a:cubicBezTo>
                  <a:cubicBezTo>
                    <a:pt x="1735" y="701"/>
                    <a:pt x="2669" y="2269"/>
                    <a:pt x="3269" y="3870"/>
                  </a:cubicBezTo>
                  <a:cubicBezTo>
                    <a:pt x="2957" y="3475"/>
                    <a:pt x="2567" y="3197"/>
                    <a:pt x="2116" y="3197"/>
                  </a:cubicBezTo>
                  <a:cubicBezTo>
                    <a:pt x="1843" y="3197"/>
                    <a:pt x="1548" y="3298"/>
                    <a:pt x="1234" y="3537"/>
                  </a:cubicBezTo>
                  <a:cubicBezTo>
                    <a:pt x="1201" y="3570"/>
                    <a:pt x="1234" y="3637"/>
                    <a:pt x="1268" y="3637"/>
                  </a:cubicBezTo>
                  <a:cubicBezTo>
                    <a:pt x="1436" y="3575"/>
                    <a:pt x="1606" y="3546"/>
                    <a:pt x="1773" y="3546"/>
                  </a:cubicBezTo>
                  <a:cubicBezTo>
                    <a:pt x="2234" y="3546"/>
                    <a:pt x="2666" y="3769"/>
                    <a:pt x="2936" y="4137"/>
                  </a:cubicBezTo>
                  <a:cubicBezTo>
                    <a:pt x="3269" y="4537"/>
                    <a:pt x="3569" y="5004"/>
                    <a:pt x="3770" y="5471"/>
                  </a:cubicBezTo>
                  <a:cubicBezTo>
                    <a:pt x="3805" y="5530"/>
                    <a:pt x="3856" y="5556"/>
                    <a:pt x="3907" y="5556"/>
                  </a:cubicBezTo>
                  <a:cubicBezTo>
                    <a:pt x="4001" y="5556"/>
                    <a:pt x="4091" y="5468"/>
                    <a:pt x="4070" y="5338"/>
                  </a:cubicBezTo>
                  <a:cubicBezTo>
                    <a:pt x="4070" y="3170"/>
                    <a:pt x="2335" y="168"/>
                    <a:pt x="3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5"/>
            <p:cNvSpPr/>
            <p:nvPr/>
          </p:nvSpPr>
          <p:spPr>
            <a:xfrm>
              <a:off x="2321000" y="2286225"/>
              <a:ext cx="449500" cy="465375"/>
            </a:xfrm>
            <a:custGeom>
              <a:avLst/>
              <a:gdLst/>
              <a:ahLst/>
              <a:cxnLst/>
              <a:rect l="l" t="t" r="r" b="b"/>
              <a:pathLst>
                <a:path w="17980" h="18615" extrusionOk="0">
                  <a:moveTo>
                    <a:pt x="13295" y="0"/>
                  </a:moveTo>
                  <a:cubicBezTo>
                    <a:pt x="6983" y="0"/>
                    <a:pt x="2620" y="3494"/>
                    <a:pt x="1401" y="7340"/>
                  </a:cubicBezTo>
                  <a:cubicBezTo>
                    <a:pt x="0" y="11643"/>
                    <a:pt x="1768" y="18615"/>
                    <a:pt x="1768" y="18615"/>
                  </a:cubicBezTo>
                  <a:lnTo>
                    <a:pt x="4137" y="18348"/>
                  </a:lnTo>
                  <a:cubicBezTo>
                    <a:pt x="4137" y="18348"/>
                    <a:pt x="2569" y="10008"/>
                    <a:pt x="4237" y="7140"/>
                  </a:cubicBezTo>
                  <a:cubicBezTo>
                    <a:pt x="7906" y="902"/>
                    <a:pt x="17980" y="602"/>
                    <a:pt x="17980" y="602"/>
                  </a:cubicBezTo>
                  <a:cubicBezTo>
                    <a:pt x="16323" y="188"/>
                    <a:pt x="14757" y="0"/>
                    <a:pt x="132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5"/>
            <p:cNvSpPr/>
            <p:nvPr/>
          </p:nvSpPr>
          <p:spPr>
            <a:xfrm>
              <a:off x="2242600" y="2673425"/>
              <a:ext cx="320250" cy="329600"/>
            </a:xfrm>
            <a:custGeom>
              <a:avLst/>
              <a:gdLst/>
              <a:ahLst/>
              <a:cxnLst/>
              <a:rect l="l" t="t" r="r" b="b"/>
              <a:pathLst>
                <a:path w="12810" h="13184" extrusionOk="0">
                  <a:moveTo>
                    <a:pt x="6170" y="0"/>
                  </a:moveTo>
                  <a:cubicBezTo>
                    <a:pt x="5851" y="0"/>
                    <a:pt x="5528" y="30"/>
                    <a:pt x="5204" y="91"/>
                  </a:cubicBezTo>
                  <a:cubicBezTo>
                    <a:pt x="2002" y="658"/>
                    <a:pt x="1" y="4061"/>
                    <a:pt x="735" y="7663"/>
                  </a:cubicBezTo>
                  <a:cubicBezTo>
                    <a:pt x="1366" y="10911"/>
                    <a:pt x="3923" y="13183"/>
                    <a:pt x="6767" y="13183"/>
                  </a:cubicBezTo>
                  <a:cubicBezTo>
                    <a:pt x="7077" y="13183"/>
                    <a:pt x="7391" y="13156"/>
                    <a:pt x="7706" y="13100"/>
                  </a:cubicBezTo>
                  <a:cubicBezTo>
                    <a:pt x="10875" y="12500"/>
                    <a:pt x="12810" y="9098"/>
                    <a:pt x="12143" y="5495"/>
                  </a:cubicBezTo>
                  <a:cubicBezTo>
                    <a:pt x="11514" y="2290"/>
                    <a:pt x="8976" y="0"/>
                    <a:pt x="61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5"/>
            <p:cNvSpPr/>
            <p:nvPr/>
          </p:nvSpPr>
          <p:spPr>
            <a:xfrm>
              <a:off x="2231775" y="2690125"/>
              <a:ext cx="287725" cy="297000"/>
            </a:xfrm>
            <a:custGeom>
              <a:avLst/>
              <a:gdLst/>
              <a:ahLst/>
              <a:cxnLst/>
              <a:rect l="l" t="t" r="r" b="b"/>
              <a:pathLst>
                <a:path w="11509" h="11880" extrusionOk="0">
                  <a:moveTo>
                    <a:pt x="5543" y="0"/>
                  </a:moveTo>
                  <a:cubicBezTo>
                    <a:pt x="5243" y="0"/>
                    <a:pt x="4940" y="30"/>
                    <a:pt x="4637" y="90"/>
                  </a:cubicBezTo>
                  <a:cubicBezTo>
                    <a:pt x="1801" y="624"/>
                    <a:pt x="0" y="3659"/>
                    <a:pt x="634" y="6929"/>
                  </a:cubicBezTo>
                  <a:cubicBezTo>
                    <a:pt x="1173" y="9834"/>
                    <a:pt x="3488" y="11879"/>
                    <a:pt x="6008" y="11879"/>
                  </a:cubicBezTo>
                  <a:cubicBezTo>
                    <a:pt x="6294" y="11879"/>
                    <a:pt x="6583" y="11853"/>
                    <a:pt x="6872" y="11799"/>
                  </a:cubicBezTo>
                  <a:cubicBezTo>
                    <a:pt x="9707" y="11265"/>
                    <a:pt x="11508" y="8163"/>
                    <a:pt x="10875" y="4960"/>
                  </a:cubicBezTo>
                  <a:cubicBezTo>
                    <a:pt x="10309" y="2041"/>
                    <a:pt x="8041" y="0"/>
                    <a:pt x="55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5"/>
            <p:cNvSpPr/>
            <p:nvPr/>
          </p:nvSpPr>
          <p:spPr>
            <a:xfrm>
              <a:off x="2933925" y="4754675"/>
              <a:ext cx="1391850" cy="62575"/>
            </a:xfrm>
            <a:custGeom>
              <a:avLst/>
              <a:gdLst/>
              <a:ahLst/>
              <a:cxnLst/>
              <a:rect l="l" t="t" r="r" b="b"/>
              <a:pathLst>
                <a:path w="55674" h="2503" extrusionOk="0">
                  <a:moveTo>
                    <a:pt x="1" y="1"/>
                  </a:moveTo>
                  <a:lnTo>
                    <a:pt x="1" y="2502"/>
                  </a:lnTo>
                  <a:lnTo>
                    <a:pt x="55674" y="2502"/>
                  </a:lnTo>
                  <a:lnTo>
                    <a:pt x="556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5"/>
            <p:cNvSpPr/>
            <p:nvPr/>
          </p:nvSpPr>
          <p:spPr>
            <a:xfrm>
              <a:off x="3625250" y="4754675"/>
              <a:ext cx="700525" cy="62575"/>
            </a:xfrm>
            <a:custGeom>
              <a:avLst/>
              <a:gdLst/>
              <a:ahLst/>
              <a:cxnLst/>
              <a:rect l="l" t="t" r="r" b="b"/>
              <a:pathLst>
                <a:path w="28021" h="2503" extrusionOk="0">
                  <a:moveTo>
                    <a:pt x="1" y="1"/>
                  </a:moveTo>
                  <a:lnTo>
                    <a:pt x="1" y="2502"/>
                  </a:lnTo>
                  <a:lnTo>
                    <a:pt x="28021" y="2502"/>
                  </a:lnTo>
                  <a:lnTo>
                    <a:pt x="2802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5"/>
            <p:cNvSpPr/>
            <p:nvPr/>
          </p:nvSpPr>
          <p:spPr>
            <a:xfrm>
              <a:off x="3666950" y="3897400"/>
              <a:ext cx="1533625" cy="919850"/>
            </a:xfrm>
            <a:custGeom>
              <a:avLst/>
              <a:gdLst/>
              <a:ahLst/>
              <a:cxnLst/>
              <a:rect l="l" t="t" r="r" b="b"/>
              <a:pathLst>
                <a:path w="61345" h="36794" extrusionOk="0">
                  <a:moveTo>
                    <a:pt x="7106" y="0"/>
                  </a:moveTo>
                  <a:lnTo>
                    <a:pt x="1" y="36793"/>
                  </a:lnTo>
                  <a:lnTo>
                    <a:pt x="54239" y="36793"/>
                  </a:lnTo>
                  <a:lnTo>
                    <a:pt x="6134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5"/>
            <p:cNvSpPr/>
            <p:nvPr/>
          </p:nvSpPr>
          <p:spPr>
            <a:xfrm>
              <a:off x="3722000" y="3897400"/>
              <a:ext cx="1533625" cy="919850"/>
            </a:xfrm>
            <a:custGeom>
              <a:avLst/>
              <a:gdLst/>
              <a:ahLst/>
              <a:cxnLst/>
              <a:rect l="l" t="t" r="r" b="b"/>
              <a:pathLst>
                <a:path w="61345" h="36794" extrusionOk="0">
                  <a:moveTo>
                    <a:pt x="7105" y="0"/>
                  </a:moveTo>
                  <a:lnTo>
                    <a:pt x="0" y="36793"/>
                  </a:lnTo>
                  <a:lnTo>
                    <a:pt x="54272" y="36793"/>
                  </a:lnTo>
                  <a:lnTo>
                    <a:pt x="6134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5"/>
            <p:cNvSpPr/>
            <p:nvPr/>
          </p:nvSpPr>
          <p:spPr>
            <a:xfrm>
              <a:off x="4403325" y="4274325"/>
              <a:ext cx="172650" cy="165150"/>
            </a:xfrm>
            <a:custGeom>
              <a:avLst/>
              <a:gdLst/>
              <a:ahLst/>
              <a:cxnLst/>
              <a:rect l="l" t="t" r="r" b="b"/>
              <a:pathLst>
                <a:path w="6906" h="6606" extrusionOk="0">
                  <a:moveTo>
                    <a:pt x="3736" y="1"/>
                  </a:moveTo>
                  <a:cubicBezTo>
                    <a:pt x="1868" y="34"/>
                    <a:pt x="334" y="1469"/>
                    <a:pt x="167" y="3303"/>
                  </a:cubicBezTo>
                  <a:cubicBezTo>
                    <a:pt x="0" y="4938"/>
                    <a:pt x="1168" y="6372"/>
                    <a:pt x="2769" y="6606"/>
                  </a:cubicBezTo>
                  <a:lnTo>
                    <a:pt x="3169" y="6606"/>
                  </a:lnTo>
                  <a:cubicBezTo>
                    <a:pt x="5037" y="6539"/>
                    <a:pt x="6571" y="5138"/>
                    <a:pt x="6738" y="3303"/>
                  </a:cubicBezTo>
                  <a:cubicBezTo>
                    <a:pt x="6905" y="1669"/>
                    <a:pt x="5738" y="201"/>
                    <a:pt x="41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4" name="Google Shape;1024;p45"/>
          <p:cNvSpPr txBox="1">
            <a:spLocks noGrp="1"/>
          </p:cNvSpPr>
          <p:nvPr>
            <p:ph type="ctrTitle"/>
          </p:nvPr>
        </p:nvSpPr>
        <p:spPr>
          <a:xfrm>
            <a:off x="3717250" y="540000"/>
            <a:ext cx="4686900" cy="1084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Thanks!</a:t>
            </a:r>
            <a:endParaRPr/>
          </a:p>
        </p:txBody>
      </p:sp>
      <p:sp>
        <p:nvSpPr>
          <p:cNvPr id="1025" name="Google Shape;1025;p45"/>
          <p:cNvSpPr txBox="1">
            <a:spLocks noGrp="1"/>
          </p:cNvSpPr>
          <p:nvPr>
            <p:ph type="subTitle" idx="1"/>
          </p:nvPr>
        </p:nvSpPr>
        <p:spPr>
          <a:xfrm>
            <a:off x="4892875" y="1801125"/>
            <a:ext cx="3511200" cy="1218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accent1"/>
                </a:solidFill>
              </a:rPr>
              <a:t>Do you have any questions?</a:t>
            </a:r>
            <a:endParaRPr>
              <a:solidFill>
                <a:schemeClr val="accent1"/>
              </a:solidFill>
            </a:endParaRPr>
          </a:p>
          <a:p>
            <a:pPr marL="0" lvl="0" indent="0" algn="r" rtl="0">
              <a:spcBef>
                <a:spcPts val="1000"/>
              </a:spcBef>
              <a:spcAft>
                <a:spcPts val="0"/>
              </a:spcAft>
              <a:buNone/>
            </a:pPr>
            <a:r>
              <a:rPr lang="en">
                <a:solidFill>
                  <a:schemeClr val="accent1"/>
                </a:solidFill>
              </a:rPr>
              <a:t>youremail@freepik.com </a:t>
            </a:r>
            <a:endParaRPr>
              <a:solidFill>
                <a:schemeClr val="accent1"/>
              </a:solidFill>
            </a:endParaRPr>
          </a:p>
          <a:p>
            <a:pPr marL="0" lvl="0" indent="0" algn="r" rtl="0">
              <a:spcBef>
                <a:spcPts val="0"/>
              </a:spcBef>
              <a:spcAft>
                <a:spcPts val="0"/>
              </a:spcAft>
              <a:buNone/>
            </a:pPr>
            <a:r>
              <a:rPr lang="en">
                <a:solidFill>
                  <a:schemeClr val="accent1"/>
                </a:solidFill>
              </a:rPr>
              <a:t>+91  620 421 838 </a:t>
            </a:r>
            <a:endParaRPr>
              <a:solidFill>
                <a:schemeClr val="accent1"/>
              </a:solidFill>
            </a:endParaRPr>
          </a:p>
          <a:p>
            <a:pPr marL="0" lvl="0" indent="0" algn="r" rtl="0">
              <a:spcBef>
                <a:spcPts val="0"/>
              </a:spcBef>
              <a:spcAft>
                <a:spcPts val="0"/>
              </a:spcAft>
              <a:buNone/>
            </a:pPr>
            <a:r>
              <a:rPr lang="en">
                <a:solidFill>
                  <a:schemeClr val="accent1"/>
                </a:solidFill>
              </a:rPr>
              <a:t>yourwebsite.com</a:t>
            </a:r>
            <a:endParaRPr>
              <a:solidFill>
                <a:schemeClr val="accent1"/>
              </a:solidFill>
            </a:endParaRPr>
          </a:p>
        </p:txBody>
      </p:sp>
      <p:sp>
        <p:nvSpPr>
          <p:cNvPr id="1026" name="Google Shape;1026;p45"/>
          <p:cNvSpPr txBox="1">
            <a:spLocks noGrp="1"/>
          </p:cNvSpPr>
          <p:nvPr>
            <p:ph type="subTitle" idx="1"/>
          </p:nvPr>
        </p:nvSpPr>
        <p:spPr>
          <a:xfrm>
            <a:off x="5177870" y="4286000"/>
            <a:ext cx="3226200" cy="322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chemeClr val="accent1"/>
                </a:solidFill>
                <a:latin typeface="Raleway"/>
                <a:ea typeface="Raleway"/>
                <a:cs typeface="Raleway"/>
                <a:sym typeface="Raleway"/>
              </a:rPr>
              <a:t>Please keep this slide for attribution</a:t>
            </a:r>
            <a:endParaRPr sz="1000">
              <a:solidFill>
                <a:schemeClr val="accent1"/>
              </a:solidFill>
              <a:latin typeface="Raleway"/>
              <a:ea typeface="Raleway"/>
              <a:cs typeface="Raleway"/>
              <a:sym typeface="Raleway"/>
            </a:endParaRPr>
          </a:p>
        </p:txBody>
      </p:sp>
      <p:grpSp>
        <p:nvGrpSpPr>
          <p:cNvPr id="1027" name="Google Shape;1027;p45"/>
          <p:cNvGrpSpPr/>
          <p:nvPr/>
        </p:nvGrpSpPr>
        <p:grpSpPr>
          <a:xfrm>
            <a:off x="5840858" y="3196355"/>
            <a:ext cx="476812" cy="476787"/>
            <a:chOff x="266768" y="1721375"/>
            <a:chExt cx="397907" cy="397887"/>
          </a:xfrm>
        </p:grpSpPr>
        <p:sp>
          <p:nvSpPr>
            <p:cNvPr id="1028" name="Google Shape;1028;p45"/>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5"/>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0" name="Google Shape;1030;p45"/>
          <p:cNvGrpSpPr/>
          <p:nvPr/>
        </p:nvGrpSpPr>
        <p:grpSpPr>
          <a:xfrm>
            <a:off x="7147171" y="3196356"/>
            <a:ext cx="476787" cy="476787"/>
            <a:chOff x="1379798" y="1723250"/>
            <a:chExt cx="397887" cy="397887"/>
          </a:xfrm>
        </p:grpSpPr>
        <p:sp>
          <p:nvSpPr>
            <p:cNvPr id="1031" name="Google Shape;1031;p45"/>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5"/>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5"/>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5"/>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5" name="Google Shape;1035;p45"/>
          <p:cNvGrpSpPr/>
          <p:nvPr/>
        </p:nvGrpSpPr>
        <p:grpSpPr>
          <a:xfrm>
            <a:off x="6494042" y="3196356"/>
            <a:ext cx="476762" cy="476787"/>
            <a:chOff x="864491" y="1723250"/>
            <a:chExt cx="397866" cy="397887"/>
          </a:xfrm>
        </p:grpSpPr>
        <p:sp>
          <p:nvSpPr>
            <p:cNvPr id="1036" name="Google Shape;1036;p45"/>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5"/>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5"/>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9" name="Google Shape;1039;p45"/>
          <p:cNvSpPr/>
          <p:nvPr/>
        </p:nvSpPr>
        <p:spPr>
          <a:xfrm>
            <a:off x="7800219" y="3239576"/>
            <a:ext cx="478193" cy="390056"/>
          </a:xfrm>
          <a:custGeom>
            <a:avLst/>
            <a:gdLst/>
            <a:ahLst/>
            <a:cxnLst/>
            <a:rect l="l" t="t" r="r" b="b"/>
            <a:pathLst>
              <a:path w="19122" h="15596" extrusionOk="0">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5"/>
          <p:cNvSpPr/>
          <p:nvPr/>
        </p:nvSpPr>
        <p:spPr>
          <a:xfrm>
            <a:off x="2038025" y="877478"/>
            <a:ext cx="1554338" cy="1052853"/>
          </a:xfrm>
          <a:custGeom>
            <a:avLst/>
            <a:gdLst/>
            <a:ahLst/>
            <a:cxnLst/>
            <a:rect l="l" t="t" r="r" b="b"/>
            <a:pathLst>
              <a:path w="103107" h="69841" extrusionOk="0">
                <a:moveTo>
                  <a:pt x="56893" y="0"/>
                </a:moveTo>
                <a:cubicBezTo>
                  <a:pt x="48242" y="0"/>
                  <a:pt x="44532" y="9771"/>
                  <a:pt x="44532" y="9771"/>
                </a:cubicBezTo>
                <a:cubicBezTo>
                  <a:pt x="44532" y="9771"/>
                  <a:pt x="42056" y="5858"/>
                  <a:pt x="37443" y="5858"/>
                </a:cubicBezTo>
                <a:cubicBezTo>
                  <a:pt x="35677" y="5858"/>
                  <a:pt x="33598" y="6431"/>
                  <a:pt x="31224" y="8016"/>
                </a:cubicBezTo>
                <a:cubicBezTo>
                  <a:pt x="24438" y="12552"/>
                  <a:pt x="26524" y="17815"/>
                  <a:pt x="26524" y="17815"/>
                </a:cubicBezTo>
                <a:cubicBezTo>
                  <a:pt x="25549" y="17699"/>
                  <a:pt x="24635" y="17644"/>
                  <a:pt x="23779" y="17644"/>
                </a:cubicBezTo>
                <a:cubicBezTo>
                  <a:pt x="10998" y="17644"/>
                  <a:pt x="10998" y="29799"/>
                  <a:pt x="10998" y="29799"/>
                </a:cubicBezTo>
                <a:cubicBezTo>
                  <a:pt x="10319" y="29628"/>
                  <a:pt x="9685" y="29550"/>
                  <a:pt x="9092" y="29550"/>
                </a:cubicBezTo>
                <a:cubicBezTo>
                  <a:pt x="2311" y="29550"/>
                  <a:pt x="967" y="39796"/>
                  <a:pt x="967" y="39796"/>
                </a:cubicBezTo>
                <a:cubicBezTo>
                  <a:pt x="967" y="39796"/>
                  <a:pt x="0" y="50270"/>
                  <a:pt x="10863" y="50270"/>
                </a:cubicBezTo>
                <a:cubicBezTo>
                  <a:pt x="12060" y="50270"/>
                  <a:pt x="13402" y="50143"/>
                  <a:pt x="14904" y="49860"/>
                </a:cubicBezTo>
                <a:lnTo>
                  <a:pt x="14904" y="49860"/>
                </a:lnTo>
                <a:cubicBezTo>
                  <a:pt x="14904" y="49860"/>
                  <a:pt x="13414" y="56746"/>
                  <a:pt x="18380" y="60983"/>
                </a:cubicBezTo>
                <a:cubicBezTo>
                  <a:pt x="20519" y="62829"/>
                  <a:pt x="22555" y="63397"/>
                  <a:pt x="24251" y="63397"/>
                </a:cubicBezTo>
                <a:cubicBezTo>
                  <a:pt x="26965" y="63397"/>
                  <a:pt x="28808" y="61943"/>
                  <a:pt x="28808" y="61943"/>
                </a:cubicBezTo>
                <a:cubicBezTo>
                  <a:pt x="28808" y="61943"/>
                  <a:pt x="30845" y="69841"/>
                  <a:pt x="49921" y="69841"/>
                </a:cubicBezTo>
                <a:cubicBezTo>
                  <a:pt x="50451" y="69841"/>
                  <a:pt x="50994" y="69834"/>
                  <a:pt x="51550" y="69822"/>
                </a:cubicBezTo>
                <a:cubicBezTo>
                  <a:pt x="75418" y="69325"/>
                  <a:pt x="76610" y="61811"/>
                  <a:pt x="76610" y="61811"/>
                </a:cubicBezTo>
                <a:cubicBezTo>
                  <a:pt x="77564" y="61923"/>
                  <a:pt x="78460" y="61975"/>
                  <a:pt x="79300" y="61975"/>
                </a:cubicBezTo>
                <a:cubicBezTo>
                  <a:pt x="92103" y="61975"/>
                  <a:pt x="92103" y="49761"/>
                  <a:pt x="92103" y="49761"/>
                </a:cubicBezTo>
                <a:cubicBezTo>
                  <a:pt x="92791" y="49936"/>
                  <a:pt x="93434" y="50017"/>
                  <a:pt x="94035" y="50017"/>
                </a:cubicBezTo>
                <a:cubicBezTo>
                  <a:pt x="100798" y="50017"/>
                  <a:pt x="102166" y="39796"/>
                  <a:pt x="102166" y="39796"/>
                </a:cubicBezTo>
                <a:cubicBezTo>
                  <a:pt x="102166" y="39796"/>
                  <a:pt x="103106" y="29323"/>
                  <a:pt x="92263" y="29323"/>
                </a:cubicBezTo>
                <a:cubicBezTo>
                  <a:pt x="91068" y="29323"/>
                  <a:pt x="89729" y="29450"/>
                  <a:pt x="88230" y="29733"/>
                </a:cubicBezTo>
                <a:cubicBezTo>
                  <a:pt x="88230" y="29733"/>
                  <a:pt x="89686" y="22814"/>
                  <a:pt x="84754" y="18576"/>
                </a:cubicBezTo>
                <a:cubicBezTo>
                  <a:pt x="82624" y="16751"/>
                  <a:pt x="80596" y="16188"/>
                  <a:pt x="78904" y="16188"/>
                </a:cubicBezTo>
                <a:cubicBezTo>
                  <a:pt x="76179" y="16188"/>
                  <a:pt x="74326" y="17650"/>
                  <a:pt x="74326" y="17650"/>
                </a:cubicBezTo>
                <a:cubicBezTo>
                  <a:pt x="74326" y="17650"/>
                  <a:pt x="74817" y="202"/>
                  <a:pt x="59361" y="202"/>
                </a:cubicBezTo>
                <a:cubicBezTo>
                  <a:pt x="59274" y="202"/>
                  <a:pt x="59186" y="203"/>
                  <a:pt x="59098" y="204"/>
                </a:cubicBezTo>
                <a:cubicBezTo>
                  <a:pt x="58330" y="64"/>
                  <a:pt x="57595" y="0"/>
                  <a:pt x="568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Mental Health Tips Minitheme by Slidesgo">
  <a:themeElements>
    <a:clrScheme name="Simple Light">
      <a:dk1>
        <a:srgbClr val="FFFFFF"/>
      </a:dk1>
      <a:lt1>
        <a:srgbClr val="FFFFFF"/>
      </a:lt1>
      <a:dk2>
        <a:srgbClr val="FFE49D"/>
      </a:dk2>
      <a:lt2>
        <a:srgbClr val="7575FF"/>
      </a:lt2>
      <a:accent1>
        <a:srgbClr val="263238"/>
      </a:accent1>
      <a:accent2>
        <a:srgbClr val="F9C84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765</Words>
  <Application>Microsoft Office PowerPoint</Application>
  <PresentationFormat>Экран (16:9)</PresentationFormat>
  <Paragraphs>136</Paragraphs>
  <Slides>18</Slides>
  <Notes>18</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18</vt:i4>
      </vt:variant>
    </vt:vector>
  </HeadingPairs>
  <TitlesOfParts>
    <vt:vector size="23" baseType="lpstr">
      <vt:lpstr>Roboto</vt:lpstr>
      <vt:lpstr>Abril Fatface</vt:lpstr>
      <vt:lpstr>Raleway</vt:lpstr>
      <vt:lpstr>Arial</vt:lpstr>
      <vt:lpstr>Mental Health Tips Minitheme by Slidesgo</vt:lpstr>
      <vt:lpstr>Mental Health Tips  Minitheme</vt:lpstr>
      <vt:lpstr>About the project</vt:lpstr>
      <vt:lpstr>Contents of this template</vt:lpstr>
      <vt:lpstr>Introduction</vt:lpstr>
      <vt:lpstr>4</vt:lpstr>
      <vt:lpstr>The slide title goes here!</vt:lpstr>
      <vt:lpstr>Mental Disorders</vt:lpstr>
      <vt:lpstr>Evolution Mental Health</vt:lpstr>
      <vt:lpstr>Mental Health affects to…</vt:lpstr>
      <vt:lpstr>Most Common Disorders</vt:lpstr>
      <vt:lpstr>This is a map</vt:lpstr>
      <vt:lpstr>Reviewing concepts is a good idea</vt:lpstr>
      <vt:lpstr>70-90%</vt:lpstr>
      <vt:lpstr>9h 55m 23s</vt:lpstr>
      <vt:lpstr>Tips to start</vt:lpstr>
      <vt:lpstr>Tips Checklist</vt:lpstr>
      <vt:lpstr>Desktop Software</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Mental Health Tips  Minitheme</dc:title>
  <cp:lastModifiedBy>я</cp:lastModifiedBy>
  <cp:revision>1</cp:revision>
  <dcterms:modified xsi:type="dcterms:W3CDTF">2026-02-19T06:32:39Z</dcterms:modified>
</cp:coreProperties>
</file>
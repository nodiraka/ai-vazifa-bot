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6858000" cy="9144000"/>
  <p:embeddedFontLst>
    <p:embeddedFont>
      <p:font typeface="Hind" panose="020B0604020202020204" charset="0"/>
      <p:regular r:id="rId34"/>
      <p:bold r:id="rId35"/>
    </p:embeddedFont>
    <p:embeddedFont>
      <p:font typeface="Pompiere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84AA70-E986-4EB8-B557-A61E3157E01B}">
  <a:tblStyle styleId="{CA84AA70-E986-4EB8-B557-A61E3157E0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6ad7e23cbf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6ad7e23cbf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aef62aa4e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aef62aa4e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709763f32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709763f32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6b47115854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6b47115854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65b8c88666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65b8c88666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6b47115854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6b47115854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6b47115854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6b47115854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65b8c88666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65b8c88666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709763f32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709763f32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709763f328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709763f328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6b47115854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6b47115854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65b8c88666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65b8c88666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6b4c955e1f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6b4c955e1f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6aff08049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6aff08049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65b8c88666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65b8c88666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6b4c955e1f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6b4c955e1f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65b8c88666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65b8c88666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65b8c88666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65b8c88666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6b47115854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6b47115854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65b8c88666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65b8c88666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6b4711585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6b4711585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6b4c955e1f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6b4c955e1f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65b8c88666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65b8c88666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65c22cdac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65c22cdac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65b8c8866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65b8c8866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65b8c88666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65b8c88666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65b8c88666_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65b8c88666_2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65b8c88666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65b8c88666_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65b8c8866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65b8c88666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65b8c88666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65b8c88666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925750" y="860400"/>
            <a:ext cx="2498400" cy="2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925750" y="3659875"/>
            <a:ext cx="2498400" cy="5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4831" y="1782683"/>
            <a:ext cx="6795898" cy="3371479"/>
          </a:xfrm>
          <a:custGeom>
            <a:avLst/>
            <a:gdLst/>
            <a:ahLst/>
            <a:cxnLst/>
            <a:rect l="l" t="t" r="r" b="b"/>
            <a:pathLst>
              <a:path w="182796" h="90686" extrusionOk="0">
                <a:moveTo>
                  <a:pt x="42095" y="260"/>
                </a:moveTo>
                <a:cubicBezTo>
                  <a:pt x="32418" y="893"/>
                  <a:pt x="23619" y="6668"/>
                  <a:pt x="17167" y="14056"/>
                </a:cubicBezTo>
                <a:cubicBezTo>
                  <a:pt x="14287" y="17340"/>
                  <a:pt x="11810" y="20954"/>
                  <a:pt x="9563" y="24699"/>
                </a:cubicBezTo>
                <a:cubicBezTo>
                  <a:pt x="4782" y="32677"/>
                  <a:pt x="1469" y="39878"/>
                  <a:pt x="649" y="49224"/>
                </a:cubicBezTo>
                <a:cubicBezTo>
                  <a:pt x="1" y="56857"/>
                  <a:pt x="821" y="64561"/>
                  <a:pt x="3068" y="71892"/>
                </a:cubicBezTo>
                <a:cubicBezTo>
                  <a:pt x="4695" y="77249"/>
                  <a:pt x="6985" y="82376"/>
                  <a:pt x="9894" y="87157"/>
                </a:cubicBezTo>
                <a:cubicBezTo>
                  <a:pt x="10125" y="87517"/>
                  <a:pt x="10974" y="89159"/>
                  <a:pt x="11853" y="90541"/>
                </a:cubicBezTo>
                <a:cubicBezTo>
                  <a:pt x="11954" y="90685"/>
                  <a:pt x="170022" y="90426"/>
                  <a:pt x="170022" y="90426"/>
                </a:cubicBezTo>
                <a:cubicBezTo>
                  <a:pt x="178562" y="73087"/>
                  <a:pt x="182796" y="57346"/>
                  <a:pt x="181442" y="44313"/>
                </a:cubicBezTo>
                <a:cubicBezTo>
                  <a:pt x="179973" y="30243"/>
                  <a:pt x="177727" y="16980"/>
                  <a:pt x="159048" y="8483"/>
                </a:cubicBezTo>
                <a:cubicBezTo>
                  <a:pt x="140370" y="1"/>
                  <a:pt x="120438" y="14661"/>
                  <a:pt x="102019" y="14920"/>
                </a:cubicBezTo>
                <a:cubicBezTo>
                  <a:pt x="95294" y="15007"/>
                  <a:pt x="89173" y="12443"/>
                  <a:pt x="82851" y="10514"/>
                </a:cubicBezTo>
                <a:cubicBezTo>
                  <a:pt x="76039" y="8440"/>
                  <a:pt x="69213" y="6294"/>
                  <a:pt x="62416" y="4105"/>
                </a:cubicBezTo>
                <a:cubicBezTo>
                  <a:pt x="56410" y="2161"/>
                  <a:pt x="50247" y="202"/>
                  <a:pt x="43982" y="202"/>
                </a:cubicBezTo>
                <a:cubicBezTo>
                  <a:pt x="43348" y="202"/>
                  <a:pt x="42729" y="231"/>
                  <a:pt x="42095" y="274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-1447" y="2804246"/>
            <a:ext cx="5150645" cy="2346160"/>
          </a:xfrm>
          <a:custGeom>
            <a:avLst/>
            <a:gdLst/>
            <a:ahLst/>
            <a:cxnLst/>
            <a:rect l="l" t="t" r="r" b="b"/>
            <a:pathLst>
              <a:path w="138542" h="63107" extrusionOk="0">
                <a:moveTo>
                  <a:pt x="37084" y="1498"/>
                </a:moveTo>
                <a:cubicBezTo>
                  <a:pt x="30834" y="4018"/>
                  <a:pt x="25966" y="9116"/>
                  <a:pt x="22193" y="14704"/>
                </a:cubicBezTo>
                <a:cubicBezTo>
                  <a:pt x="18406" y="20277"/>
                  <a:pt x="15554" y="26427"/>
                  <a:pt x="12055" y="32173"/>
                </a:cubicBezTo>
                <a:cubicBezTo>
                  <a:pt x="8123" y="38653"/>
                  <a:pt x="7331" y="42153"/>
                  <a:pt x="1916" y="47452"/>
                </a:cubicBezTo>
                <a:cubicBezTo>
                  <a:pt x="1" y="49325"/>
                  <a:pt x="103892" y="63020"/>
                  <a:pt x="103892" y="63020"/>
                </a:cubicBezTo>
                <a:lnTo>
                  <a:pt x="129540" y="63107"/>
                </a:lnTo>
                <a:lnTo>
                  <a:pt x="138541" y="63107"/>
                </a:lnTo>
                <a:lnTo>
                  <a:pt x="138541" y="42225"/>
                </a:lnTo>
                <a:cubicBezTo>
                  <a:pt x="136885" y="41591"/>
                  <a:pt x="134955" y="41116"/>
                  <a:pt x="133040" y="41289"/>
                </a:cubicBezTo>
                <a:cubicBezTo>
                  <a:pt x="132262" y="41361"/>
                  <a:pt x="131484" y="41490"/>
                  <a:pt x="130721" y="41692"/>
                </a:cubicBezTo>
                <a:cubicBezTo>
                  <a:pt x="125119" y="43190"/>
                  <a:pt x="119013" y="42426"/>
                  <a:pt x="114333" y="38812"/>
                </a:cubicBezTo>
                <a:cubicBezTo>
                  <a:pt x="109364" y="34981"/>
                  <a:pt x="106513" y="28644"/>
                  <a:pt x="100997" y="25620"/>
                </a:cubicBezTo>
                <a:cubicBezTo>
                  <a:pt x="96259" y="23013"/>
                  <a:pt x="90599" y="23373"/>
                  <a:pt x="84997" y="23734"/>
                </a:cubicBezTo>
                <a:cubicBezTo>
                  <a:pt x="78805" y="24137"/>
                  <a:pt x="72684" y="24540"/>
                  <a:pt x="67917" y="20968"/>
                </a:cubicBezTo>
                <a:cubicBezTo>
                  <a:pt x="62373" y="16821"/>
                  <a:pt x="61091" y="8843"/>
                  <a:pt x="56036" y="4119"/>
                </a:cubicBezTo>
                <a:cubicBezTo>
                  <a:pt x="53012" y="1296"/>
                  <a:pt x="48922" y="0"/>
                  <a:pt x="44760" y="0"/>
                </a:cubicBezTo>
                <a:cubicBezTo>
                  <a:pt x="42125" y="0"/>
                  <a:pt x="39518" y="504"/>
                  <a:pt x="37084" y="1484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568224" y="3606277"/>
            <a:ext cx="4655367" cy="1546287"/>
          </a:xfrm>
          <a:custGeom>
            <a:avLst/>
            <a:gdLst/>
            <a:ahLst/>
            <a:cxnLst/>
            <a:rect l="l" t="t" r="r" b="b"/>
            <a:pathLst>
              <a:path w="125220" h="41592" extrusionOk="0">
                <a:moveTo>
                  <a:pt x="44111" y="3658"/>
                </a:moveTo>
                <a:cubicBezTo>
                  <a:pt x="40165" y="6654"/>
                  <a:pt x="37184" y="10758"/>
                  <a:pt x="33670" y="14286"/>
                </a:cubicBezTo>
                <a:cubicBezTo>
                  <a:pt x="30156" y="17815"/>
                  <a:pt x="25750" y="20897"/>
                  <a:pt x="20810" y="20954"/>
                </a:cubicBezTo>
                <a:cubicBezTo>
                  <a:pt x="17973" y="20997"/>
                  <a:pt x="15222" y="20018"/>
                  <a:pt x="12486" y="19039"/>
                </a:cubicBezTo>
                <a:cubicBezTo>
                  <a:pt x="9375" y="17915"/>
                  <a:pt x="6265" y="16807"/>
                  <a:pt x="3024" y="17195"/>
                </a:cubicBezTo>
                <a:cubicBezTo>
                  <a:pt x="1987" y="17325"/>
                  <a:pt x="965" y="17599"/>
                  <a:pt x="0" y="18016"/>
                </a:cubicBezTo>
                <a:cubicBezTo>
                  <a:pt x="346" y="19644"/>
                  <a:pt x="778" y="21257"/>
                  <a:pt x="1253" y="22855"/>
                </a:cubicBezTo>
                <a:cubicBezTo>
                  <a:pt x="2880" y="28212"/>
                  <a:pt x="5170" y="33339"/>
                  <a:pt x="8079" y="38106"/>
                </a:cubicBezTo>
                <a:cubicBezTo>
                  <a:pt x="8310" y="38481"/>
                  <a:pt x="9174" y="40137"/>
                  <a:pt x="10052" y="41519"/>
                </a:cubicBezTo>
                <a:cubicBezTo>
                  <a:pt x="10124" y="41591"/>
                  <a:pt x="125162" y="41418"/>
                  <a:pt x="125219" y="41505"/>
                </a:cubicBezTo>
                <a:cubicBezTo>
                  <a:pt x="124859" y="41217"/>
                  <a:pt x="124557" y="40886"/>
                  <a:pt x="124297" y="40511"/>
                </a:cubicBezTo>
                <a:cubicBezTo>
                  <a:pt x="122526" y="38106"/>
                  <a:pt x="119099" y="37818"/>
                  <a:pt x="116161" y="38120"/>
                </a:cubicBezTo>
                <a:cubicBezTo>
                  <a:pt x="113223" y="38437"/>
                  <a:pt x="110127" y="39114"/>
                  <a:pt x="107419" y="37919"/>
                </a:cubicBezTo>
                <a:cubicBezTo>
                  <a:pt x="102134" y="35571"/>
                  <a:pt x="101558" y="27766"/>
                  <a:pt x="96921" y="24281"/>
                </a:cubicBezTo>
                <a:cubicBezTo>
                  <a:pt x="93695" y="21847"/>
                  <a:pt x="89605" y="22164"/>
                  <a:pt x="85457" y="22481"/>
                </a:cubicBezTo>
                <a:cubicBezTo>
                  <a:pt x="81943" y="22740"/>
                  <a:pt x="78386" y="23014"/>
                  <a:pt x="75276" y="21602"/>
                </a:cubicBezTo>
                <a:cubicBezTo>
                  <a:pt x="66952" y="17843"/>
                  <a:pt x="66347" y="4450"/>
                  <a:pt x="57965" y="836"/>
                </a:cubicBezTo>
                <a:cubicBezTo>
                  <a:pt x="56655" y="274"/>
                  <a:pt x="55258" y="0"/>
                  <a:pt x="53846" y="15"/>
                </a:cubicBezTo>
                <a:cubicBezTo>
                  <a:pt x="50419" y="15"/>
                  <a:pt x="46919" y="1527"/>
                  <a:pt x="44111" y="3658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-518832" y="2571746"/>
            <a:ext cx="1301062" cy="1333212"/>
          </a:xfrm>
          <a:custGeom>
            <a:avLst/>
            <a:gdLst/>
            <a:ahLst/>
            <a:cxnLst/>
            <a:rect l="l" t="t" r="r" b="b"/>
            <a:pathLst>
              <a:path w="15194" h="15569" extrusionOk="0">
                <a:moveTo>
                  <a:pt x="13955" y="5502"/>
                </a:moveTo>
                <a:cubicBezTo>
                  <a:pt x="12343" y="2204"/>
                  <a:pt x="7936" y="0"/>
                  <a:pt x="4436" y="3687"/>
                </a:cubicBezTo>
                <a:cubicBezTo>
                  <a:pt x="1" y="8367"/>
                  <a:pt x="5416" y="15568"/>
                  <a:pt x="11176" y="12875"/>
                </a:cubicBezTo>
                <a:cubicBezTo>
                  <a:pt x="14805" y="11190"/>
                  <a:pt x="15194" y="8022"/>
                  <a:pt x="13955" y="5502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030400" y="2532925"/>
            <a:ext cx="5076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030550" y="1534348"/>
            <a:ext cx="50760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030250" y="3317569"/>
            <a:ext cx="50760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115" y="-76"/>
            <a:ext cx="4572115" cy="2501947"/>
          </a:xfrm>
          <a:custGeom>
            <a:avLst/>
            <a:gdLst/>
            <a:ahLst/>
            <a:cxnLst/>
            <a:rect l="l" t="t" r="r" b="b"/>
            <a:pathLst>
              <a:path w="111481" h="52416" extrusionOk="0">
                <a:moveTo>
                  <a:pt x="111480" y="0"/>
                </a:moveTo>
                <a:cubicBezTo>
                  <a:pt x="103510" y="168"/>
                  <a:pt x="89976" y="3075"/>
                  <a:pt x="82641" y="19449"/>
                </a:cubicBezTo>
                <a:cubicBezTo>
                  <a:pt x="71814" y="43593"/>
                  <a:pt x="33936" y="36124"/>
                  <a:pt x="33936" y="36124"/>
                </a:cubicBezTo>
                <a:cubicBezTo>
                  <a:pt x="33936" y="36124"/>
                  <a:pt x="1" y="34520"/>
                  <a:pt x="6316" y="52415"/>
                </a:cubicBezTo>
                <a:lnTo>
                  <a:pt x="111480" y="52415"/>
                </a:lnTo>
                <a:cubicBezTo>
                  <a:pt x="111480" y="52415"/>
                  <a:pt x="111480" y="0"/>
                  <a:pt x="11148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189688" y="3289527"/>
            <a:ext cx="3954231" cy="1859196"/>
          </a:xfrm>
          <a:custGeom>
            <a:avLst/>
            <a:gdLst/>
            <a:ahLst/>
            <a:cxnLst/>
            <a:rect l="l" t="t" r="r" b="b"/>
            <a:pathLst>
              <a:path w="111481" h="52416" extrusionOk="0">
                <a:moveTo>
                  <a:pt x="111480" y="0"/>
                </a:moveTo>
                <a:cubicBezTo>
                  <a:pt x="103510" y="168"/>
                  <a:pt x="89976" y="3075"/>
                  <a:pt x="82641" y="19449"/>
                </a:cubicBezTo>
                <a:cubicBezTo>
                  <a:pt x="71814" y="43593"/>
                  <a:pt x="33936" y="36124"/>
                  <a:pt x="33936" y="36124"/>
                </a:cubicBezTo>
                <a:cubicBezTo>
                  <a:pt x="33936" y="36124"/>
                  <a:pt x="1" y="34520"/>
                  <a:pt x="6316" y="52415"/>
                </a:cubicBezTo>
                <a:lnTo>
                  <a:pt x="111480" y="52415"/>
                </a:lnTo>
                <a:cubicBezTo>
                  <a:pt x="111480" y="52415"/>
                  <a:pt x="111480" y="0"/>
                  <a:pt x="11148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860400"/>
            <a:ext cx="5874600" cy="37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●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●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639026" y="2487075"/>
            <a:ext cx="3508522" cy="2660742"/>
          </a:xfrm>
          <a:custGeom>
            <a:avLst/>
            <a:gdLst/>
            <a:ahLst/>
            <a:cxnLst/>
            <a:rect l="l" t="t" r="r" b="b"/>
            <a:pathLst>
              <a:path w="95457" h="92115" extrusionOk="0">
                <a:moveTo>
                  <a:pt x="95456" y="17"/>
                </a:moveTo>
                <a:cubicBezTo>
                  <a:pt x="88205" y="318"/>
                  <a:pt x="75924" y="5414"/>
                  <a:pt x="69274" y="34169"/>
                </a:cubicBezTo>
                <a:cubicBezTo>
                  <a:pt x="61588" y="67336"/>
                  <a:pt x="39482" y="71780"/>
                  <a:pt x="30176" y="72148"/>
                </a:cubicBezTo>
                <a:cubicBezTo>
                  <a:pt x="24729" y="72365"/>
                  <a:pt x="19365" y="73551"/>
                  <a:pt x="14486" y="75857"/>
                </a:cubicBezTo>
                <a:cubicBezTo>
                  <a:pt x="8070" y="78864"/>
                  <a:pt x="1136" y="83961"/>
                  <a:pt x="0" y="92114"/>
                </a:cubicBezTo>
                <a:lnTo>
                  <a:pt x="95439" y="92114"/>
                </a:lnTo>
                <a:cubicBezTo>
                  <a:pt x="95439" y="92114"/>
                  <a:pt x="95439" y="0"/>
                  <a:pt x="95456" y="17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72000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AutoNum type="arabicPeriod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565895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AutoNum type="arabicPeriod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720000" y="1894000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658900" y="1894025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1667550" y="3931099"/>
            <a:ext cx="5809067" cy="1212418"/>
          </a:xfrm>
          <a:custGeom>
            <a:avLst/>
            <a:gdLst/>
            <a:ahLst/>
            <a:cxnLst/>
            <a:rect l="l" t="t" r="r" b="b"/>
            <a:pathLst>
              <a:path w="176059" h="46952" extrusionOk="0">
                <a:moveTo>
                  <a:pt x="1" y="46951"/>
                </a:moveTo>
                <a:cubicBezTo>
                  <a:pt x="1" y="46951"/>
                  <a:pt x="4211" y="34119"/>
                  <a:pt x="27603" y="31395"/>
                </a:cubicBezTo>
                <a:cubicBezTo>
                  <a:pt x="41471" y="29791"/>
                  <a:pt x="48506" y="23609"/>
                  <a:pt x="51948" y="18864"/>
                </a:cubicBezTo>
                <a:cubicBezTo>
                  <a:pt x="55924" y="13367"/>
                  <a:pt x="61338" y="9090"/>
                  <a:pt x="67604" y="6500"/>
                </a:cubicBezTo>
                <a:cubicBezTo>
                  <a:pt x="72399" y="4511"/>
                  <a:pt x="78163" y="2607"/>
                  <a:pt x="84195" y="1754"/>
                </a:cubicBezTo>
                <a:cubicBezTo>
                  <a:pt x="96760" y="0"/>
                  <a:pt x="108807" y="7352"/>
                  <a:pt x="112984" y="19332"/>
                </a:cubicBezTo>
                <a:cubicBezTo>
                  <a:pt x="114287" y="23108"/>
                  <a:pt x="118849" y="27051"/>
                  <a:pt x="123460" y="27853"/>
                </a:cubicBezTo>
                <a:cubicBezTo>
                  <a:pt x="134321" y="29725"/>
                  <a:pt x="153536" y="33902"/>
                  <a:pt x="153536" y="33902"/>
                </a:cubicBezTo>
                <a:cubicBezTo>
                  <a:pt x="153536" y="33902"/>
                  <a:pt x="173920" y="37661"/>
                  <a:pt x="176059" y="46951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7"/>
          <p:cNvGrpSpPr/>
          <p:nvPr/>
        </p:nvGrpSpPr>
        <p:grpSpPr>
          <a:xfrm>
            <a:off x="3527981" y="1436716"/>
            <a:ext cx="5616442" cy="3706262"/>
            <a:chOff x="3527981" y="1436716"/>
            <a:chExt cx="5616442" cy="3706262"/>
          </a:xfrm>
        </p:grpSpPr>
        <p:sp>
          <p:nvSpPr>
            <p:cNvPr id="36" name="Google Shape;36;p7"/>
            <p:cNvSpPr/>
            <p:nvPr/>
          </p:nvSpPr>
          <p:spPr>
            <a:xfrm>
              <a:off x="8037512" y="1436716"/>
              <a:ext cx="1106911" cy="1352702"/>
            </a:xfrm>
            <a:custGeom>
              <a:avLst/>
              <a:gdLst/>
              <a:ahLst/>
              <a:cxnLst/>
              <a:rect l="l" t="t" r="r" b="b"/>
              <a:pathLst>
                <a:path w="34537" h="42206" extrusionOk="0">
                  <a:moveTo>
                    <a:pt x="33000" y="36174"/>
                  </a:moveTo>
                  <a:cubicBezTo>
                    <a:pt x="33501" y="35773"/>
                    <a:pt x="33986" y="35322"/>
                    <a:pt x="34437" y="34871"/>
                  </a:cubicBezTo>
                  <a:cubicBezTo>
                    <a:pt x="34336" y="34821"/>
                    <a:pt x="34537" y="11011"/>
                    <a:pt x="34537" y="10944"/>
                  </a:cubicBezTo>
                  <a:cubicBezTo>
                    <a:pt x="33668" y="10242"/>
                    <a:pt x="32749" y="9608"/>
                    <a:pt x="31780" y="9039"/>
                  </a:cubicBezTo>
                  <a:cubicBezTo>
                    <a:pt x="16091" y="0"/>
                    <a:pt x="0" y="19432"/>
                    <a:pt x="11078" y="33400"/>
                  </a:cubicBezTo>
                  <a:cubicBezTo>
                    <a:pt x="18079" y="42206"/>
                    <a:pt x="26951" y="41187"/>
                    <a:pt x="33000" y="36174"/>
                  </a:cubicBezTo>
                </a:path>
              </a:pathLst>
            </a:custGeom>
            <a:gradFill>
              <a:gsLst>
                <a:gs pos="0">
                  <a:srgbClr val="E3FFD5"/>
                </a:gs>
                <a:gs pos="100000">
                  <a:srgbClr val="90EB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7"/>
            <p:cNvSpPr/>
            <p:nvPr/>
          </p:nvSpPr>
          <p:spPr>
            <a:xfrm>
              <a:off x="3527981" y="4113725"/>
              <a:ext cx="1150851" cy="1029254"/>
            </a:xfrm>
            <a:custGeom>
              <a:avLst/>
              <a:gdLst/>
              <a:ahLst/>
              <a:cxnLst/>
              <a:rect l="l" t="t" r="r" b="b"/>
              <a:pathLst>
                <a:path w="35908" h="32114" extrusionOk="0">
                  <a:moveTo>
                    <a:pt x="33267" y="15455"/>
                  </a:moveTo>
                  <a:cubicBezTo>
                    <a:pt x="28739" y="6165"/>
                    <a:pt x="16375" y="0"/>
                    <a:pt x="6600" y="10326"/>
                  </a:cubicBezTo>
                  <a:cubicBezTo>
                    <a:pt x="0" y="17310"/>
                    <a:pt x="1170" y="26283"/>
                    <a:pt x="6149" y="32030"/>
                  </a:cubicBezTo>
                  <a:cubicBezTo>
                    <a:pt x="6066" y="32114"/>
                    <a:pt x="31346" y="32114"/>
                    <a:pt x="31245" y="32114"/>
                  </a:cubicBezTo>
                  <a:cubicBezTo>
                    <a:pt x="35907" y="27252"/>
                    <a:pt x="35907" y="20836"/>
                    <a:pt x="33267" y="15455"/>
                  </a:cubicBezTo>
                </a:path>
              </a:pathLst>
            </a:custGeom>
            <a:gradFill>
              <a:gsLst>
                <a:gs pos="0">
                  <a:srgbClr val="E3FFD5"/>
                </a:gs>
                <a:gs pos="100000">
                  <a:srgbClr val="90EB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4108471" y="2028456"/>
              <a:ext cx="5035952" cy="3114523"/>
            </a:xfrm>
            <a:custGeom>
              <a:avLst/>
              <a:gdLst/>
              <a:ahLst/>
              <a:cxnLst/>
              <a:rect l="l" t="t" r="r" b="b"/>
              <a:pathLst>
                <a:path w="157128" h="97177" extrusionOk="0">
                  <a:moveTo>
                    <a:pt x="47737" y="67"/>
                  </a:moveTo>
                  <a:cubicBezTo>
                    <a:pt x="36759" y="769"/>
                    <a:pt x="26784" y="7185"/>
                    <a:pt x="19466" y="15389"/>
                  </a:cubicBezTo>
                  <a:cubicBezTo>
                    <a:pt x="16208" y="19048"/>
                    <a:pt x="13401" y="23058"/>
                    <a:pt x="10844" y="27235"/>
                  </a:cubicBezTo>
                  <a:cubicBezTo>
                    <a:pt x="5431" y="36107"/>
                    <a:pt x="1671" y="44111"/>
                    <a:pt x="736" y="54503"/>
                  </a:cubicBezTo>
                  <a:cubicBezTo>
                    <a:pt x="0" y="63008"/>
                    <a:pt x="936" y="71579"/>
                    <a:pt x="3493" y="79716"/>
                  </a:cubicBezTo>
                  <a:cubicBezTo>
                    <a:pt x="5330" y="85665"/>
                    <a:pt x="8054" y="91880"/>
                    <a:pt x="11346" y="97177"/>
                  </a:cubicBezTo>
                  <a:lnTo>
                    <a:pt x="157128" y="97177"/>
                  </a:lnTo>
                  <a:cubicBezTo>
                    <a:pt x="157128" y="97177"/>
                    <a:pt x="156927" y="6951"/>
                    <a:pt x="157028" y="7068"/>
                  </a:cubicBezTo>
                  <a:cubicBezTo>
                    <a:pt x="143093" y="9440"/>
                    <a:pt x="129024" y="16174"/>
                    <a:pt x="115674" y="16358"/>
                  </a:cubicBezTo>
                  <a:cubicBezTo>
                    <a:pt x="108038" y="16458"/>
                    <a:pt x="101121" y="13601"/>
                    <a:pt x="93953" y="11462"/>
                  </a:cubicBezTo>
                  <a:cubicBezTo>
                    <a:pt x="86217" y="9156"/>
                    <a:pt x="78481" y="6767"/>
                    <a:pt x="70761" y="4328"/>
                  </a:cubicBezTo>
                  <a:cubicBezTo>
                    <a:pt x="63961" y="2172"/>
                    <a:pt x="56977" y="0"/>
                    <a:pt x="49876" y="0"/>
                  </a:cubicBezTo>
                  <a:cubicBezTo>
                    <a:pt x="49157" y="0"/>
                    <a:pt x="48455" y="17"/>
                    <a:pt x="47737" y="67"/>
                  </a:cubicBezTo>
                </a:path>
              </a:pathLst>
            </a:custGeom>
            <a:gradFill>
              <a:gsLst>
                <a:gs pos="0">
                  <a:srgbClr val="E3FFD5"/>
                </a:gs>
                <a:gs pos="100000">
                  <a:srgbClr val="90EB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1767600"/>
            <a:ext cx="3136500" cy="9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20000" y="2667600"/>
            <a:ext cx="31365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-10" y="-1993"/>
            <a:ext cx="3207179" cy="1774160"/>
          </a:xfrm>
          <a:custGeom>
            <a:avLst/>
            <a:gdLst/>
            <a:ahLst/>
            <a:cxnLst/>
            <a:rect l="l" t="t" r="r" b="b"/>
            <a:pathLst>
              <a:path w="100068" h="55356" extrusionOk="0">
                <a:moveTo>
                  <a:pt x="0" y="55339"/>
                </a:moveTo>
                <a:cubicBezTo>
                  <a:pt x="7151" y="55155"/>
                  <a:pt x="19315" y="52097"/>
                  <a:pt x="25898" y="34821"/>
                </a:cubicBezTo>
                <a:cubicBezTo>
                  <a:pt x="35606" y="9323"/>
                  <a:pt x="69608" y="17210"/>
                  <a:pt x="69608" y="17210"/>
                </a:cubicBezTo>
                <a:cubicBezTo>
                  <a:pt x="69608" y="17210"/>
                  <a:pt x="100068" y="18897"/>
                  <a:pt x="94387" y="0"/>
                </a:cubicBezTo>
                <a:lnTo>
                  <a:pt x="0" y="0"/>
                </a:lnTo>
                <a:cubicBezTo>
                  <a:pt x="0" y="0"/>
                  <a:pt x="0" y="55355"/>
                  <a:pt x="0" y="55339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5443200" y="1767600"/>
            <a:ext cx="2980800" cy="1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8"/>
          <p:cNvSpPr/>
          <p:nvPr/>
        </p:nvSpPr>
        <p:spPr>
          <a:xfrm flipH="1">
            <a:off x="-14590" y="-179329"/>
            <a:ext cx="5025144" cy="5336997"/>
          </a:xfrm>
          <a:custGeom>
            <a:avLst/>
            <a:gdLst/>
            <a:ahLst/>
            <a:cxnLst/>
            <a:rect l="l" t="t" r="r" b="b"/>
            <a:pathLst>
              <a:path w="154870" h="164481" extrusionOk="0">
                <a:moveTo>
                  <a:pt x="28" y="164344"/>
                </a:moveTo>
                <a:cubicBezTo>
                  <a:pt x="1561" y="153364"/>
                  <a:pt x="9830" y="132554"/>
                  <a:pt x="48712" y="118946"/>
                </a:cubicBezTo>
                <a:cubicBezTo>
                  <a:pt x="103639" y="99724"/>
                  <a:pt x="93946" y="55284"/>
                  <a:pt x="93946" y="55284"/>
                </a:cubicBezTo>
                <a:cubicBezTo>
                  <a:pt x="93946" y="55284"/>
                  <a:pt x="83869" y="1"/>
                  <a:pt x="154869" y="3834"/>
                </a:cubicBezTo>
                <a:cubicBezTo>
                  <a:pt x="154705" y="3971"/>
                  <a:pt x="154705" y="164152"/>
                  <a:pt x="154705" y="164152"/>
                </a:cubicBezTo>
                <a:cubicBezTo>
                  <a:pt x="154705" y="164152"/>
                  <a:pt x="0" y="164481"/>
                  <a:pt x="28" y="16434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720000" y="1233175"/>
            <a:ext cx="3590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720000" y="2803075"/>
            <a:ext cx="3590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4845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720000" y="39957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0" y="2505825"/>
            <a:ext cx="5927168" cy="276470"/>
          </a:xfrm>
          <a:custGeom>
            <a:avLst/>
            <a:gdLst/>
            <a:ahLst/>
            <a:cxnLst/>
            <a:rect l="l" t="t" r="r" b="b"/>
            <a:pathLst>
              <a:path w="168757" h="19216" extrusionOk="0">
                <a:moveTo>
                  <a:pt x="0" y="1"/>
                </a:moveTo>
                <a:lnTo>
                  <a:pt x="168757" y="1"/>
                </a:lnTo>
                <a:lnTo>
                  <a:pt x="168757" y="19216"/>
                </a:lnTo>
                <a:lnTo>
                  <a:pt x="0" y="19216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920925" y="908575"/>
            <a:ext cx="5006400" cy="2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20925" y="2937600"/>
            <a:ext cx="500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7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/>
          <p:nvPr/>
        </p:nvSpPr>
        <p:spPr>
          <a:xfrm flipH="1">
            <a:off x="5997499" y="2188625"/>
            <a:ext cx="3146501" cy="2952286"/>
          </a:xfrm>
          <a:custGeom>
            <a:avLst/>
            <a:gdLst/>
            <a:ahLst/>
            <a:cxnLst/>
            <a:rect l="l" t="t" r="r" b="b"/>
            <a:pathLst>
              <a:path w="95457" h="92115" extrusionOk="0">
                <a:moveTo>
                  <a:pt x="0" y="17"/>
                </a:moveTo>
                <a:cubicBezTo>
                  <a:pt x="7235" y="317"/>
                  <a:pt x="19533" y="5414"/>
                  <a:pt x="26183" y="34169"/>
                </a:cubicBezTo>
                <a:cubicBezTo>
                  <a:pt x="33869" y="67319"/>
                  <a:pt x="55974" y="71780"/>
                  <a:pt x="65281" y="72147"/>
                </a:cubicBezTo>
                <a:cubicBezTo>
                  <a:pt x="70728" y="72365"/>
                  <a:pt x="76091" y="73551"/>
                  <a:pt x="80953" y="75840"/>
                </a:cubicBezTo>
                <a:cubicBezTo>
                  <a:pt x="87369" y="78864"/>
                  <a:pt x="94303" y="83960"/>
                  <a:pt x="95456" y="92114"/>
                </a:cubicBezTo>
                <a:lnTo>
                  <a:pt x="0" y="92114"/>
                </a:lnTo>
                <a:cubicBezTo>
                  <a:pt x="0" y="92114"/>
                  <a:pt x="0" y="0"/>
                  <a:pt x="0" y="17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6118088" y="1929640"/>
            <a:ext cx="3025773" cy="3213548"/>
          </a:xfrm>
          <a:custGeom>
            <a:avLst/>
            <a:gdLst/>
            <a:ahLst/>
            <a:cxnLst/>
            <a:rect l="l" t="t" r="r" b="b"/>
            <a:pathLst>
              <a:path w="154870" h="164481" extrusionOk="0">
                <a:moveTo>
                  <a:pt x="28" y="164344"/>
                </a:moveTo>
                <a:cubicBezTo>
                  <a:pt x="1561" y="153364"/>
                  <a:pt x="9830" y="132554"/>
                  <a:pt x="48712" y="118946"/>
                </a:cubicBezTo>
                <a:cubicBezTo>
                  <a:pt x="103639" y="99724"/>
                  <a:pt x="93946" y="55284"/>
                  <a:pt x="93946" y="55284"/>
                </a:cubicBezTo>
                <a:cubicBezTo>
                  <a:pt x="93946" y="55284"/>
                  <a:pt x="83869" y="1"/>
                  <a:pt x="154869" y="3834"/>
                </a:cubicBezTo>
                <a:cubicBezTo>
                  <a:pt x="154705" y="3971"/>
                  <a:pt x="154705" y="164152"/>
                  <a:pt x="154705" y="164152"/>
                </a:cubicBezTo>
                <a:cubicBezTo>
                  <a:pt x="154705" y="164152"/>
                  <a:pt x="0" y="164481"/>
                  <a:pt x="28" y="16434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150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720000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720000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42943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42942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4294246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25071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25070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9"/>
          </p:nvPr>
        </p:nvSpPr>
        <p:spPr>
          <a:xfrm>
            <a:off x="2507042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150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4"/>
          </p:nvPr>
        </p:nvSpPr>
        <p:spPr>
          <a:xfrm>
            <a:off x="720000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5"/>
          </p:nvPr>
        </p:nvSpPr>
        <p:spPr>
          <a:xfrm>
            <a:off x="720000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6" hasCustomPrompt="1"/>
          </p:nvPr>
        </p:nvSpPr>
        <p:spPr>
          <a:xfrm>
            <a:off x="2507188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2507038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8"/>
          </p:nvPr>
        </p:nvSpPr>
        <p:spPr>
          <a:xfrm>
            <a:off x="2507044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7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4427593" y="3102404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2" hasCustomPrompt="1"/>
          </p:nvPr>
        </p:nvSpPr>
        <p:spPr>
          <a:xfrm>
            <a:off x="4430425" y="2103825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1"/>
          </p:nvPr>
        </p:nvSpPr>
        <p:spPr>
          <a:xfrm>
            <a:off x="4427475" y="3887049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4"/>
          <p:cNvSpPr/>
          <p:nvPr/>
        </p:nvSpPr>
        <p:spPr>
          <a:xfrm flipH="1">
            <a:off x="-787948" y="326625"/>
            <a:ext cx="4827298" cy="4831218"/>
          </a:xfrm>
          <a:custGeom>
            <a:avLst/>
            <a:gdLst/>
            <a:ahLst/>
            <a:cxnLst/>
            <a:rect l="l" t="t" r="r" b="b"/>
            <a:pathLst>
              <a:path w="154870" h="164481" extrusionOk="0">
                <a:moveTo>
                  <a:pt x="28" y="164344"/>
                </a:moveTo>
                <a:cubicBezTo>
                  <a:pt x="1561" y="153364"/>
                  <a:pt x="9830" y="132554"/>
                  <a:pt x="48712" y="118946"/>
                </a:cubicBezTo>
                <a:cubicBezTo>
                  <a:pt x="103639" y="99724"/>
                  <a:pt x="93946" y="55284"/>
                  <a:pt x="93946" y="55284"/>
                </a:cubicBezTo>
                <a:cubicBezTo>
                  <a:pt x="93946" y="55284"/>
                  <a:pt x="83869" y="1"/>
                  <a:pt x="154869" y="3834"/>
                </a:cubicBezTo>
                <a:cubicBezTo>
                  <a:pt x="154705" y="3971"/>
                  <a:pt x="154705" y="164152"/>
                  <a:pt x="154705" y="164152"/>
                </a:cubicBezTo>
                <a:cubicBezTo>
                  <a:pt x="154705" y="164152"/>
                  <a:pt x="0" y="164481"/>
                  <a:pt x="28" y="16434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 rot="10800000" flipH="1">
            <a:off x="5189763" y="2"/>
            <a:ext cx="3954231" cy="1859196"/>
          </a:xfrm>
          <a:custGeom>
            <a:avLst/>
            <a:gdLst/>
            <a:ahLst/>
            <a:cxnLst/>
            <a:rect l="l" t="t" r="r" b="b"/>
            <a:pathLst>
              <a:path w="111481" h="52416" extrusionOk="0">
                <a:moveTo>
                  <a:pt x="111480" y="0"/>
                </a:moveTo>
                <a:cubicBezTo>
                  <a:pt x="103510" y="168"/>
                  <a:pt x="89976" y="3075"/>
                  <a:pt x="82641" y="19449"/>
                </a:cubicBezTo>
                <a:cubicBezTo>
                  <a:pt x="71814" y="43593"/>
                  <a:pt x="33936" y="36124"/>
                  <a:pt x="33936" y="36124"/>
                </a:cubicBezTo>
                <a:cubicBezTo>
                  <a:pt x="33936" y="36124"/>
                  <a:pt x="1" y="34520"/>
                  <a:pt x="6316" y="52415"/>
                </a:cubicBezTo>
                <a:lnTo>
                  <a:pt x="111480" y="52415"/>
                </a:lnTo>
                <a:cubicBezTo>
                  <a:pt x="111480" y="52415"/>
                  <a:pt x="111480" y="0"/>
                  <a:pt x="11148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7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2924493" y="2532916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 idx="2" hasCustomPrompt="1"/>
          </p:nvPr>
        </p:nvSpPr>
        <p:spPr>
          <a:xfrm>
            <a:off x="2927325" y="1534338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7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2924375" y="3317562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5"/>
          <p:cNvSpPr/>
          <p:nvPr/>
        </p:nvSpPr>
        <p:spPr>
          <a:xfrm rot="5400000" flipH="1">
            <a:off x="-388504" y="388398"/>
            <a:ext cx="3905458" cy="3128449"/>
          </a:xfrm>
          <a:custGeom>
            <a:avLst/>
            <a:gdLst/>
            <a:ahLst/>
            <a:cxnLst/>
            <a:rect l="l" t="t" r="r" b="b"/>
            <a:pathLst>
              <a:path w="111481" h="52416" extrusionOk="0">
                <a:moveTo>
                  <a:pt x="111480" y="0"/>
                </a:moveTo>
                <a:cubicBezTo>
                  <a:pt x="103510" y="168"/>
                  <a:pt x="89976" y="3075"/>
                  <a:pt x="82641" y="19449"/>
                </a:cubicBezTo>
                <a:cubicBezTo>
                  <a:pt x="71814" y="43593"/>
                  <a:pt x="33936" y="36124"/>
                  <a:pt x="33936" y="36124"/>
                </a:cubicBezTo>
                <a:cubicBezTo>
                  <a:pt x="33936" y="36124"/>
                  <a:pt x="1" y="34520"/>
                  <a:pt x="6316" y="52415"/>
                </a:cubicBezTo>
                <a:lnTo>
                  <a:pt x="111480" y="52415"/>
                </a:lnTo>
                <a:cubicBezTo>
                  <a:pt x="111480" y="52415"/>
                  <a:pt x="111480" y="0"/>
                  <a:pt x="11148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 rot="-5400000" flipH="1">
            <a:off x="5005889" y="1005385"/>
            <a:ext cx="3954231" cy="4321961"/>
          </a:xfrm>
          <a:custGeom>
            <a:avLst/>
            <a:gdLst/>
            <a:ahLst/>
            <a:cxnLst/>
            <a:rect l="l" t="t" r="r" b="b"/>
            <a:pathLst>
              <a:path w="111481" h="52416" extrusionOk="0">
                <a:moveTo>
                  <a:pt x="111480" y="0"/>
                </a:moveTo>
                <a:cubicBezTo>
                  <a:pt x="103510" y="168"/>
                  <a:pt x="89976" y="3075"/>
                  <a:pt x="82641" y="19449"/>
                </a:cubicBezTo>
                <a:cubicBezTo>
                  <a:pt x="71814" y="43593"/>
                  <a:pt x="33936" y="36124"/>
                  <a:pt x="33936" y="36124"/>
                </a:cubicBezTo>
                <a:cubicBezTo>
                  <a:pt x="33936" y="36124"/>
                  <a:pt x="1" y="34520"/>
                  <a:pt x="6316" y="52415"/>
                </a:cubicBezTo>
                <a:lnTo>
                  <a:pt x="111480" y="52415"/>
                </a:lnTo>
                <a:cubicBezTo>
                  <a:pt x="111480" y="52415"/>
                  <a:pt x="111480" y="0"/>
                  <a:pt x="11148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-71150" y="1614625"/>
            <a:ext cx="9286200" cy="479100"/>
          </a:xfrm>
          <a:prstGeom prst="rect">
            <a:avLst/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791238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2"/>
          </p:nvPr>
        </p:nvSpPr>
        <p:spPr>
          <a:xfrm>
            <a:off x="79130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3"/>
          </p:nvPr>
        </p:nvSpPr>
        <p:spPr>
          <a:xfrm>
            <a:off x="3395550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4"/>
          </p:nvPr>
        </p:nvSpPr>
        <p:spPr>
          <a:xfrm>
            <a:off x="339555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5"/>
          </p:nvPr>
        </p:nvSpPr>
        <p:spPr>
          <a:xfrm>
            <a:off x="5999863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ubTitle" idx="6"/>
          </p:nvPr>
        </p:nvSpPr>
        <p:spPr>
          <a:xfrm>
            <a:off x="5999878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1"/>
          </p:nvPr>
        </p:nvSpPr>
        <p:spPr>
          <a:xfrm>
            <a:off x="2765325" y="1424050"/>
            <a:ext cx="2328600" cy="21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57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mpiere"/>
              <a:buChar char="❏"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  <a:defRPr sz="2100"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2"/>
          </p:nvPr>
        </p:nvSpPr>
        <p:spPr>
          <a:xfrm>
            <a:off x="5595175" y="1424050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3"/>
          </p:nvPr>
        </p:nvSpPr>
        <p:spPr>
          <a:xfrm>
            <a:off x="5595300" y="1781950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4"/>
          </p:nvPr>
        </p:nvSpPr>
        <p:spPr>
          <a:xfrm>
            <a:off x="5595175" y="2548175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5"/>
          </p:nvPr>
        </p:nvSpPr>
        <p:spPr>
          <a:xfrm>
            <a:off x="5595300" y="2906075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6"/>
          </p:nvPr>
        </p:nvSpPr>
        <p:spPr>
          <a:xfrm>
            <a:off x="5595175" y="3672300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7"/>
          </p:nvPr>
        </p:nvSpPr>
        <p:spPr>
          <a:xfrm>
            <a:off x="5595300" y="4030200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233" y="2757361"/>
            <a:ext cx="3507616" cy="2385738"/>
          </a:xfrm>
          <a:custGeom>
            <a:avLst/>
            <a:gdLst/>
            <a:ahLst/>
            <a:cxnLst/>
            <a:rect l="l" t="t" r="r" b="b"/>
            <a:pathLst>
              <a:path w="109442" h="74438" extrusionOk="0">
                <a:moveTo>
                  <a:pt x="0" y="6768"/>
                </a:moveTo>
                <a:cubicBezTo>
                  <a:pt x="0" y="6768"/>
                  <a:pt x="11362" y="1"/>
                  <a:pt x="18430" y="12415"/>
                </a:cubicBezTo>
                <a:cubicBezTo>
                  <a:pt x="31512" y="35389"/>
                  <a:pt x="54604" y="30761"/>
                  <a:pt x="73000" y="33301"/>
                </a:cubicBezTo>
                <a:cubicBezTo>
                  <a:pt x="82106" y="34554"/>
                  <a:pt x="95857" y="41655"/>
                  <a:pt x="100736" y="53551"/>
                </a:cubicBezTo>
                <a:cubicBezTo>
                  <a:pt x="102858" y="58714"/>
                  <a:pt x="109441" y="74337"/>
                  <a:pt x="109441" y="74337"/>
                </a:cubicBezTo>
                <a:lnTo>
                  <a:pt x="0" y="74437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7845432" y="-1022"/>
            <a:ext cx="1298634" cy="4143777"/>
          </a:xfrm>
          <a:custGeom>
            <a:avLst/>
            <a:gdLst/>
            <a:ahLst/>
            <a:cxnLst/>
            <a:rect l="l" t="t" r="r" b="b"/>
            <a:pathLst>
              <a:path w="40519" h="129291" extrusionOk="0">
                <a:moveTo>
                  <a:pt x="6484" y="0"/>
                </a:moveTo>
                <a:cubicBezTo>
                  <a:pt x="6484" y="0"/>
                  <a:pt x="1" y="14202"/>
                  <a:pt x="14420" y="37811"/>
                </a:cubicBezTo>
                <a:cubicBezTo>
                  <a:pt x="28823" y="61404"/>
                  <a:pt x="19215" y="82289"/>
                  <a:pt x="19215" y="82289"/>
                </a:cubicBezTo>
                <a:cubicBezTo>
                  <a:pt x="19215" y="82289"/>
                  <a:pt x="5013" y="115506"/>
                  <a:pt x="40519" y="129291"/>
                </a:cubicBezTo>
                <a:lnTo>
                  <a:pt x="40519" y="0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5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35" y="124"/>
            <a:ext cx="2446248" cy="1506414"/>
          </a:xfrm>
          <a:custGeom>
            <a:avLst/>
            <a:gdLst/>
            <a:ahLst/>
            <a:cxnLst/>
            <a:rect l="l" t="t" r="r" b="b"/>
            <a:pathLst>
              <a:path w="76326" h="47002" extrusionOk="0">
                <a:moveTo>
                  <a:pt x="0" y="46985"/>
                </a:moveTo>
                <a:cubicBezTo>
                  <a:pt x="5464" y="46834"/>
                  <a:pt x="14737" y="44228"/>
                  <a:pt x="19750" y="29574"/>
                </a:cubicBezTo>
                <a:cubicBezTo>
                  <a:pt x="27168" y="7920"/>
                  <a:pt x="53100" y="14620"/>
                  <a:pt x="53100" y="14620"/>
                </a:cubicBezTo>
                <a:cubicBezTo>
                  <a:pt x="53100" y="14620"/>
                  <a:pt x="76325" y="16057"/>
                  <a:pt x="71997" y="0"/>
                </a:cubicBezTo>
                <a:lnTo>
                  <a:pt x="0" y="0"/>
                </a:lnTo>
                <a:cubicBezTo>
                  <a:pt x="0" y="0"/>
                  <a:pt x="0" y="47001"/>
                  <a:pt x="0" y="46985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7618737" y="124"/>
            <a:ext cx="1525163" cy="2402853"/>
          </a:xfrm>
          <a:custGeom>
            <a:avLst/>
            <a:gdLst/>
            <a:ahLst/>
            <a:cxnLst/>
            <a:rect l="l" t="t" r="r" b="b"/>
            <a:pathLst>
              <a:path w="47587" h="74972" extrusionOk="0">
                <a:moveTo>
                  <a:pt x="0" y="0"/>
                </a:moveTo>
                <a:cubicBezTo>
                  <a:pt x="150" y="5364"/>
                  <a:pt x="2790" y="14470"/>
                  <a:pt x="17644" y="19399"/>
                </a:cubicBezTo>
                <a:cubicBezTo>
                  <a:pt x="39583" y="26684"/>
                  <a:pt x="32799" y="52164"/>
                  <a:pt x="32799" y="52164"/>
                </a:cubicBezTo>
                <a:cubicBezTo>
                  <a:pt x="32799" y="52164"/>
                  <a:pt x="31329" y="74971"/>
                  <a:pt x="47586" y="70727"/>
                </a:cubicBezTo>
                <a:lnTo>
                  <a:pt x="47586" y="0"/>
                </a:lnTo>
                <a:cubicBezTo>
                  <a:pt x="47586" y="0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1"/>
          </p:nvPr>
        </p:nvSpPr>
        <p:spPr>
          <a:xfrm>
            <a:off x="3206675" y="170880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2"/>
          </p:nvPr>
        </p:nvSpPr>
        <p:spPr>
          <a:xfrm>
            <a:off x="3206675" y="193822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3"/>
          </p:nvPr>
        </p:nvSpPr>
        <p:spPr>
          <a:xfrm>
            <a:off x="5739468" y="170880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4"/>
          </p:nvPr>
        </p:nvSpPr>
        <p:spPr>
          <a:xfrm>
            <a:off x="5739475" y="1938300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5"/>
          </p:nvPr>
        </p:nvSpPr>
        <p:spPr>
          <a:xfrm>
            <a:off x="6879087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6"/>
          </p:nvPr>
        </p:nvSpPr>
        <p:spPr>
          <a:xfrm>
            <a:off x="6879076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7"/>
          </p:nvPr>
        </p:nvSpPr>
        <p:spPr>
          <a:xfrm>
            <a:off x="4472556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8"/>
          </p:nvPr>
        </p:nvSpPr>
        <p:spPr>
          <a:xfrm>
            <a:off x="4472552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9"/>
          </p:nvPr>
        </p:nvSpPr>
        <p:spPr>
          <a:xfrm>
            <a:off x="2067072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13"/>
          </p:nvPr>
        </p:nvSpPr>
        <p:spPr>
          <a:xfrm>
            <a:off x="2067075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 idx="14" hasCustomPrompt="1"/>
          </p:nvPr>
        </p:nvSpPr>
        <p:spPr>
          <a:xfrm>
            <a:off x="2012325" y="200342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 idx="15" hasCustomPrompt="1"/>
          </p:nvPr>
        </p:nvSpPr>
        <p:spPr>
          <a:xfrm>
            <a:off x="4545124" y="200342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16" hasCustomPrompt="1"/>
          </p:nvPr>
        </p:nvSpPr>
        <p:spPr>
          <a:xfrm>
            <a:off x="5684726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17" hasCustomPrompt="1"/>
          </p:nvPr>
        </p:nvSpPr>
        <p:spPr>
          <a:xfrm>
            <a:off x="3278200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 idx="18" hasCustomPrompt="1"/>
          </p:nvPr>
        </p:nvSpPr>
        <p:spPr>
          <a:xfrm>
            <a:off x="872625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2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1"/>
          </p:nvPr>
        </p:nvSpPr>
        <p:spPr>
          <a:xfrm>
            <a:off x="3840150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 idx="2" hasCustomPrompt="1"/>
          </p:nvPr>
        </p:nvSpPr>
        <p:spPr>
          <a:xfrm>
            <a:off x="3840150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3"/>
          </p:nvPr>
        </p:nvSpPr>
        <p:spPr>
          <a:xfrm>
            <a:off x="3839925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4"/>
          </p:nvPr>
        </p:nvSpPr>
        <p:spPr>
          <a:xfrm>
            <a:off x="6960000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title" idx="5" hasCustomPrompt="1"/>
          </p:nvPr>
        </p:nvSpPr>
        <p:spPr>
          <a:xfrm>
            <a:off x="6960000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6"/>
          </p:nvPr>
        </p:nvSpPr>
        <p:spPr>
          <a:xfrm>
            <a:off x="6960000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7"/>
          </p:nvPr>
        </p:nvSpPr>
        <p:spPr>
          <a:xfrm>
            <a:off x="5400075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 idx="8" hasCustomPrompt="1"/>
          </p:nvPr>
        </p:nvSpPr>
        <p:spPr>
          <a:xfrm>
            <a:off x="5400075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9"/>
          </p:nvPr>
        </p:nvSpPr>
        <p:spPr>
          <a:xfrm>
            <a:off x="5399963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3"/>
          </p:nvPr>
        </p:nvSpPr>
        <p:spPr>
          <a:xfrm>
            <a:off x="2279925" y="1451875"/>
            <a:ext cx="14643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14" hasCustomPrompt="1"/>
          </p:nvPr>
        </p:nvSpPr>
        <p:spPr>
          <a:xfrm>
            <a:off x="2279925" y="3213250"/>
            <a:ext cx="14643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5"/>
          </p:nvPr>
        </p:nvSpPr>
        <p:spPr>
          <a:xfrm>
            <a:off x="2279888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6"/>
          </p:nvPr>
        </p:nvSpPr>
        <p:spPr>
          <a:xfrm>
            <a:off x="719700" y="1451875"/>
            <a:ext cx="14643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title" idx="17" hasCustomPrompt="1"/>
          </p:nvPr>
        </p:nvSpPr>
        <p:spPr>
          <a:xfrm>
            <a:off x="719700" y="3213250"/>
            <a:ext cx="14643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18"/>
          </p:nvPr>
        </p:nvSpPr>
        <p:spPr>
          <a:xfrm>
            <a:off x="719850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5443200" y="1767600"/>
            <a:ext cx="2980800" cy="81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5443050" y="2571750"/>
            <a:ext cx="2980800" cy="20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0" y="613131"/>
            <a:ext cx="4867800" cy="4539000"/>
          </a:xfrm>
          <a:custGeom>
            <a:avLst/>
            <a:gdLst/>
            <a:ahLst/>
            <a:cxnLst/>
            <a:rect l="l" t="t" r="r" b="b"/>
            <a:pathLst>
              <a:path w="194712" h="181560" extrusionOk="0">
                <a:moveTo>
                  <a:pt x="106727" y="133"/>
                </a:moveTo>
                <a:cubicBezTo>
                  <a:pt x="126954" y="1419"/>
                  <a:pt x="145341" y="13241"/>
                  <a:pt x="158826" y="28390"/>
                </a:cubicBezTo>
                <a:cubicBezTo>
                  <a:pt x="164814" y="35110"/>
                  <a:pt x="170004" y="42518"/>
                  <a:pt x="174706" y="50214"/>
                </a:cubicBezTo>
                <a:cubicBezTo>
                  <a:pt x="184665" y="66538"/>
                  <a:pt x="191584" y="81287"/>
                  <a:pt x="193314" y="100450"/>
                </a:cubicBezTo>
                <a:cubicBezTo>
                  <a:pt x="194712" y="116109"/>
                  <a:pt x="192871" y="131922"/>
                  <a:pt x="188235" y="146916"/>
                </a:cubicBezTo>
                <a:cubicBezTo>
                  <a:pt x="184842" y="157894"/>
                  <a:pt x="180051" y="168407"/>
                  <a:pt x="173974" y="178188"/>
                </a:cubicBezTo>
                <a:cubicBezTo>
                  <a:pt x="173708" y="178610"/>
                  <a:pt x="172111" y="181427"/>
                  <a:pt x="172111" y="181427"/>
                </a:cubicBezTo>
                <a:lnTo>
                  <a:pt x="0" y="181560"/>
                </a:lnTo>
                <a:lnTo>
                  <a:pt x="155" y="27635"/>
                </a:lnTo>
                <a:cubicBezTo>
                  <a:pt x="155" y="27635"/>
                  <a:pt x="14394" y="23266"/>
                  <a:pt x="21580" y="21115"/>
                </a:cubicBezTo>
                <a:cubicBezTo>
                  <a:pt x="35820" y="16878"/>
                  <a:pt x="50103" y="12465"/>
                  <a:pt x="64298" y="7962"/>
                </a:cubicBezTo>
                <a:cubicBezTo>
                  <a:pt x="76851" y="4014"/>
                  <a:pt x="89715" y="0"/>
                  <a:pt x="102801" y="0"/>
                </a:cubicBezTo>
                <a:cubicBezTo>
                  <a:pt x="104109" y="0"/>
                  <a:pt x="105418" y="44"/>
                  <a:pt x="106727" y="133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1"/>
          </p:nvPr>
        </p:nvSpPr>
        <p:spPr>
          <a:xfrm>
            <a:off x="3480325" y="1579350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2"/>
          </p:nvPr>
        </p:nvSpPr>
        <p:spPr>
          <a:xfrm>
            <a:off x="6469550" y="1576225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950" y="2188625"/>
            <a:ext cx="2984702" cy="2952286"/>
          </a:xfrm>
          <a:custGeom>
            <a:avLst/>
            <a:gdLst/>
            <a:ahLst/>
            <a:cxnLst/>
            <a:rect l="l" t="t" r="r" b="b"/>
            <a:pathLst>
              <a:path w="95457" h="92115" extrusionOk="0">
                <a:moveTo>
                  <a:pt x="0" y="17"/>
                </a:moveTo>
                <a:cubicBezTo>
                  <a:pt x="7235" y="317"/>
                  <a:pt x="19533" y="5414"/>
                  <a:pt x="26183" y="34169"/>
                </a:cubicBezTo>
                <a:cubicBezTo>
                  <a:pt x="33869" y="67319"/>
                  <a:pt x="55974" y="71780"/>
                  <a:pt x="65281" y="72147"/>
                </a:cubicBezTo>
                <a:cubicBezTo>
                  <a:pt x="70728" y="72365"/>
                  <a:pt x="76091" y="73551"/>
                  <a:pt x="80953" y="75840"/>
                </a:cubicBezTo>
                <a:cubicBezTo>
                  <a:pt x="87369" y="78864"/>
                  <a:pt x="94303" y="83960"/>
                  <a:pt x="95456" y="92114"/>
                </a:cubicBezTo>
                <a:lnTo>
                  <a:pt x="0" y="92114"/>
                </a:lnTo>
                <a:cubicBezTo>
                  <a:pt x="0" y="92114"/>
                  <a:pt x="0" y="0"/>
                  <a:pt x="0" y="17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3"/>
          </p:nvPr>
        </p:nvSpPr>
        <p:spPr>
          <a:xfrm>
            <a:off x="3480325" y="2629959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4"/>
          </p:nvPr>
        </p:nvSpPr>
        <p:spPr>
          <a:xfrm>
            <a:off x="6469550" y="2631538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5"/>
          </p:nvPr>
        </p:nvSpPr>
        <p:spPr>
          <a:xfrm>
            <a:off x="3480325" y="3688450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6"/>
          </p:nvPr>
        </p:nvSpPr>
        <p:spPr>
          <a:xfrm>
            <a:off x="6469550" y="3688475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7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-848" y="1674182"/>
            <a:ext cx="5408662" cy="615873"/>
          </a:xfrm>
          <a:custGeom>
            <a:avLst/>
            <a:gdLst/>
            <a:ahLst/>
            <a:cxnLst/>
            <a:rect l="l" t="t" r="r" b="b"/>
            <a:pathLst>
              <a:path w="168757" h="19216" extrusionOk="0">
                <a:moveTo>
                  <a:pt x="0" y="1"/>
                </a:moveTo>
                <a:lnTo>
                  <a:pt x="168757" y="1"/>
                </a:lnTo>
                <a:lnTo>
                  <a:pt x="168757" y="19216"/>
                </a:lnTo>
                <a:lnTo>
                  <a:pt x="0" y="19216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-848" y="2550995"/>
            <a:ext cx="5408662" cy="615873"/>
          </a:xfrm>
          <a:custGeom>
            <a:avLst/>
            <a:gdLst/>
            <a:ahLst/>
            <a:cxnLst/>
            <a:rect l="l" t="t" r="r" b="b"/>
            <a:pathLst>
              <a:path w="168757" h="19216" extrusionOk="0">
                <a:moveTo>
                  <a:pt x="0" y="1"/>
                </a:moveTo>
                <a:lnTo>
                  <a:pt x="168757" y="1"/>
                </a:lnTo>
                <a:lnTo>
                  <a:pt x="168757" y="19216"/>
                </a:lnTo>
                <a:lnTo>
                  <a:pt x="0" y="19216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-848" y="3427645"/>
            <a:ext cx="5408662" cy="615873"/>
          </a:xfrm>
          <a:custGeom>
            <a:avLst/>
            <a:gdLst/>
            <a:ahLst/>
            <a:cxnLst/>
            <a:rect l="l" t="t" r="r" b="b"/>
            <a:pathLst>
              <a:path w="168757" h="19216" extrusionOk="0">
                <a:moveTo>
                  <a:pt x="0" y="1"/>
                </a:moveTo>
                <a:lnTo>
                  <a:pt x="168757" y="1"/>
                </a:lnTo>
                <a:lnTo>
                  <a:pt x="168757" y="19216"/>
                </a:lnTo>
                <a:lnTo>
                  <a:pt x="0" y="19216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 idx="2" hasCustomPrompt="1"/>
          </p:nvPr>
        </p:nvSpPr>
        <p:spPr>
          <a:xfrm>
            <a:off x="3831300" y="1674300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1"/>
          </p:nvPr>
        </p:nvSpPr>
        <p:spPr>
          <a:xfrm>
            <a:off x="5443200" y="1674150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title" idx="3" hasCustomPrompt="1"/>
          </p:nvPr>
        </p:nvSpPr>
        <p:spPr>
          <a:xfrm>
            <a:off x="3831300" y="2550975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4"/>
          </p:nvPr>
        </p:nvSpPr>
        <p:spPr>
          <a:xfrm>
            <a:off x="5443200" y="2550825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title" idx="5" hasCustomPrompt="1"/>
          </p:nvPr>
        </p:nvSpPr>
        <p:spPr>
          <a:xfrm>
            <a:off x="3831300" y="3427825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6"/>
          </p:nvPr>
        </p:nvSpPr>
        <p:spPr>
          <a:xfrm>
            <a:off x="5443200" y="3427675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1"/>
          </p:nvPr>
        </p:nvSpPr>
        <p:spPr>
          <a:xfrm>
            <a:off x="720078" y="1168800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2"/>
          </p:nvPr>
        </p:nvSpPr>
        <p:spPr>
          <a:xfrm>
            <a:off x="720000" y="140026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3"/>
          </p:nvPr>
        </p:nvSpPr>
        <p:spPr>
          <a:xfrm>
            <a:off x="720078" y="2295149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4"/>
          </p:nvPr>
        </p:nvSpPr>
        <p:spPr>
          <a:xfrm>
            <a:off x="720000" y="2526762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5"/>
          </p:nvPr>
        </p:nvSpPr>
        <p:spPr>
          <a:xfrm>
            <a:off x="720078" y="3421497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6"/>
          </p:nvPr>
        </p:nvSpPr>
        <p:spPr>
          <a:xfrm>
            <a:off x="720000" y="365312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2041645" y="3635812"/>
            <a:ext cx="5642691" cy="1504812"/>
          </a:xfrm>
          <a:custGeom>
            <a:avLst/>
            <a:gdLst/>
            <a:ahLst/>
            <a:cxnLst/>
            <a:rect l="l" t="t" r="r" b="b"/>
            <a:pathLst>
              <a:path w="176059" h="46952" extrusionOk="0">
                <a:moveTo>
                  <a:pt x="1" y="46951"/>
                </a:moveTo>
                <a:cubicBezTo>
                  <a:pt x="1" y="46951"/>
                  <a:pt x="4211" y="34119"/>
                  <a:pt x="27603" y="31395"/>
                </a:cubicBezTo>
                <a:cubicBezTo>
                  <a:pt x="41471" y="29791"/>
                  <a:pt x="48506" y="23609"/>
                  <a:pt x="51948" y="18864"/>
                </a:cubicBezTo>
                <a:cubicBezTo>
                  <a:pt x="55924" y="13367"/>
                  <a:pt x="61338" y="9090"/>
                  <a:pt x="67604" y="6500"/>
                </a:cubicBezTo>
                <a:cubicBezTo>
                  <a:pt x="72399" y="4511"/>
                  <a:pt x="78163" y="2607"/>
                  <a:pt x="84195" y="1754"/>
                </a:cubicBezTo>
                <a:cubicBezTo>
                  <a:pt x="96760" y="0"/>
                  <a:pt x="108807" y="7352"/>
                  <a:pt x="112984" y="19332"/>
                </a:cubicBezTo>
                <a:cubicBezTo>
                  <a:pt x="114287" y="23108"/>
                  <a:pt x="118849" y="27051"/>
                  <a:pt x="123460" y="27853"/>
                </a:cubicBezTo>
                <a:cubicBezTo>
                  <a:pt x="134321" y="29725"/>
                  <a:pt x="153536" y="33902"/>
                  <a:pt x="153536" y="33902"/>
                </a:cubicBezTo>
                <a:cubicBezTo>
                  <a:pt x="153536" y="33902"/>
                  <a:pt x="173920" y="37661"/>
                  <a:pt x="176059" y="46951"/>
                </a:cubicBezTo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7"/>
          </p:nvPr>
        </p:nvSpPr>
        <p:spPr>
          <a:xfrm>
            <a:off x="6391500" y="1168800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8"/>
          </p:nvPr>
        </p:nvSpPr>
        <p:spPr>
          <a:xfrm>
            <a:off x="6391500" y="1404826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9"/>
          </p:nvPr>
        </p:nvSpPr>
        <p:spPr>
          <a:xfrm>
            <a:off x="6391500" y="2295149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3"/>
          </p:nvPr>
        </p:nvSpPr>
        <p:spPr>
          <a:xfrm>
            <a:off x="6391500" y="2528974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14"/>
          </p:nvPr>
        </p:nvSpPr>
        <p:spPr>
          <a:xfrm>
            <a:off x="6391500" y="3421497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15"/>
          </p:nvPr>
        </p:nvSpPr>
        <p:spPr>
          <a:xfrm>
            <a:off x="6391500" y="365312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8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6831885" y="3664338"/>
            <a:ext cx="2311831" cy="1478595"/>
          </a:xfrm>
          <a:custGeom>
            <a:avLst/>
            <a:gdLst/>
            <a:ahLst/>
            <a:cxnLst/>
            <a:rect l="l" t="t" r="r" b="b"/>
            <a:pathLst>
              <a:path w="72132" h="46134" extrusionOk="0">
                <a:moveTo>
                  <a:pt x="72131" y="18"/>
                </a:moveTo>
                <a:cubicBezTo>
                  <a:pt x="67069" y="168"/>
                  <a:pt x="58464" y="2758"/>
                  <a:pt x="53785" y="17411"/>
                </a:cubicBezTo>
                <a:cubicBezTo>
                  <a:pt x="48171" y="35055"/>
                  <a:pt x="31747" y="37361"/>
                  <a:pt x="24646" y="36325"/>
                </a:cubicBezTo>
                <a:cubicBezTo>
                  <a:pt x="20819" y="35757"/>
                  <a:pt x="15656" y="36325"/>
                  <a:pt x="12532" y="37161"/>
                </a:cubicBezTo>
                <a:cubicBezTo>
                  <a:pt x="6834" y="38681"/>
                  <a:pt x="1" y="46133"/>
                  <a:pt x="1" y="46133"/>
                </a:cubicBezTo>
                <a:lnTo>
                  <a:pt x="72081" y="46133"/>
                </a:lnTo>
                <a:cubicBezTo>
                  <a:pt x="72081" y="46133"/>
                  <a:pt x="72131" y="1"/>
                  <a:pt x="72131" y="18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395" y="2786104"/>
            <a:ext cx="1525676" cy="2356829"/>
          </a:xfrm>
          <a:custGeom>
            <a:avLst/>
            <a:gdLst/>
            <a:ahLst/>
            <a:cxnLst/>
            <a:rect l="l" t="t" r="r" b="b"/>
            <a:pathLst>
              <a:path w="47603" h="73536" extrusionOk="0">
                <a:moveTo>
                  <a:pt x="47586" y="73535"/>
                </a:moveTo>
                <a:cubicBezTo>
                  <a:pt x="47436" y="68172"/>
                  <a:pt x="44796" y="59065"/>
                  <a:pt x="29942" y="54136"/>
                </a:cubicBezTo>
                <a:cubicBezTo>
                  <a:pt x="12081" y="48205"/>
                  <a:pt x="14203" y="19466"/>
                  <a:pt x="13551" y="16074"/>
                </a:cubicBezTo>
                <a:cubicBezTo>
                  <a:pt x="12365" y="9959"/>
                  <a:pt x="9992" y="2290"/>
                  <a:pt x="184" y="1"/>
                </a:cubicBezTo>
                <a:cubicBezTo>
                  <a:pt x="151" y="101"/>
                  <a:pt x="0" y="73535"/>
                  <a:pt x="0" y="73535"/>
                </a:cubicBezTo>
                <a:cubicBezTo>
                  <a:pt x="0" y="73535"/>
                  <a:pt x="47603" y="73535"/>
                  <a:pt x="47586" y="73535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1"/>
          </p:nvPr>
        </p:nvSpPr>
        <p:spPr>
          <a:xfrm>
            <a:off x="2085150" y="1452000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19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2"/>
          </p:nvPr>
        </p:nvSpPr>
        <p:spPr>
          <a:xfrm>
            <a:off x="5527650" y="1451850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3"/>
          </p:nvPr>
        </p:nvSpPr>
        <p:spPr>
          <a:xfrm>
            <a:off x="2085150" y="2989014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19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4"/>
          </p:nvPr>
        </p:nvSpPr>
        <p:spPr>
          <a:xfrm>
            <a:off x="5527650" y="2988864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subTitle" idx="5"/>
          </p:nvPr>
        </p:nvSpPr>
        <p:spPr>
          <a:xfrm>
            <a:off x="5982500" y="2220420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19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subTitle" idx="6"/>
          </p:nvPr>
        </p:nvSpPr>
        <p:spPr>
          <a:xfrm>
            <a:off x="2085150" y="2220270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ubTitle" idx="7"/>
          </p:nvPr>
        </p:nvSpPr>
        <p:spPr>
          <a:xfrm>
            <a:off x="5982500" y="3757909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19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subTitle" idx="8"/>
          </p:nvPr>
        </p:nvSpPr>
        <p:spPr>
          <a:xfrm>
            <a:off x="2085150" y="3757759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9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subTitle" idx="1"/>
          </p:nvPr>
        </p:nvSpPr>
        <p:spPr>
          <a:xfrm>
            <a:off x="720000" y="2287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2"/>
          </p:nvPr>
        </p:nvSpPr>
        <p:spPr>
          <a:xfrm>
            <a:off x="720000" y="1488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subTitle" idx="3"/>
          </p:nvPr>
        </p:nvSpPr>
        <p:spPr>
          <a:xfrm>
            <a:off x="720000" y="3086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ubTitle" idx="4"/>
          </p:nvPr>
        </p:nvSpPr>
        <p:spPr>
          <a:xfrm>
            <a:off x="720000" y="3885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5"/>
          </p:nvPr>
        </p:nvSpPr>
        <p:spPr>
          <a:xfrm>
            <a:off x="6549900" y="2287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subTitle" idx="6"/>
          </p:nvPr>
        </p:nvSpPr>
        <p:spPr>
          <a:xfrm>
            <a:off x="6549900" y="1488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ubTitle" idx="7"/>
          </p:nvPr>
        </p:nvSpPr>
        <p:spPr>
          <a:xfrm>
            <a:off x="6549900" y="3086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subTitle" idx="8"/>
          </p:nvPr>
        </p:nvSpPr>
        <p:spPr>
          <a:xfrm>
            <a:off x="6549900" y="3885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3">
  <p:cSld name="CUSTOM_10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7"/>
          <p:cNvSpPr/>
          <p:nvPr/>
        </p:nvSpPr>
        <p:spPr>
          <a:xfrm>
            <a:off x="4164" y="-5"/>
            <a:ext cx="2490702" cy="1204920"/>
          </a:xfrm>
          <a:custGeom>
            <a:avLst/>
            <a:gdLst/>
            <a:ahLst/>
            <a:cxnLst/>
            <a:rect l="l" t="t" r="r" b="b"/>
            <a:pathLst>
              <a:path w="77713" h="37595" extrusionOk="0">
                <a:moveTo>
                  <a:pt x="1" y="37594"/>
                </a:moveTo>
                <a:cubicBezTo>
                  <a:pt x="5046" y="37461"/>
                  <a:pt x="13618" y="35389"/>
                  <a:pt x="18263" y="23643"/>
                </a:cubicBezTo>
                <a:cubicBezTo>
                  <a:pt x="22824" y="12114"/>
                  <a:pt x="34955" y="10644"/>
                  <a:pt x="42557" y="10928"/>
                </a:cubicBezTo>
                <a:cubicBezTo>
                  <a:pt x="48121" y="11162"/>
                  <a:pt x="53668" y="10359"/>
                  <a:pt x="58932" y="8588"/>
                </a:cubicBezTo>
                <a:cubicBezTo>
                  <a:pt x="65849" y="6232"/>
                  <a:pt x="74437" y="2907"/>
                  <a:pt x="77712" y="0"/>
                </a:cubicBezTo>
                <a:lnTo>
                  <a:pt x="1" y="0"/>
                </a:lnTo>
                <a:cubicBezTo>
                  <a:pt x="1" y="0"/>
                  <a:pt x="1" y="37594"/>
                  <a:pt x="1" y="3759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6651463" y="-5"/>
            <a:ext cx="2490125" cy="1204920"/>
          </a:xfrm>
          <a:custGeom>
            <a:avLst/>
            <a:gdLst/>
            <a:ahLst/>
            <a:cxnLst/>
            <a:rect l="l" t="t" r="r" b="b"/>
            <a:pathLst>
              <a:path w="77695" h="37595" extrusionOk="0">
                <a:moveTo>
                  <a:pt x="77695" y="37594"/>
                </a:moveTo>
                <a:cubicBezTo>
                  <a:pt x="72649" y="37461"/>
                  <a:pt x="64077" y="35389"/>
                  <a:pt x="59432" y="23643"/>
                </a:cubicBezTo>
                <a:cubicBezTo>
                  <a:pt x="54888" y="12114"/>
                  <a:pt x="42757" y="10644"/>
                  <a:pt x="35138" y="10928"/>
                </a:cubicBezTo>
                <a:cubicBezTo>
                  <a:pt x="29574" y="11162"/>
                  <a:pt x="24027" y="10359"/>
                  <a:pt x="18764" y="8588"/>
                </a:cubicBezTo>
                <a:cubicBezTo>
                  <a:pt x="11846" y="6232"/>
                  <a:pt x="3275" y="2907"/>
                  <a:pt x="0" y="0"/>
                </a:cubicBezTo>
                <a:lnTo>
                  <a:pt x="77695" y="0"/>
                </a:lnTo>
                <a:cubicBezTo>
                  <a:pt x="77695" y="0"/>
                  <a:pt x="77695" y="37594"/>
                  <a:pt x="77695" y="3759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subTitle" idx="1"/>
          </p:nvPr>
        </p:nvSpPr>
        <p:spPr>
          <a:xfrm>
            <a:off x="2957175" y="1567325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subTitle" idx="2"/>
          </p:nvPr>
        </p:nvSpPr>
        <p:spPr>
          <a:xfrm>
            <a:off x="1291975" y="15765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ubTitle" idx="3"/>
          </p:nvPr>
        </p:nvSpPr>
        <p:spPr>
          <a:xfrm>
            <a:off x="2957175" y="3836931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subTitle" idx="4"/>
          </p:nvPr>
        </p:nvSpPr>
        <p:spPr>
          <a:xfrm>
            <a:off x="1291975" y="38461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subTitle" idx="5"/>
          </p:nvPr>
        </p:nvSpPr>
        <p:spPr>
          <a:xfrm>
            <a:off x="2385075" y="2700037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subTitle" idx="6"/>
          </p:nvPr>
        </p:nvSpPr>
        <p:spPr>
          <a:xfrm>
            <a:off x="720000" y="27092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7"/>
          </p:nvPr>
        </p:nvSpPr>
        <p:spPr>
          <a:xfrm flipH="1">
            <a:off x="4980825" y="1567325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8"/>
          </p:nvPr>
        </p:nvSpPr>
        <p:spPr>
          <a:xfrm flipH="1">
            <a:off x="6277925" y="15765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9"/>
          </p:nvPr>
        </p:nvSpPr>
        <p:spPr>
          <a:xfrm flipH="1">
            <a:off x="4980825" y="3836931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13"/>
          </p:nvPr>
        </p:nvSpPr>
        <p:spPr>
          <a:xfrm flipH="1">
            <a:off x="6277925" y="38461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4"/>
          </p:nvPr>
        </p:nvSpPr>
        <p:spPr>
          <a:xfrm flipH="1">
            <a:off x="5552925" y="2700037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15"/>
          </p:nvPr>
        </p:nvSpPr>
        <p:spPr>
          <a:xfrm flipH="1">
            <a:off x="6849900" y="27092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1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1"/>
          </p:nvPr>
        </p:nvSpPr>
        <p:spPr>
          <a:xfrm>
            <a:off x="892750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2"/>
          </p:nvPr>
        </p:nvSpPr>
        <p:spPr>
          <a:xfrm>
            <a:off x="892750" y="3583031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3"/>
          </p:nvPr>
        </p:nvSpPr>
        <p:spPr>
          <a:xfrm>
            <a:off x="2760225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4"/>
          </p:nvPr>
        </p:nvSpPr>
        <p:spPr>
          <a:xfrm>
            <a:off x="2760225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5"/>
          </p:nvPr>
        </p:nvSpPr>
        <p:spPr>
          <a:xfrm>
            <a:off x="4627700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6"/>
          </p:nvPr>
        </p:nvSpPr>
        <p:spPr>
          <a:xfrm>
            <a:off x="4627700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7"/>
          </p:nvPr>
        </p:nvSpPr>
        <p:spPr>
          <a:xfrm>
            <a:off x="6495175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8"/>
          </p:nvPr>
        </p:nvSpPr>
        <p:spPr>
          <a:xfrm>
            <a:off x="6495175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/>
        </p:nvSpPr>
        <p:spPr>
          <a:xfrm>
            <a:off x="1192350" y="625625"/>
            <a:ext cx="6595754" cy="3833136"/>
          </a:xfrm>
          <a:custGeom>
            <a:avLst/>
            <a:gdLst/>
            <a:ahLst/>
            <a:cxnLst/>
            <a:rect l="l" t="t" r="r" b="b"/>
            <a:pathLst>
              <a:path w="305359" h="177460" extrusionOk="0">
                <a:moveTo>
                  <a:pt x="262195" y="0"/>
                </a:moveTo>
                <a:cubicBezTo>
                  <a:pt x="258473" y="0"/>
                  <a:pt x="254363" y="1311"/>
                  <a:pt x="249880" y="4529"/>
                </a:cubicBezTo>
                <a:cubicBezTo>
                  <a:pt x="244029" y="8719"/>
                  <a:pt x="237832" y="12908"/>
                  <a:pt x="231758" y="16875"/>
                </a:cubicBezTo>
                <a:cubicBezTo>
                  <a:pt x="229627" y="18263"/>
                  <a:pt x="227296" y="19329"/>
                  <a:pt x="224867" y="20023"/>
                </a:cubicBezTo>
                <a:lnTo>
                  <a:pt x="209844" y="24287"/>
                </a:lnTo>
                <a:cubicBezTo>
                  <a:pt x="206944" y="25108"/>
                  <a:pt x="203988" y="25508"/>
                  <a:pt x="201050" y="25508"/>
                </a:cubicBezTo>
                <a:cubicBezTo>
                  <a:pt x="193795" y="25508"/>
                  <a:pt x="186653" y="23071"/>
                  <a:pt x="180741" y="18536"/>
                </a:cubicBezTo>
                <a:cubicBezTo>
                  <a:pt x="168844" y="9391"/>
                  <a:pt x="152459" y="6436"/>
                  <a:pt x="136250" y="6436"/>
                </a:cubicBezTo>
                <a:cubicBezTo>
                  <a:pt x="106628" y="6436"/>
                  <a:pt x="77592" y="16305"/>
                  <a:pt x="77592" y="16305"/>
                </a:cubicBezTo>
                <a:cubicBezTo>
                  <a:pt x="77592" y="16305"/>
                  <a:pt x="54661" y="12264"/>
                  <a:pt x="48786" y="10727"/>
                </a:cubicBezTo>
                <a:cubicBezTo>
                  <a:pt x="47704" y="10441"/>
                  <a:pt x="46204" y="10268"/>
                  <a:pt x="44426" y="10268"/>
                </a:cubicBezTo>
                <a:cubicBezTo>
                  <a:pt x="35570" y="10268"/>
                  <a:pt x="19808" y="14559"/>
                  <a:pt x="14378" y="30559"/>
                </a:cubicBezTo>
                <a:cubicBezTo>
                  <a:pt x="9048" y="46325"/>
                  <a:pt x="23352" y="62314"/>
                  <a:pt x="28632" y="67520"/>
                </a:cubicBezTo>
                <a:cubicBezTo>
                  <a:pt x="32202" y="71015"/>
                  <a:pt x="34929" y="75279"/>
                  <a:pt x="36590" y="79964"/>
                </a:cubicBezTo>
                <a:cubicBezTo>
                  <a:pt x="39788" y="89062"/>
                  <a:pt x="39961" y="102622"/>
                  <a:pt x="22435" y="115463"/>
                </a:cubicBezTo>
                <a:cubicBezTo>
                  <a:pt x="0" y="131873"/>
                  <a:pt x="12445" y="154159"/>
                  <a:pt x="20179" y="164422"/>
                </a:cubicBezTo>
                <a:cubicBezTo>
                  <a:pt x="23327" y="168587"/>
                  <a:pt x="27665" y="171710"/>
                  <a:pt x="32599" y="173421"/>
                </a:cubicBezTo>
                <a:cubicBezTo>
                  <a:pt x="37677" y="175147"/>
                  <a:pt x="45157" y="176879"/>
                  <a:pt x="54741" y="176879"/>
                </a:cubicBezTo>
                <a:cubicBezTo>
                  <a:pt x="64291" y="176879"/>
                  <a:pt x="75930" y="175159"/>
                  <a:pt x="89367" y="170000"/>
                </a:cubicBezTo>
                <a:cubicBezTo>
                  <a:pt x="100815" y="165592"/>
                  <a:pt x="118494" y="164014"/>
                  <a:pt x="137937" y="164014"/>
                </a:cubicBezTo>
                <a:cubicBezTo>
                  <a:pt x="173056" y="164014"/>
                  <a:pt x="213934" y="169162"/>
                  <a:pt x="234262" y="172082"/>
                </a:cubicBezTo>
                <a:cubicBezTo>
                  <a:pt x="240360" y="172975"/>
                  <a:pt x="246384" y="174388"/>
                  <a:pt x="252235" y="176296"/>
                </a:cubicBezTo>
                <a:cubicBezTo>
                  <a:pt x="254243" y="176934"/>
                  <a:pt x="256700" y="177459"/>
                  <a:pt x="259356" y="177459"/>
                </a:cubicBezTo>
                <a:cubicBezTo>
                  <a:pt x="267850" y="177459"/>
                  <a:pt x="278382" y="172090"/>
                  <a:pt x="282800" y="147863"/>
                </a:cubicBezTo>
                <a:cubicBezTo>
                  <a:pt x="283222" y="145607"/>
                  <a:pt x="283346" y="143301"/>
                  <a:pt x="283172" y="140996"/>
                </a:cubicBezTo>
                <a:cubicBezTo>
                  <a:pt x="282577" y="133336"/>
                  <a:pt x="280148" y="114917"/>
                  <a:pt x="270232" y="102076"/>
                </a:cubicBezTo>
                <a:cubicBezTo>
                  <a:pt x="268001" y="99250"/>
                  <a:pt x="267034" y="95656"/>
                  <a:pt x="267579" y="92111"/>
                </a:cubicBezTo>
                <a:cubicBezTo>
                  <a:pt x="268398" y="87128"/>
                  <a:pt x="271992" y="80485"/>
                  <a:pt x="283346" y="74238"/>
                </a:cubicBezTo>
                <a:cubicBezTo>
                  <a:pt x="305359" y="62165"/>
                  <a:pt x="287386" y="25278"/>
                  <a:pt x="287386" y="25278"/>
                </a:cubicBezTo>
                <a:cubicBezTo>
                  <a:pt x="287386" y="25278"/>
                  <a:pt x="278538" y="0"/>
                  <a:pt x="262195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3192200" y="1520775"/>
            <a:ext cx="2649300" cy="8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subTitle" idx="1"/>
          </p:nvPr>
        </p:nvSpPr>
        <p:spPr>
          <a:xfrm>
            <a:off x="3192200" y="2324925"/>
            <a:ext cx="2649300" cy="20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12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412" y="2825979"/>
            <a:ext cx="9143682" cy="2327673"/>
          </a:xfrm>
          <a:custGeom>
            <a:avLst/>
            <a:gdLst/>
            <a:ahLst/>
            <a:cxnLst/>
            <a:rect l="l" t="t" r="r" b="b"/>
            <a:pathLst>
              <a:path w="285517" h="72683" extrusionOk="0">
                <a:moveTo>
                  <a:pt x="0" y="1"/>
                </a:moveTo>
                <a:lnTo>
                  <a:pt x="285516" y="1"/>
                </a:lnTo>
                <a:lnTo>
                  <a:pt x="285516" y="72683"/>
                </a:lnTo>
                <a:lnTo>
                  <a:pt x="0" y="72683"/>
                </a:ln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1"/>
          </p:nvPr>
        </p:nvSpPr>
        <p:spPr>
          <a:xfrm>
            <a:off x="3688950" y="2958650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2"/>
          </p:nvPr>
        </p:nvSpPr>
        <p:spPr>
          <a:xfrm>
            <a:off x="3688950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3"/>
          </p:nvPr>
        </p:nvSpPr>
        <p:spPr>
          <a:xfrm>
            <a:off x="6316048" y="2958650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subTitle" idx="4"/>
          </p:nvPr>
        </p:nvSpPr>
        <p:spPr>
          <a:xfrm>
            <a:off x="6316038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5"/>
          </p:nvPr>
        </p:nvSpPr>
        <p:spPr>
          <a:xfrm>
            <a:off x="1061850" y="2958525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subTitle" idx="6"/>
          </p:nvPr>
        </p:nvSpPr>
        <p:spPr>
          <a:xfrm>
            <a:off x="1061850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3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5446800" y="540000"/>
            <a:ext cx="2534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5205000" y="3794125"/>
            <a:ext cx="3021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lang="en" sz="8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including icons, and infographics &amp; images by </a:t>
            </a:r>
            <a:r>
              <a:rPr lang="en" sz="8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.</a:t>
            </a:r>
            <a:endParaRPr sz="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1"/>
          </p:nvPr>
        </p:nvSpPr>
        <p:spPr>
          <a:xfrm>
            <a:off x="5446800" y="1767600"/>
            <a:ext cx="25380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0" name="Google Shape;250;p31"/>
          <p:cNvSpPr/>
          <p:nvPr/>
        </p:nvSpPr>
        <p:spPr>
          <a:xfrm rot="-5400000" flipH="1">
            <a:off x="1002303" y="1182572"/>
            <a:ext cx="2669183" cy="5447538"/>
          </a:xfrm>
          <a:custGeom>
            <a:avLst/>
            <a:gdLst/>
            <a:ahLst/>
            <a:cxnLst/>
            <a:rect l="l" t="t" r="r" b="b"/>
            <a:pathLst>
              <a:path w="103718" h="170796" extrusionOk="0">
                <a:moveTo>
                  <a:pt x="42136" y="0"/>
                </a:moveTo>
                <a:cubicBezTo>
                  <a:pt x="23819" y="0"/>
                  <a:pt x="12197" y="18853"/>
                  <a:pt x="12197" y="18853"/>
                </a:cubicBezTo>
                <a:cubicBezTo>
                  <a:pt x="4205" y="35426"/>
                  <a:pt x="16082" y="50720"/>
                  <a:pt x="25376" y="59376"/>
                </a:cubicBezTo>
                <a:cubicBezTo>
                  <a:pt x="38089" y="71252"/>
                  <a:pt x="38114" y="91563"/>
                  <a:pt x="25032" y="103021"/>
                </a:cubicBezTo>
                <a:cubicBezTo>
                  <a:pt x="23729" y="104152"/>
                  <a:pt x="22352" y="105185"/>
                  <a:pt x="20901" y="106119"/>
                </a:cubicBezTo>
                <a:cubicBezTo>
                  <a:pt x="0" y="119324"/>
                  <a:pt x="3787" y="145437"/>
                  <a:pt x="19868" y="162084"/>
                </a:cubicBezTo>
                <a:cubicBezTo>
                  <a:pt x="26221" y="168644"/>
                  <a:pt x="37060" y="170795"/>
                  <a:pt x="48541" y="170795"/>
                </a:cubicBezTo>
                <a:cubicBezTo>
                  <a:pt x="62923" y="170795"/>
                  <a:pt x="78311" y="167420"/>
                  <a:pt x="87144" y="165109"/>
                </a:cubicBezTo>
                <a:cubicBezTo>
                  <a:pt x="92554" y="163682"/>
                  <a:pt x="98136" y="162945"/>
                  <a:pt x="103717" y="162871"/>
                </a:cubicBezTo>
                <a:lnTo>
                  <a:pt x="100349" y="5452"/>
                </a:lnTo>
                <a:cubicBezTo>
                  <a:pt x="94789" y="6066"/>
                  <a:pt x="89568" y="6312"/>
                  <a:pt x="84776" y="6312"/>
                </a:cubicBezTo>
                <a:cubicBezTo>
                  <a:pt x="72892" y="6312"/>
                  <a:pt x="63653" y="4803"/>
                  <a:pt x="58449" y="3681"/>
                </a:cubicBezTo>
                <a:cubicBezTo>
                  <a:pt x="56211" y="3189"/>
                  <a:pt x="53974" y="2550"/>
                  <a:pt x="51810" y="1739"/>
                </a:cubicBezTo>
                <a:cubicBezTo>
                  <a:pt x="48415" y="522"/>
                  <a:pt x="45183" y="0"/>
                  <a:pt x="42136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mpiere"/>
              <a:buNone/>
              <a:defRPr sz="3500">
                <a:solidFill>
                  <a:schemeClr val="dk1"/>
                </a:solidFill>
                <a:latin typeface="Pompiere"/>
                <a:ea typeface="Pompiere"/>
                <a:cs typeface="Pompiere"/>
                <a:sym typeface="Pompier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  <a:defRPr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1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vcJCASMJjFTWkXJjr8ibSkfln_jJcmPxKudK2PT_y2Y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>
            <a:spLocks noGrp="1"/>
          </p:cNvSpPr>
          <p:nvPr>
            <p:ph type="ctrTitle"/>
          </p:nvPr>
        </p:nvSpPr>
        <p:spPr>
          <a:xfrm>
            <a:off x="5485450" y="860400"/>
            <a:ext cx="3090000" cy="2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Case 06-2025</a:t>
            </a:r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1"/>
          </p:nvPr>
        </p:nvSpPr>
        <p:spPr>
          <a:xfrm>
            <a:off x="5925750" y="3659875"/>
            <a:ext cx="2498400" cy="5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264" name="Google Shape;264;p35"/>
          <p:cNvGrpSpPr/>
          <p:nvPr/>
        </p:nvGrpSpPr>
        <p:grpSpPr>
          <a:xfrm>
            <a:off x="316599" y="1608692"/>
            <a:ext cx="4255411" cy="3394826"/>
            <a:chOff x="-132051" y="1608692"/>
            <a:chExt cx="4255411" cy="3394826"/>
          </a:xfrm>
        </p:grpSpPr>
        <p:sp>
          <p:nvSpPr>
            <p:cNvPr id="265" name="Google Shape;265;p35"/>
            <p:cNvSpPr/>
            <p:nvPr/>
          </p:nvSpPr>
          <p:spPr>
            <a:xfrm flipH="1">
              <a:off x="2420184" y="1617801"/>
              <a:ext cx="832070" cy="838576"/>
            </a:xfrm>
            <a:custGeom>
              <a:avLst/>
              <a:gdLst/>
              <a:ahLst/>
              <a:cxnLst/>
              <a:rect l="l" t="t" r="r" b="b"/>
              <a:pathLst>
                <a:path w="22381" h="22556" extrusionOk="0">
                  <a:moveTo>
                    <a:pt x="5631" y="0"/>
                  </a:moveTo>
                  <a:cubicBezTo>
                    <a:pt x="3745" y="0"/>
                    <a:pt x="2175" y="360"/>
                    <a:pt x="1484" y="677"/>
                  </a:cubicBezTo>
                  <a:cubicBezTo>
                    <a:pt x="548" y="1109"/>
                    <a:pt x="1" y="1973"/>
                    <a:pt x="173" y="2837"/>
                  </a:cubicBezTo>
                  <a:cubicBezTo>
                    <a:pt x="361" y="3687"/>
                    <a:pt x="1181" y="4292"/>
                    <a:pt x="1181" y="4292"/>
                  </a:cubicBezTo>
                  <a:cubicBezTo>
                    <a:pt x="1181" y="4292"/>
                    <a:pt x="1326" y="4349"/>
                    <a:pt x="1570" y="4479"/>
                  </a:cubicBezTo>
                  <a:cubicBezTo>
                    <a:pt x="2132" y="4781"/>
                    <a:pt x="2665" y="5170"/>
                    <a:pt x="3140" y="5631"/>
                  </a:cubicBezTo>
                  <a:cubicBezTo>
                    <a:pt x="3558" y="6034"/>
                    <a:pt x="3918" y="6524"/>
                    <a:pt x="4191" y="7057"/>
                  </a:cubicBezTo>
                  <a:cubicBezTo>
                    <a:pt x="4206" y="7085"/>
                    <a:pt x="4235" y="7129"/>
                    <a:pt x="4249" y="7157"/>
                  </a:cubicBezTo>
                  <a:cubicBezTo>
                    <a:pt x="5185" y="9145"/>
                    <a:pt x="4451" y="10931"/>
                    <a:pt x="4652" y="15064"/>
                  </a:cubicBezTo>
                  <a:cubicBezTo>
                    <a:pt x="4782" y="17829"/>
                    <a:pt x="6337" y="20378"/>
                    <a:pt x="9318" y="21674"/>
                  </a:cubicBezTo>
                  <a:cubicBezTo>
                    <a:pt x="10613" y="22232"/>
                    <a:pt x="12175" y="22556"/>
                    <a:pt x="14007" y="22556"/>
                  </a:cubicBezTo>
                  <a:cubicBezTo>
                    <a:pt x="14254" y="22556"/>
                    <a:pt x="14505" y="22550"/>
                    <a:pt x="14762" y="22538"/>
                  </a:cubicBezTo>
                  <a:cubicBezTo>
                    <a:pt x="17008" y="22437"/>
                    <a:pt x="20335" y="20176"/>
                    <a:pt x="21358" y="18779"/>
                  </a:cubicBezTo>
                  <a:cubicBezTo>
                    <a:pt x="22380" y="17382"/>
                    <a:pt x="21012" y="14516"/>
                    <a:pt x="21012" y="14473"/>
                  </a:cubicBezTo>
                  <a:lnTo>
                    <a:pt x="21012" y="14473"/>
                  </a:lnTo>
                  <a:cubicBezTo>
                    <a:pt x="21286" y="14776"/>
                    <a:pt x="21588" y="15078"/>
                    <a:pt x="21905" y="15366"/>
                  </a:cubicBezTo>
                  <a:cubicBezTo>
                    <a:pt x="21790" y="14344"/>
                    <a:pt x="21430" y="12414"/>
                    <a:pt x="18895" y="10743"/>
                  </a:cubicBezTo>
                  <a:cubicBezTo>
                    <a:pt x="16375" y="9058"/>
                    <a:pt x="13984" y="7229"/>
                    <a:pt x="13984" y="7229"/>
                  </a:cubicBezTo>
                  <a:cubicBezTo>
                    <a:pt x="12645" y="6077"/>
                    <a:pt x="12011" y="4724"/>
                    <a:pt x="11666" y="4018"/>
                  </a:cubicBezTo>
                  <a:cubicBezTo>
                    <a:pt x="11334" y="3312"/>
                    <a:pt x="10326" y="533"/>
                    <a:pt x="7619" y="144"/>
                  </a:cubicBezTo>
                  <a:cubicBezTo>
                    <a:pt x="6956" y="43"/>
                    <a:pt x="6294" y="0"/>
                    <a:pt x="563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5"/>
            <p:cNvSpPr/>
            <p:nvPr/>
          </p:nvSpPr>
          <p:spPr>
            <a:xfrm flipH="1">
              <a:off x="2536364" y="1683084"/>
              <a:ext cx="667150" cy="738085"/>
            </a:xfrm>
            <a:custGeom>
              <a:avLst/>
              <a:gdLst/>
              <a:ahLst/>
              <a:cxnLst/>
              <a:rect l="l" t="t" r="r" b="b"/>
              <a:pathLst>
                <a:path w="17945" h="19853" extrusionOk="0">
                  <a:moveTo>
                    <a:pt x="245" y="1"/>
                  </a:moveTo>
                  <a:lnTo>
                    <a:pt x="245" y="1"/>
                  </a:lnTo>
                  <a:cubicBezTo>
                    <a:pt x="0" y="1110"/>
                    <a:pt x="43" y="2017"/>
                    <a:pt x="259" y="2723"/>
                  </a:cubicBezTo>
                  <a:cubicBezTo>
                    <a:pt x="821" y="3025"/>
                    <a:pt x="1354" y="3414"/>
                    <a:pt x="1829" y="3875"/>
                  </a:cubicBezTo>
                  <a:cubicBezTo>
                    <a:pt x="1843" y="3889"/>
                    <a:pt x="1872" y="3918"/>
                    <a:pt x="1901" y="3947"/>
                  </a:cubicBezTo>
                  <a:cubicBezTo>
                    <a:pt x="1915" y="3947"/>
                    <a:pt x="1915" y="3961"/>
                    <a:pt x="1930" y="3976"/>
                  </a:cubicBezTo>
                  <a:cubicBezTo>
                    <a:pt x="1944" y="3990"/>
                    <a:pt x="1959" y="4005"/>
                    <a:pt x="1973" y="4019"/>
                  </a:cubicBezTo>
                  <a:cubicBezTo>
                    <a:pt x="1987" y="4033"/>
                    <a:pt x="2002" y="4048"/>
                    <a:pt x="2002" y="4062"/>
                  </a:cubicBezTo>
                  <a:cubicBezTo>
                    <a:pt x="2016" y="4077"/>
                    <a:pt x="2031" y="4091"/>
                    <a:pt x="2045" y="4105"/>
                  </a:cubicBezTo>
                  <a:lnTo>
                    <a:pt x="2088" y="4134"/>
                  </a:lnTo>
                  <a:cubicBezTo>
                    <a:pt x="2103" y="4149"/>
                    <a:pt x="2117" y="4163"/>
                    <a:pt x="2117" y="4177"/>
                  </a:cubicBezTo>
                  <a:cubicBezTo>
                    <a:pt x="2131" y="4192"/>
                    <a:pt x="2146" y="4206"/>
                    <a:pt x="2160" y="4221"/>
                  </a:cubicBezTo>
                  <a:cubicBezTo>
                    <a:pt x="2175" y="4235"/>
                    <a:pt x="2189" y="4249"/>
                    <a:pt x="2203" y="4264"/>
                  </a:cubicBezTo>
                  <a:cubicBezTo>
                    <a:pt x="2203" y="4278"/>
                    <a:pt x="2218" y="4293"/>
                    <a:pt x="2232" y="4307"/>
                  </a:cubicBezTo>
                  <a:cubicBezTo>
                    <a:pt x="2247" y="4321"/>
                    <a:pt x="2261" y="4336"/>
                    <a:pt x="2275" y="4350"/>
                  </a:cubicBezTo>
                  <a:lnTo>
                    <a:pt x="2304" y="4393"/>
                  </a:lnTo>
                  <a:lnTo>
                    <a:pt x="2333" y="4437"/>
                  </a:lnTo>
                  <a:cubicBezTo>
                    <a:pt x="2348" y="4451"/>
                    <a:pt x="2362" y="4480"/>
                    <a:pt x="2376" y="4494"/>
                  </a:cubicBezTo>
                  <a:cubicBezTo>
                    <a:pt x="2391" y="4509"/>
                    <a:pt x="2405" y="4523"/>
                    <a:pt x="2405" y="4537"/>
                  </a:cubicBezTo>
                  <a:cubicBezTo>
                    <a:pt x="2420" y="4552"/>
                    <a:pt x="2434" y="4566"/>
                    <a:pt x="2448" y="4581"/>
                  </a:cubicBezTo>
                  <a:cubicBezTo>
                    <a:pt x="2463" y="4595"/>
                    <a:pt x="2463" y="4609"/>
                    <a:pt x="2477" y="4624"/>
                  </a:cubicBezTo>
                  <a:cubicBezTo>
                    <a:pt x="2492" y="4638"/>
                    <a:pt x="2506" y="4653"/>
                    <a:pt x="2520" y="4681"/>
                  </a:cubicBezTo>
                  <a:cubicBezTo>
                    <a:pt x="2520" y="4696"/>
                    <a:pt x="2535" y="4710"/>
                    <a:pt x="2549" y="4725"/>
                  </a:cubicBezTo>
                  <a:lnTo>
                    <a:pt x="2578" y="4768"/>
                  </a:lnTo>
                  <a:lnTo>
                    <a:pt x="2607" y="4825"/>
                  </a:lnTo>
                  <a:cubicBezTo>
                    <a:pt x="2621" y="4840"/>
                    <a:pt x="2636" y="4854"/>
                    <a:pt x="2650" y="4869"/>
                  </a:cubicBezTo>
                  <a:cubicBezTo>
                    <a:pt x="2650" y="4883"/>
                    <a:pt x="2664" y="4897"/>
                    <a:pt x="2679" y="4926"/>
                  </a:cubicBezTo>
                  <a:cubicBezTo>
                    <a:pt x="2679" y="4941"/>
                    <a:pt x="2693" y="4955"/>
                    <a:pt x="2708" y="4969"/>
                  </a:cubicBezTo>
                  <a:cubicBezTo>
                    <a:pt x="2722" y="4998"/>
                    <a:pt x="2722" y="5013"/>
                    <a:pt x="2736" y="5027"/>
                  </a:cubicBezTo>
                  <a:lnTo>
                    <a:pt x="2765" y="5070"/>
                  </a:lnTo>
                  <a:cubicBezTo>
                    <a:pt x="2780" y="5099"/>
                    <a:pt x="2794" y="5113"/>
                    <a:pt x="2794" y="5128"/>
                  </a:cubicBezTo>
                  <a:cubicBezTo>
                    <a:pt x="2808" y="5157"/>
                    <a:pt x="2823" y="5171"/>
                    <a:pt x="2823" y="5185"/>
                  </a:cubicBezTo>
                  <a:cubicBezTo>
                    <a:pt x="2837" y="5200"/>
                    <a:pt x="2852" y="5229"/>
                    <a:pt x="2866" y="5243"/>
                  </a:cubicBezTo>
                  <a:cubicBezTo>
                    <a:pt x="2866" y="5257"/>
                    <a:pt x="2880" y="5272"/>
                    <a:pt x="2880" y="5286"/>
                  </a:cubicBezTo>
                  <a:cubicBezTo>
                    <a:pt x="2895" y="5329"/>
                    <a:pt x="2924" y="5358"/>
                    <a:pt x="2938" y="5401"/>
                  </a:cubicBezTo>
                  <a:cubicBezTo>
                    <a:pt x="3874" y="7389"/>
                    <a:pt x="3140" y="9175"/>
                    <a:pt x="3341" y="13308"/>
                  </a:cubicBezTo>
                  <a:cubicBezTo>
                    <a:pt x="3428" y="15655"/>
                    <a:pt x="4637" y="17815"/>
                    <a:pt x="6581" y="19126"/>
                  </a:cubicBezTo>
                  <a:cubicBezTo>
                    <a:pt x="7273" y="19595"/>
                    <a:pt x="8082" y="19853"/>
                    <a:pt x="8907" y="19853"/>
                  </a:cubicBezTo>
                  <a:cubicBezTo>
                    <a:pt x="9044" y="19853"/>
                    <a:pt x="9181" y="19846"/>
                    <a:pt x="9318" y="19832"/>
                  </a:cubicBezTo>
                  <a:lnTo>
                    <a:pt x="9332" y="19832"/>
                  </a:lnTo>
                  <a:cubicBezTo>
                    <a:pt x="10729" y="19702"/>
                    <a:pt x="12112" y="19443"/>
                    <a:pt x="13393" y="18881"/>
                  </a:cubicBezTo>
                  <a:cubicBezTo>
                    <a:pt x="14675" y="18334"/>
                    <a:pt x="15841" y="17455"/>
                    <a:pt x="16576" y="16274"/>
                  </a:cubicBezTo>
                  <a:cubicBezTo>
                    <a:pt x="17310" y="15079"/>
                    <a:pt x="17670" y="13553"/>
                    <a:pt x="17210" y="12242"/>
                  </a:cubicBezTo>
                  <a:lnTo>
                    <a:pt x="17210" y="12242"/>
                  </a:lnTo>
                  <a:cubicBezTo>
                    <a:pt x="17397" y="12516"/>
                    <a:pt x="17670" y="12688"/>
                    <a:pt x="17944" y="12890"/>
                  </a:cubicBezTo>
                  <a:cubicBezTo>
                    <a:pt x="17886" y="12588"/>
                    <a:pt x="17786" y="12300"/>
                    <a:pt x="17670" y="12012"/>
                  </a:cubicBezTo>
                  <a:cubicBezTo>
                    <a:pt x="17253" y="11061"/>
                    <a:pt x="16490" y="10096"/>
                    <a:pt x="15568" y="9621"/>
                  </a:cubicBezTo>
                  <a:cubicBezTo>
                    <a:pt x="14689" y="9160"/>
                    <a:pt x="13941" y="8570"/>
                    <a:pt x="12990" y="8210"/>
                  </a:cubicBezTo>
                  <a:cubicBezTo>
                    <a:pt x="11175" y="7518"/>
                    <a:pt x="9044" y="7187"/>
                    <a:pt x="7618" y="5747"/>
                  </a:cubicBezTo>
                  <a:cubicBezTo>
                    <a:pt x="6697" y="4811"/>
                    <a:pt x="6207" y="3544"/>
                    <a:pt x="5300" y="2608"/>
                  </a:cubicBezTo>
                  <a:cubicBezTo>
                    <a:pt x="4234" y="1499"/>
                    <a:pt x="2938" y="1412"/>
                    <a:pt x="1570" y="995"/>
                  </a:cubicBezTo>
                  <a:cubicBezTo>
                    <a:pt x="1239" y="894"/>
                    <a:pt x="130" y="563"/>
                    <a:pt x="245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5"/>
            <p:cNvSpPr/>
            <p:nvPr/>
          </p:nvSpPr>
          <p:spPr>
            <a:xfrm flipH="1">
              <a:off x="3103915" y="4761679"/>
              <a:ext cx="530597" cy="205629"/>
            </a:xfrm>
            <a:custGeom>
              <a:avLst/>
              <a:gdLst/>
              <a:ahLst/>
              <a:cxnLst/>
              <a:rect l="l" t="t" r="r" b="b"/>
              <a:pathLst>
                <a:path w="14272" h="5531" extrusionOk="0">
                  <a:moveTo>
                    <a:pt x="8540" y="0"/>
                  </a:moveTo>
                  <a:cubicBezTo>
                    <a:pt x="8540" y="0"/>
                    <a:pt x="8655" y="1397"/>
                    <a:pt x="5919" y="2564"/>
                  </a:cubicBezTo>
                  <a:cubicBezTo>
                    <a:pt x="4997" y="2938"/>
                    <a:pt x="4047" y="3226"/>
                    <a:pt x="3068" y="3413"/>
                  </a:cubicBezTo>
                  <a:cubicBezTo>
                    <a:pt x="763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7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5"/>
            <p:cNvSpPr/>
            <p:nvPr/>
          </p:nvSpPr>
          <p:spPr>
            <a:xfrm flipH="1">
              <a:off x="3102317" y="4856444"/>
              <a:ext cx="529519" cy="113540"/>
            </a:xfrm>
            <a:custGeom>
              <a:avLst/>
              <a:gdLst/>
              <a:ahLst/>
              <a:cxnLst/>
              <a:rect l="l" t="t" r="r" b="b"/>
              <a:pathLst>
                <a:path w="14243" h="3054" extrusionOk="0">
                  <a:moveTo>
                    <a:pt x="5847" y="0"/>
                  </a:moveTo>
                  <a:cubicBezTo>
                    <a:pt x="4925" y="389"/>
                    <a:pt x="3975" y="677"/>
                    <a:pt x="2996" y="864"/>
                  </a:cubicBezTo>
                  <a:cubicBezTo>
                    <a:pt x="691" y="1340"/>
                    <a:pt x="0" y="3053"/>
                    <a:pt x="0" y="3053"/>
                  </a:cubicBezTo>
                  <a:lnTo>
                    <a:pt x="14243" y="3053"/>
                  </a:lnTo>
                  <a:lnTo>
                    <a:pt x="14185" y="490"/>
                  </a:lnTo>
                  <a:cubicBezTo>
                    <a:pt x="12889" y="850"/>
                    <a:pt x="10916" y="1685"/>
                    <a:pt x="7532" y="1959"/>
                  </a:cubicBezTo>
                  <a:cubicBezTo>
                    <a:pt x="7172" y="1268"/>
                    <a:pt x="6495" y="576"/>
                    <a:pt x="584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5"/>
            <p:cNvSpPr/>
            <p:nvPr/>
          </p:nvSpPr>
          <p:spPr>
            <a:xfrm flipH="1">
              <a:off x="2996287" y="2912396"/>
              <a:ext cx="420329" cy="1923192"/>
            </a:xfrm>
            <a:custGeom>
              <a:avLst/>
              <a:gdLst/>
              <a:ahLst/>
              <a:cxnLst/>
              <a:rect l="l" t="t" r="r" b="b"/>
              <a:pathLst>
                <a:path w="11306" h="51730" extrusionOk="0">
                  <a:moveTo>
                    <a:pt x="4666" y="0"/>
                  </a:moveTo>
                  <a:cubicBezTo>
                    <a:pt x="2852" y="0"/>
                    <a:pt x="1167" y="764"/>
                    <a:pt x="620" y="2578"/>
                  </a:cubicBezTo>
                  <a:cubicBezTo>
                    <a:pt x="404" y="3284"/>
                    <a:pt x="288" y="4983"/>
                    <a:pt x="231" y="7345"/>
                  </a:cubicBezTo>
                  <a:cubicBezTo>
                    <a:pt x="216" y="7719"/>
                    <a:pt x="202" y="8108"/>
                    <a:pt x="202" y="8511"/>
                  </a:cubicBezTo>
                  <a:cubicBezTo>
                    <a:pt x="0" y="21516"/>
                    <a:pt x="1426" y="50102"/>
                    <a:pt x="1426" y="50102"/>
                  </a:cubicBezTo>
                  <a:lnTo>
                    <a:pt x="9001" y="51730"/>
                  </a:lnTo>
                  <a:cubicBezTo>
                    <a:pt x="9001" y="51730"/>
                    <a:pt x="10643" y="16029"/>
                    <a:pt x="11032" y="8511"/>
                  </a:cubicBezTo>
                  <a:cubicBezTo>
                    <a:pt x="11061" y="7964"/>
                    <a:pt x="11089" y="7561"/>
                    <a:pt x="11104" y="7345"/>
                  </a:cubicBezTo>
                  <a:cubicBezTo>
                    <a:pt x="11104" y="7331"/>
                    <a:pt x="11104" y="7316"/>
                    <a:pt x="11104" y="7302"/>
                  </a:cubicBezTo>
                  <a:cubicBezTo>
                    <a:pt x="11305" y="4349"/>
                    <a:pt x="10528" y="3313"/>
                    <a:pt x="9606" y="2132"/>
                  </a:cubicBezTo>
                  <a:cubicBezTo>
                    <a:pt x="8584" y="821"/>
                    <a:pt x="6553" y="0"/>
                    <a:pt x="466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5"/>
            <p:cNvSpPr/>
            <p:nvPr/>
          </p:nvSpPr>
          <p:spPr>
            <a:xfrm flipH="1">
              <a:off x="2996287" y="2912359"/>
              <a:ext cx="411778" cy="272585"/>
            </a:xfrm>
            <a:custGeom>
              <a:avLst/>
              <a:gdLst/>
              <a:ahLst/>
              <a:cxnLst/>
              <a:rect l="l" t="t" r="r" b="b"/>
              <a:pathLst>
                <a:path w="11076" h="7332" extrusionOk="0">
                  <a:moveTo>
                    <a:pt x="4441" y="0"/>
                  </a:moveTo>
                  <a:cubicBezTo>
                    <a:pt x="2623" y="0"/>
                    <a:pt x="934" y="762"/>
                    <a:pt x="390" y="2579"/>
                  </a:cubicBezTo>
                  <a:cubicBezTo>
                    <a:pt x="174" y="3285"/>
                    <a:pt x="58" y="4984"/>
                    <a:pt x="1" y="7332"/>
                  </a:cubicBezTo>
                  <a:lnTo>
                    <a:pt x="10874" y="7332"/>
                  </a:lnTo>
                  <a:cubicBezTo>
                    <a:pt x="10874" y="7332"/>
                    <a:pt x="10874" y="7317"/>
                    <a:pt x="10874" y="7303"/>
                  </a:cubicBezTo>
                  <a:cubicBezTo>
                    <a:pt x="11075" y="4350"/>
                    <a:pt x="10298" y="3314"/>
                    <a:pt x="9376" y="2133"/>
                  </a:cubicBezTo>
                  <a:cubicBezTo>
                    <a:pt x="8350" y="820"/>
                    <a:pt x="6326" y="0"/>
                    <a:pt x="444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5"/>
            <p:cNvSpPr/>
            <p:nvPr/>
          </p:nvSpPr>
          <p:spPr>
            <a:xfrm flipH="1">
              <a:off x="2744112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lnTo>
                    <a:pt x="8411" y="0"/>
                  </a:ln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25" y="3413"/>
                  </a:cubicBezTo>
                  <a:cubicBezTo>
                    <a:pt x="721" y="3889"/>
                    <a:pt x="1" y="5530"/>
                    <a:pt x="1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71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5"/>
            <p:cNvSpPr/>
            <p:nvPr/>
          </p:nvSpPr>
          <p:spPr>
            <a:xfrm flipH="1">
              <a:off x="2744112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25" y="864"/>
                  </a:cubicBezTo>
                  <a:cubicBezTo>
                    <a:pt x="721" y="1340"/>
                    <a:pt x="1" y="2981"/>
                    <a:pt x="1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5"/>
            <p:cNvSpPr/>
            <p:nvPr/>
          </p:nvSpPr>
          <p:spPr>
            <a:xfrm flipH="1">
              <a:off x="2678270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78" y="0"/>
                    <a:pt x="793" y="764"/>
                    <a:pt x="289" y="2578"/>
                  </a:cubicBezTo>
                  <a:cubicBezTo>
                    <a:pt x="102" y="3284"/>
                    <a:pt x="15" y="4983"/>
                    <a:pt x="1" y="7345"/>
                  </a:cubicBezTo>
                  <a:cubicBezTo>
                    <a:pt x="1" y="7719"/>
                    <a:pt x="1" y="8108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5" y="16029"/>
                    <a:pt x="10845" y="8511"/>
                  </a:cubicBezTo>
                  <a:cubicBezTo>
                    <a:pt x="10859" y="7964"/>
                    <a:pt x="10874" y="7561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5"/>
            <p:cNvSpPr/>
            <p:nvPr/>
          </p:nvSpPr>
          <p:spPr>
            <a:xfrm flipH="1">
              <a:off x="2678270" y="2912359"/>
              <a:ext cx="409622" cy="272585"/>
            </a:xfrm>
            <a:custGeom>
              <a:avLst/>
              <a:gdLst/>
              <a:ahLst/>
              <a:cxnLst/>
              <a:rect l="l" t="t" r="r" b="b"/>
              <a:pathLst>
                <a:path w="11018" h="7332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2" y="3285"/>
                    <a:pt x="15" y="4984"/>
                    <a:pt x="1" y="7332"/>
                  </a:cubicBezTo>
                  <a:lnTo>
                    <a:pt x="10888" y="7332"/>
                  </a:ln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5"/>
            <p:cNvSpPr/>
            <p:nvPr/>
          </p:nvSpPr>
          <p:spPr>
            <a:xfrm flipH="1">
              <a:off x="3343227" y="2144085"/>
              <a:ext cx="599710" cy="525207"/>
            </a:xfrm>
            <a:custGeom>
              <a:avLst/>
              <a:gdLst/>
              <a:ahLst/>
              <a:cxnLst/>
              <a:rect l="l" t="t" r="r" b="b"/>
              <a:pathLst>
                <a:path w="16131" h="14127" extrusionOk="0">
                  <a:moveTo>
                    <a:pt x="1585" y="0"/>
                  </a:moveTo>
                  <a:lnTo>
                    <a:pt x="1" y="1829"/>
                  </a:lnTo>
                  <a:cubicBezTo>
                    <a:pt x="1" y="1829"/>
                    <a:pt x="5848" y="13451"/>
                    <a:pt x="8656" y="14099"/>
                  </a:cubicBezTo>
                  <a:cubicBezTo>
                    <a:pt x="8736" y="14118"/>
                    <a:pt x="8819" y="14127"/>
                    <a:pt x="8907" y="14127"/>
                  </a:cubicBezTo>
                  <a:cubicBezTo>
                    <a:pt x="11211" y="14127"/>
                    <a:pt x="16130" y="7964"/>
                    <a:pt x="16130" y="7964"/>
                  </a:cubicBezTo>
                  <a:lnTo>
                    <a:pt x="12184" y="4695"/>
                  </a:lnTo>
                  <a:lnTo>
                    <a:pt x="9319" y="7129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5"/>
            <p:cNvSpPr/>
            <p:nvPr/>
          </p:nvSpPr>
          <p:spPr>
            <a:xfrm flipH="1">
              <a:off x="3882375" y="2115161"/>
              <a:ext cx="240985" cy="118373"/>
            </a:xfrm>
            <a:custGeom>
              <a:avLst/>
              <a:gdLst/>
              <a:ahLst/>
              <a:cxnLst/>
              <a:rect l="l" t="t" r="r" b="b"/>
              <a:pathLst>
                <a:path w="6482" h="3184" extrusionOk="0">
                  <a:moveTo>
                    <a:pt x="418" y="1"/>
                  </a:moveTo>
                  <a:cubicBezTo>
                    <a:pt x="73" y="87"/>
                    <a:pt x="1" y="548"/>
                    <a:pt x="303" y="735"/>
                  </a:cubicBezTo>
                  <a:cubicBezTo>
                    <a:pt x="505" y="822"/>
                    <a:pt x="3011" y="980"/>
                    <a:pt x="3011" y="980"/>
                  </a:cubicBezTo>
                  <a:lnTo>
                    <a:pt x="3011" y="3155"/>
                  </a:lnTo>
                  <a:lnTo>
                    <a:pt x="5012" y="3183"/>
                  </a:lnTo>
                  <a:cubicBezTo>
                    <a:pt x="5019" y="3184"/>
                    <a:pt x="5025" y="3184"/>
                    <a:pt x="5032" y="3184"/>
                  </a:cubicBezTo>
                  <a:cubicBezTo>
                    <a:pt x="5423" y="3184"/>
                    <a:pt x="6067" y="2758"/>
                    <a:pt x="6251" y="2305"/>
                  </a:cubicBezTo>
                  <a:cubicBezTo>
                    <a:pt x="6452" y="1743"/>
                    <a:pt x="6481" y="1138"/>
                    <a:pt x="6352" y="562"/>
                  </a:cubicBezTo>
                  <a:cubicBezTo>
                    <a:pt x="6265" y="231"/>
                    <a:pt x="5977" y="1"/>
                    <a:pt x="564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5"/>
            <p:cNvSpPr/>
            <p:nvPr/>
          </p:nvSpPr>
          <p:spPr>
            <a:xfrm flipH="1">
              <a:off x="3880776" y="2073411"/>
              <a:ext cx="127482" cy="89003"/>
            </a:xfrm>
            <a:custGeom>
              <a:avLst/>
              <a:gdLst/>
              <a:ahLst/>
              <a:cxnLst/>
              <a:rect l="l" t="t" r="r" b="b"/>
              <a:pathLst>
                <a:path w="3429" h="2394" extrusionOk="0">
                  <a:moveTo>
                    <a:pt x="318" y="0"/>
                  </a:moveTo>
                  <a:cubicBezTo>
                    <a:pt x="275" y="0"/>
                    <a:pt x="231" y="0"/>
                    <a:pt x="188" y="15"/>
                  </a:cubicBezTo>
                  <a:cubicBezTo>
                    <a:pt x="1" y="87"/>
                    <a:pt x="188" y="605"/>
                    <a:pt x="390" y="764"/>
                  </a:cubicBezTo>
                  <a:cubicBezTo>
                    <a:pt x="548" y="893"/>
                    <a:pt x="793" y="1138"/>
                    <a:pt x="1110" y="1196"/>
                  </a:cubicBezTo>
                  <a:cubicBezTo>
                    <a:pt x="1192" y="1206"/>
                    <a:pt x="1275" y="1211"/>
                    <a:pt x="1359" y="1211"/>
                  </a:cubicBezTo>
                  <a:cubicBezTo>
                    <a:pt x="1512" y="1211"/>
                    <a:pt x="1667" y="1195"/>
                    <a:pt x="1816" y="1167"/>
                  </a:cubicBezTo>
                  <a:cubicBezTo>
                    <a:pt x="1816" y="1167"/>
                    <a:pt x="1902" y="1973"/>
                    <a:pt x="2075" y="2218"/>
                  </a:cubicBezTo>
                  <a:cubicBezTo>
                    <a:pt x="2161" y="2362"/>
                    <a:pt x="2377" y="2377"/>
                    <a:pt x="2737" y="2391"/>
                  </a:cubicBezTo>
                  <a:cubicBezTo>
                    <a:pt x="2755" y="2393"/>
                    <a:pt x="2773" y="2394"/>
                    <a:pt x="2791" y="2394"/>
                  </a:cubicBezTo>
                  <a:cubicBezTo>
                    <a:pt x="3072" y="2394"/>
                    <a:pt x="3315" y="2186"/>
                    <a:pt x="3342" y="1901"/>
                  </a:cubicBezTo>
                  <a:cubicBezTo>
                    <a:pt x="3428" y="1282"/>
                    <a:pt x="3184" y="533"/>
                    <a:pt x="2708" y="173"/>
                  </a:cubicBezTo>
                  <a:cubicBezTo>
                    <a:pt x="2661" y="141"/>
                    <a:pt x="2579" y="128"/>
                    <a:pt x="2476" y="128"/>
                  </a:cubicBezTo>
                  <a:cubicBezTo>
                    <a:pt x="2172" y="128"/>
                    <a:pt x="1685" y="238"/>
                    <a:pt x="1384" y="260"/>
                  </a:cubicBezTo>
                  <a:cubicBezTo>
                    <a:pt x="836" y="116"/>
                    <a:pt x="519" y="0"/>
                    <a:pt x="318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5"/>
            <p:cNvSpPr/>
            <p:nvPr/>
          </p:nvSpPr>
          <p:spPr>
            <a:xfrm flipH="1">
              <a:off x="3958403" y="2148175"/>
              <a:ext cx="75545" cy="90341"/>
            </a:xfrm>
            <a:custGeom>
              <a:avLst/>
              <a:gdLst/>
              <a:ahLst/>
              <a:cxnLst/>
              <a:rect l="l" t="t" r="r" b="b"/>
              <a:pathLst>
                <a:path w="2032" h="2430" extrusionOk="0">
                  <a:moveTo>
                    <a:pt x="672" y="0"/>
                  </a:moveTo>
                  <a:cubicBezTo>
                    <a:pt x="555" y="0"/>
                    <a:pt x="437" y="2"/>
                    <a:pt x="318" y="6"/>
                  </a:cubicBezTo>
                  <a:cubicBezTo>
                    <a:pt x="159" y="6"/>
                    <a:pt x="30" y="135"/>
                    <a:pt x="30" y="294"/>
                  </a:cubicBezTo>
                  <a:lnTo>
                    <a:pt x="15" y="625"/>
                  </a:lnTo>
                  <a:lnTo>
                    <a:pt x="15" y="884"/>
                  </a:lnTo>
                  <a:lnTo>
                    <a:pt x="1" y="1662"/>
                  </a:lnTo>
                  <a:lnTo>
                    <a:pt x="1" y="1935"/>
                  </a:lnTo>
                  <a:lnTo>
                    <a:pt x="1" y="2022"/>
                  </a:lnTo>
                  <a:cubicBezTo>
                    <a:pt x="1" y="2238"/>
                    <a:pt x="130" y="2425"/>
                    <a:pt x="274" y="2425"/>
                  </a:cubicBezTo>
                  <a:cubicBezTo>
                    <a:pt x="334" y="2428"/>
                    <a:pt x="399" y="2430"/>
                    <a:pt x="466" y="2430"/>
                  </a:cubicBezTo>
                  <a:cubicBezTo>
                    <a:pt x="721" y="2430"/>
                    <a:pt x="998" y="2404"/>
                    <a:pt x="1066" y="2324"/>
                  </a:cubicBezTo>
                  <a:cubicBezTo>
                    <a:pt x="1124" y="2223"/>
                    <a:pt x="1153" y="2108"/>
                    <a:pt x="1153" y="1993"/>
                  </a:cubicBezTo>
                  <a:cubicBezTo>
                    <a:pt x="1153" y="1878"/>
                    <a:pt x="1153" y="1763"/>
                    <a:pt x="1138" y="1662"/>
                  </a:cubicBezTo>
                  <a:lnTo>
                    <a:pt x="1138" y="1662"/>
                  </a:lnTo>
                  <a:cubicBezTo>
                    <a:pt x="1138" y="1662"/>
                    <a:pt x="1160" y="1664"/>
                    <a:pt x="1194" y="1664"/>
                  </a:cubicBezTo>
                  <a:cubicBezTo>
                    <a:pt x="1286" y="1664"/>
                    <a:pt x="1472" y="1648"/>
                    <a:pt x="1556" y="1532"/>
                  </a:cubicBezTo>
                  <a:cubicBezTo>
                    <a:pt x="1671" y="1374"/>
                    <a:pt x="1570" y="884"/>
                    <a:pt x="1570" y="884"/>
                  </a:cubicBezTo>
                  <a:cubicBezTo>
                    <a:pt x="1570" y="884"/>
                    <a:pt x="1945" y="884"/>
                    <a:pt x="2003" y="755"/>
                  </a:cubicBezTo>
                  <a:cubicBezTo>
                    <a:pt x="2031" y="683"/>
                    <a:pt x="2031" y="596"/>
                    <a:pt x="2031" y="524"/>
                  </a:cubicBezTo>
                  <a:cubicBezTo>
                    <a:pt x="2031" y="452"/>
                    <a:pt x="2031" y="395"/>
                    <a:pt x="2031" y="322"/>
                  </a:cubicBezTo>
                  <a:cubicBezTo>
                    <a:pt x="2031" y="193"/>
                    <a:pt x="1930" y="78"/>
                    <a:pt x="1801" y="63"/>
                  </a:cubicBezTo>
                  <a:cubicBezTo>
                    <a:pt x="1427" y="19"/>
                    <a:pt x="1053" y="0"/>
                    <a:pt x="67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5"/>
            <p:cNvSpPr/>
            <p:nvPr/>
          </p:nvSpPr>
          <p:spPr>
            <a:xfrm flipH="1">
              <a:off x="3958403" y="2167247"/>
              <a:ext cx="74987" cy="13830"/>
            </a:xfrm>
            <a:custGeom>
              <a:avLst/>
              <a:gdLst/>
              <a:ahLst/>
              <a:cxnLst/>
              <a:rect l="l" t="t" r="r" b="b"/>
              <a:pathLst>
                <a:path w="2017" h="372" extrusionOk="0">
                  <a:moveTo>
                    <a:pt x="1746" y="1"/>
                  </a:moveTo>
                  <a:cubicBezTo>
                    <a:pt x="1227" y="1"/>
                    <a:pt x="371" y="76"/>
                    <a:pt x="0" y="112"/>
                  </a:cubicBezTo>
                  <a:lnTo>
                    <a:pt x="0" y="371"/>
                  </a:lnTo>
                  <a:lnTo>
                    <a:pt x="1555" y="371"/>
                  </a:lnTo>
                  <a:cubicBezTo>
                    <a:pt x="1555" y="371"/>
                    <a:pt x="1930" y="371"/>
                    <a:pt x="1988" y="242"/>
                  </a:cubicBezTo>
                  <a:cubicBezTo>
                    <a:pt x="2016" y="170"/>
                    <a:pt x="2016" y="83"/>
                    <a:pt x="2016" y="11"/>
                  </a:cubicBezTo>
                  <a:cubicBezTo>
                    <a:pt x="1945" y="4"/>
                    <a:pt x="1853" y="1"/>
                    <a:pt x="1746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5"/>
            <p:cNvSpPr/>
            <p:nvPr/>
          </p:nvSpPr>
          <p:spPr>
            <a:xfrm flipH="1">
              <a:off x="3990524" y="2208886"/>
              <a:ext cx="43423" cy="11785"/>
            </a:xfrm>
            <a:custGeom>
              <a:avLst/>
              <a:gdLst/>
              <a:ahLst/>
              <a:cxnLst/>
              <a:rect l="l" t="t" r="r" b="b"/>
              <a:pathLst>
                <a:path w="1168" h="317" extrusionOk="0">
                  <a:moveTo>
                    <a:pt x="1" y="0"/>
                  </a:moveTo>
                  <a:lnTo>
                    <a:pt x="1" y="259"/>
                  </a:lnTo>
                  <a:lnTo>
                    <a:pt x="1167" y="317"/>
                  </a:lnTo>
                  <a:cubicBezTo>
                    <a:pt x="1167" y="216"/>
                    <a:pt x="1167" y="101"/>
                    <a:pt x="1153" y="1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5"/>
            <p:cNvSpPr/>
            <p:nvPr/>
          </p:nvSpPr>
          <p:spPr>
            <a:xfrm flipH="1">
              <a:off x="3082501" y="2071255"/>
              <a:ext cx="466355" cy="449773"/>
            </a:xfrm>
            <a:custGeom>
              <a:avLst/>
              <a:gdLst/>
              <a:ahLst/>
              <a:cxnLst/>
              <a:rect l="l" t="t" r="r" b="b"/>
              <a:pathLst>
                <a:path w="12544" h="12098" extrusionOk="0">
                  <a:moveTo>
                    <a:pt x="9188" y="1"/>
                  </a:moveTo>
                  <a:cubicBezTo>
                    <a:pt x="9131" y="1"/>
                    <a:pt x="9059" y="1"/>
                    <a:pt x="8987" y="30"/>
                  </a:cubicBezTo>
                  <a:cubicBezTo>
                    <a:pt x="7561" y="534"/>
                    <a:pt x="3327" y="4220"/>
                    <a:pt x="0" y="7331"/>
                  </a:cubicBezTo>
                  <a:lnTo>
                    <a:pt x="5228" y="12098"/>
                  </a:lnTo>
                  <a:cubicBezTo>
                    <a:pt x="6855" y="10499"/>
                    <a:pt x="9836" y="7475"/>
                    <a:pt x="10326" y="6611"/>
                  </a:cubicBezTo>
                  <a:cubicBezTo>
                    <a:pt x="12544" y="2708"/>
                    <a:pt x="10340" y="1"/>
                    <a:pt x="918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5"/>
            <p:cNvSpPr/>
            <p:nvPr/>
          </p:nvSpPr>
          <p:spPr>
            <a:xfrm flipH="1">
              <a:off x="2678270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8" y="2"/>
                  </a:cubicBezTo>
                  <a:cubicBezTo>
                    <a:pt x="9865" y="2"/>
                    <a:pt x="7561" y="247"/>
                    <a:pt x="7561" y="247"/>
                  </a:cubicBezTo>
                  <a:lnTo>
                    <a:pt x="7576" y="247"/>
                  </a:lnTo>
                  <a:cubicBezTo>
                    <a:pt x="7273" y="276"/>
                    <a:pt x="6985" y="319"/>
                    <a:pt x="6712" y="391"/>
                  </a:cubicBezTo>
                  <a:cubicBezTo>
                    <a:pt x="6496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54" y="1601"/>
                  </a:cubicBezTo>
                  <a:cubicBezTo>
                    <a:pt x="4566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1" y="28243"/>
                  </a:cubicBezTo>
                  <a:lnTo>
                    <a:pt x="20537" y="28243"/>
                  </a:lnTo>
                  <a:cubicBezTo>
                    <a:pt x="20321" y="26731"/>
                    <a:pt x="19442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71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7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32" y="161"/>
                  </a:cubicBezTo>
                  <a:cubicBezTo>
                    <a:pt x="13868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5"/>
            <p:cNvSpPr/>
            <p:nvPr/>
          </p:nvSpPr>
          <p:spPr>
            <a:xfrm flipH="1">
              <a:off x="2854417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9" y="0"/>
                  </a:moveTo>
                  <a:cubicBezTo>
                    <a:pt x="3357" y="0"/>
                    <a:pt x="1067" y="246"/>
                    <a:pt x="1067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23" y="160"/>
                  </a:cubicBezTo>
                  <a:cubicBezTo>
                    <a:pt x="7397" y="42"/>
                    <a:pt x="6493" y="0"/>
                    <a:pt x="557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5"/>
            <p:cNvSpPr/>
            <p:nvPr/>
          </p:nvSpPr>
          <p:spPr>
            <a:xfrm flipH="1">
              <a:off x="2879029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101" y="4220"/>
                    <a:pt x="1368" y="4580"/>
                  </a:cubicBezTo>
                  <a:cubicBezTo>
                    <a:pt x="1621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18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5"/>
            <p:cNvSpPr/>
            <p:nvPr/>
          </p:nvSpPr>
          <p:spPr>
            <a:xfrm flipH="1">
              <a:off x="2274560" y="2309005"/>
              <a:ext cx="547216" cy="882371"/>
            </a:xfrm>
            <a:custGeom>
              <a:avLst/>
              <a:gdLst/>
              <a:ahLst/>
              <a:cxnLst/>
              <a:rect l="l" t="t" r="r" b="b"/>
              <a:pathLst>
                <a:path w="14719" h="23734" extrusionOk="0">
                  <a:moveTo>
                    <a:pt x="8324" y="0"/>
                  </a:moveTo>
                  <a:lnTo>
                    <a:pt x="3788" y="3946"/>
                  </a:lnTo>
                  <a:lnTo>
                    <a:pt x="7158" y="7402"/>
                  </a:lnTo>
                  <a:cubicBezTo>
                    <a:pt x="7158" y="7402"/>
                    <a:pt x="922" y="18232"/>
                    <a:pt x="735" y="18390"/>
                  </a:cubicBezTo>
                  <a:cubicBezTo>
                    <a:pt x="547" y="18549"/>
                    <a:pt x="605" y="20191"/>
                    <a:pt x="605" y="20191"/>
                  </a:cubicBezTo>
                  <a:cubicBezTo>
                    <a:pt x="605" y="20191"/>
                    <a:pt x="0" y="20738"/>
                    <a:pt x="115" y="20939"/>
                  </a:cubicBezTo>
                  <a:cubicBezTo>
                    <a:pt x="187" y="21094"/>
                    <a:pt x="252" y="21153"/>
                    <a:pt x="378" y="21153"/>
                  </a:cubicBezTo>
                  <a:cubicBezTo>
                    <a:pt x="428" y="21153"/>
                    <a:pt x="488" y="21143"/>
                    <a:pt x="562" y="21127"/>
                  </a:cubicBezTo>
                  <a:cubicBezTo>
                    <a:pt x="821" y="21069"/>
                    <a:pt x="1296" y="20752"/>
                    <a:pt x="1368" y="20565"/>
                  </a:cubicBezTo>
                  <a:cubicBezTo>
                    <a:pt x="1455" y="20234"/>
                    <a:pt x="1512" y="19888"/>
                    <a:pt x="1556" y="19543"/>
                  </a:cubicBezTo>
                  <a:lnTo>
                    <a:pt x="2088" y="19543"/>
                  </a:lnTo>
                  <a:cubicBezTo>
                    <a:pt x="2088" y="19543"/>
                    <a:pt x="3096" y="21184"/>
                    <a:pt x="3240" y="21501"/>
                  </a:cubicBezTo>
                  <a:cubicBezTo>
                    <a:pt x="3240" y="21919"/>
                    <a:pt x="3500" y="23733"/>
                    <a:pt x="4047" y="23733"/>
                  </a:cubicBezTo>
                  <a:cubicBezTo>
                    <a:pt x="4407" y="23733"/>
                    <a:pt x="4249" y="22164"/>
                    <a:pt x="4177" y="21746"/>
                  </a:cubicBezTo>
                  <a:cubicBezTo>
                    <a:pt x="4090" y="21328"/>
                    <a:pt x="3572" y="19456"/>
                    <a:pt x="3572" y="19456"/>
                  </a:cubicBezTo>
                  <a:cubicBezTo>
                    <a:pt x="3572" y="19456"/>
                    <a:pt x="13869" y="9001"/>
                    <a:pt x="14301" y="6970"/>
                  </a:cubicBezTo>
                  <a:cubicBezTo>
                    <a:pt x="14718" y="4954"/>
                    <a:pt x="8324" y="0"/>
                    <a:pt x="8324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5"/>
            <p:cNvSpPr/>
            <p:nvPr/>
          </p:nvSpPr>
          <p:spPr>
            <a:xfrm flipH="1">
              <a:off x="2408956" y="2098580"/>
              <a:ext cx="466912" cy="449773"/>
            </a:xfrm>
            <a:custGeom>
              <a:avLst/>
              <a:gdLst/>
              <a:ahLst/>
              <a:cxnLst/>
              <a:rect l="l" t="t" r="r" b="b"/>
              <a:pathLst>
                <a:path w="12559" h="12098" extrusionOk="0">
                  <a:moveTo>
                    <a:pt x="3356" y="0"/>
                  </a:moveTo>
                  <a:cubicBezTo>
                    <a:pt x="2204" y="0"/>
                    <a:pt x="1" y="2708"/>
                    <a:pt x="2218" y="6611"/>
                  </a:cubicBezTo>
                  <a:cubicBezTo>
                    <a:pt x="2708" y="7475"/>
                    <a:pt x="5704" y="10499"/>
                    <a:pt x="7317" y="12097"/>
                  </a:cubicBezTo>
                  <a:lnTo>
                    <a:pt x="12559" y="7331"/>
                  </a:lnTo>
                  <a:cubicBezTo>
                    <a:pt x="9232" y="4220"/>
                    <a:pt x="4998" y="533"/>
                    <a:pt x="3558" y="29"/>
                  </a:cubicBezTo>
                  <a:cubicBezTo>
                    <a:pt x="3500" y="15"/>
                    <a:pt x="3428" y="0"/>
                    <a:pt x="335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5"/>
            <p:cNvSpPr/>
            <p:nvPr/>
          </p:nvSpPr>
          <p:spPr>
            <a:xfrm flipH="1">
              <a:off x="2897766" y="1683084"/>
              <a:ext cx="336270" cy="560079"/>
            </a:xfrm>
            <a:custGeom>
              <a:avLst/>
              <a:gdLst/>
              <a:ahLst/>
              <a:cxnLst/>
              <a:rect l="l" t="t" r="r" b="b"/>
              <a:pathLst>
                <a:path w="9045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63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706" y="5848"/>
                  </a:cubicBezTo>
                  <a:cubicBezTo>
                    <a:pt x="706" y="6453"/>
                    <a:pt x="691" y="7360"/>
                    <a:pt x="908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2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3" y="7954"/>
                    <a:pt x="3716" y="8152"/>
                  </a:cubicBezTo>
                  <a:cubicBezTo>
                    <a:pt x="3759" y="8671"/>
                    <a:pt x="3586" y="9189"/>
                    <a:pt x="3241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32" y="11508"/>
                    <a:pt x="9044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7" y="5037"/>
                  </a:cubicBezTo>
                  <a:cubicBezTo>
                    <a:pt x="7074" y="5037"/>
                    <a:pt x="7235" y="5010"/>
                    <a:pt x="7431" y="4912"/>
                  </a:cubicBezTo>
                  <a:cubicBezTo>
                    <a:pt x="7863" y="4681"/>
                    <a:pt x="8223" y="2651"/>
                    <a:pt x="7518" y="2478"/>
                  </a:cubicBezTo>
                  <a:cubicBezTo>
                    <a:pt x="7437" y="2459"/>
                    <a:pt x="7359" y="2449"/>
                    <a:pt x="7285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45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5"/>
            <p:cNvSpPr/>
            <p:nvPr/>
          </p:nvSpPr>
          <p:spPr>
            <a:xfrm flipH="1">
              <a:off x="3146744" y="1892989"/>
              <a:ext cx="44464" cy="28775"/>
            </a:xfrm>
            <a:custGeom>
              <a:avLst/>
              <a:gdLst/>
              <a:ahLst/>
              <a:cxnLst/>
              <a:rect l="l" t="t" r="r" b="b"/>
              <a:pathLst>
                <a:path w="1196" h="774" extrusionOk="0">
                  <a:moveTo>
                    <a:pt x="1196" y="0"/>
                  </a:moveTo>
                  <a:lnTo>
                    <a:pt x="0" y="605"/>
                  </a:lnTo>
                  <a:cubicBezTo>
                    <a:pt x="145" y="719"/>
                    <a:pt x="328" y="773"/>
                    <a:pt x="510" y="773"/>
                  </a:cubicBezTo>
                  <a:cubicBezTo>
                    <a:pt x="581" y="773"/>
                    <a:pt x="652" y="765"/>
                    <a:pt x="720" y="749"/>
                  </a:cubicBezTo>
                  <a:cubicBezTo>
                    <a:pt x="1152" y="620"/>
                    <a:pt x="1196" y="0"/>
                    <a:pt x="1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5"/>
            <p:cNvSpPr/>
            <p:nvPr/>
          </p:nvSpPr>
          <p:spPr>
            <a:xfrm flipH="1">
              <a:off x="3001640" y="1770117"/>
              <a:ext cx="219570" cy="94394"/>
            </a:xfrm>
            <a:custGeom>
              <a:avLst/>
              <a:gdLst/>
              <a:ahLst/>
              <a:cxnLst/>
              <a:rect l="l" t="t" r="r" b="b"/>
              <a:pathLst>
                <a:path w="5906" h="2539" extrusionOk="0">
                  <a:moveTo>
                    <a:pt x="1813" y="345"/>
                  </a:moveTo>
                  <a:cubicBezTo>
                    <a:pt x="2037" y="345"/>
                    <a:pt x="2265" y="428"/>
                    <a:pt x="2449" y="612"/>
                  </a:cubicBezTo>
                  <a:cubicBezTo>
                    <a:pt x="3040" y="1203"/>
                    <a:pt x="2622" y="2196"/>
                    <a:pt x="1801" y="2196"/>
                  </a:cubicBezTo>
                  <a:cubicBezTo>
                    <a:pt x="1297" y="2196"/>
                    <a:pt x="879" y="1779"/>
                    <a:pt x="879" y="1275"/>
                  </a:cubicBezTo>
                  <a:cubicBezTo>
                    <a:pt x="879" y="717"/>
                    <a:pt x="1338" y="345"/>
                    <a:pt x="1813" y="345"/>
                  </a:cubicBezTo>
                  <a:close/>
                  <a:moveTo>
                    <a:pt x="1803" y="0"/>
                  </a:moveTo>
                  <a:cubicBezTo>
                    <a:pt x="1250" y="0"/>
                    <a:pt x="699" y="339"/>
                    <a:pt x="563" y="1015"/>
                  </a:cubicBezTo>
                  <a:cubicBezTo>
                    <a:pt x="548" y="1073"/>
                    <a:pt x="491" y="1116"/>
                    <a:pt x="433" y="1116"/>
                  </a:cubicBezTo>
                  <a:lnTo>
                    <a:pt x="145" y="1116"/>
                  </a:lnTo>
                  <a:cubicBezTo>
                    <a:pt x="73" y="1116"/>
                    <a:pt x="15" y="1174"/>
                    <a:pt x="15" y="1246"/>
                  </a:cubicBezTo>
                  <a:cubicBezTo>
                    <a:pt x="1" y="1318"/>
                    <a:pt x="73" y="1390"/>
                    <a:pt x="145" y="1390"/>
                  </a:cubicBezTo>
                  <a:lnTo>
                    <a:pt x="433" y="1390"/>
                  </a:lnTo>
                  <a:cubicBezTo>
                    <a:pt x="491" y="1390"/>
                    <a:pt x="534" y="1433"/>
                    <a:pt x="548" y="1491"/>
                  </a:cubicBezTo>
                  <a:cubicBezTo>
                    <a:pt x="671" y="2189"/>
                    <a:pt x="1236" y="2538"/>
                    <a:pt x="1801" y="2538"/>
                  </a:cubicBezTo>
                  <a:cubicBezTo>
                    <a:pt x="2366" y="2538"/>
                    <a:pt x="2932" y="2189"/>
                    <a:pt x="3054" y="1491"/>
                  </a:cubicBezTo>
                  <a:cubicBezTo>
                    <a:pt x="3068" y="1433"/>
                    <a:pt x="3112" y="1390"/>
                    <a:pt x="3184" y="1390"/>
                  </a:cubicBezTo>
                  <a:lnTo>
                    <a:pt x="5761" y="1390"/>
                  </a:lnTo>
                  <a:cubicBezTo>
                    <a:pt x="5833" y="1390"/>
                    <a:pt x="5905" y="1318"/>
                    <a:pt x="5905" y="1246"/>
                  </a:cubicBezTo>
                  <a:cubicBezTo>
                    <a:pt x="5891" y="1174"/>
                    <a:pt x="5833" y="1116"/>
                    <a:pt x="5761" y="1116"/>
                  </a:cubicBezTo>
                  <a:lnTo>
                    <a:pt x="3169" y="1116"/>
                  </a:lnTo>
                  <a:cubicBezTo>
                    <a:pt x="3112" y="1116"/>
                    <a:pt x="3054" y="1073"/>
                    <a:pt x="3054" y="1015"/>
                  </a:cubicBezTo>
                  <a:cubicBezTo>
                    <a:pt x="2910" y="339"/>
                    <a:pt x="2355" y="0"/>
                    <a:pt x="180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 flipH="1">
              <a:off x="2897766" y="1846405"/>
              <a:ext cx="261321" cy="396758"/>
            </a:xfrm>
            <a:custGeom>
              <a:avLst/>
              <a:gdLst/>
              <a:ahLst/>
              <a:cxnLst/>
              <a:rect l="l" t="t" r="r" b="b"/>
              <a:pathLst>
                <a:path w="7029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7" y="3561"/>
                    <a:pt x="1700" y="3759"/>
                  </a:cubicBezTo>
                  <a:cubicBezTo>
                    <a:pt x="1743" y="4278"/>
                    <a:pt x="1570" y="4796"/>
                    <a:pt x="1225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16" y="7115"/>
                    <a:pt x="7028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93" y="519"/>
                    <a:pt x="4292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 flipH="1">
              <a:off x="2955057" y="1790490"/>
              <a:ext cx="35913" cy="59707"/>
            </a:xfrm>
            <a:custGeom>
              <a:avLst/>
              <a:gdLst/>
              <a:ahLst/>
              <a:cxnLst/>
              <a:rect l="l" t="t" r="r" b="b"/>
              <a:pathLst>
                <a:path w="966" h="1606" extrusionOk="0">
                  <a:moveTo>
                    <a:pt x="772" y="1"/>
                  </a:moveTo>
                  <a:cubicBezTo>
                    <a:pt x="694" y="1"/>
                    <a:pt x="595" y="29"/>
                    <a:pt x="476" y="122"/>
                  </a:cubicBezTo>
                  <a:cubicBezTo>
                    <a:pt x="58" y="424"/>
                    <a:pt x="0" y="1605"/>
                    <a:pt x="432" y="1605"/>
                  </a:cubicBezTo>
                  <a:cubicBezTo>
                    <a:pt x="879" y="1605"/>
                    <a:pt x="893" y="871"/>
                    <a:pt x="591" y="799"/>
                  </a:cubicBezTo>
                  <a:cubicBezTo>
                    <a:pt x="533" y="784"/>
                    <a:pt x="461" y="770"/>
                    <a:pt x="389" y="755"/>
                  </a:cubicBezTo>
                  <a:cubicBezTo>
                    <a:pt x="389" y="755"/>
                    <a:pt x="461" y="79"/>
                    <a:pt x="965" y="79"/>
                  </a:cubicBezTo>
                  <a:cubicBezTo>
                    <a:pt x="965" y="79"/>
                    <a:pt x="898" y="1"/>
                    <a:pt x="772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 flipH="1">
              <a:off x="3137635" y="1740263"/>
              <a:ext cx="45542" cy="18886"/>
            </a:xfrm>
            <a:custGeom>
              <a:avLst/>
              <a:gdLst/>
              <a:ahLst/>
              <a:cxnLst/>
              <a:rect l="l" t="t" r="r" b="b"/>
              <a:pathLst>
                <a:path w="1225" h="508" extrusionOk="0">
                  <a:moveTo>
                    <a:pt x="643" y="0"/>
                  </a:moveTo>
                  <a:cubicBezTo>
                    <a:pt x="352" y="0"/>
                    <a:pt x="65" y="231"/>
                    <a:pt x="0" y="508"/>
                  </a:cubicBezTo>
                  <a:cubicBezTo>
                    <a:pt x="199" y="427"/>
                    <a:pt x="414" y="387"/>
                    <a:pt x="627" y="387"/>
                  </a:cubicBezTo>
                  <a:cubicBezTo>
                    <a:pt x="831" y="387"/>
                    <a:pt x="1035" y="423"/>
                    <a:pt x="1224" y="494"/>
                  </a:cubicBezTo>
                  <a:cubicBezTo>
                    <a:pt x="1093" y="137"/>
                    <a:pt x="866" y="0"/>
                    <a:pt x="643" y="0"/>
                  </a:cubicBezTo>
                  <a:close/>
                </a:path>
              </a:pathLst>
            </a:custGeom>
            <a:solidFill>
              <a:srgbClr val="1D2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 flipH="1">
              <a:off x="1477883" y="1608692"/>
              <a:ext cx="622723" cy="706707"/>
            </a:xfrm>
            <a:custGeom>
              <a:avLst/>
              <a:gdLst/>
              <a:ahLst/>
              <a:cxnLst/>
              <a:rect l="l" t="t" r="r" b="b"/>
              <a:pathLst>
                <a:path w="16750" h="19009" extrusionOk="0">
                  <a:moveTo>
                    <a:pt x="5344" y="0"/>
                  </a:moveTo>
                  <a:cubicBezTo>
                    <a:pt x="4494" y="0"/>
                    <a:pt x="3601" y="115"/>
                    <a:pt x="2967" y="475"/>
                  </a:cubicBezTo>
                  <a:cubicBezTo>
                    <a:pt x="2723" y="605"/>
                    <a:pt x="2521" y="792"/>
                    <a:pt x="2377" y="1023"/>
                  </a:cubicBezTo>
                  <a:cubicBezTo>
                    <a:pt x="1614" y="2189"/>
                    <a:pt x="1902" y="4335"/>
                    <a:pt x="1585" y="5674"/>
                  </a:cubicBezTo>
                  <a:cubicBezTo>
                    <a:pt x="1412" y="6452"/>
                    <a:pt x="735" y="6913"/>
                    <a:pt x="375" y="7590"/>
                  </a:cubicBezTo>
                  <a:cubicBezTo>
                    <a:pt x="73" y="8195"/>
                    <a:pt x="1" y="8871"/>
                    <a:pt x="174" y="9519"/>
                  </a:cubicBezTo>
                  <a:cubicBezTo>
                    <a:pt x="332" y="10182"/>
                    <a:pt x="778" y="10513"/>
                    <a:pt x="1110" y="11075"/>
                  </a:cubicBezTo>
                  <a:cubicBezTo>
                    <a:pt x="1844" y="12299"/>
                    <a:pt x="951" y="13624"/>
                    <a:pt x="778" y="14862"/>
                  </a:cubicBezTo>
                  <a:cubicBezTo>
                    <a:pt x="548" y="16461"/>
                    <a:pt x="1671" y="18074"/>
                    <a:pt x="3183" y="18679"/>
                  </a:cubicBezTo>
                  <a:cubicBezTo>
                    <a:pt x="3746" y="18906"/>
                    <a:pt x="4345" y="19009"/>
                    <a:pt x="4949" y="19009"/>
                  </a:cubicBezTo>
                  <a:cubicBezTo>
                    <a:pt x="5954" y="19009"/>
                    <a:pt x="6973" y="18723"/>
                    <a:pt x="7864" y="18247"/>
                  </a:cubicBezTo>
                  <a:cubicBezTo>
                    <a:pt x="8551" y="17873"/>
                    <a:pt x="9348" y="17767"/>
                    <a:pt x="10183" y="17767"/>
                  </a:cubicBezTo>
                  <a:cubicBezTo>
                    <a:pt x="10731" y="17767"/>
                    <a:pt x="11294" y="17812"/>
                    <a:pt x="11853" y="17858"/>
                  </a:cubicBezTo>
                  <a:cubicBezTo>
                    <a:pt x="12412" y="17901"/>
                    <a:pt x="12972" y="17944"/>
                    <a:pt x="13510" y="17944"/>
                  </a:cubicBezTo>
                  <a:cubicBezTo>
                    <a:pt x="13872" y="17944"/>
                    <a:pt x="14224" y="17924"/>
                    <a:pt x="14560" y="17872"/>
                  </a:cubicBezTo>
                  <a:cubicBezTo>
                    <a:pt x="16749" y="17512"/>
                    <a:pt x="16519" y="15424"/>
                    <a:pt x="16505" y="13537"/>
                  </a:cubicBezTo>
                  <a:cubicBezTo>
                    <a:pt x="16490" y="11982"/>
                    <a:pt x="16461" y="10355"/>
                    <a:pt x="15828" y="8929"/>
                  </a:cubicBezTo>
                  <a:cubicBezTo>
                    <a:pt x="15237" y="7647"/>
                    <a:pt x="14200" y="6625"/>
                    <a:pt x="13365" y="5487"/>
                  </a:cubicBezTo>
                  <a:cubicBezTo>
                    <a:pt x="12371" y="4133"/>
                    <a:pt x="11637" y="2535"/>
                    <a:pt x="10326" y="1484"/>
                  </a:cubicBezTo>
                  <a:cubicBezTo>
                    <a:pt x="9390" y="763"/>
                    <a:pt x="8281" y="303"/>
                    <a:pt x="7115" y="144"/>
                  </a:cubicBezTo>
                  <a:cubicBezTo>
                    <a:pt x="6524" y="43"/>
                    <a:pt x="5934" y="0"/>
                    <a:pt x="5344" y="0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 flipH="1">
              <a:off x="1627783" y="1680742"/>
              <a:ext cx="436389" cy="443044"/>
            </a:xfrm>
            <a:custGeom>
              <a:avLst/>
              <a:gdLst/>
              <a:ahLst/>
              <a:cxnLst/>
              <a:rect l="l" t="t" r="r" b="b"/>
              <a:pathLst>
                <a:path w="11738" h="11917" extrusionOk="0">
                  <a:moveTo>
                    <a:pt x="6866" y="1"/>
                  </a:moveTo>
                  <a:cubicBezTo>
                    <a:pt x="6555" y="1"/>
                    <a:pt x="6192" y="58"/>
                    <a:pt x="5761" y="194"/>
                  </a:cubicBezTo>
                  <a:cubicBezTo>
                    <a:pt x="4864" y="479"/>
                    <a:pt x="4205" y="578"/>
                    <a:pt x="3722" y="578"/>
                  </a:cubicBezTo>
                  <a:cubicBezTo>
                    <a:pt x="2622" y="578"/>
                    <a:pt x="2434" y="64"/>
                    <a:pt x="2434" y="64"/>
                  </a:cubicBezTo>
                  <a:lnTo>
                    <a:pt x="2434" y="64"/>
                  </a:lnTo>
                  <a:cubicBezTo>
                    <a:pt x="2319" y="1663"/>
                    <a:pt x="2880" y="3290"/>
                    <a:pt x="1714" y="4644"/>
                  </a:cubicBezTo>
                  <a:cubicBezTo>
                    <a:pt x="1152" y="5234"/>
                    <a:pt x="706" y="5896"/>
                    <a:pt x="389" y="6631"/>
                  </a:cubicBezTo>
                  <a:cubicBezTo>
                    <a:pt x="0" y="7466"/>
                    <a:pt x="216" y="8503"/>
                    <a:pt x="821" y="9180"/>
                  </a:cubicBezTo>
                  <a:cubicBezTo>
                    <a:pt x="1426" y="9871"/>
                    <a:pt x="1656" y="10318"/>
                    <a:pt x="2563" y="10318"/>
                  </a:cubicBezTo>
                  <a:cubicBezTo>
                    <a:pt x="3365" y="10306"/>
                    <a:pt x="4273" y="9711"/>
                    <a:pt x="5058" y="9711"/>
                  </a:cubicBezTo>
                  <a:cubicBezTo>
                    <a:pt x="5274" y="9711"/>
                    <a:pt x="5481" y="9756"/>
                    <a:pt x="5674" y="9871"/>
                  </a:cubicBezTo>
                  <a:cubicBezTo>
                    <a:pt x="6351" y="10274"/>
                    <a:pt x="6855" y="11052"/>
                    <a:pt x="7503" y="11542"/>
                  </a:cubicBezTo>
                  <a:cubicBezTo>
                    <a:pt x="7848" y="11797"/>
                    <a:pt x="8218" y="11917"/>
                    <a:pt x="8585" y="11917"/>
                  </a:cubicBezTo>
                  <a:cubicBezTo>
                    <a:pt x="9045" y="11917"/>
                    <a:pt x="9501" y="11728"/>
                    <a:pt x="9894" y="11383"/>
                  </a:cubicBezTo>
                  <a:cubicBezTo>
                    <a:pt x="10182" y="11124"/>
                    <a:pt x="10412" y="10807"/>
                    <a:pt x="10585" y="10447"/>
                  </a:cubicBezTo>
                  <a:cubicBezTo>
                    <a:pt x="10844" y="10001"/>
                    <a:pt x="11204" y="9641"/>
                    <a:pt x="11420" y="9166"/>
                  </a:cubicBezTo>
                  <a:cubicBezTo>
                    <a:pt x="11679" y="8647"/>
                    <a:pt x="11737" y="8057"/>
                    <a:pt x="11579" y="7509"/>
                  </a:cubicBezTo>
                  <a:cubicBezTo>
                    <a:pt x="11363" y="6876"/>
                    <a:pt x="10815" y="6444"/>
                    <a:pt x="10355" y="5968"/>
                  </a:cubicBezTo>
                  <a:cubicBezTo>
                    <a:pt x="9678" y="5292"/>
                    <a:pt x="9476" y="4456"/>
                    <a:pt x="9404" y="3535"/>
                  </a:cubicBezTo>
                  <a:cubicBezTo>
                    <a:pt x="9361" y="2901"/>
                    <a:pt x="9462" y="1735"/>
                    <a:pt x="8958" y="1259"/>
                  </a:cubicBezTo>
                  <a:cubicBezTo>
                    <a:pt x="8448" y="772"/>
                    <a:pt x="8010" y="1"/>
                    <a:pt x="6866" y="1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 flipH="1">
              <a:off x="1882895" y="2098506"/>
              <a:ext cx="929252" cy="619637"/>
            </a:xfrm>
            <a:custGeom>
              <a:avLst/>
              <a:gdLst/>
              <a:ahLst/>
              <a:cxnLst/>
              <a:rect l="l" t="t" r="r" b="b"/>
              <a:pathLst>
                <a:path w="24995" h="16667" extrusionOk="0">
                  <a:moveTo>
                    <a:pt x="21890" y="0"/>
                  </a:moveTo>
                  <a:cubicBezTo>
                    <a:pt x="21377" y="0"/>
                    <a:pt x="20882" y="160"/>
                    <a:pt x="20565" y="492"/>
                  </a:cubicBezTo>
                  <a:cubicBezTo>
                    <a:pt x="17340" y="3862"/>
                    <a:pt x="12371" y="10213"/>
                    <a:pt x="12371" y="10213"/>
                  </a:cubicBezTo>
                  <a:lnTo>
                    <a:pt x="87" y="4481"/>
                  </a:lnTo>
                  <a:lnTo>
                    <a:pt x="0" y="8168"/>
                  </a:lnTo>
                  <a:cubicBezTo>
                    <a:pt x="0" y="8168"/>
                    <a:pt x="8641" y="15945"/>
                    <a:pt x="12717" y="16636"/>
                  </a:cubicBezTo>
                  <a:cubicBezTo>
                    <a:pt x="12841" y="16657"/>
                    <a:pt x="12969" y="16667"/>
                    <a:pt x="13099" y="16667"/>
                  </a:cubicBezTo>
                  <a:cubicBezTo>
                    <a:pt x="17417" y="16667"/>
                    <a:pt x="24995" y="5616"/>
                    <a:pt x="23835" y="1226"/>
                  </a:cubicBezTo>
                  <a:cubicBezTo>
                    <a:pt x="23620" y="430"/>
                    <a:pt x="22732" y="0"/>
                    <a:pt x="21890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 flipH="1">
              <a:off x="1860700" y="2064786"/>
              <a:ext cx="431036" cy="529073"/>
            </a:xfrm>
            <a:custGeom>
              <a:avLst/>
              <a:gdLst/>
              <a:ahLst/>
              <a:cxnLst/>
              <a:rect l="l" t="t" r="r" b="b"/>
              <a:pathLst>
                <a:path w="11594" h="14231" extrusionOk="0">
                  <a:moveTo>
                    <a:pt x="8553" y="0"/>
                  </a:moveTo>
                  <a:cubicBezTo>
                    <a:pt x="8292" y="0"/>
                    <a:pt x="6901" y="151"/>
                    <a:pt x="4422" y="3070"/>
                  </a:cubicBezTo>
                  <a:cubicBezTo>
                    <a:pt x="1657" y="6310"/>
                    <a:pt x="0" y="8456"/>
                    <a:pt x="0" y="8456"/>
                  </a:cubicBezTo>
                  <a:lnTo>
                    <a:pt x="5934" y="14231"/>
                  </a:lnTo>
                  <a:cubicBezTo>
                    <a:pt x="5934" y="14231"/>
                    <a:pt x="11377" y="7448"/>
                    <a:pt x="11478" y="4726"/>
                  </a:cubicBezTo>
                  <a:cubicBezTo>
                    <a:pt x="11593" y="1860"/>
                    <a:pt x="10528" y="2"/>
                    <a:pt x="8814" y="2"/>
                  </a:cubicBezTo>
                  <a:lnTo>
                    <a:pt x="8598" y="2"/>
                  </a:lnTo>
                  <a:cubicBezTo>
                    <a:pt x="8598" y="2"/>
                    <a:pt x="8583" y="0"/>
                    <a:pt x="855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 flipH="1">
              <a:off x="1523388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10" y="3413"/>
                  </a:cubicBezTo>
                  <a:cubicBezTo>
                    <a:pt x="720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57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 flipH="1">
              <a:off x="1523388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10" y="864"/>
                  </a:cubicBezTo>
                  <a:cubicBezTo>
                    <a:pt x="720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 flipH="1">
              <a:off x="1457547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63" y="0"/>
                    <a:pt x="793" y="764"/>
                    <a:pt x="289" y="2578"/>
                  </a:cubicBezTo>
                  <a:cubicBezTo>
                    <a:pt x="101" y="3284"/>
                    <a:pt x="15" y="4983"/>
                    <a:pt x="1" y="7345"/>
                  </a:cubicBezTo>
                  <a:lnTo>
                    <a:pt x="1" y="7575"/>
                  </a:lnTo>
                  <a:cubicBezTo>
                    <a:pt x="1" y="7878"/>
                    <a:pt x="1" y="8195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4" y="16029"/>
                    <a:pt x="10845" y="8511"/>
                  </a:cubicBezTo>
                  <a:cubicBezTo>
                    <a:pt x="10859" y="8123"/>
                    <a:pt x="10859" y="7806"/>
                    <a:pt x="10874" y="7575"/>
                  </a:cubicBezTo>
                  <a:cubicBezTo>
                    <a:pt x="10874" y="7489"/>
                    <a:pt x="10874" y="7403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 flipH="1">
              <a:off x="1457547" y="2912359"/>
              <a:ext cx="409622" cy="281694"/>
            </a:xfrm>
            <a:custGeom>
              <a:avLst/>
              <a:gdLst/>
              <a:ahLst/>
              <a:cxnLst/>
              <a:rect l="l" t="t" r="r" b="b"/>
              <a:pathLst>
                <a:path w="11018" h="7577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1" y="3285"/>
                    <a:pt x="15" y="4984"/>
                    <a:pt x="1" y="7332"/>
                  </a:cubicBezTo>
                  <a:lnTo>
                    <a:pt x="1" y="7576"/>
                  </a:lnTo>
                  <a:lnTo>
                    <a:pt x="10874" y="7576"/>
                  </a:lnTo>
                  <a:cubicBezTo>
                    <a:pt x="10874" y="7476"/>
                    <a:pt x="10874" y="7404"/>
                    <a:pt x="10888" y="7332"/>
                  </a:cubicBez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 flipH="1">
              <a:off x="1982791" y="4761679"/>
              <a:ext cx="537549" cy="205629"/>
            </a:xfrm>
            <a:custGeom>
              <a:avLst/>
              <a:gdLst/>
              <a:ahLst/>
              <a:cxnLst/>
              <a:rect l="l" t="t" r="r" b="b"/>
              <a:pathLst>
                <a:path w="14459" h="5531" extrusionOk="0">
                  <a:moveTo>
                    <a:pt x="8727" y="0"/>
                  </a:moveTo>
                  <a:cubicBezTo>
                    <a:pt x="8727" y="0"/>
                    <a:pt x="8799" y="1397"/>
                    <a:pt x="6034" y="2564"/>
                  </a:cubicBezTo>
                  <a:cubicBezTo>
                    <a:pt x="5098" y="2938"/>
                    <a:pt x="4133" y="3226"/>
                    <a:pt x="3140" y="3413"/>
                  </a:cubicBezTo>
                  <a:cubicBezTo>
                    <a:pt x="821" y="3889"/>
                    <a:pt x="0" y="5530"/>
                    <a:pt x="0" y="5530"/>
                  </a:cubicBezTo>
                  <a:lnTo>
                    <a:pt x="14257" y="5530"/>
                  </a:lnTo>
                  <a:lnTo>
                    <a:pt x="14344" y="3039"/>
                  </a:lnTo>
                  <a:lnTo>
                    <a:pt x="14459" y="418"/>
                  </a:lnTo>
                  <a:lnTo>
                    <a:pt x="8727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 flipH="1">
              <a:off x="1987066" y="4856444"/>
              <a:ext cx="533274" cy="110863"/>
            </a:xfrm>
            <a:custGeom>
              <a:avLst/>
              <a:gdLst/>
              <a:ahLst/>
              <a:cxnLst/>
              <a:rect l="l" t="t" r="r" b="b"/>
              <a:pathLst>
                <a:path w="14344" h="2982" extrusionOk="0">
                  <a:moveTo>
                    <a:pt x="6034" y="0"/>
                  </a:moveTo>
                  <a:cubicBezTo>
                    <a:pt x="5098" y="389"/>
                    <a:pt x="4133" y="677"/>
                    <a:pt x="3140" y="864"/>
                  </a:cubicBezTo>
                  <a:cubicBezTo>
                    <a:pt x="821" y="1340"/>
                    <a:pt x="0" y="2981"/>
                    <a:pt x="0" y="2981"/>
                  </a:cubicBezTo>
                  <a:lnTo>
                    <a:pt x="14257" y="2981"/>
                  </a:lnTo>
                  <a:lnTo>
                    <a:pt x="14344" y="490"/>
                  </a:lnTo>
                  <a:lnTo>
                    <a:pt x="14344" y="490"/>
                  </a:lnTo>
                  <a:cubicBezTo>
                    <a:pt x="13048" y="850"/>
                    <a:pt x="11046" y="1685"/>
                    <a:pt x="7647" y="1959"/>
                  </a:cubicBezTo>
                  <a:cubicBezTo>
                    <a:pt x="7302" y="1268"/>
                    <a:pt x="6654" y="576"/>
                    <a:pt x="60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 flipH="1">
              <a:off x="1776121" y="2999651"/>
              <a:ext cx="486170" cy="1834338"/>
            </a:xfrm>
            <a:custGeom>
              <a:avLst/>
              <a:gdLst/>
              <a:ahLst/>
              <a:cxnLst/>
              <a:rect l="l" t="t" r="r" b="b"/>
              <a:pathLst>
                <a:path w="13077" h="49340" extrusionOk="0">
                  <a:moveTo>
                    <a:pt x="13077" y="1"/>
                  </a:moveTo>
                  <a:lnTo>
                    <a:pt x="3514" y="289"/>
                  </a:lnTo>
                  <a:cubicBezTo>
                    <a:pt x="3514" y="289"/>
                    <a:pt x="3154" y="2362"/>
                    <a:pt x="2665" y="5315"/>
                  </a:cubicBezTo>
                  <a:cubicBezTo>
                    <a:pt x="2550" y="5992"/>
                    <a:pt x="2420" y="6726"/>
                    <a:pt x="2305" y="7489"/>
                  </a:cubicBezTo>
                  <a:cubicBezTo>
                    <a:pt x="1369" y="13264"/>
                    <a:pt x="217" y="20897"/>
                    <a:pt x="145" y="24036"/>
                  </a:cubicBezTo>
                  <a:cubicBezTo>
                    <a:pt x="1" y="29379"/>
                    <a:pt x="562" y="47510"/>
                    <a:pt x="562" y="47510"/>
                  </a:cubicBezTo>
                  <a:lnTo>
                    <a:pt x="9001" y="49339"/>
                  </a:lnTo>
                  <a:cubicBezTo>
                    <a:pt x="9001" y="49339"/>
                    <a:pt x="9837" y="29797"/>
                    <a:pt x="9837" y="25304"/>
                  </a:cubicBezTo>
                  <a:cubicBezTo>
                    <a:pt x="10182" y="22510"/>
                    <a:pt x="11277" y="13898"/>
                    <a:pt x="12098" y="7504"/>
                  </a:cubicBezTo>
                  <a:cubicBezTo>
                    <a:pt x="12198" y="6740"/>
                    <a:pt x="12299" y="6006"/>
                    <a:pt x="12386" y="5315"/>
                  </a:cubicBezTo>
                  <a:cubicBezTo>
                    <a:pt x="12789" y="2204"/>
                    <a:pt x="13077" y="1"/>
                    <a:pt x="1307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 flipH="1">
              <a:off x="1776121" y="2999651"/>
              <a:ext cx="386572" cy="194401"/>
            </a:xfrm>
            <a:custGeom>
              <a:avLst/>
              <a:gdLst/>
              <a:ahLst/>
              <a:cxnLst/>
              <a:rect l="l" t="t" r="r" b="b"/>
              <a:pathLst>
                <a:path w="10398" h="5229" extrusionOk="0">
                  <a:moveTo>
                    <a:pt x="10398" y="1"/>
                  </a:moveTo>
                  <a:lnTo>
                    <a:pt x="835" y="289"/>
                  </a:lnTo>
                  <a:cubicBezTo>
                    <a:pt x="835" y="289"/>
                    <a:pt x="475" y="2319"/>
                    <a:pt x="0" y="5228"/>
                  </a:cubicBezTo>
                  <a:lnTo>
                    <a:pt x="9721" y="5228"/>
                  </a:lnTo>
                  <a:cubicBezTo>
                    <a:pt x="10110" y="2161"/>
                    <a:pt x="10398" y="1"/>
                    <a:pt x="1039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 flipH="1">
              <a:off x="1457547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7" y="2"/>
                  </a:cubicBezTo>
                  <a:cubicBezTo>
                    <a:pt x="9865" y="2"/>
                    <a:pt x="7561" y="247"/>
                    <a:pt x="7561" y="247"/>
                  </a:cubicBezTo>
                  <a:cubicBezTo>
                    <a:pt x="7273" y="276"/>
                    <a:pt x="6985" y="319"/>
                    <a:pt x="6697" y="391"/>
                  </a:cubicBezTo>
                  <a:cubicBezTo>
                    <a:pt x="6495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39" y="1601"/>
                  </a:cubicBezTo>
                  <a:cubicBezTo>
                    <a:pt x="4551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0" y="28243"/>
                  </a:cubicBezTo>
                  <a:lnTo>
                    <a:pt x="20537" y="28243"/>
                  </a:lnTo>
                  <a:cubicBezTo>
                    <a:pt x="20321" y="26731"/>
                    <a:pt x="19428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57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6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18" y="161"/>
                  </a:cubicBezTo>
                  <a:cubicBezTo>
                    <a:pt x="13867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 flipH="1">
              <a:off x="1633694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1" y="0"/>
                  </a:moveTo>
                  <a:cubicBezTo>
                    <a:pt x="3350" y="0"/>
                    <a:pt x="1052" y="246"/>
                    <a:pt x="1052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09" y="160"/>
                  </a:cubicBezTo>
                  <a:cubicBezTo>
                    <a:pt x="7386" y="42"/>
                    <a:pt x="6485" y="0"/>
                    <a:pt x="557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 flipH="1">
              <a:off x="1658306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87" y="4220"/>
                    <a:pt x="1368" y="4580"/>
                  </a:cubicBezTo>
                  <a:cubicBezTo>
                    <a:pt x="1620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04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 flipH="1">
              <a:off x="1677601" y="1683084"/>
              <a:ext cx="335713" cy="560079"/>
            </a:xfrm>
            <a:custGeom>
              <a:avLst/>
              <a:gdLst/>
              <a:ahLst/>
              <a:cxnLst/>
              <a:rect l="l" t="t" r="r" b="b"/>
              <a:pathLst>
                <a:path w="9030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48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691" y="5848"/>
                  </a:cubicBezTo>
                  <a:cubicBezTo>
                    <a:pt x="706" y="6453"/>
                    <a:pt x="691" y="7360"/>
                    <a:pt x="907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1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2" y="7954"/>
                    <a:pt x="3716" y="8152"/>
                  </a:cubicBezTo>
                  <a:cubicBezTo>
                    <a:pt x="3759" y="8671"/>
                    <a:pt x="3586" y="9189"/>
                    <a:pt x="3240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18" y="11508"/>
                    <a:pt x="9030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5" y="5037"/>
                  </a:cubicBezTo>
                  <a:cubicBezTo>
                    <a:pt x="7070" y="5037"/>
                    <a:pt x="7227" y="5010"/>
                    <a:pt x="7417" y="4912"/>
                  </a:cubicBezTo>
                  <a:cubicBezTo>
                    <a:pt x="7849" y="4681"/>
                    <a:pt x="8223" y="2651"/>
                    <a:pt x="7518" y="2478"/>
                  </a:cubicBezTo>
                  <a:cubicBezTo>
                    <a:pt x="7436" y="2459"/>
                    <a:pt x="7359" y="2449"/>
                    <a:pt x="7284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30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 flipH="1">
              <a:off x="1677601" y="1846405"/>
              <a:ext cx="260763" cy="396758"/>
            </a:xfrm>
            <a:custGeom>
              <a:avLst/>
              <a:gdLst/>
              <a:ahLst/>
              <a:cxnLst/>
              <a:rect l="l" t="t" r="r" b="b"/>
              <a:pathLst>
                <a:path w="7014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6" y="3561"/>
                    <a:pt x="1700" y="3759"/>
                  </a:cubicBezTo>
                  <a:cubicBezTo>
                    <a:pt x="1743" y="4278"/>
                    <a:pt x="1570" y="4796"/>
                    <a:pt x="1224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02" y="7115"/>
                    <a:pt x="7014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78" y="519"/>
                    <a:pt x="429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 flipH="1">
              <a:off x="1734334" y="1790490"/>
              <a:ext cx="36471" cy="59707"/>
            </a:xfrm>
            <a:custGeom>
              <a:avLst/>
              <a:gdLst/>
              <a:ahLst/>
              <a:cxnLst/>
              <a:rect l="l" t="t" r="r" b="b"/>
              <a:pathLst>
                <a:path w="981" h="1606" extrusionOk="0">
                  <a:moveTo>
                    <a:pt x="786" y="1"/>
                  </a:moveTo>
                  <a:cubicBezTo>
                    <a:pt x="709" y="1"/>
                    <a:pt x="610" y="29"/>
                    <a:pt x="491" y="122"/>
                  </a:cubicBezTo>
                  <a:cubicBezTo>
                    <a:pt x="59" y="424"/>
                    <a:pt x="1" y="1605"/>
                    <a:pt x="447" y="1605"/>
                  </a:cubicBezTo>
                  <a:cubicBezTo>
                    <a:pt x="879" y="1605"/>
                    <a:pt x="908" y="871"/>
                    <a:pt x="606" y="799"/>
                  </a:cubicBezTo>
                  <a:cubicBezTo>
                    <a:pt x="548" y="784"/>
                    <a:pt x="476" y="770"/>
                    <a:pt x="404" y="755"/>
                  </a:cubicBezTo>
                  <a:cubicBezTo>
                    <a:pt x="404" y="755"/>
                    <a:pt x="476" y="79"/>
                    <a:pt x="980" y="79"/>
                  </a:cubicBezTo>
                  <a:cubicBezTo>
                    <a:pt x="980" y="79"/>
                    <a:pt x="913" y="1"/>
                    <a:pt x="78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 flipH="1">
              <a:off x="2416466" y="1943290"/>
              <a:ext cx="492044" cy="734627"/>
            </a:xfrm>
            <a:custGeom>
              <a:avLst/>
              <a:gdLst/>
              <a:ahLst/>
              <a:cxnLst/>
              <a:rect l="l" t="t" r="r" b="b"/>
              <a:pathLst>
                <a:path w="13235" h="19760" extrusionOk="0">
                  <a:moveTo>
                    <a:pt x="0" y="1"/>
                  </a:moveTo>
                  <a:lnTo>
                    <a:pt x="576" y="1988"/>
                  </a:lnTo>
                  <a:cubicBezTo>
                    <a:pt x="2088" y="7101"/>
                    <a:pt x="2751" y="12444"/>
                    <a:pt x="2535" y="17772"/>
                  </a:cubicBezTo>
                  <a:lnTo>
                    <a:pt x="13235" y="19760"/>
                  </a:lnTo>
                  <a:lnTo>
                    <a:pt x="12904" y="3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 flipH="1">
              <a:off x="2465689" y="2009168"/>
              <a:ext cx="368950" cy="574504"/>
            </a:xfrm>
            <a:custGeom>
              <a:avLst/>
              <a:gdLst/>
              <a:ahLst/>
              <a:cxnLst/>
              <a:rect l="l" t="t" r="r" b="b"/>
              <a:pathLst>
                <a:path w="9924" h="154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9" y="4076"/>
                    <a:pt x="2204" y="14560"/>
                    <a:pt x="2204" y="14560"/>
                  </a:cubicBezTo>
                  <a:lnTo>
                    <a:pt x="9923" y="15453"/>
                  </a:lnTo>
                  <a:lnTo>
                    <a:pt x="9592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 flipH="1">
              <a:off x="2758574" y="2220113"/>
              <a:ext cx="124768" cy="152614"/>
            </a:xfrm>
            <a:custGeom>
              <a:avLst/>
              <a:gdLst/>
              <a:ahLst/>
              <a:cxnLst/>
              <a:rect l="l" t="t" r="r" b="b"/>
              <a:pathLst>
                <a:path w="3356" h="4105" extrusionOk="0">
                  <a:moveTo>
                    <a:pt x="302" y="0"/>
                  </a:moveTo>
                  <a:cubicBezTo>
                    <a:pt x="259" y="0"/>
                    <a:pt x="245" y="0"/>
                    <a:pt x="245" y="15"/>
                  </a:cubicBezTo>
                  <a:cubicBezTo>
                    <a:pt x="0" y="346"/>
                    <a:pt x="418" y="1210"/>
                    <a:pt x="418" y="1210"/>
                  </a:cubicBezTo>
                  <a:cubicBezTo>
                    <a:pt x="418" y="1210"/>
                    <a:pt x="259" y="1700"/>
                    <a:pt x="202" y="1930"/>
                  </a:cubicBezTo>
                  <a:cubicBezTo>
                    <a:pt x="158" y="2161"/>
                    <a:pt x="547" y="2362"/>
                    <a:pt x="547" y="2362"/>
                  </a:cubicBezTo>
                  <a:cubicBezTo>
                    <a:pt x="533" y="2578"/>
                    <a:pt x="533" y="2794"/>
                    <a:pt x="576" y="3010"/>
                  </a:cubicBezTo>
                  <a:cubicBezTo>
                    <a:pt x="619" y="3126"/>
                    <a:pt x="1008" y="3212"/>
                    <a:pt x="1008" y="3212"/>
                  </a:cubicBezTo>
                  <a:lnTo>
                    <a:pt x="1023" y="3514"/>
                  </a:lnTo>
                  <a:lnTo>
                    <a:pt x="1066" y="3975"/>
                  </a:lnTo>
                  <a:cubicBezTo>
                    <a:pt x="1282" y="4047"/>
                    <a:pt x="1527" y="4090"/>
                    <a:pt x="1757" y="4105"/>
                  </a:cubicBezTo>
                  <a:cubicBezTo>
                    <a:pt x="2016" y="4090"/>
                    <a:pt x="3125" y="3975"/>
                    <a:pt x="3269" y="3817"/>
                  </a:cubicBezTo>
                  <a:cubicBezTo>
                    <a:pt x="3341" y="3702"/>
                    <a:pt x="3356" y="3572"/>
                    <a:pt x="3312" y="3457"/>
                  </a:cubicBezTo>
                  <a:cubicBezTo>
                    <a:pt x="3284" y="3327"/>
                    <a:pt x="3226" y="3212"/>
                    <a:pt x="3140" y="3111"/>
                  </a:cubicBezTo>
                  <a:cubicBezTo>
                    <a:pt x="3124" y="3102"/>
                    <a:pt x="3096" y="3099"/>
                    <a:pt x="3060" y="3099"/>
                  </a:cubicBezTo>
                  <a:cubicBezTo>
                    <a:pt x="2859" y="3099"/>
                    <a:pt x="2396" y="3214"/>
                    <a:pt x="2347" y="3226"/>
                  </a:cubicBezTo>
                  <a:lnTo>
                    <a:pt x="2333" y="3226"/>
                  </a:lnTo>
                  <a:cubicBezTo>
                    <a:pt x="2333" y="3226"/>
                    <a:pt x="2506" y="3068"/>
                    <a:pt x="2650" y="2938"/>
                  </a:cubicBezTo>
                  <a:cubicBezTo>
                    <a:pt x="2751" y="2809"/>
                    <a:pt x="2780" y="2636"/>
                    <a:pt x="2751" y="2477"/>
                  </a:cubicBezTo>
                  <a:cubicBezTo>
                    <a:pt x="2751" y="2405"/>
                    <a:pt x="2736" y="2333"/>
                    <a:pt x="2736" y="2261"/>
                  </a:cubicBezTo>
                  <a:cubicBezTo>
                    <a:pt x="2852" y="2161"/>
                    <a:pt x="2650" y="1340"/>
                    <a:pt x="2650" y="1340"/>
                  </a:cubicBezTo>
                  <a:cubicBezTo>
                    <a:pt x="2794" y="1311"/>
                    <a:pt x="2952" y="1253"/>
                    <a:pt x="3068" y="1167"/>
                  </a:cubicBezTo>
                  <a:cubicBezTo>
                    <a:pt x="3096" y="1138"/>
                    <a:pt x="3111" y="1124"/>
                    <a:pt x="3140" y="1095"/>
                  </a:cubicBezTo>
                  <a:cubicBezTo>
                    <a:pt x="3240" y="850"/>
                    <a:pt x="3183" y="562"/>
                    <a:pt x="2981" y="389"/>
                  </a:cubicBezTo>
                  <a:cubicBezTo>
                    <a:pt x="2794" y="274"/>
                    <a:pt x="677" y="0"/>
                    <a:pt x="302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 flipH="1">
              <a:off x="2769281" y="2258183"/>
              <a:ext cx="72868" cy="11748"/>
            </a:xfrm>
            <a:custGeom>
              <a:avLst/>
              <a:gdLst/>
              <a:ahLst/>
              <a:cxnLst/>
              <a:rect l="l" t="t" r="r" b="b"/>
              <a:pathLst>
                <a:path w="1960" h="316" extrusionOk="0">
                  <a:moveTo>
                    <a:pt x="863" y="1"/>
                  </a:moveTo>
                  <a:cubicBezTo>
                    <a:pt x="563" y="1"/>
                    <a:pt x="268" y="70"/>
                    <a:pt x="1" y="186"/>
                  </a:cubicBezTo>
                  <a:lnTo>
                    <a:pt x="1542" y="316"/>
                  </a:lnTo>
                  <a:cubicBezTo>
                    <a:pt x="1686" y="287"/>
                    <a:pt x="1830" y="229"/>
                    <a:pt x="1960" y="143"/>
                  </a:cubicBezTo>
                  <a:cubicBezTo>
                    <a:pt x="1758" y="129"/>
                    <a:pt x="1470" y="28"/>
                    <a:pt x="1081" y="13"/>
                  </a:cubicBezTo>
                  <a:cubicBezTo>
                    <a:pt x="1008" y="5"/>
                    <a:pt x="935" y="1"/>
                    <a:pt x="863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 flipH="1">
              <a:off x="2781066" y="2304172"/>
              <a:ext cx="61603" cy="14016"/>
            </a:xfrm>
            <a:custGeom>
              <a:avLst/>
              <a:gdLst/>
              <a:ahLst/>
              <a:cxnLst/>
              <a:rect l="l" t="t" r="r" b="b"/>
              <a:pathLst>
                <a:path w="1657" h="377" extrusionOk="0">
                  <a:moveTo>
                    <a:pt x="1642" y="0"/>
                  </a:moveTo>
                  <a:cubicBezTo>
                    <a:pt x="1642" y="0"/>
                    <a:pt x="762" y="60"/>
                    <a:pt x="169" y="60"/>
                  </a:cubicBezTo>
                  <a:cubicBezTo>
                    <a:pt x="109" y="60"/>
                    <a:pt x="53" y="59"/>
                    <a:pt x="1" y="58"/>
                  </a:cubicBezTo>
                  <a:lnTo>
                    <a:pt x="1" y="58"/>
                  </a:lnTo>
                  <a:cubicBezTo>
                    <a:pt x="355" y="202"/>
                    <a:pt x="626" y="377"/>
                    <a:pt x="997" y="377"/>
                  </a:cubicBezTo>
                  <a:cubicBezTo>
                    <a:pt x="1184" y="377"/>
                    <a:pt x="1396" y="332"/>
                    <a:pt x="1657" y="216"/>
                  </a:cubicBezTo>
                  <a:cubicBezTo>
                    <a:pt x="1657" y="144"/>
                    <a:pt x="1642" y="72"/>
                    <a:pt x="164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 flipH="1">
              <a:off x="2765005" y="2335289"/>
              <a:ext cx="80861" cy="23533"/>
            </a:xfrm>
            <a:custGeom>
              <a:avLst/>
              <a:gdLst/>
              <a:ahLst/>
              <a:cxnLst/>
              <a:rect l="l" t="t" r="r" b="b"/>
              <a:pathLst>
                <a:path w="2175" h="633" extrusionOk="0">
                  <a:moveTo>
                    <a:pt x="2052" y="1"/>
                  </a:moveTo>
                  <a:cubicBezTo>
                    <a:pt x="1851" y="1"/>
                    <a:pt x="1388" y="116"/>
                    <a:pt x="1339" y="128"/>
                  </a:cubicBezTo>
                  <a:lnTo>
                    <a:pt x="1325" y="128"/>
                  </a:lnTo>
                  <a:cubicBezTo>
                    <a:pt x="1181" y="200"/>
                    <a:pt x="1037" y="258"/>
                    <a:pt x="879" y="301"/>
                  </a:cubicBezTo>
                  <a:cubicBezTo>
                    <a:pt x="856" y="305"/>
                    <a:pt x="832" y="307"/>
                    <a:pt x="805" y="307"/>
                  </a:cubicBezTo>
                  <a:cubicBezTo>
                    <a:pt x="518" y="307"/>
                    <a:pt x="0" y="114"/>
                    <a:pt x="0" y="114"/>
                  </a:cubicBezTo>
                  <a:lnTo>
                    <a:pt x="0" y="114"/>
                  </a:lnTo>
                  <a:lnTo>
                    <a:pt x="15" y="416"/>
                  </a:lnTo>
                  <a:cubicBezTo>
                    <a:pt x="245" y="503"/>
                    <a:pt x="490" y="575"/>
                    <a:pt x="720" y="632"/>
                  </a:cubicBezTo>
                  <a:cubicBezTo>
                    <a:pt x="722" y="633"/>
                    <a:pt x="724" y="633"/>
                    <a:pt x="726" y="633"/>
                  </a:cubicBezTo>
                  <a:cubicBezTo>
                    <a:pt x="909" y="633"/>
                    <a:pt x="2174" y="42"/>
                    <a:pt x="2132" y="13"/>
                  </a:cubicBezTo>
                  <a:cubicBezTo>
                    <a:pt x="2116" y="4"/>
                    <a:pt x="2088" y="1"/>
                    <a:pt x="205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 flipH="1">
              <a:off x="1628861" y="2189591"/>
              <a:ext cx="871143" cy="609897"/>
            </a:xfrm>
            <a:custGeom>
              <a:avLst/>
              <a:gdLst/>
              <a:ahLst/>
              <a:cxnLst/>
              <a:rect l="l" t="t" r="r" b="b"/>
              <a:pathLst>
                <a:path w="23432" h="16405" extrusionOk="0">
                  <a:moveTo>
                    <a:pt x="2161" y="1"/>
                  </a:moveTo>
                  <a:cubicBezTo>
                    <a:pt x="2132" y="1"/>
                    <a:pt x="2089" y="1"/>
                    <a:pt x="2060" y="15"/>
                  </a:cubicBezTo>
                  <a:cubicBezTo>
                    <a:pt x="1642" y="217"/>
                    <a:pt x="1873" y="994"/>
                    <a:pt x="1873" y="994"/>
                  </a:cubicBezTo>
                  <a:cubicBezTo>
                    <a:pt x="1845" y="994"/>
                    <a:pt x="943" y="660"/>
                    <a:pt x="698" y="660"/>
                  </a:cubicBezTo>
                  <a:cubicBezTo>
                    <a:pt x="684" y="660"/>
                    <a:pt x="672" y="661"/>
                    <a:pt x="663" y="663"/>
                  </a:cubicBezTo>
                  <a:cubicBezTo>
                    <a:pt x="490" y="692"/>
                    <a:pt x="735" y="1786"/>
                    <a:pt x="735" y="1786"/>
                  </a:cubicBezTo>
                  <a:cubicBezTo>
                    <a:pt x="735" y="1786"/>
                    <a:pt x="0" y="4321"/>
                    <a:pt x="447" y="4695"/>
                  </a:cubicBezTo>
                  <a:cubicBezTo>
                    <a:pt x="908" y="5070"/>
                    <a:pt x="3269" y="5646"/>
                    <a:pt x="3269" y="5646"/>
                  </a:cubicBezTo>
                  <a:lnTo>
                    <a:pt x="3284" y="5617"/>
                  </a:lnTo>
                  <a:cubicBezTo>
                    <a:pt x="4990" y="8026"/>
                    <a:pt x="11152" y="16404"/>
                    <a:pt x="14475" y="16404"/>
                  </a:cubicBezTo>
                  <a:cubicBezTo>
                    <a:pt x="14489" y="16404"/>
                    <a:pt x="14503" y="16404"/>
                    <a:pt x="14517" y="16404"/>
                  </a:cubicBezTo>
                  <a:cubicBezTo>
                    <a:pt x="18391" y="16317"/>
                    <a:pt x="23431" y="9765"/>
                    <a:pt x="23431" y="9765"/>
                  </a:cubicBezTo>
                  <a:lnTo>
                    <a:pt x="19053" y="5401"/>
                  </a:lnTo>
                  <a:lnTo>
                    <a:pt x="15021" y="9765"/>
                  </a:lnTo>
                  <a:lnTo>
                    <a:pt x="4479" y="3068"/>
                  </a:lnTo>
                  <a:cubicBezTo>
                    <a:pt x="4537" y="2838"/>
                    <a:pt x="4594" y="2578"/>
                    <a:pt x="4638" y="2334"/>
                  </a:cubicBezTo>
                  <a:cubicBezTo>
                    <a:pt x="4724" y="1873"/>
                    <a:pt x="4767" y="1455"/>
                    <a:pt x="4666" y="1383"/>
                  </a:cubicBezTo>
                  <a:cubicBezTo>
                    <a:pt x="4422" y="1210"/>
                    <a:pt x="2823" y="649"/>
                    <a:pt x="2823" y="649"/>
                  </a:cubicBezTo>
                  <a:cubicBezTo>
                    <a:pt x="2823" y="649"/>
                    <a:pt x="2477" y="1"/>
                    <a:pt x="2161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 flipH="1">
              <a:off x="1407209" y="2121593"/>
              <a:ext cx="493680" cy="593799"/>
            </a:xfrm>
            <a:custGeom>
              <a:avLst/>
              <a:gdLst/>
              <a:ahLst/>
              <a:cxnLst/>
              <a:rect l="l" t="t" r="r" b="b"/>
              <a:pathLst>
                <a:path w="13279" h="15972" extrusionOk="0">
                  <a:moveTo>
                    <a:pt x="10729" y="1"/>
                  </a:moveTo>
                  <a:cubicBezTo>
                    <a:pt x="10629" y="1"/>
                    <a:pt x="10542" y="15"/>
                    <a:pt x="10456" y="44"/>
                  </a:cubicBezTo>
                  <a:cubicBezTo>
                    <a:pt x="7143" y="1009"/>
                    <a:pt x="0" y="9419"/>
                    <a:pt x="0" y="9419"/>
                  </a:cubicBezTo>
                  <a:lnTo>
                    <a:pt x="6639" y="15972"/>
                  </a:lnTo>
                  <a:cubicBezTo>
                    <a:pt x="6639" y="15972"/>
                    <a:pt x="13278" y="6308"/>
                    <a:pt x="12947" y="3356"/>
                  </a:cubicBezTo>
                  <a:cubicBezTo>
                    <a:pt x="12645" y="764"/>
                    <a:pt x="11464" y="1"/>
                    <a:pt x="1072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 flipH="1">
              <a:off x="555398" y="2114083"/>
              <a:ext cx="724441" cy="1034984"/>
            </a:xfrm>
            <a:custGeom>
              <a:avLst/>
              <a:gdLst/>
              <a:ahLst/>
              <a:cxnLst/>
              <a:rect l="l" t="t" r="r" b="b"/>
              <a:pathLst>
                <a:path w="19486" h="27839" extrusionOk="0">
                  <a:moveTo>
                    <a:pt x="17902" y="1"/>
                  </a:moveTo>
                  <a:cubicBezTo>
                    <a:pt x="16260" y="188"/>
                    <a:pt x="15137" y="1571"/>
                    <a:pt x="14834" y="3428"/>
                  </a:cubicBezTo>
                  <a:cubicBezTo>
                    <a:pt x="14517" y="5272"/>
                    <a:pt x="9592" y="14921"/>
                    <a:pt x="9592" y="14921"/>
                  </a:cubicBezTo>
                  <a:lnTo>
                    <a:pt x="1" y="26110"/>
                  </a:lnTo>
                  <a:lnTo>
                    <a:pt x="3284" y="27839"/>
                  </a:lnTo>
                  <a:cubicBezTo>
                    <a:pt x="3284" y="27839"/>
                    <a:pt x="12775" y="21588"/>
                    <a:pt x="14719" y="18204"/>
                  </a:cubicBezTo>
                  <a:cubicBezTo>
                    <a:pt x="16663" y="14834"/>
                    <a:pt x="19486" y="1"/>
                    <a:pt x="1793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 flipH="1">
              <a:off x="1147003" y="3031996"/>
              <a:ext cx="186891" cy="144397"/>
            </a:xfrm>
            <a:custGeom>
              <a:avLst/>
              <a:gdLst/>
              <a:ahLst/>
              <a:cxnLst/>
              <a:rect l="l" t="t" r="r" b="b"/>
              <a:pathLst>
                <a:path w="5027" h="3884" extrusionOk="0">
                  <a:moveTo>
                    <a:pt x="2337" y="0"/>
                  </a:moveTo>
                  <a:cubicBezTo>
                    <a:pt x="1762" y="0"/>
                    <a:pt x="1241" y="120"/>
                    <a:pt x="1066" y="470"/>
                  </a:cubicBezTo>
                  <a:cubicBezTo>
                    <a:pt x="879" y="844"/>
                    <a:pt x="936" y="2025"/>
                    <a:pt x="504" y="2213"/>
                  </a:cubicBezTo>
                  <a:cubicBezTo>
                    <a:pt x="245" y="2328"/>
                    <a:pt x="0" y="2472"/>
                    <a:pt x="15" y="2573"/>
                  </a:cubicBezTo>
                  <a:cubicBezTo>
                    <a:pt x="29" y="2774"/>
                    <a:pt x="389" y="2904"/>
                    <a:pt x="591" y="2947"/>
                  </a:cubicBezTo>
                  <a:cubicBezTo>
                    <a:pt x="618" y="2952"/>
                    <a:pt x="649" y="2955"/>
                    <a:pt x="683" y="2955"/>
                  </a:cubicBezTo>
                  <a:cubicBezTo>
                    <a:pt x="1021" y="2955"/>
                    <a:pt x="1628" y="2717"/>
                    <a:pt x="1628" y="2717"/>
                  </a:cubicBezTo>
                  <a:cubicBezTo>
                    <a:pt x="1628" y="2717"/>
                    <a:pt x="2161" y="3710"/>
                    <a:pt x="2348" y="3725"/>
                  </a:cubicBezTo>
                  <a:cubicBezTo>
                    <a:pt x="2477" y="3725"/>
                    <a:pt x="2621" y="3696"/>
                    <a:pt x="2751" y="3653"/>
                  </a:cubicBezTo>
                  <a:lnTo>
                    <a:pt x="3457" y="3523"/>
                  </a:lnTo>
                  <a:lnTo>
                    <a:pt x="3730" y="3883"/>
                  </a:lnTo>
                  <a:cubicBezTo>
                    <a:pt x="3730" y="3883"/>
                    <a:pt x="4364" y="2861"/>
                    <a:pt x="4580" y="2501"/>
                  </a:cubicBezTo>
                  <a:cubicBezTo>
                    <a:pt x="4609" y="2443"/>
                    <a:pt x="4638" y="2385"/>
                    <a:pt x="4666" y="2328"/>
                  </a:cubicBezTo>
                  <a:cubicBezTo>
                    <a:pt x="5026" y="1665"/>
                    <a:pt x="4839" y="844"/>
                    <a:pt x="4249" y="398"/>
                  </a:cubicBezTo>
                  <a:cubicBezTo>
                    <a:pt x="4031" y="231"/>
                    <a:pt x="3133" y="0"/>
                    <a:pt x="233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5"/>
            <p:cNvSpPr/>
            <p:nvPr/>
          </p:nvSpPr>
          <p:spPr>
            <a:xfrm flipH="1">
              <a:off x="500226" y="4761679"/>
              <a:ext cx="530634" cy="205629"/>
            </a:xfrm>
            <a:custGeom>
              <a:avLst/>
              <a:gdLst/>
              <a:ahLst/>
              <a:cxnLst/>
              <a:rect l="l" t="t" r="r" b="b"/>
              <a:pathLst>
                <a:path w="14273" h="5531" extrusionOk="0">
                  <a:moveTo>
                    <a:pt x="8540" y="0"/>
                  </a:moveTo>
                  <a:lnTo>
                    <a:pt x="8540" y="0"/>
                  </a:lnTo>
                  <a:cubicBezTo>
                    <a:pt x="8540" y="0"/>
                    <a:pt x="8656" y="1397"/>
                    <a:pt x="5919" y="2564"/>
                  </a:cubicBezTo>
                  <a:cubicBezTo>
                    <a:pt x="4998" y="2938"/>
                    <a:pt x="4033" y="3226"/>
                    <a:pt x="3054" y="3413"/>
                  </a:cubicBezTo>
                  <a:cubicBezTo>
                    <a:pt x="764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8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 flipH="1">
              <a:off x="500784" y="4856444"/>
              <a:ext cx="530077" cy="110863"/>
            </a:xfrm>
            <a:custGeom>
              <a:avLst/>
              <a:gdLst/>
              <a:ahLst/>
              <a:cxnLst/>
              <a:rect l="l" t="t" r="r" b="b"/>
              <a:pathLst>
                <a:path w="14258" h="2982" extrusionOk="0">
                  <a:moveTo>
                    <a:pt x="5919" y="0"/>
                  </a:moveTo>
                  <a:cubicBezTo>
                    <a:pt x="4998" y="389"/>
                    <a:pt x="4033" y="677"/>
                    <a:pt x="3054" y="864"/>
                  </a:cubicBezTo>
                  <a:cubicBezTo>
                    <a:pt x="764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58" y="490"/>
                  </a:lnTo>
                  <a:lnTo>
                    <a:pt x="14258" y="490"/>
                  </a:lnTo>
                  <a:cubicBezTo>
                    <a:pt x="12962" y="850"/>
                    <a:pt x="10989" y="1685"/>
                    <a:pt x="7604" y="1959"/>
                  </a:cubicBezTo>
                  <a:cubicBezTo>
                    <a:pt x="7230" y="1268"/>
                    <a:pt x="6567" y="576"/>
                    <a:pt x="591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 flipH="1">
              <a:off x="392635" y="2912396"/>
              <a:ext cx="413897" cy="1923192"/>
            </a:xfrm>
            <a:custGeom>
              <a:avLst/>
              <a:gdLst/>
              <a:ahLst/>
              <a:cxnLst/>
              <a:rect l="l" t="t" r="r" b="b"/>
              <a:pathLst>
                <a:path w="11133" h="51730" extrusionOk="0">
                  <a:moveTo>
                    <a:pt x="4494" y="0"/>
                  </a:moveTo>
                  <a:cubicBezTo>
                    <a:pt x="2679" y="0"/>
                    <a:pt x="994" y="764"/>
                    <a:pt x="447" y="2578"/>
                  </a:cubicBezTo>
                  <a:cubicBezTo>
                    <a:pt x="231" y="3284"/>
                    <a:pt x="101" y="4983"/>
                    <a:pt x="44" y="7345"/>
                  </a:cubicBezTo>
                  <a:cubicBezTo>
                    <a:pt x="44" y="7719"/>
                    <a:pt x="29" y="8108"/>
                    <a:pt x="29" y="8511"/>
                  </a:cubicBezTo>
                  <a:cubicBezTo>
                    <a:pt x="15" y="9332"/>
                    <a:pt x="15" y="10211"/>
                    <a:pt x="15" y="11132"/>
                  </a:cubicBezTo>
                  <a:cubicBezTo>
                    <a:pt x="1" y="24986"/>
                    <a:pt x="1253" y="50102"/>
                    <a:pt x="1253" y="50102"/>
                  </a:cubicBezTo>
                  <a:lnTo>
                    <a:pt x="8829" y="51730"/>
                  </a:lnTo>
                  <a:cubicBezTo>
                    <a:pt x="8829" y="51730"/>
                    <a:pt x="10182" y="22077"/>
                    <a:pt x="10730" y="11132"/>
                  </a:cubicBezTo>
                  <a:cubicBezTo>
                    <a:pt x="10787" y="10067"/>
                    <a:pt x="10830" y="9188"/>
                    <a:pt x="10859" y="8511"/>
                  </a:cubicBezTo>
                  <a:cubicBezTo>
                    <a:pt x="10888" y="7964"/>
                    <a:pt x="10917" y="7561"/>
                    <a:pt x="10931" y="7345"/>
                  </a:cubicBezTo>
                  <a:cubicBezTo>
                    <a:pt x="10931" y="7331"/>
                    <a:pt x="10931" y="7316"/>
                    <a:pt x="10931" y="7302"/>
                  </a:cubicBezTo>
                  <a:cubicBezTo>
                    <a:pt x="11133" y="4349"/>
                    <a:pt x="10355" y="3313"/>
                    <a:pt x="9433" y="2132"/>
                  </a:cubicBezTo>
                  <a:cubicBezTo>
                    <a:pt x="8411" y="821"/>
                    <a:pt x="6380" y="0"/>
                    <a:pt x="449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 flipH="1">
              <a:off x="392635" y="2912359"/>
              <a:ext cx="413377" cy="413934"/>
            </a:xfrm>
            <a:custGeom>
              <a:avLst/>
              <a:gdLst/>
              <a:ahLst/>
              <a:cxnLst/>
              <a:rect l="l" t="t" r="r" b="b"/>
              <a:pathLst>
                <a:path w="11119" h="11134" extrusionOk="0">
                  <a:moveTo>
                    <a:pt x="4484" y="0"/>
                  </a:moveTo>
                  <a:cubicBezTo>
                    <a:pt x="2667" y="0"/>
                    <a:pt x="977" y="762"/>
                    <a:pt x="433" y="2579"/>
                  </a:cubicBezTo>
                  <a:cubicBezTo>
                    <a:pt x="217" y="3285"/>
                    <a:pt x="102" y="4984"/>
                    <a:pt x="30" y="7332"/>
                  </a:cubicBezTo>
                  <a:cubicBezTo>
                    <a:pt x="30" y="7720"/>
                    <a:pt x="15" y="8109"/>
                    <a:pt x="15" y="8512"/>
                  </a:cubicBezTo>
                  <a:cubicBezTo>
                    <a:pt x="1" y="9333"/>
                    <a:pt x="1" y="10212"/>
                    <a:pt x="1" y="11133"/>
                  </a:cubicBezTo>
                  <a:lnTo>
                    <a:pt x="10716" y="11133"/>
                  </a:lnTo>
                  <a:cubicBezTo>
                    <a:pt x="10773" y="10068"/>
                    <a:pt x="10816" y="9175"/>
                    <a:pt x="10845" y="8512"/>
                  </a:cubicBezTo>
                  <a:cubicBezTo>
                    <a:pt x="10874" y="7965"/>
                    <a:pt x="10903" y="7562"/>
                    <a:pt x="10917" y="7332"/>
                  </a:cubicBezTo>
                  <a:cubicBezTo>
                    <a:pt x="10917" y="7332"/>
                    <a:pt x="10917" y="7317"/>
                    <a:pt x="10917" y="7303"/>
                  </a:cubicBezTo>
                  <a:cubicBezTo>
                    <a:pt x="11119" y="4350"/>
                    <a:pt x="10341" y="3314"/>
                    <a:pt x="9419" y="2133"/>
                  </a:cubicBezTo>
                  <a:cubicBezTo>
                    <a:pt x="8393" y="820"/>
                    <a:pt x="6370" y="0"/>
                    <a:pt x="448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 flipH="1">
              <a:off x="-132051" y="4578580"/>
              <a:ext cx="445684" cy="424939"/>
            </a:xfrm>
            <a:custGeom>
              <a:avLst/>
              <a:gdLst/>
              <a:ahLst/>
              <a:cxnLst/>
              <a:rect l="l" t="t" r="r" b="b"/>
              <a:pathLst>
                <a:path w="11988" h="11430" extrusionOk="0">
                  <a:moveTo>
                    <a:pt x="9439" y="0"/>
                  </a:moveTo>
                  <a:lnTo>
                    <a:pt x="4370" y="2707"/>
                  </a:lnTo>
                  <a:cubicBezTo>
                    <a:pt x="4370" y="2707"/>
                    <a:pt x="5176" y="3845"/>
                    <a:pt x="3448" y="6308"/>
                  </a:cubicBezTo>
                  <a:cubicBezTo>
                    <a:pt x="2858" y="7114"/>
                    <a:pt x="2195" y="7878"/>
                    <a:pt x="1461" y="8569"/>
                  </a:cubicBezTo>
                  <a:cubicBezTo>
                    <a:pt x="856" y="9130"/>
                    <a:pt x="395" y="9850"/>
                    <a:pt x="136" y="10643"/>
                  </a:cubicBezTo>
                  <a:cubicBezTo>
                    <a:pt x="1" y="11058"/>
                    <a:pt x="331" y="11430"/>
                    <a:pt x="708" y="11430"/>
                  </a:cubicBezTo>
                  <a:cubicBezTo>
                    <a:pt x="814" y="11430"/>
                    <a:pt x="924" y="11400"/>
                    <a:pt x="1029" y="11334"/>
                  </a:cubicBezTo>
                  <a:lnTo>
                    <a:pt x="11988" y="4436"/>
                  </a:lnTo>
                  <a:lnTo>
                    <a:pt x="10750" y="2275"/>
                  </a:lnTo>
                  <a:lnTo>
                    <a:pt x="9439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 flipH="1">
              <a:off x="-132051" y="4663159"/>
              <a:ext cx="445684" cy="340360"/>
            </a:xfrm>
            <a:custGeom>
              <a:avLst/>
              <a:gdLst/>
              <a:ahLst/>
              <a:cxnLst/>
              <a:rect l="l" t="t" r="r" b="b"/>
              <a:pathLst>
                <a:path w="11988" h="9155" extrusionOk="0">
                  <a:moveTo>
                    <a:pt x="10750" y="0"/>
                  </a:moveTo>
                  <a:cubicBezTo>
                    <a:pt x="9828" y="1009"/>
                    <a:pt x="8575" y="2780"/>
                    <a:pt x="5867" y="4825"/>
                  </a:cubicBezTo>
                  <a:cubicBezTo>
                    <a:pt x="5205" y="4422"/>
                    <a:pt x="4283" y="4177"/>
                    <a:pt x="3448" y="4033"/>
                  </a:cubicBezTo>
                  <a:cubicBezTo>
                    <a:pt x="2858" y="4839"/>
                    <a:pt x="2195" y="5603"/>
                    <a:pt x="1461" y="6294"/>
                  </a:cubicBezTo>
                  <a:cubicBezTo>
                    <a:pt x="856" y="6855"/>
                    <a:pt x="395" y="7575"/>
                    <a:pt x="136" y="8368"/>
                  </a:cubicBezTo>
                  <a:cubicBezTo>
                    <a:pt x="1" y="8783"/>
                    <a:pt x="331" y="9155"/>
                    <a:pt x="708" y="9155"/>
                  </a:cubicBezTo>
                  <a:cubicBezTo>
                    <a:pt x="814" y="9155"/>
                    <a:pt x="924" y="9125"/>
                    <a:pt x="1029" y="9059"/>
                  </a:cubicBezTo>
                  <a:lnTo>
                    <a:pt x="11988" y="2161"/>
                  </a:lnTo>
                  <a:lnTo>
                    <a:pt x="1075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 flipH="1">
              <a:off x="-86026" y="3008760"/>
              <a:ext cx="691241" cy="1695108"/>
            </a:xfrm>
            <a:custGeom>
              <a:avLst/>
              <a:gdLst/>
              <a:ahLst/>
              <a:cxnLst/>
              <a:rect l="l" t="t" r="r" b="b"/>
              <a:pathLst>
                <a:path w="18593" h="45595" extrusionOk="0">
                  <a:moveTo>
                    <a:pt x="2766" y="1"/>
                  </a:moveTo>
                  <a:cubicBezTo>
                    <a:pt x="2766" y="1"/>
                    <a:pt x="2463" y="1988"/>
                    <a:pt x="2074" y="4825"/>
                  </a:cubicBezTo>
                  <a:cubicBezTo>
                    <a:pt x="1988" y="5516"/>
                    <a:pt x="1887" y="6251"/>
                    <a:pt x="1772" y="7028"/>
                  </a:cubicBezTo>
                  <a:cubicBezTo>
                    <a:pt x="1714" y="7518"/>
                    <a:pt x="1642" y="8022"/>
                    <a:pt x="1585" y="8540"/>
                  </a:cubicBezTo>
                  <a:cubicBezTo>
                    <a:pt x="807" y="14503"/>
                    <a:pt x="0" y="21718"/>
                    <a:pt x="360" y="23518"/>
                  </a:cubicBezTo>
                  <a:cubicBezTo>
                    <a:pt x="879" y="26124"/>
                    <a:pt x="11262" y="45595"/>
                    <a:pt x="11262" y="45595"/>
                  </a:cubicBezTo>
                  <a:lnTo>
                    <a:pt x="18593" y="44500"/>
                  </a:lnTo>
                  <a:lnTo>
                    <a:pt x="10139" y="23331"/>
                  </a:lnTo>
                  <a:lnTo>
                    <a:pt x="11968" y="8540"/>
                  </a:lnTo>
                  <a:lnTo>
                    <a:pt x="12141" y="7158"/>
                  </a:lnTo>
                  <a:lnTo>
                    <a:pt x="12746" y="2305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 flipH="1">
              <a:off x="131351" y="3008760"/>
              <a:ext cx="414975" cy="317533"/>
            </a:xfrm>
            <a:custGeom>
              <a:avLst/>
              <a:gdLst/>
              <a:ahLst/>
              <a:cxnLst/>
              <a:rect l="l" t="t" r="r" b="b"/>
              <a:pathLst>
                <a:path w="11162" h="8541" extrusionOk="0">
                  <a:moveTo>
                    <a:pt x="1182" y="1"/>
                  </a:moveTo>
                  <a:cubicBezTo>
                    <a:pt x="1182" y="1"/>
                    <a:pt x="879" y="1988"/>
                    <a:pt x="490" y="4825"/>
                  </a:cubicBezTo>
                  <a:cubicBezTo>
                    <a:pt x="404" y="5516"/>
                    <a:pt x="303" y="6251"/>
                    <a:pt x="188" y="7028"/>
                  </a:cubicBezTo>
                  <a:cubicBezTo>
                    <a:pt x="130" y="7518"/>
                    <a:pt x="58" y="8022"/>
                    <a:pt x="1" y="8540"/>
                  </a:cubicBezTo>
                  <a:lnTo>
                    <a:pt x="10384" y="8540"/>
                  </a:lnTo>
                  <a:lnTo>
                    <a:pt x="10557" y="7158"/>
                  </a:lnTo>
                  <a:lnTo>
                    <a:pt x="11162" y="2305"/>
                  </a:lnTo>
                  <a:lnTo>
                    <a:pt x="1182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 flipH="1">
              <a:off x="236303" y="1648286"/>
              <a:ext cx="488326" cy="442933"/>
            </a:xfrm>
            <a:custGeom>
              <a:avLst/>
              <a:gdLst/>
              <a:ahLst/>
              <a:cxnLst/>
              <a:rect l="l" t="t" r="r" b="b"/>
              <a:pathLst>
                <a:path w="13135" h="11914" extrusionOk="0">
                  <a:moveTo>
                    <a:pt x="6784" y="1"/>
                  </a:moveTo>
                  <a:cubicBezTo>
                    <a:pt x="6366" y="1"/>
                    <a:pt x="5978" y="203"/>
                    <a:pt x="5718" y="534"/>
                  </a:cubicBezTo>
                  <a:cubicBezTo>
                    <a:pt x="5417" y="198"/>
                    <a:pt x="4994" y="11"/>
                    <a:pt x="4555" y="11"/>
                  </a:cubicBezTo>
                  <a:cubicBezTo>
                    <a:pt x="4449" y="11"/>
                    <a:pt x="4342" y="22"/>
                    <a:pt x="4235" y="44"/>
                  </a:cubicBezTo>
                  <a:cubicBezTo>
                    <a:pt x="3688" y="159"/>
                    <a:pt x="3256" y="548"/>
                    <a:pt x="3083" y="1067"/>
                  </a:cubicBezTo>
                  <a:cubicBezTo>
                    <a:pt x="2881" y="943"/>
                    <a:pt x="2652" y="881"/>
                    <a:pt x="2424" y="881"/>
                  </a:cubicBezTo>
                  <a:cubicBezTo>
                    <a:pt x="2148" y="881"/>
                    <a:pt x="1871" y="972"/>
                    <a:pt x="1643" y="1153"/>
                  </a:cubicBezTo>
                  <a:cubicBezTo>
                    <a:pt x="1254" y="1499"/>
                    <a:pt x="1139" y="2060"/>
                    <a:pt x="1355" y="2536"/>
                  </a:cubicBezTo>
                  <a:cubicBezTo>
                    <a:pt x="1293" y="2501"/>
                    <a:pt x="1229" y="2487"/>
                    <a:pt x="1164" y="2487"/>
                  </a:cubicBezTo>
                  <a:cubicBezTo>
                    <a:pt x="956" y="2487"/>
                    <a:pt x="738" y="2638"/>
                    <a:pt x="563" y="2780"/>
                  </a:cubicBezTo>
                  <a:cubicBezTo>
                    <a:pt x="332" y="2968"/>
                    <a:pt x="188" y="3241"/>
                    <a:pt x="159" y="3529"/>
                  </a:cubicBezTo>
                  <a:cubicBezTo>
                    <a:pt x="73" y="3947"/>
                    <a:pt x="203" y="4451"/>
                    <a:pt x="577" y="4667"/>
                  </a:cubicBezTo>
                  <a:cubicBezTo>
                    <a:pt x="203" y="4753"/>
                    <a:pt x="1" y="5185"/>
                    <a:pt x="15" y="5560"/>
                  </a:cubicBezTo>
                  <a:cubicBezTo>
                    <a:pt x="30" y="5949"/>
                    <a:pt x="303" y="6265"/>
                    <a:pt x="678" y="6352"/>
                  </a:cubicBezTo>
                  <a:cubicBezTo>
                    <a:pt x="664" y="6349"/>
                    <a:pt x="651" y="6348"/>
                    <a:pt x="638" y="6348"/>
                  </a:cubicBezTo>
                  <a:cubicBezTo>
                    <a:pt x="437" y="6348"/>
                    <a:pt x="258" y="6640"/>
                    <a:pt x="231" y="6856"/>
                  </a:cubicBezTo>
                  <a:cubicBezTo>
                    <a:pt x="217" y="7086"/>
                    <a:pt x="318" y="7317"/>
                    <a:pt x="505" y="7461"/>
                  </a:cubicBezTo>
                  <a:cubicBezTo>
                    <a:pt x="692" y="7605"/>
                    <a:pt x="908" y="7706"/>
                    <a:pt x="1124" y="7778"/>
                  </a:cubicBezTo>
                  <a:cubicBezTo>
                    <a:pt x="865" y="8224"/>
                    <a:pt x="1139" y="8843"/>
                    <a:pt x="1571" y="9131"/>
                  </a:cubicBezTo>
                  <a:cubicBezTo>
                    <a:pt x="1756" y="9244"/>
                    <a:pt x="1962" y="9306"/>
                    <a:pt x="2175" y="9306"/>
                  </a:cubicBezTo>
                  <a:cubicBezTo>
                    <a:pt x="2261" y="9306"/>
                    <a:pt x="2348" y="9296"/>
                    <a:pt x="2435" y="9275"/>
                  </a:cubicBezTo>
                  <a:lnTo>
                    <a:pt x="2435" y="9275"/>
                  </a:lnTo>
                  <a:cubicBezTo>
                    <a:pt x="2262" y="9563"/>
                    <a:pt x="2262" y="9923"/>
                    <a:pt x="2435" y="10226"/>
                  </a:cubicBezTo>
                  <a:cubicBezTo>
                    <a:pt x="2590" y="10441"/>
                    <a:pt x="2835" y="10557"/>
                    <a:pt x="3087" y="10557"/>
                  </a:cubicBezTo>
                  <a:cubicBezTo>
                    <a:pt x="3139" y="10557"/>
                    <a:pt x="3190" y="10552"/>
                    <a:pt x="3241" y="10543"/>
                  </a:cubicBezTo>
                  <a:cubicBezTo>
                    <a:pt x="3256" y="10931"/>
                    <a:pt x="3702" y="11335"/>
                    <a:pt x="4077" y="11435"/>
                  </a:cubicBezTo>
                  <a:cubicBezTo>
                    <a:pt x="4147" y="11451"/>
                    <a:pt x="4218" y="11459"/>
                    <a:pt x="4287" y="11459"/>
                  </a:cubicBezTo>
                  <a:cubicBezTo>
                    <a:pt x="4601" y="11459"/>
                    <a:pt x="4893" y="11303"/>
                    <a:pt x="5070" y="11032"/>
                  </a:cubicBezTo>
                  <a:cubicBezTo>
                    <a:pt x="5257" y="11234"/>
                    <a:pt x="5445" y="11421"/>
                    <a:pt x="5675" y="11594"/>
                  </a:cubicBezTo>
                  <a:cubicBezTo>
                    <a:pt x="5820" y="11683"/>
                    <a:pt x="5991" y="11738"/>
                    <a:pt x="6161" y="11738"/>
                  </a:cubicBezTo>
                  <a:cubicBezTo>
                    <a:pt x="6211" y="11738"/>
                    <a:pt x="6260" y="11733"/>
                    <a:pt x="6309" y="11724"/>
                  </a:cubicBezTo>
                  <a:cubicBezTo>
                    <a:pt x="6539" y="11680"/>
                    <a:pt x="6712" y="11507"/>
                    <a:pt x="6755" y="11277"/>
                  </a:cubicBezTo>
                  <a:cubicBezTo>
                    <a:pt x="6928" y="11580"/>
                    <a:pt x="7216" y="11810"/>
                    <a:pt x="7562" y="11896"/>
                  </a:cubicBezTo>
                  <a:cubicBezTo>
                    <a:pt x="7626" y="11908"/>
                    <a:pt x="7690" y="11914"/>
                    <a:pt x="7755" y="11914"/>
                  </a:cubicBezTo>
                  <a:cubicBezTo>
                    <a:pt x="8009" y="11914"/>
                    <a:pt x="8262" y="11824"/>
                    <a:pt x="8469" y="11652"/>
                  </a:cubicBezTo>
                  <a:cubicBezTo>
                    <a:pt x="8587" y="11769"/>
                    <a:pt x="8766" y="11823"/>
                    <a:pt x="8953" y="11823"/>
                  </a:cubicBezTo>
                  <a:cubicBezTo>
                    <a:pt x="9199" y="11823"/>
                    <a:pt x="9459" y="11729"/>
                    <a:pt x="9607" y="11565"/>
                  </a:cubicBezTo>
                  <a:cubicBezTo>
                    <a:pt x="9851" y="11277"/>
                    <a:pt x="9837" y="10744"/>
                    <a:pt x="9535" y="10514"/>
                  </a:cubicBezTo>
                  <a:lnTo>
                    <a:pt x="9535" y="10514"/>
                  </a:lnTo>
                  <a:cubicBezTo>
                    <a:pt x="9751" y="10629"/>
                    <a:pt x="9981" y="10701"/>
                    <a:pt x="10226" y="10701"/>
                  </a:cubicBezTo>
                  <a:cubicBezTo>
                    <a:pt x="10238" y="10702"/>
                    <a:pt x="10251" y="10702"/>
                    <a:pt x="10263" y="10702"/>
                  </a:cubicBezTo>
                  <a:cubicBezTo>
                    <a:pt x="10494" y="10702"/>
                    <a:pt x="10708" y="10575"/>
                    <a:pt x="10831" y="10370"/>
                  </a:cubicBezTo>
                  <a:cubicBezTo>
                    <a:pt x="10946" y="10154"/>
                    <a:pt x="10874" y="9880"/>
                    <a:pt x="10672" y="9751"/>
                  </a:cubicBezTo>
                  <a:cubicBezTo>
                    <a:pt x="10845" y="9751"/>
                    <a:pt x="11107" y="9799"/>
                    <a:pt x="11318" y="9799"/>
                  </a:cubicBezTo>
                  <a:cubicBezTo>
                    <a:pt x="11389" y="9799"/>
                    <a:pt x="11454" y="9794"/>
                    <a:pt x="11508" y="9779"/>
                  </a:cubicBezTo>
                  <a:cubicBezTo>
                    <a:pt x="11738" y="9736"/>
                    <a:pt x="11940" y="9592"/>
                    <a:pt x="12069" y="9391"/>
                  </a:cubicBezTo>
                  <a:cubicBezTo>
                    <a:pt x="12170" y="9189"/>
                    <a:pt x="12170" y="8930"/>
                    <a:pt x="12040" y="8742"/>
                  </a:cubicBezTo>
                  <a:lnTo>
                    <a:pt x="12040" y="8742"/>
                  </a:lnTo>
                  <a:cubicBezTo>
                    <a:pt x="12047" y="8743"/>
                    <a:pt x="12054" y="8743"/>
                    <a:pt x="12061" y="8743"/>
                  </a:cubicBezTo>
                  <a:cubicBezTo>
                    <a:pt x="12385" y="8743"/>
                    <a:pt x="12704" y="8405"/>
                    <a:pt x="12775" y="8080"/>
                  </a:cubicBezTo>
                  <a:cubicBezTo>
                    <a:pt x="12818" y="7734"/>
                    <a:pt x="12616" y="7403"/>
                    <a:pt x="12285" y="7288"/>
                  </a:cubicBezTo>
                  <a:cubicBezTo>
                    <a:pt x="12688" y="7245"/>
                    <a:pt x="13020" y="6942"/>
                    <a:pt x="13092" y="6539"/>
                  </a:cubicBezTo>
                  <a:cubicBezTo>
                    <a:pt x="13135" y="6150"/>
                    <a:pt x="12890" y="5776"/>
                    <a:pt x="12516" y="5646"/>
                  </a:cubicBezTo>
                  <a:cubicBezTo>
                    <a:pt x="12833" y="5416"/>
                    <a:pt x="12890" y="4883"/>
                    <a:pt x="12761" y="4508"/>
                  </a:cubicBezTo>
                  <a:cubicBezTo>
                    <a:pt x="12624" y="4154"/>
                    <a:pt x="12294" y="3916"/>
                    <a:pt x="11917" y="3916"/>
                  </a:cubicBezTo>
                  <a:cubicBezTo>
                    <a:pt x="11896" y="3916"/>
                    <a:pt x="11875" y="3916"/>
                    <a:pt x="11853" y="3918"/>
                  </a:cubicBezTo>
                  <a:cubicBezTo>
                    <a:pt x="12040" y="3472"/>
                    <a:pt x="11796" y="2766"/>
                    <a:pt x="11436" y="2464"/>
                  </a:cubicBezTo>
                  <a:cubicBezTo>
                    <a:pt x="11222" y="2289"/>
                    <a:pt x="10964" y="2202"/>
                    <a:pt x="10706" y="2202"/>
                  </a:cubicBezTo>
                  <a:cubicBezTo>
                    <a:pt x="10495" y="2202"/>
                    <a:pt x="10284" y="2260"/>
                    <a:pt x="10096" y="2377"/>
                  </a:cubicBezTo>
                  <a:cubicBezTo>
                    <a:pt x="10211" y="1830"/>
                    <a:pt x="9995" y="1254"/>
                    <a:pt x="9563" y="894"/>
                  </a:cubicBezTo>
                  <a:cubicBezTo>
                    <a:pt x="9310" y="720"/>
                    <a:pt x="9017" y="632"/>
                    <a:pt x="8724" y="632"/>
                  </a:cubicBezTo>
                  <a:cubicBezTo>
                    <a:pt x="8484" y="632"/>
                    <a:pt x="8243" y="691"/>
                    <a:pt x="8022" y="807"/>
                  </a:cubicBezTo>
                  <a:cubicBezTo>
                    <a:pt x="7806" y="375"/>
                    <a:pt x="7389" y="73"/>
                    <a:pt x="69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 flipH="1">
              <a:off x="86924" y="2097948"/>
              <a:ext cx="767269" cy="1113764"/>
            </a:xfrm>
            <a:custGeom>
              <a:avLst/>
              <a:gdLst/>
              <a:ahLst/>
              <a:cxnLst/>
              <a:rect l="l" t="t" r="r" b="b"/>
              <a:pathLst>
                <a:path w="20638" h="29958" extrusionOk="0">
                  <a:moveTo>
                    <a:pt x="12225" y="1"/>
                  </a:moveTo>
                  <a:cubicBezTo>
                    <a:pt x="12140" y="1"/>
                    <a:pt x="12054" y="1"/>
                    <a:pt x="11968" y="3"/>
                  </a:cubicBezTo>
                  <a:cubicBezTo>
                    <a:pt x="9736" y="3"/>
                    <a:pt x="7432" y="248"/>
                    <a:pt x="7432" y="248"/>
                  </a:cubicBezTo>
                  <a:cubicBezTo>
                    <a:pt x="7144" y="277"/>
                    <a:pt x="6856" y="320"/>
                    <a:pt x="6568" y="406"/>
                  </a:cubicBezTo>
                  <a:cubicBezTo>
                    <a:pt x="6525" y="406"/>
                    <a:pt x="6496" y="421"/>
                    <a:pt x="6453" y="435"/>
                  </a:cubicBezTo>
                  <a:cubicBezTo>
                    <a:pt x="5833" y="608"/>
                    <a:pt x="5085" y="953"/>
                    <a:pt x="4710" y="1601"/>
                  </a:cubicBezTo>
                  <a:cubicBezTo>
                    <a:pt x="4422" y="2120"/>
                    <a:pt x="4235" y="4266"/>
                    <a:pt x="4120" y="6685"/>
                  </a:cubicBezTo>
                  <a:cubicBezTo>
                    <a:pt x="4048" y="7837"/>
                    <a:pt x="4552" y="13915"/>
                    <a:pt x="4552" y="14447"/>
                  </a:cubicBezTo>
                  <a:cubicBezTo>
                    <a:pt x="4364" y="15340"/>
                    <a:pt x="663" y="26343"/>
                    <a:pt x="1" y="29958"/>
                  </a:cubicBezTo>
                  <a:lnTo>
                    <a:pt x="20638" y="29958"/>
                  </a:lnTo>
                  <a:cubicBezTo>
                    <a:pt x="20638" y="29958"/>
                    <a:pt x="18146" y="19099"/>
                    <a:pt x="17671" y="16176"/>
                  </a:cubicBezTo>
                  <a:cubicBezTo>
                    <a:pt x="18420" y="11337"/>
                    <a:pt x="19270" y="7060"/>
                    <a:pt x="19327" y="4554"/>
                  </a:cubicBezTo>
                  <a:cubicBezTo>
                    <a:pt x="19371" y="3128"/>
                    <a:pt x="19270" y="2192"/>
                    <a:pt x="19025" y="1875"/>
                  </a:cubicBezTo>
                  <a:cubicBezTo>
                    <a:pt x="18449" y="1126"/>
                    <a:pt x="17383" y="694"/>
                    <a:pt x="15540" y="349"/>
                  </a:cubicBezTo>
                  <a:cubicBezTo>
                    <a:pt x="15511" y="334"/>
                    <a:pt x="15482" y="334"/>
                    <a:pt x="15439" y="320"/>
                  </a:cubicBezTo>
                  <a:cubicBezTo>
                    <a:pt x="15151" y="277"/>
                    <a:pt x="14834" y="219"/>
                    <a:pt x="14489" y="161"/>
                  </a:cubicBezTo>
                  <a:cubicBezTo>
                    <a:pt x="13738" y="58"/>
                    <a:pt x="12987" y="1"/>
                    <a:pt x="12225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 flipH="1">
              <a:off x="276455" y="2098023"/>
              <a:ext cx="337869" cy="227080"/>
            </a:xfrm>
            <a:custGeom>
              <a:avLst/>
              <a:gdLst/>
              <a:ahLst/>
              <a:cxnLst/>
              <a:rect l="l" t="t" r="r" b="b"/>
              <a:pathLst>
                <a:path w="9088" h="6108" extrusionOk="0">
                  <a:moveTo>
                    <a:pt x="5498" y="0"/>
                  </a:moveTo>
                  <a:cubicBezTo>
                    <a:pt x="3278" y="0"/>
                    <a:pt x="980" y="246"/>
                    <a:pt x="980" y="246"/>
                  </a:cubicBezTo>
                  <a:cubicBezTo>
                    <a:pt x="692" y="275"/>
                    <a:pt x="404" y="318"/>
                    <a:pt x="116" y="404"/>
                  </a:cubicBezTo>
                  <a:cubicBezTo>
                    <a:pt x="73" y="404"/>
                    <a:pt x="44" y="419"/>
                    <a:pt x="1" y="433"/>
                  </a:cubicBezTo>
                  <a:cubicBezTo>
                    <a:pt x="505" y="2219"/>
                    <a:pt x="1902" y="5877"/>
                    <a:pt x="2751" y="6107"/>
                  </a:cubicBezTo>
                  <a:cubicBezTo>
                    <a:pt x="4566" y="5445"/>
                    <a:pt x="7475" y="2320"/>
                    <a:pt x="9088" y="347"/>
                  </a:cubicBezTo>
                  <a:cubicBezTo>
                    <a:pt x="9059" y="332"/>
                    <a:pt x="9016" y="332"/>
                    <a:pt x="8987" y="318"/>
                  </a:cubicBezTo>
                  <a:cubicBezTo>
                    <a:pt x="8699" y="275"/>
                    <a:pt x="8382" y="217"/>
                    <a:pt x="8037" y="159"/>
                  </a:cubicBezTo>
                  <a:cubicBezTo>
                    <a:pt x="7314" y="42"/>
                    <a:pt x="6413" y="0"/>
                    <a:pt x="549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 flipH="1">
              <a:off x="296271" y="2386631"/>
              <a:ext cx="152056" cy="174660"/>
            </a:xfrm>
            <a:custGeom>
              <a:avLst/>
              <a:gdLst/>
              <a:ahLst/>
              <a:cxnLst/>
              <a:rect l="l" t="t" r="r" b="b"/>
              <a:pathLst>
                <a:path w="4090" h="4698" extrusionOk="0">
                  <a:moveTo>
                    <a:pt x="0" y="0"/>
                  </a:moveTo>
                  <a:lnTo>
                    <a:pt x="0" y="3269"/>
                  </a:lnTo>
                  <a:cubicBezTo>
                    <a:pt x="0" y="3269"/>
                    <a:pt x="86" y="4234"/>
                    <a:pt x="1368" y="4594"/>
                  </a:cubicBezTo>
                  <a:cubicBezTo>
                    <a:pt x="1620" y="4666"/>
                    <a:pt x="1869" y="4698"/>
                    <a:pt x="2108" y="4698"/>
                  </a:cubicBezTo>
                  <a:cubicBezTo>
                    <a:pt x="3069" y="4698"/>
                    <a:pt x="3857" y="4183"/>
                    <a:pt x="3960" y="3687"/>
                  </a:cubicBezTo>
                  <a:cubicBezTo>
                    <a:pt x="4090" y="2996"/>
                    <a:pt x="4004" y="159"/>
                    <a:pt x="4004" y="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 flipH="1">
              <a:off x="315529" y="1776809"/>
              <a:ext cx="335750" cy="514016"/>
            </a:xfrm>
            <a:custGeom>
              <a:avLst/>
              <a:gdLst/>
              <a:ahLst/>
              <a:cxnLst/>
              <a:rect l="l" t="t" r="r" b="b"/>
              <a:pathLst>
                <a:path w="9031" h="13826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692" y="418"/>
                    <a:pt x="519" y="951"/>
                    <a:pt x="563" y="1498"/>
                  </a:cubicBezTo>
                  <a:cubicBezTo>
                    <a:pt x="649" y="2290"/>
                    <a:pt x="793" y="2722"/>
                    <a:pt x="591" y="3168"/>
                  </a:cubicBezTo>
                  <a:cubicBezTo>
                    <a:pt x="390" y="3586"/>
                    <a:pt x="1" y="3557"/>
                    <a:pt x="30" y="3759"/>
                  </a:cubicBezTo>
                  <a:cubicBezTo>
                    <a:pt x="44" y="3961"/>
                    <a:pt x="692" y="4033"/>
                    <a:pt x="692" y="4609"/>
                  </a:cubicBezTo>
                  <a:cubicBezTo>
                    <a:pt x="707" y="5213"/>
                    <a:pt x="692" y="6121"/>
                    <a:pt x="908" y="6308"/>
                  </a:cubicBezTo>
                  <a:cubicBezTo>
                    <a:pt x="1112" y="6475"/>
                    <a:pt x="1466" y="6564"/>
                    <a:pt x="1923" y="6564"/>
                  </a:cubicBezTo>
                  <a:cubicBezTo>
                    <a:pt x="2175" y="6564"/>
                    <a:pt x="2459" y="6537"/>
                    <a:pt x="2766" y="6481"/>
                  </a:cubicBezTo>
                  <a:cubicBezTo>
                    <a:pt x="2867" y="6466"/>
                    <a:pt x="2939" y="6452"/>
                    <a:pt x="3025" y="6452"/>
                  </a:cubicBezTo>
                  <a:cubicBezTo>
                    <a:pt x="3077" y="6447"/>
                    <a:pt x="3126" y="6445"/>
                    <a:pt x="3170" y="6445"/>
                  </a:cubicBezTo>
                  <a:cubicBezTo>
                    <a:pt x="3654" y="6445"/>
                    <a:pt x="3703" y="6715"/>
                    <a:pt x="3716" y="6913"/>
                  </a:cubicBezTo>
                  <a:cubicBezTo>
                    <a:pt x="3760" y="7431"/>
                    <a:pt x="3587" y="7950"/>
                    <a:pt x="3241" y="8353"/>
                  </a:cubicBezTo>
                  <a:cubicBezTo>
                    <a:pt x="2924" y="8699"/>
                    <a:pt x="1974" y="8886"/>
                    <a:pt x="1974" y="8886"/>
                  </a:cubicBezTo>
                  <a:cubicBezTo>
                    <a:pt x="1974" y="8886"/>
                    <a:pt x="3040" y="13595"/>
                    <a:pt x="3990" y="13825"/>
                  </a:cubicBezTo>
                  <a:cubicBezTo>
                    <a:pt x="4782" y="13235"/>
                    <a:pt x="7518" y="10268"/>
                    <a:pt x="9031" y="8799"/>
                  </a:cubicBezTo>
                  <a:cubicBezTo>
                    <a:pt x="8066" y="8483"/>
                    <a:pt x="7101" y="7964"/>
                    <a:pt x="6784" y="7028"/>
                  </a:cubicBezTo>
                  <a:cubicBezTo>
                    <a:pt x="6467" y="6092"/>
                    <a:pt x="6741" y="3759"/>
                    <a:pt x="6741" y="3759"/>
                  </a:cubicBezTo>
                  <a:lnTo>
                    <a:pt x="6741" y="3759"/>
                  </a:lnTo>
                  <a:cubicBezTo>
                    <a:pt x="6741" y="3759"/>
                    <a:pt x="6814" y="3797"/>
                    <a:pt x="6950" y="3797"/>
                  </a:cubicBezTo>
                  <a:cubicBezTo>
                    <a:pt x="7064" y="3797"/>
                    <a:pt x="7221" y="3771"/>
                    <a:pt x="7418" y="3673"/>
                  </a:cubicBezTo>
                  <a:cubicBezTo>
                    <a:pt x="7850" y="3442"/>
                    <a:pt x="8224" y="1412"/>
                    <a:pt x="7518" y="1239"/>
                  </a:cubicBezTo>
                  <a:cubicBezTo>
                    <a:pt x="7444" y="1221"/>
                    <a:pt x="7373" y="1213"/>
                    <a:pt x="7305" y="1213"/>
                  </a:cubicBezTo>
                  <a:cubicBezTo>
                    <a:pt x="6923" y="1213"/>
                    <a:pt x="6634" y="1472"/>
                    <a:pt x="6438" y="1815"/>
                  </a:cubicBezTo>
                  <a:cubicBezTo>
                    <a:pt x="6352" y="1988"/>
                    <a:pt x="6294" y="2448"/>
                    <a:pt x="6093" y="2506"/>
                  </a:cubicBezTo>
                  <a:cubicBezTo>
                    <a:pt x="6076" y="2510"/>
                    <a:pt x="6060" y="2512"/>
                    <a:pt x="6044" y="2512"/>
                  </a:cubicBezTo>
                  <a:cubicBezTo>
                    <a:pt x="5831" y="2512"/>
                    <a:pt x="5629" y="2177"/>
                    <a:pt x="5589" y="2016"/>
                  </a:cubicBezTo>
                  <a:cubicBezTo>
                    <a:pt x="5531" y="1743"/>
                    <a:pt x="5661" y="1469"/>
                    <a:pt x="5905" y="1325"/>
                  </a:cubicBezTo>
                  <a:lnTo>
                    <a:pt x="5905" y="1325"/>
                  </a:lnTo>
                  <a:cubicBezTo>
                    <a:pt x="5823" y="1359"/>
                    <a:pt x="5739" y="1374"/>
                    <a:pt x="5658" y="1374"/>
                  </a:cubicBezTo>
                  <a:cubicBezTo>
                    <a:pt x="5287" y="1374"/>
                    <a:pt x="4968" y="1050"/>
                    <a:pt x="5027" y="648"/>
                  </a:cubicBezTo>
                  <a:lnTo>
                    <a:pt x="5027" y="648"/>
                  </a:lnTo>
                  <a:cubicBezTo>
                    <a:pt x="4943" y="1070"/>
                    <a:pt x="4587" y="1304"/>
                    <a:pt x="4228" y="1304"/>
                  </a:cubicBezTo>
                  <a:cubicBezTo>
                    <a:pt x="3974" y="1304"/>
                    <a:pt x="3719" y="1187"/>
                    <a:pt x="3558" y="936"/>
                  </a:cubicBezTo>
                  <a:cubicBezTo>
                    <a:pt x="3531" y="1313"/>
                    <a:pt x="3216" y="1589"/>
                    <a:pt x="2846" y="1589"/>
                  </a:cubicBezTo>
                  <a:cubicBezTo>
                    <a:pt x="2820" y="1589"/>
                    <a:pt x="2793" y="1587"/>
                    <a:pt x="2766" y="1584"/>
                  </a:cubicBezTo>
                  <a:cubicBezTo>
                    <a:pt x="2377" y="1527"/>
                    <a:pt x="2104" y="1138"/>
                    <a:pt x="2190" y="749"/>
                  </a:cubicBezTo>
                  <a:lnTo>
                    <a:pt x="2190" y="749"/>
                  </a:lnTo>
                  <a:cubicBezTo>
                    <a:pt x="2059" y="896"/>
                    <a:pt x="1877" y="974"/>
                    <a:pt x="1694" y="974"/>
                  </a:cubicBezTo>
                  <a:cubicBezTo>
                    <a:pt x="1555" y="974"/>
                    <a:pt x="1415" y="929"/>
                    <a:pt x="1297" y="835"/>
                  </a:cubicBezTo>
                  <a:cubicBezTo>
                    <a:pt x="1009" y="591"/>
                    <a:pt x="1225" y="187"/>
                    <a:pt x="1038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 flipH="1">
              <a:off x="315529" y="1894067"/>
              <a:ext cx="262399" cy="396758"/>
            </a:xfrm>
            <a:custGeom>
              <a:avLst/>
              <a:gdLst/>
              <a:ahLst/>
              <a:cxnLst/>
              <a:rect l="l" t="t" r="r" b="b"/>
              <a:pathLst>
                <a:path w="7058" h="10672" extrusionOk="0">
                  <a:moveTo>
                    <a:pt x="4336" y="0"/>
                  </a:moveTo>
                  <a:cubicBezTo>
                    <a:pt x="4278" y="302"/>
                    <a:pt x="4220" y="490"/>
                    <a:pt x="4192" y="634"/>
                  </a:cubicBezTo>
                  <a:cubicBezTo>
                    <a:pt x="3544" y="2664"/>
                    <a:pt x="1729" y="3168"/>
                    <a:pt x="1052" y="3298"/>
                  </a:cubicBezTo>
                  <a:cubicBezTo>
                    <a:pt x="1104" y="3293"/>
                    <a:pt x="1153" y="3291"/>
                    <a:pt x="1197" y="3291"/>
                  </a:cubicBezTo>
                  <a:cubicBezTo>
                    <a:pt x="1681" y="3291"/>
                    <a:pt x="1730" y="3561"/>
                    <a:pt x="1743" y="3759"/>
                  </a:cubicBezTo>
                  <a:cubicBezTo>
                    <a:pt x="1787" y="4277"/>
                    <a:pt x="1614" y="4796"/>
                    <a:pt x="1268" y="5185"/>
                  </a:cubicBezTo>
                  <a:cubicBezTo>
                    <a:pt x="951" y="5545"/>
                    <a:pt x="1" y="5732"/>
                    <a:pt x="1" y="5732"/>
                  </a:cubicBezTo>
                  <a:cubicBezTo>
                    <a:pt x="1" y="5732"/>
                    <a:pt x="1067" y="10441"/>
                    <a:pt x="2017" y="10671"/>
                  </a:cubicBezTo>
                  <a:cubicBezTo>
                    <a:pt x="2809" y="10081"/>
                    <a:pt x="5545" y="7114"/>
                    <a:pt x="7058" y="5645"/>
                  </a:cubicBezTo>
                  <a:cubicBezTo>
                    <a:pt x="6093" y="5329"/>
                    <a:pt x="5128" y="4810"/>
                    <a:pt x="4811" y="3874"/>
                  </a:cubicBezTo>
                  <a:cubicBezTo>
                    <a:pt x="4494" y="2938"/>
                    <a:pt x="4768" y="605"/>
                    <a:pt x="4768" y="605"/>
                  </a:cubicBezTo>
                  <a:cubicBezTo>
                    <a:pt x="4768" y="605"/>
                    <a:pt x="4422" y="519"/>
                    <a:pt x="4336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 flipH="1">
              <a:off x="372299" y="1838301"/>
              <a:ext cx="36434" cy="59521"/>
            </a:xfrm>
            <a:custGeom>
              <a:avLst/>
              <a:gdLst/>
              <a:ahLst/>
              <a:cxnLst/>
              <a:rect l="l" t="t" r="r" b="b"/>
              <a:pathLst>
                <a:path w="980" h="1601" extrusionOk="0">
                  <a:moveTo>
                    <a:pt x="773" y="1"/>
                  </a:moveTo>
                  <a:cubicBezTo>
                    <a:pt x="695" y="1"/>
                    <a:pt x="596" y="29"/>
                    <a:pt x="476" y="118"/>
                  </a:cubicBezTo>
                  <a:cubicBezTo>
                    <a:pt x="58" y="420"/>
                    <a:pt x="1" y="1601"/>
                    <a:pt x="447" y="1601"/>
                  </a:cubicBezTo>
                  <a:cubicBezTo>
                    <a:pt x="879" y="1601"/>
                    <a:pt x="908" y="866"/>
                    <a:pt x="606" y="794"/>
                  </a:cubicBezTo>
                  <a:cubicBezTo>
                    <a:pt x="534" y="780"/>
                    <a:pt x="476" y="766"/>
                    <a:pt x="404" y="751"/>
                  </a:cubicBezTo>
                  <a:cubicBezTo>
                    <a:pt x="404" y="751"/>
                    <a:pt x="474" y="89"/>
                    <a:pt x="964" y="89"/>
                  </a:cubicBezTo>
                  <a:cubicBezTo>
                    <a:pt x="969" y="89"/>
                    <a:pt x="975" y="89"/>
                    <a:pt x="980" y="89"/>
                  </a:cubicBezTo>
                  <a:cubicBezTo>
                    <a:pt x="980" y="89"/>
                    <a:pt x="910" y="1"/>
                    <a:pt x="77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 flipH="1">
              <a:off x="276455" y="2098580"/>
              <a:ext cx="341066" cy="538665"/>
            </a:xfrm>
            <a:custGeom>
              <a:avLst/>
              <a:gdLst/>
              <a:ahLst/>
              <a:cxnLst/>
              <a:rect l="l" t="t" r="r" b="b"/>
              <a:pathLst>
                <a:path w="9174" h="14489" extrusionOk="0">
                  <a:moveTo>
                    <a:pt x="864" y="0"/>
                  </a:moveTo>
                  <a:lnTo>
                    <a:pt x="0" y="202"/>
                  </a:lnTo>
                  <a:lnTo>
                    <a:pt x="2549" y="14488"/>
                  </a:lnTo>
                  <a:lnTo>
                    <a:pt x="9174" y="332"/>
                  </a:lnTo>
                  <a:lnTo>
                    <a:pt x="8425" y="72"/>
                  </a:lnTo>
                  <a:lnTo>
                    <a:pt x="2780" y="12544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 flipH="1">
              <a:off x="466506" y="2600774"/>
              <a:ext cx="104432" cy="125883"/>
            </a:xfrm>
            <a:custGeom>
              <a:avLst/>
              <a:gdLst/>
              <a:ahLst/>
              <a:cxnLst/>
              <a:rect l="l" t="t" r="r" b="b"/>
              <a:pathLst>
                <a:path w="2809" h="3386" extrusionOk="0">
                  <a:moveTo>
                    <a:pt x="245" y="1"/>
                  </a:moveTo>
                  <a:lnTo>
                    <a:pt x="0" y="3385"/>
                  </a:lnTo>
                  <a:lnTo>
                    <a:pt x="2808" y="3385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 flipH="1">
              <a:off x="487400" y="2625423"/>
              <a:ext cx="63202" cy="76065"/>
            </a:xfrm>
            <a:custGeom>
              <a:avLst/>
              <a:gdLst/>
              <a:ahLst/>
              <a:cxnLst/>
              <a:rect l="l" t="t" r="r" b="b"/>
              <a:pathLst>
                <a:path w="1700" h="2046" extrusionOk="0">
                  <a:moveTo>
                    <a:pt x="159" y="0"/>
                  </a:moveTo>
                  <a:lnTo>
                    <a:pt x="0" y="2045"/>
                  </a:lnTo>
                  <a:lnTo>
                    <a:pt x="1700" y="2045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 flipH="1">
              <a:off x="2323299" y="3069248"/>
              <a:ext cx="234516" cy="337349"/>
            </a:xfrm>
            <a:custGeom>
              <a:avLst/>
              <a:gdLst/>
              <a:ahLst/>
              <a:cxnLst/>
              <a:rect l="l" t="t" r="r" b="b"/>
              <a:pathLst>
                <a:path w="6308" h="9074" extrusionOk="0">
                  <a:moveTo>
                    <a:pt x="1411" y="1"/>
                  </a:moveTo>
                  <a:lnTo>
                    <a:pt x="1411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20" y="9074"/>
                    <a:pt x="1627" y="9074"/>
                  </a:cubicBezTo>
                  <a:lnTo>
                    <a:pt x="4666" y="9074"/>
                  </a:lnTo>
                  <a:cubicBezTo>
                    <a:pt x="5573" y="9074"/>
                    <a:pt x="6308" y="8339"/>
                    <a:pt x="6308" y="7432"/>
                  </a:cubicBezTo>
                  <a:lnTo>
                    <a:pt x="6308" y="2795"/>
                  </a:lnTo>
                  <a:cubicBezTo>
                    <a:pt x="6308" y="1974"/>
                    <a:pt x="5703" y="1283"/>
                    <a:pt x="4882" y="1182"/>
                  </a:cubicBezTo>
                  <a:lnTo>
                    <a:pt x="48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 flipH="1">
              <a:off x="2376277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0" y="1"/>
                  </a:moveTo>
                  <a:lnTo>
                    <a:pt x="0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 flipH="1">
              <a:off x="2354343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73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73" y="1066"/>
                    <a:pt x="404" y="1066"/>
                  </a:cubicBezTo>
                  <a:lnTo>
                    <a:pt x="4234" y="1066"/>
                  </a:lnTo>
                  <a:cubicBezTo>
                    <a:pt x="4450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50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 flipH="1">
              <a:off x="2378954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 flipH="1">
              <a:off x="2065213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03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 flipH="1">
              <a:off x="2118228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5"/>
            <p:cNvSpPr/>
            <p:nvPr/>
          </p:nvSpPr>
          <p:spPr>
            <a:xfrm flipH="1">
              <a:off x="2096814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04" y="1066"/>
                  </a:cubicBezTo>
                  <a:lnTo>
                    <a:pt x="4234" y="1066"/>
                  </a:lnTo>
                  <a:cubicBezTo>
                    <a:pt x="4465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65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5"/>
            <p:cNvSpPr/>
            <p:nvPr/>
          </p:nvSpPr>
          <p:spPr>
            <a:xfrm flipH="1">
              <a:off x="2121426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 flipH="1">
              <a:off x="1807685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19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17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 flipH="1">
              <a:off x="1860700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5"/>
            <p:cNvSpPr/>
            <p:nvPr/>
          </p:nvSpPr>
          <p:spPr>
            <a:xfrm flipH="1">
              <a:off x="1838765" y="3049990"/>
              <a:ext cx="172950" cy="39668"/>
            </a:xfrm>
            <a:custGeom>
              <a:avLst/>
              <a:gdLst/>
              <a:ahLst/>
              <a:cxnLst/>
              <a:rect l="l" t="t" r="r" b="b"/>
              <a:pathLst>
                <a:path w="4652" h="1067" extrusionOk="0">
                  <a:moveTo>
                    <a:pt x="418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18" y="1066"/>
                  </a:cubicBezTo>
                  <a:lnTo>
                    <a:pt x="4249" y="1066"/>
                  </a:lnTo>
                  <a:cubicBezTo>
                    <a:pt x="4465" y="1066"/>
                    <a:pt x="4652" y="879"/>
                    <a:pt x="4652" y="663"/>
                  </a:cubicBezTo>
                  <a:lnTo>
                    <a:pt x="4652" y="404"/>
                  </a:lnTo>
                  <a:cubicBezTo>
                    <a:pt x="4652" y="173"/>
                    <a:pt x="4465" y="0"/>
                    <a:pt x="424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5"/>
            <p:cNvSpPr/>
            <p:nvPr/>
          </p:nvSpPr>
          <p:spPr>
            <a:xfrm flipH="1">
              <a:off x="1863897" y="3179553"/>
              <a:ext cx="122649" cy="156369"/>
            </a:xfrm>
            <a:custGeom>
              <a:avLst/>
              <a:gdLst/>
              <a:ahLst/>
              <a:cxnLst/>
              <a:rect l="l" t="t" r="r" b="b"/>
              <a:pathLst>
                <a:path w="3299" h="4206" extrusionOk="0">
                  <a:moveTo>
                    <a:pt x="792" y="1"/>
                  </a:moveTo>
                  <a:cubicBezTo>
                    <a:pt x="346" y="1"/>
                    <a:pt x="0" y="361"/>
                    <a:pt x="0" y="793"/>
                  </a:cubicBezTo>
                  <a:lnTo>
                    <a:pt x="0" y="3414"/>
                  </a:lnTo>
                  <a:cubicBezTo>
                    <a:pt x="0" y="3860"/>
                    <a:pt x="346" y="4206"/>
                    <a:pt x="792" y="4206"/>
                  </a:cubicBezTo>
                  <a:lnTo>
                    <a:pt x="2520" y="4206"/>
                  </a:lnTo>
                  <a:cubicBezTo>
                    <a:pt x="2952" y="4206"/>
                    <a:pt x="3298" y="3860"/>
                    <a:pt x="3298" y="3414"/>
                  </a:cubicBezTo>
                  <a:lnTo>
                    <a:pt x="3298" y="793"/>
                  </a:lnTo>
                  <a:cubicBezTo>
                    <a:pt x="3298" y="361"/>
                    <a:pt x="2952" y="1"/>
                    <a:pt x="252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5"/>
            <p:cNvSpPr/>
            <p:nvPr/>
          </p:nvSpPr>
          <p:spPr>
            <a:xfrm flipH="1">
              <a:off x="2238163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5" y="0"/>
                    <a:pt x="1" y="144"/>
                    <a:pt x="1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7" y="14833"/>
                    <a:pt x="721" y="14675"/>
                    <a:pt x="721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5"/>
            <p:cNvSpPr/>
            <p:nvPr/>
          </p:nvSpPr>
          <p:spPr>
            <a:xfrm flipH="1">
              <a:off x="2048521" y="4481212"/>
              <a:ext cx="405458" cy="398803"/>
            </a:xfrm>
            <a:custGeom>
              <a:avLst/>
              <a:gdLst/>
              <a:ahLst/>
              <a:cxnLst/>
              <a:rect l="l" t="t" r="r" b="b"/>
              <a:pathLst>
                <a:path w="10906" h="10727" extrusionOk="0">
                  <a:moveTo>
                    <a:pt x="10427" y="0"/>
                  </a:moveTo>
                  <a:cubicBezTo>
                    <a:pt x="10350" y="0"/>
                    <a:pt x="10270" y="29"/>
                    <a:pt x="10197" y="99"/>
                  </a:cubicBezTo>
                  <a:lnTo>
                    <a:pt x="217" y="10151"/>
                  </a:lnTo>
                  <a:cubicBezTo>
                    <a:pt x="1" y="10367"/>
                    <a:pt x="159" y="10727"/>
                    <a:pt x="462" y="10727"/>
                  </a:cubicBezTo>
                  <a:cubicBezTo>
                    <a:pt x="548" y="10727"/>
                    <a:pt x="635" y="10684"/>
                    <a:pt x="692" y="10626"/>
                  </a:cubicBezTo>
                  <a:lnTo>
                    <a:pt x="10672" y="574"/>
                  </a:lnTo>
                  <a:cubicBezTo>
                    <a:pt x="10905" y="330"/>
                    <a:pt x="10685" y="0"/>
                    <a:pt x="1042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5"/>
            <p:cNvSpPr/>
            <p:nvPr/>
          </p:nvSpPr>
          <p:spPr>
            <a:xfrm flipH="1">
              <a:off x="1971526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C0D5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5"/>
            <p:cNvSpPr/>
            <p:nvPr/>
          </p:nvSpPr>
          <p:spPr>
            <a:xfrm flipH="1">
              <a:off x="2048074" y="4482587"/>
              <a:ext cx="407986" cy="395829"/>
            </a:xfrm>
            <a:custGeom>
              <a:avLst/>
              <a:gdLst/>
              <a:ahLst/>
              <a:cxnLst/>
              <a:rect l="l" t="t" r="r" b="b"/>
              <a:pathLst>
                <a:path w="10974" h="10647" extrusionOk="0">
                  <a:moveTo>
                    <a:pt x="472" y="1"/>
                  </a:moveTo>
                  <a:cubicBezTo>
                    <a:pt x="216" y="1"/>
                    <a:pt x="1" y="337"/>
                    <a:pt x="244" y="580"/>
                  </a:cubicBezTo>
                  <a:lnTo>
                    <a:pt x="10296" y="10560"/>
                  </a:lnTo>
                  <a:cubicBezTo>
                    <a:pt x="10354" y="10618"/>
                    <a:pt x="10440" y="10647"/>
                    <a:pt x="10527" y="10647"/>
                  </a:cubicBezTo>
                  <a:cubicBezTo>
                    <a:pt x="10829" y="10647"/>
                    <a:pt x="10973" y="10287"/>
                    <a:pt x="10757" y="10071"/>
                  </a:cubicBezTo>
                  <a:lnTo>
                    <a:pt x="705" y="105"/>
                  </a:lnTo>
                  <a:cubicBezTo>
                    <a:pt x="631" y="31"/>
                    <a:pt x="550" y="1"/>
                    <a:pt x="47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5"/>
            <p:cNvSpPr/>
            <p:nvPr/>
          </p:nvSpPr>
          <p:spPr>
            <a:xfrm flipH="1">
              <a:off x="1988144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4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4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4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5"/>
            <p:cNvSpPr/>
            <p:nvPr/>
          </p:nvSpPr>
          <p:spPr>
            <a:xfrm flipH="1">
              <a:off x="1937248" y="4398306"/>
              <a:ext cx="610417" cy="566845"/>
            </a:xfrm>
            <a:custGeom>
              <a:avLst/>
              <a:gdLst/>
              <a:ahLst/>
              <a:cxnLst/>
              <a:rect l="l" t="t" r="r" b="b"/>
              <a:pathLst>
                <a:path w="16419" h="15247" extrusionOk="0">
                  <a:moveTo>
                    <a:pt x="7965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2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44" y="3625"/>
                    <a:pt x="4638" y="1090"/>
                    <a:pt x="7965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5" y="15247"/>
                  </a:cubicBezTo>
                  <a:cubicBezTo>
                    <a:pt x="8987" y="15247"/>
                    <a:pt x="9995" y="15045"/>
                    <a:pt x="10946" y="14642"/>
                  </a:cubicBezTo>
                  <a:cubicBezTo>
                    <a:pt x="14546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 flipH="1">
              <a:off x="2166410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5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 flipH="1">
              <a:off x="1038334" y="3061217"/>
              <a:ext cx="596996" cy="477099"/>
            </a:xfrm>
            <a:custGeom>
              <a:avLst/>
              <a:gdLst/>
              <a:ahLst/>
              <a:cxnLst/>
              <a:rect l="l" t="t" r="r" b="b"/>
              <a:pathLst>
                <a:path w="16058" h="12833" extrusionOk="0">
                  <a:moveTo>
                    <a:pt x="3932" y="1"/>
                  </a:moveTo>
                  <a:cubicBezTo>
                    <a:pt x="1772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85" y="12832"/>
                  </a:lnTo>
                  <a:lnTo>
                    <a:pt x="1685" y="3932"/>
                  </a:lnTo>
                  <a:cubicBezTo>
                    <a:pt x="1685" y="2694"/>
                    <a:pt x="2693" y="1686"/>
                    <a:pt x="3932" y="1686"/>
                  </a:cubicBezTo>
                  <a:lnTo>
                    <a:pt x="15208" y="1686"/>
                  </a:lnTo>
                  <a:cubicBezTo>
                    <a:pt x="15669" y="1686"/>
                    <a:pt x="16058" y="1311"/>
                    <a:pt x="16058" y="850"/>
                  </a:cubicBezTo>
                  <a:cubicBezTo>
                    <a:pt x="16058" y="375"/>
                    <a:pt x="15669" y="1"/>
                    <a:pt x="1520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 flipH="1">
              <a:off x="1241769" y="3252384"/>
              <a:ext cx="651090" cy="140308"/>
            </a:xfrm>
            <a:custGeom>
              <a:avLst/>
              <a:gdLst/>
              <a:ahLst/>
              <a:cxnLst/>
              <a:rect l="l" t="t" r="r" b="b"/>
              <a:pathLst>
                <a:path w="17513" h="3774" extrusionOk="0">
                  <a:moveTo>
                    <a:pt x="1037" y="0"/>
                  </a:moveTo>
                  <a:cubicBezTo>
                    <a:pt x="461" y="0"/>
                    <a:pt x="0" y="461"/>
                    <a:pt x="0" y="1051"/>
                  </a:cubicBezTo>
                  <a:lnTo>
                    <a:pt x="0" y="2736"/>
                  </a:lnTo>
                  <a:cubicBezTo>
                    <a:pt x="0" y="3312"/>
                    <a:pt x="461" y="3773"/>
                    <a:pt x="1037" y="3773"/>
                  </a:cubicBezTo>
                  <a:lnTo>
                    <a:pt x="16461" y="3773"/>
                  </a:lnTo>
                  <a:cubicBezTo>
                    <a:pt x="17052" y="3773"/>
                    <a:pt x="17512" y="3312"/>
                    <a:pt x="17512" y="2736"/>
                  </a:cubicBezTo>
                  <a:lnTo>
                    <a:pt x="17512" y="1051"/>
                  </a:lnTo>
                  <a:cubicBezTo>
                    <a:pt x="17512" y="461"/>
                    <a:pt x="17052" y="0"/>
                    <a:pt x="1646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 flipH="1">
              <a:off x="1160387" y="3068727"/>
              <a:ext cx="171388" cy="119228"/>
            </a:xfrm>
            <a:custGeom>
              <a:avLst/>
              <a:gdLst/>
              <a:ahLst/>
              <a:cxnLst/>
              <a:rect l="l" t="t" r="r" b="b"/>
              <a:pathLst>
                <a:path w="4610" h="3207" extrusionOk="0">
                  <a:moveTo>
                    <a:pt x="1427" y="0"/>
                  </a:moveTo>
                  <a:cubicBezTo>
                    <a:pt x="1311" y="0"/>
                    <a:pt x="1182" y="29"/>
                    <a:pt x="1095" y="116"/>
                  </a:cubicBezTo>
                  <a:cubicBezTo>
                    <a:pt x="937" y="274"/>
                    <a:pt x="1" y="2621"/>
                    <a:pt x="44" y="2679"/>
                  </a:cubicBezTo>
                  <a:cubicBezTo>
                    <a:pt x="166" y="2814"/>
                    <a:pt x="421" y="2852"/>
                    <a:pt x="665" y="2852"/>
                  </a:cubicBezTo>
                  <a:cubicBezTo>
                    <a:pt x="967" y="2852"/>
                    <a:pt x="1254" y="2794"/>
                    <a:pt x="1254" y="2794"/>
                  </a:cubicBezTo>
                  <a:cubicBezTo>
                    <a:pt x="1254" y="2794"/>
                    <a:pt x="1686" y="3082"/>
                    <a:pt x="1888" y="3183"/>
                  </a:cubicBezTo>
                  <a:cubicBezTo>
                    <a:pt x="1918" y="3200"/>
                    <a:pt x="1951" y="3207"/>
                    <a:pt x="1983" y="3207"/>
                  </a:cubicBezTo>
                  <a:cubicBezTo>
                    <a:pt x="2180" y="3207"/>
                    <a:pt x="2392" y="2953"/>
                    <a:pt x="2392" y="2953"/>
                  </a:cubicBezTo>
                  <a:cubicBezTo>
                    <a:pt x="2608" y="3025"/>
                    <a:pt x="2824" y="3082"/>
                    <a:pt x="3040" y="3097"/>
                  </a:cubicBezTo>
                  <a:cubicBezTo>
                    <a:pt x="3155" y="3068"/>
                    <a:pt x="3342" y="2737"/>
                    <a:pt x="3342" y="2737"/>
                  </a:cubicBezTo>
                  <a:lnTo>
                    <a:pt x="3630" y="2780"/>
                  </a:lnTo>
                  <a:lnTo>
                    <a:pt x="4091" y="2866"/>
                  </a:lnTo>
                  <a:cubicBezTo>
                    <a:pt x="4221" y="2665"/>
                    <a:pt x="4321" y="2449"/>
                    <a:pt x="4393" y="2218"/>
                  </a:cubicBezTo>
                  <a:cubicBezTo>
                    <a:pt x="4437" y="1973"/>
                    <a:pt x="4609" y="879"/>
                    <a:pt x="4480" y="677"/>
                  </a:cubicBezTo>
                  <a:cubicBezTo>
                    <a:pt x="4404" y="602"/>
                    <a:pt x="4307" y="559"/>
                    <a:pt x="4197" y="559"/>
                  </a:cubicBezTo>
                  <a:cubicBezTo>
                    <a:pt x="4181" y="559"/>
                    <a:pt x="4165" y="560"/>
                    <a:pt x="4149" y="562"/>
                  </a:cubicBezTo>
                  <a:cubicBezTo>
                    <a:pt x="4127" y="560"/>
                    <a:pt x="4105" y="558"/>
                    <a:pt x="4084" y="558"/>
                  </a:cubicBezTo>
                  <a:cubicBezTo>
                    <a:pt x="3976" y="558"/>
                    <a:pt x="3870" y="588"/>
                    <a:pt x="3774" y="648"/>
                  </a:cubicBezTo>
                  <a:cubicBezTo>
                    <a:pt x="3688" y="721"/>
                    <a:pt x="3673" y="1383"/>
                    <a:pt x="3673" y="1441"/>
                  </a:cubicBezTo>
                  <a:cubicBezTo>
                    <a:pt x="3673" y="1441"/>
                    <a:pt x="3572" y="1239"/>
                    <a:pt x="3486" y="1081"/>
                  </a:cubicBezTo>
                  <a:cubicBezTo>
                    <a:pt x="3385" y="951"/>
                    <a:pt x="3227" y="865"/>
                    <a:pt x="3054" y="850"/>
                  </a:cubicBezTo>
                  <a:cubicBezTo>
                    <a:pt x="2996" y="836"/>
                    <a:pt x="2924" y="836"/>
                    <a:pt x="2852" y="821"/>
                  </a:cubicBezTo>
                  <a:cubicBezTo>
                    <a:pt x="2780" y="677"/>
                    <a:pt x="1931" y="677"/>
                    <a:pt x="1931" y="677"/>
                  </a:cubicBezTo>
                  <a:cubicBezTo>
                    <a:pt x="1945" y="519"/>
                    <a:pt x="1916" y="360"/>
                    <a:pt x="1873" y="216"/>
                  </a:cubicBezTo>
                  <a:cubicBezTo>
                    <a:pt x="1859" y="188"/>
                    <a:pt x="1844" y="159"/>
                    <a:pt x="1830" y="144"/>
                  </a:cubicBezTo>
                  <a:cubicBezTo>
                    <a:pt x="1715" y="44"/>
                    <a:pt x="1571" y="0"/>
                    <a:pt x="142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 flipH="1">
              <a:off x="1259428" y="3076757"/>
              <a:ext cx="21451" cy="71232"/>
            </a:xfrm>
            <a:custGeom>
              <a:avLst/>
              <a:gdLst/>
              <a:ahLst/>
              <a:cxnLst/>
              <a:rect l="l" t="t" r="r" b="b"/>
              <a:pathLst>
                <a:path w="577" h="1916" extrusionOk="0">
                  <a:moveTo>
                    <a:pt x="504" y="0"/>
                  </a:moveTo>
                  <a:cubicBezTo>
                    <a:pt x="432" y="188"/>
                    <a:pt x="274" y="447"/>
                    <a:pt x="158" y="821"/>
                  </a:cubicBezTo>
                  <a:cubicBezTo>
                    <a:pt x="29" y="1181"/>
                    <a:pt x="0" y="1556"/>
                    <a:pt x="58" y="1916"/>
                  </a:cubicBezTo>
                  <a:lnTo>
                    <a:pt x="562" y="461"/>
                  </a:lnTo>
                  <a:cubicBezTo>
                    <a:pt x="576" y="303"/>
                    <a:pt x="547" y="144"/>
                    <a:pt x="50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 flipH="1">
              <a:off x="1212324" y="3099250"/>
              <a:ext cx="26805" cy="58926"/>
            </a:xfrm>
            <a:custGeom>
              <a:avLst/>
              <a:gdLst/>
              <a:ahLst/>
              <a:cxnLst/>
              <a:rect l="l" t="t" r="r" b="b"/>
              <a:pathLst>
                <a:path w="721" h="1585" extrusionOk="0">
                  <a:moveTo>
                    <a:pt x="360" y="0"/>
                  </a:moveTo>
                  <a:cubicBezTo>
                    <a:pt x="360" y="0"/>
                    <a:pt x="159" y="1037"/>
                    <a:pt x="0" y="1584"/>
                  </a:cubicBezTo>
                  <a:cubicBezTo>
                    <a:pt x="346" y="1138"/>
                    <a:pt x="720" y="879"/>
                    <a:pt x="562" y="29"/>
                  </a:cubicBezTo>
                  <a:cubicBezTo>
                    <a:pt x="504" y="15"/>
                    <a:pt x="432" y="15"/>
                    <a:pt x="36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 flipH="1">
              <a:off x="1180240" y="3092744"/>
              <a:ext cx="27288" cy="79337"/>
            </a:xfrm>
            <a:custGeom>
              <a:avLst/>
              <a:gdLst/>
              <a:ahLst/>
              <a:cxnLst/>
              <a:rect l="l" t="t" r="r" b="b"/>
              <a:pathLst>
                <a:path w="734" h="2134" extrusionOk="0">
                  <a:moveTo>
                    <a:pt x="435" y="1"/>
                  </a:moveTo>
                  <a:cubicBezTo>
                    <a:pt x="434" y="1"/>
                    <a:pt x="433" y="1"/>
                    <a:pt x="432" y="2"/>
                  </a:cubicBezTo>
                  <a:cubicBezTo>
                    <a:pt x="360" y="75"/>
                    <a:pt x="346" y="737"/>
                    <a:pt x="346" y="795"/>
                  </a:cubicBezTo>
                  <a:cubicBezTo>
                    <a:pt x="374" y="953"/>
                    <a:pt x="403" y="1126"/>
                    <a:pt x="389" y="1284"/>
                  </a:cubicBezTo>
                  <a:cubicBezTo>
                    <a:pt x="389" y="1529"/>
                    <a:pt x="0" y="2091"/>
                    <a:pt x="0" y="2091"/>
                  </a:cubicBezTo>
                  <a:lnTo>
                    <a:pt x="288" y="2134"/>
                  </a:lnTo>
                  <a:cubicBezTo>
                    <a:pt x="446" y="1947"/>
                    <a:pt x="562" y="1731"/>
                    <a:pt x="677" y="1515"/>
                  </a:cubicBezTo>
                  <a:cubicBezTo>
                    <a:pt x="733" y="1373"/>
                    <a:pt x="485" y="1"/>
                    <a:pt x="43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 flipH="1">
              <a:off x="617484" y="3061217"/>
              <a:ext cx="596476" cy="477099"/>
            </a:xfrm>
            <a:custGeom>
              <a:avLst/>
              <a:gdLst/>
              <a:ahLst/>
              <a:cxnLst/>
              <a:rect l="l" t="t" r="r" b="b"/>
              <a:pathLst>
                <a:path w="16044" h="12833" extrusionOk="0">
                  <a:moveTo>
                    <a:pt x="3932" y="1"/>
                  </a:moveTo>
                  <a:cubicBezTo>
                    <a:pt x="1757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71" y="12832"/>
                  </a:lnTo>
                  <a:lnTo>
                    <a:pt x="1671" y="3932"/>
                  </a:lnTo>
                  <a:cubicBezTo>
                    <a:pt x="1671" y="2694"/>
                    <a:pt x="2679" y="1686"/>
                    <a:pt x="3932" y="1686"/>
                  </a:cubicBezTo>
                  <a:lnTo>
                    <a:pt x="15194" y="1686"/>
                  </a:lnTo>
                  <a:cubicBezTo>
                    <a:pt x="15669" y="1686"/>
                    <a:pt x="16043" y="1311"/>
                    <a:pt x="16043" y="850"/>
                  </a:cubicBezTo>
                  <a:cubicBezTo>
                    <a:pt x="16043" y="375"/>
                    <a:pt x="15669" y="1"/>
                    <a:pt x="15194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 flipH="1">
              <a:off x="1557666" y="3316069"/>
              <a:ext cx="1085843" cy="1411369"/>
            </a:xfrm>
            <a:custGeom>
              <a:avLst/>
              <a:gdLst/>
              <a:ahLst/>
              <a:cxnLst/>
              <a:rect l="l" t="t" r="r" b="b"/>
              <a:pathLst>
                <a:path w="29207" h="37963" extrusionOk="0">
                  <a:moveTo>
                    <a:pt x="26686" y="2521"/>
                  </a:moveTo>
                  <a:lnTo>
                    <a:pt x="26686" y="35442"/>
                  </a:lnTo>
                  <a:lnTo>
                    <a:pt x="4609" y="35442"/>
                  </a:lnTo>
                  <a:cubicBezTo>
                    <a:pt x="3457" y="35442"/>
                    <a:pt x="2521" y="34506"/>
                    <a:pt x="2521" y="33354"/>
                  </a:cubicBezTo>
                  <a:lnTo>
                    <a:pt x="2521" y="2521"/>
                  </a:lnTo>
                  <a:close/>
                  <a:moveTo>
                    <a:pt x="1" y="1"/>
                  </a:moveTo>
                  <a:lnTo>
                    <a:pt x="1" y="35932"/>
                  </a:lnTo>
                  <a:cubicBezTo>
                    <a:pt x="1" y="37055"/>
                    <a:pt x="923" y="37963"/>
                    <a:pt x="2046" y="37963"/>
                  </a:cubicBezTo>
                  <a:lnTo>
                    <a:pt x="29207" y="37963"/>
                  </a:lnTo>
                  <a:lnTo>
                    <a:pt x="2920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 flipH="1">
              <a:off x="1137374" y="3316069"/>
              <a:ext cx="1086364" cy="1411369"/>
            </a:xfrm>
            <a:custGeom>
              <a:avLst/>
              <a:gdLst/>
              <a:ahLst/>
              <a:cxnLst/>
              <a:rect l="l" t="t" r="r" b="b"/>
              <a:pathLst>
                <a:path w="29221" h="37963" extrusionOk="0">
                  <a:moveTo>
                    <a:pt x="26686" y="2521"/>
                  </a:moveTo>
                  <a:lnTo>
                    <a:pt x="26686" y="33873"/>
                  </a:lnTo>
                  <a:cubicBezTo>
                    <a:pt x="26686" y="34737"/>
                    <a:pt x="25995" y="35442"/>
                    <a:pt x="25116" y="35442"/>
                  </a:cubicBezTo>
                  <a:lnTo>
                    <a:pt x="2521" y="35442"/>
                  </a:lnTo>
                  <a:lnTo>
                    <a:pt x="2535" y="2521"/>
                  </a:lnTo>
                  <a:close/>
                  <a:moveTo>
                    <a:pt x="0" y="1"/>
                  </a:moveTo>
                  <a:lnTo>
                    <a:pt x="0" y="37963"/>
                  </a:lnTo>
                  <a:lnTo>
                    <a:pt x="26988" y="37963"/>
                  </a:lnTo>
                  <a:cubicBezTo>
                    <a:pt x="28213" y="37963"/>
                    <a:pt x="29206" y="36969"/>
                    <a:pt x="29221" y="35745"/>
                  </a:cubicBezTo>
                  <a:lnTo>
                    <a:pt x="29221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 flipH="1">
              <a:off x="1137895" y="3316069"/>
              <a:ext cx="1505614" cy="304707"/>
            </a:xfrm>
            <a:custGeom>
              <a:avLst/>
              <a:gdLst/>
              <a:ahLst/>
              <a:cxnLst/>
              <a:rect l="l" t="t" r="r" b="b"/>
              <a:pathLst>
                <a:path w="40498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40497" y="8195"/>
                  </a:lnTo>
                  <a:lnTo>
                    <a:pt x="4049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 flipH="1">
              <a:off x="1137895" y="3316069"/>
              <a:ext cx="989479" cy="304707"/>
            </a:xfrm>
            <a:custGeom>
              <a:avLst/>
              <a:gdLst/>
              <a:ahLst/>
              <a:cxnLst/>
              <a:rect l="l" t="t" r="r" b="b"/>
              <a:pathLst>
                <a:path w="26615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26614" y="8195"/>
                  </a:lnTo>
                  <a:lnTo>
                    <a:pt x="26614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 flipH="1">
              <a:off x="1695260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4" y="0"/>
                    <a:pt x="0" y="144"/>
                    <a:pt x="0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6" y="14833"/>
                    <a:pt x="720" y="14675"/>
                    <a:pt x="720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 flipH="1">
              <a:off x="1505246" y="4480989"/>
              <a:ext cx="405272" cy="399026"/>
            </a:xfrm>
            <a:custGeom>
              <a:avLst/>
              <a:gdLst/>
              <a:ahLst/>
              <a:cxnLst/>
              <a:rect l="l" t="t" r="r" b="b"/>
              <a:pathLst>
                <a:path w="10901" h="10733" extrusionOk="0">
                  <a:moveTo>
                    <a:pt x="10417" y="0"/>
                  </a:moveTo>
                  <a:cubicBezTo>
                    <a:pt x="10338" y="0"/>
                    <a:pt x="10255" y="31"/>
                    <a:pt x="10182" y="105"/>
                  </a:cubicBezTo>
                  <a:lnTo>
                    <a:pt x="202" y="10157"/>
                  </a:lnTo>
                  <a:cubicBezTo>
                    <a:pt x="0" y="10373"/>
                    <a:pt x="144" y="10733"/>
                    <a:pt x="447" y="10733"/>
                  </a:cubicBezTo>
                  <a:cubicBezTo>
                    <a:pt x="533" y="10733"/>
                    <a:pt x="619" y="10690"/>
                    <a:pt x="677" y="10632"/>
                  </a:cubicBezTo>
                  <a:lnTo>
                    <a:pt x="10657" y="580"/>
                  </a:lnTo>
                  <a:cubicBezTo>
                    <a:pt x="10900" y="337"/>
                    <a:pt x="10677" y="0"/>
                    <a:pt x="104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5"/>
            <p:cNvSpPr/>
            <p:nvPr/>
          </p:nvSpPr>
          <p:spPr>
            <a:xfrm flipH="1">
              <a:off x="1428623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5"/>
            <p:cNvSpPr/>
            <p:nvPr/>
          </p:nvSpPr>
          <p:spPr>
            <a:xfrm flipH="1">
              <a:off x="1505209" y="4482587"/>
              <a:ext cx="408358" cy="395829"/>
            </a:xfrm>
            <a:custGeom>
              <a:avLst/>
              <a:gdLst/>
              <a:ahLst/>
              <a:cxnLst/>
              <a:rect l="l" t="t" r="r" b="b"/>
              <a:pathLst>
                <a:path w="10984" h="10647" extrusionOk="0">
                  <a:moveTo>
                    <a:pt x="481" y="1"/>
                  </a:moveTo>
                  <a:cubicBezTo>
                    <a:pt x="222" y="1"/>
                    <a:pt x="1" y="337"/>
                    <a:pt x="255" y="580"/>
                  </a:cubicBezTo>
                  <a:lnTo>
                    <a:pt x="10307" y="10560"/>
                  </a:lnTo>
                  <a:cubicBezTo>
                    <a:pt x="10365" y="10618"/>
                    <a:pt x="10451" y="10647"/>
                    <a:pt x="10537" y="10647"/>
                  </a:cubicBezTo>
                  <a:cubicBezTo>
                    <a:pt x="10840" y="10647"/>
                    <a:pt x="10984" y="10287"/>
                    <a:pt x="10768" y="10071"/>
                  </a:cubicBezTo>
                  <a:lnTo>
                    <a:pt x="716" y="105"/>
                  </a:lnTo>
                  <a:cubicBezTo>
                    <a:pt x="642" y="31"/>
                    <a:pt x="560" y="1"/>
                    <a:pt x="48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 flipH="1">
              <a:off x="1445241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3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3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 flipH="1">
              <a:off x="1394382" y="4398306"/>
              <a:ext cx="610380" cy="566845"/>
            </a:xfrm>
            <a:custGeom>
              <a:avLst/>
              <a:gdLst/>
              <a:ahLst/>
              <a:cxnLst/>
              <a:rect l="l" t="t" r="r" b="b"/>
              <a:pathLst>
                <a:path w="16418" h="15247" extrusionOk="0">
                  <a:moveTo>
                    <a:pt x="7964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1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58" y="3625"/>
                    <a:pt x="4638" y="1090"/>
                    <a:pt x="7964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4" y="15247"/>
                  </a:cubicBezTo>
                  <a:cubicBezTo>
                    <a:pt x="8987" y="15247"/>
                    <a:pt x="10009" y="15045"/>
                    <a:pt x="10946" y="14642"/>
                  </a:cubicBezTo>
                  <a:cubicBezTo>
                    <a:pt x="14560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5"/>
            <p:cNvSpPr/>
            <p:nvPr/>
          </p:nvSpPr>
          <p:spPr>
            <a:xfrm flipH="1">
              <a:off x="1623507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4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5"/>
            <p:cNvSpPr/>
            <p:nvPr/>
          </p:nvSpPr>
          <p:spPr>
            <a:xfrm flipH="1">
              <a:off x="1678679" y="4650853"/>
              <a:ext cx="69633" cy="59633"/>
            </a:xfrm>
            <a:custGeom>
              <a:avLst/>
              <a:gdLst/>
              <a:ahLst/>
              <a:cxnLst/>
              <a:rect l="l" t="t" r="r" b="b"/>
              <a:pathLst>
                <a:path w="1873" h="1604" extrusionOk="0">
                  <a:moveTo>
                    <a:pt x="1066" y="0"/>
                  </a:moveTo>
                  <a:cubicBezTo>
                    <a:pt x="346" y="0"/>
                    <a:pt x="1" y="864"/>
                    <a:pt x="505" y="1368"/>
                  </a:cubicBezTo>
                  <a:cubicBezTo>
                    <a:pt x="668" y="1531"/>
                    <a:pt x="868" y="1604"/>
                    <a:pt x="1065" y="1604"/>
                  </a:cubicBezTo>
                  <a:cubicBezTo>
                    <a:pt x="1477" y="1604"/>
                    <a:pt x="1873" y="1284"/>
                    <a:pt x="1873" y="807"/>
                  </a:cubicBezTo>
                  <a:cubicBezTo>
                    <a:pt x="1873" y="360"/>
                    <a:pt x="1513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 flipH="1">
              <a:off x="819358" y="4651894"/>
              <a:ext cx="366236" cy="313778"/>
            </a:xfrm>
            <a:custGeom>
              <a:avLst/>
              <a:gdLst/>
              <a:ahLst/>
              <a:cxnLst/>
              <a:rect l="l" t="t" r="r" b="b"/>
              <a:pathLst>
                <a:path w="9851" h="8440" extrusionOk="0">
                  <a:moveTo>
                    <a:pt x="5631" y="1"/>
                  </a:moveTo>
                  <a:cubicBezTo>
                    <a:pt x="1887" y="1"/>
                    <a:pt x="0" y="4537"/>
                    <a:pt x="2665" y="7202"/>
                  </a:cubicBezTo>
                  <a:cubicBezTo>
                    <a:pt x="3520" y="8057"/>
                    <a:pt x="4572" y="8440"/>
                    <a:pt x="5605" y="8440"/>
                  </a:cubicBezTo>
                  <a:cubicBezTo>
                    <a:pt x="7771" y="8440"/>
                    <a:pt x="9851" y="6756"/>
                    <a:pt x="9851" y="4221"/>
                  </a:cubicBezTo>
                  <a:cubicBezTo>
                    <a:pt x="9851" y="1888"/>
                    <a:pt x="7964" y="1"/>
                    <a:pt x="563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 flipH="1">
              <a:off x="886798" y="4741863"/>
              <a:ext cx="155848" cy="133653"/>
            </a:xfrm>
            <a:custGeom>
              <a:avLst/>
              <a:gdLst/>
              <a:ahLst/>
              <a:cxnLst/>
              <a:rect l="l" t="t" r="r" b="b"/>
              <a:pathLst>
                <a:path w="4192" h="3595" extrusionOk="0">
                  <a:moveTo>
                    <a:pt x="1786" y="0"/>
                  </a:moveTo>
                  <a:cubicBezTo>
                    <a:pt x="807" y="0"/>
                    <a:pt x="1" y="807"/>
                    <a:pt x="1" y="1801"/>
                  </a:cubicBezTo>
                  <a:cubicBezTo>
                    <a:pt x="1" y="2882"/>
                    <a:pt x="884" y="3594"/>
                    <a:pt x="1803" y="3594"/>
                  </a:cubicBezTo>
                  <a:cubicBezTo>
                    <a:pt x="2242" y="3594"/>
                    <a:pt x="2690" y="3431"/>
                    <a:pt x="3054" y="3068"/>
                  </a:cubicBezTo>
                  <a:cubicBezTo>
                    <a:pt x="4191" y="1930"/>
                    <a:pt x="338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 flipH="1">
              <a:off x="934980" y="4673866"/>
              <a:ext cx="319689" cy="165477"/>
            </a:xfrm>
            <a:custGeom>
              <a:avLst/>
              <a:gdLst/>
              <a:ahLst/>
              <a:cxnLst/>
              <a:rect l="l" t="t" r="r" b="b"/>
              <a:pathLst>
                <a:path w="8599" h="4451" extrusionOk="0">
                  <a:moveTo>
                    <a:pt x="1081" y="0"/>
                  </a:moveTo>
                  <a:cubicBezTo>
                    <a:pt x="476" y="0"/>
                    <a:pt x="1" y="504"/>
                    <a:pt x="1" y="1109"/>
                  </a:cubicBezTo>
                  <a:lnTo>
                    <a:pt x="1" y="3370"/>
                  </a:lnTo>
                  <a:cubicBezTo>
                    <a:pt x="1" y="3975"/>
                    <a:pt x="490" y="4450"/>
                    <a:pt x="1081" y="4450"/>
                  </a:cubicBezTo>
                  <a:lnTo>
                    <a:pt x="7489" y="4450"/>
                  </a:lnTo>
                  <a:cubicBezTo>
                    <a:pt x="8109" y="4450"/>
                    <a:pt x="8598" y="3946"/>
                    <a:pt x="8584" y="3342"/>
                  </a:cubicBezTo>
                  <a:cubicBezTo>
                    <a:pt x="8556" y="2760"/>
                    <a:pt x="8080" y="2290"/>
                    <a:pt x="7501" y="2290"/>
                  </a:cubicBezTo>
                  <a:cubicBezTo>
                    <a:pt x="7492" y="2290"/>
                    <a:pt x="7484" y="2290"/>
                    <a:pt x="7475" y="2290"/>
                  </a:cubicBezTo>
                  <a:lnTo>
                    <a:pt x="2175" y="2290"/>
                  </a:lnTo>
                  <a:lnTo>
                    <a:pt x="2175" y="1109"/>
                  </a:lnTo>
                  <a:cubicBezTo>
                    <a:pt x="2175" y="504"/>
                    <a:pt x="1686" y="0"/>
                    <a:pt x="10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 flipH="1">
              <a:off x="513090" y="3034449"/>
              <a:ext cx="228121" cy="145885"/>
            </a:xfrm>
            <a:custGeom>
              <a:avLst/>
              <a:gdLst/>
              <a:ahLst/>
              <a:cxnLst/>
              <a:rect l="l" t="t" r="r" b="b"/>
              <a:pathLst>
                <a:path w="6136" h="3924" extrusionOk="0">
                  <a:moveTo>
                    <a:pt x="2636" y="1"/>
                  </a:moveTo>
                  <a:cubicBezTo>
                    <a:pt x="1974" y="1"/>
                    <a:pt x="1484" y="44"/>
                    <a:pt x="1412" y="174"/>
                  </a:cubicBezTo>
                  <a:cubicBezTo>
                    <a:pt x="1124" y="606"/>
                    <a:pt x="692" y="922"/>
                    <a:pt x="375" y="1354"/>
                  </a:cubicBezTo>
                  <a:cubicBezTo>
                    <a:pt x="1" y="1887"/>
                    <a:pt x="58" y="2521"/>
                    <a:pt x="15" y="3155"/>
                  </a:cubicBezTo>
                  <a:cubicBezTo>
                    <a:pt x="1" y="3396"/>
                    <a:pt x="1" y="3846"/>
                    <a:pt x="344" y="3846"/>
                  </a:cubicBezTo>
                  <a:cubicBezTo>
                    <a:pt x="350" y="3846"/>
                    <a:pt x="355" y="3846"/>
                    <a:pt x="361" y="3846"/>
                  </a:cubicBezTo>
                  <a:cubicBezTo>
                    <a:pt x="389" y="3846"/>
                    <a:pt x="418" y="3846"/>
                    <a:pt x="433" y="3831"/>
                  </a:cubicBezTo>
                  <a:cubicBezTo>
                    <a:pt x="649" y="3759"/>
                    <a:pt x="735" y="3428"/>
                    <a:pt x="793" y="3255"/>
                  </a:cubicBezTo>
                  <a:cubicBezTo>
                    <a:pt x="922" y="3500"/>
                    <a:pt x="1124" y="3846"/>
                    <a:pt x="1412" y="3904"/>
                  </a:cubicBezTo>
                  <a:cubicBezTo>
                    <a:pt x="1453" y="3914"/>
                    <a:pt x="1501" y="3924"/>
                    <a:pt x="1545" y="3924"/>
                  </a:cubicBezTo>
                  <a:cubicBezTo>
                    <a:pt x="1564" y="3924"/>
                    <a:pt x="1582" y="3922"/>
                    <a:pt x="1599" y="3918"/>
                  </a:cubicBezTo>
                  <a:cubicBezTo>
                    <a:pt x="1714" y="3918"/>
                    <a:pt x="1830" y="3860"/>
                    <a:pt x="1916" y="3774"/>
                  </a:cubicBezTo>
                  <a:cubicBezTo>
                    <a:pt x="2031" y="3846"/>
                    <a:pt x="2175" y="3889"/>
                    <a:pt x="2319" y="3889"/>
                  </a:cubicBezTo>
                  <a:lnTo>
                    <a:pt x="2348" y="3889"/>
                  </a:lnTo>
                  <a:cubicBezTo>
                    <a:pt x="2535" y="3860"/>
                    <a:pt x="2550" y="3644"/>
                    <a:pt x="2550" y="3630"/>
                  </a:cubicBezTo>
                  <a:cubicBezTo>
                    <a:pt x="2651" y="3640"/>
                    <a:pt x="2753" y="3650"/>
                    <a:pt x="2855" y="3650"/>
                  </a:cubicBezTo>
                  <a:cubicBezTo>
                    <a:pt x="2897" y="3650"/>
                    <a:pt x="2939" y="3648"/>
                    <a:pt x="2982" y="3644"/>
                  </a:cubicBezTo>
                  <a:cubicBezTo>
                    <a:pt x="2998" y="3646"/>
                    <a:pt x="3015" y="3647"/>
                    <a:pt x="3032" y="3647"/>
                  </a:cubicBezTo>
                  <a:cubicBezTo>
                    <a:pt x="3144" y="3647"/>
                    <a:pt x="3256" y="3606"/>
                    <a:pt x="3356" y="3543"/>
                  </a:cubicBezTo>
                  <a:cubicBezTo>
                    <a:pt x="3500" y="3399"/>
                    <a:pt x="3990" y="2579"/>
                    <a:pt x="3932" y="2363"/>
                  </a:cubicBezTo>
                  <a:cubicBezTo>
                    <a:pt x="3932" y="2363"/>
                    <a:pt x="5012" y="2219"/>
                    <a:pt x="5171" y="2132"/>
                  </a:cubicBezTo>
                  <a:cubicBezTo>
                    <a:pt x="5185" y="2118"/>
                    <a:pt x="5214" y="2103"/>
                    <a:pt x="5228" y="2103"/>
                  </a:cubicBezTo>
                  <a:cubicBezTo>
                    <a:pt x="6135" y="1556"/>
                    <a:pt x="5775" y="159"/>
                    <a:pt x="4724" y="87"/>
                  </a:cubicBezTo>
                  <a:cubicBezTo>
                    <a:pt x="4018" y="44"/>
                    <a:pt x="3255" y="1"/>
                    <a:pt x="263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 flipH="1">
              <a:off x="669979" y="3109957"/>
              <a:ext cx="32679" cy="68221"/>
            </a:xfrm>
            <a:custGeom>
              <a:avLst/>
              <a:gdLst/>
              <a:ahLst/>
              <a:cxnLst/>
              <a:rect l="l" t="t" r="r" b="b"/>
              <a:pathLst>
                <a:path w="879" h="1835" extrusionOk="0">
                  <a:moveTo>
                    <a:pt x="332" y="0"/>
                  </a:moveTo>
                  <a:lnTo>
                    <a:pt x="332" y="0"/>
                  </a:lnTo>
                  <a:cubicBezTo>
                    <a:pt x="332" y="15"/>
                    <a:pt x="0" y="634"/>
                    <a:pt x="58" y="1008"/>
                  </a:cubicBezTo>
                  <a:cubicBezTo>
                    <a:pt x="130" y="1268"/>
                    <a:pt x="260" y="1512"/>
                    <a:pt x="432" y="1714"/>
                  </a:cubicBezTo>
                  <a:cubicBezTo>
                    <a:pt x="488" y="1794"/>
                    <a:pt x="576" y="1834"/>
                    <a:pt x="664" y="1834"/>
                  </a:cubicBezTo>
                  <a:cubicBezTo>
                    <a:pt x="735" y="1834"/>
                    <a:pt x="807" y="1808"/>
                    <a:pt x="865" y="1757"/>
                  </a:cubicBezTo>
                  <a:cubicBezTo>
                    <a:pt x="865" y="1757"/>
                    <a:pt x="879" y="1757"/>
                    <a:pt x="879" y="1743"/>
                  </a:cubicBezTo>
                  <a:cubicBezTo>
                    <a:pt x="648" y="1570"/>
                    <a:pt x="476" y="1340"/>
                    <a:pt x="360" y="1080"/>
                  </a:cubicBezTo>
                  <a:cubicBezTo>
                    <a:pt x="245" y="692"/>
                    <a:pt x="332" y="15"/>
                    <a:pt x="33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 flipH="1">
              <a:off x="646408" y="3130293"/>
              <a:ext cx="17696" cy="48777"/>
            </a:xfrm>
            <a:custGeom>
              <a:avLst/>
              <a:gdLst/>
              <a:ahLst/>
              <a:cxnLst/>
              <a:rect l="l" t="t" r="r" b="b"/>
              <a:pathLst>
                <a:path w="476" h="1312" extrusionOk="0">
                  <a:moveTo>
                    <a:pt x="87" y="1"/>
                  </a:moveTo>
                  <a:lnTo>
                    <a:pt x="87" y="1"/>
                  </a:lnTo>
                  <a:cubicBezTo>
                    <a:pt x="0" y="447"/>
                    <a:pt x="44" y="908"/>
                    <a:pt x="245" y="1311"/>
                  </a:cubicBezTo>
                  <a:lnTo>
                    <a:pt x="274" y="1311"/>
                  </a:lnTo>
                  <a:cubicBezTo>
                    <a:pt x="461" y="1282"/>
                    <a:pt x="476" y="1066"/>
                    <a:pt x="476" y="1052"/>
                  </a:cubicBezTo>
                  <a:cubicBezTo>
                    <a:pt x="288" y="721"/>
                    <a:pt x="159" y="375"/>
                    <a:pt x="87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 flipH="1">
              <a:off x="592873" y="3103005"/>
              <a:ext cx="37512" cy="66957"/>
            </a:xfrm>
            <a:custGeom>
              <a:avLst/>
              <a:gdLst/>
              <a:ahLst/>
              <a:cxnLst/>
              <a:rect l="l" t="t" r="r" b="b"/>
              <a:pathLst>
                <a:path w="1009" h="1801" extrusionOk="0">
                  <a:moveTo>
                    <a:pt x="663" y="0"/>
                  </a:moveTo>
                  <a:lnTo>
                    <a:pt x="44" y="792"/>
                  </a:lnTo>
                  <a:cubicBezTo>
                    <a:pt x="44" y="792"/>
                    <a:pt x="1" y="1383"/>
                    <a:pt x="1" y="1800"/>
                  </a:cubicBezTo>
                  <a:cubicBezTo>
                    <a:pt x="130" y="1800"/>
                    <a:pt x="260" y="1771"/>
                    <a:pt x="375" y="1699"/>
                  </a:cubicBezTo>
                  <a:cubicBezTo>
                    <a:pt x="519" y="1555"/>
                    <a:pt x="1009" y="735"/>
                    <a:pt x="951" y="519"/>
                  </a:cubicBezTo>
                  <a:cubicBezTo>
                    <a:pt x="879" y="331"/>
                    <a:pt x="793" y="159"/>
                    <a:pt x="663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5"/>
            <p:cNvSpPr/>
            <p:nvPr/>
          </p:nvSpPr>
          <p:spPr>
            <a:xfrm flipH="1">
              <a:off x="710131" y="3100328"/>
              <a:ext cx="17176" cy="76586"/>
            </a:xfrm>
            <a:custGeom>
              <a:avLst/>
              <a:gdLst/>
              <a:ahLst/>
              <a:cxnLst/>
              <a:rect l="l" t="t" r="r" b="b"/>
              <a:pathLst>
                <a:path w="462" h="2060" extrusionOk="0">
                  <a:moveTo>
                    <a:pt x="462" y="0"/>
                  </a:moveTo>
                  <a:cubicBezTo>
                    <a:pt x="462" y="0"/>
                    <a:pt x="44" y="591"/>
                    <a:pt x="30" y="749"/>
                  </a:cubicBezTo>
                  <a:cubicBezTo>
                    <a:pt x="1" y="1066"/>
                    <a:pt x="1" y="1368"/>
                    <a:pt x="44" y="1671"/>
                  </a:cubicBezTo>
                  <a:cubicBezTo>
                    <a:pt x="59" y="1800"/>
                    <a:pt x="73" y="1930"/>
                    <a:pt x="59" y="2059"/>
                  </a:cubicBezTo>
                  <a:cubicBezTo>
                    <a:pt x="275" y="1987"/>
                    <a:pt x="361" y="1656"/>
                    <a:pt x="419" y="1483"/>
                  </a:cubicBezTo>
                  <a:cubicBezTo>
                    <a:pt x="419" y="1483"/>
                    <a:pt x="203" y="835"/>
                    <a:pt x="231" y="605"/>
                  </a:cubicBezTo>
                  <a:cubicBezTo>
                    <a:pt x="289" y="403"/>
                    <a:pt x="375" y="202"/>
                    <a:pt x="46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5"/>
            <p:cNvSpPr/>
            <p:nvPr/>
          </p:nvSpPr>
          <p:spPr>
            <a:xfrm flipH="1">
              <a:off x="-12674" y="2161224"/>
              <a:ext cx="600231" cy="999629"/>
            </a:xfrm>
            <a:custGeom>
              <a:avLst/>
              <a:gdLst/>
              <a:ahLst/>
              <a:cxnLst/>
              <a:rect l="l" t="t" r="r" b="b"/>
              <a:pathLst>
                <a:path w="16145" h="26888" extrusionOk="0">
                  <a:moveTo>
                    <a:pt x="11234" y="0"/>
                  </a:moveTo>
                  <a:cubicBezTo>
                    <a:pt x="11190" y="0"/>
                    <a:pt x="11133" y="0"/>
                    <a:pt x="11075" y="15"/>
                  </a:cubicBezTo>
                  <a:cubicBezTo>
                    <a:pt x="8397" y="260"/>
                    <a:pt x="7605" y="4638"/>
                    <a:pt x="8209" y="9390"/>
                  </a:cubicBezTo>
                  <a:cubicBezTo>
                    <a:pt x="8872" y="14762"/>
                    <a:pt x="9160" y="16965"/>
                    <a:pt x="9160" y="16965"/>
                  </a:cubicBezTo>
                  <a:lnTo>
                    <a:pt x="1" y="23129"/>
                  </a:lnTo>
                  <a:lnTo>
                    <a:pt x="1470" y="26887"/>
                  </a:lnTo>
                  <a:cubicBezTo>
                    <a:pt x="1470" y="26887"/>
                    <a:pt x="15194" y="23762"/>
                    <a:pt x="15669" y="18967"/>
                  </a:cubicBezTo>
                  <a:cubicBezTo>
                    <a:pt x="16145" y="14243"/>
                    <a:pt x="15309" y="0"/>
                    <a:pt x="1123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5"/>
            <p:cNvSpPr/>
            <p:nvPr/>
          </p:nvSpPr>
          <p:spPr>
            <a:xfrm flipH="1">
              <a:off x="557517" y="1839304"/>
              <a:ext cx="36471" cy="17845"/>
            </a:xfrm>
            <a:custGeom>
              <a:avLst/>
              <a:gdLst/>
              <a:ahLst/>
              <a:cxnLst/>
              <a:rect l="l" t="t" r="r" b="b"/>
              <a:pathLst>
                <a:path w="981" h="480" extrusionOk="0">
                  <a:moveTo>
                    <a:pt x="507" y="1"/>
                  </a:moveTo>
                  <a:cubicBezTo>
                    <a:pt x="300" y="1"/>
                    <a:pt x="87" y="134"/>
                    <a:pt x="1" y="321"/>
                  </a:cubicBezTo>
                  <a:cubicBezTo>
                    <a:pt x="98" y="301"/>
                    <a:pt x="196" y="291"/>
                    <a:pt x="292" y="291"/>
                  </a:cubicBezTo>
                  <a:cubicBezTo>
                    <a:pt x="537" y="291"/>
                    <a:pt x="773" y="355"/>
                    <a:pt x="980" y="479"/>
                  </a:cubicBezTo>
                  <a:cubicBezTo>
                    <a:pt x="915" y="134"/>
                    <a:pt x="714" y="1"/>
                    <a:pt x="50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5"/>
            <p:cNvSpPr/>
            <p:nvPr/>
          </p:nvSpPr>
          <p:spPr>
            <a:xfrm flipH="1">
              <a:off x="569860" y="1872653"/>
              <a:ext cx="23571" cy="23571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317" y="0"/>
                  </a:moveTo>
                  <a:cubicBezTo>
                    <a:pt x="274" y="0"/>
                    <a:pt x="231" y="0"/>
                    <a:pt x="188" y="29"/>
                  </a:cubicBezTo>
                  <a:cubicBezTo>
                    <a:pt x="72" y="72"/>
                    <a:pt x="0" y="187"/>
                    <a:pt x="0" y="317"/>
                  </a:cubicBezTo>
                  <a:cubicBezTo>
                    <a:pt x="0" y="346"/>
                    <a:pt x="15" y="374"/>
                    <a:pt x="15" y="403"/>
                  </a:cubicBezTo>
                  <a:cubicBezTo>
                    <a:pt x="29" y="461"/>
                    <a:pt x="58" y="504"/>
                    <a:pt x="101" y="547"/>
                  </a:cubicBezTo>
                  <a:lnTo>
                    <a:pt x="173" y="590"/>
                  </a:lnTo>
                  <a:cubicBezTo>
                    <a:pt x="216" y="619"/>
                    <a:pt x="274" y="634"/>
                    <a:pt x="332" y="634"/>
                  </a:cubicBezTo>
                  <a:cubicBezTo>
                    <a:pt x="504" y="619"/>
                    <a:pt x="634" y="475"/>
                    <a:pt x="634" y="302"/>
                  </a:cubicBezTo>
                  <a:cubicBezTo>
                    <a:pt x="634" y="274"/>
                    <a:pt x="634" y="259"/>
                    <a:pt x="620" y="230"/>
                  </a:cubicBezTo>
                  <a:cubicBezTo>
                    <a:pt x="605" y="173"/>
                    <a:pt x="576" y="130"/>
                    <a:pt x="533" y="86"/>
                  </a:cubicBezTo>
                  <a:cubicBezTo>
                    <a:pt x="519" y="72"/>
                    <a:pt x="490" y="58"/>
                    <a:pt x="476" y="29"/>
                  </a:cubicBezTo>
                  <a:cubicBezTo>
                    <a:pt x="418" y="14"/>
                    <a:pt x="375" y="0"/>
                    <a:pt x="3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5"/>
            <p:cNvSpPr/>
            <p:nvPr/>
          </p:nvSpPr>
          <p:spPr>
            <a:xfrm flipH="1">
              <a:off x="563949" y="1933661"/>
              <a:ext cx="43423" cy="21042"/>
            </a:xfrm>
            <a:custGeom>
              <a:avLst/>
              <a:gdLst/>
              <a:ahLst/>
              <a:cxnLst/>
              <a:rect l="l" t="t" r="r" b="b"/>
              <a:pathLst>
                <a:path w="1168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80" y="73"/>
                    <a:pt x="793" y="130"/>
                    <a:pt x="606" y="145"/>
                  </a:cubicBezTo>
                  <a:cubicBezTo>
                    <a:pt x="260" y="188"/>
                    <a:pt x="1" y="202"/>
                    <a:pt x="1" y="202"/>
                  </a:cubicBezTo>
                  <a:cubicBezTo>
                    <a:pt x="1" y="202"/>
                    <a:pt x="234" y="566"/>
                    <a:pt x="578" y="566"/>
                  </a:cubicBezTo>
                  <a:cubicBezTo>
                    <a:pt x="597" y="566"/>
                    <a:pt x="615" y="565"/>
                    <a:pt x="635" y="562"/>
                  </a:cubicBezTo>
                  <a:cubicBezTo>
                    <a:pt x="923" y="505"/>
                    <a:pt x="1139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5"/>
            <p:cNvSpPr/>
            <p:nvPr/>
          </p:nvSpPr>
          <p:spPr>
            <a:xfrm flipH="1">
              <a:off x="1921745" y="1772162"/>
              <a:ext cx="36434" cy="15391"/>
            </a:xfrm>
            <a:custGeom>
              <a:avLst/>
              <a:gdLst/>
              <a:ahLst/>
              <a:cxnLst/>
              <a:rect l="l" t="t" r="r" b="b"/>
              <a:pathLst>
                <a:path w="980" h="414" extrusionOk="0">
                  <a:moveTo>
                    <a:pt x="513" y="1"/>
                  </a:moveTo>
                  <a:cubicBezTo>
                    <a:pt x="283" y="1"/>
                    <a:pt x="57" y="182"/>
                    <a:pt x="0" y="399"/>
                  </a:cubicBezTo>
                  <a:cubicBezTo>
                    <a:pt x="154" y="343"/>
                    <a:pt x="315" y="314"/>
                    <a:pt x="475" y="314"/>
                  </a:cubicBezTo>
                  <a:cubicBezTo>
                    <a:pt x="646" y="314"/>
                    <a:pt x="817" y="346"/>
                    <a:pt x="980" y="413"/>
                  </a:cubicBezTo>
                  <a:cubicBezTo>
                    <a:pt x="878" y="114"/>
                    <a:pt x="695" y="1"/>
                    <a:pt x="51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5"/>
            <p:cNvSpPr/>
            <p:nvPr/>
          </p:nvSpPr>
          <p:spPr>
            <a:xfrm flipH="1">
              <a:off x="1928177" y="1812128"/>
              <a:ext cx="23571" cy="23794"/>
            </a:xfrm>
            <a:custGeom>
              <a:avLst/>
              <a:gdLst/>
              <a:ahLst/>
              <a:cxnLst/>
              <a:rect l="l" t="t" r="r" b="b"/>
              <a:pathLst>
                <a:path w="634" h="640" extrusionOk="0">
                  <a:moveTo>
                    <a:pt x="303" y="1"/>
                  </a:moveTo>
                  <a:cubicBezTo>
                    <a:pt x="259" y="1"/>
                    <a:pt x="216" y="15"/>
                    <a:pt x="187" y="29"/>
                  </a:cubicBezTo>
                  <a:cubicBezTo>
                    <a:pt x="72" y="87"/>
                    <a:pt x="0" y="202"/>
                    <a:pt x="0" y="332"/>
                  </a:cubicBezTo>
                  <a:cubicBezTo>
                    <a:pt x="0" y="361"/>
                    <a:pt x="0" y="390"/>
                    <a:pt x="0" y="404"/>
                  </a:cubicBezTo>
                  <a:cubicBezTo>
                    <a:pt x="15" y="462"/>
                    <a:pt x="58" y="519"/>
                    <a:pt x="87" y="548"/>
                  </a:cubicBezTo>
                  <a:lnTo>
                    <a:pt x="159" y="606"/>
                  </a:lnTo>
                  <a:cubicBezTo>
                    <a:pt x="201" y="627"/>
                    <a:pt x="235" y="640"/>
                    <a:pt x="273" y="640"/>
                  </a:cubicBezTo>
                  <a:cubicBezTo>
                    <a:pt x="287" y="640"/>
                    <a:pt x="302" y="638"/>
                    <a:pt x="317" y="634"/>
                  </a:cubicBezTo>
                  <a:cubicBezTo>
                    <a:pt x="490" y="634"/>
                    <a:pt x="634" y="490"/>
                    <a:pt x="634" y="317"/>
                  </a:cubicBezTo>
                  <a:cubicBezTo>
                    <a:pt x="634" y="289"/>
                    <a:pt x="620" y="260"/>
                    <a:pt x="620" y="231"/>
                  </a:cubicBezTo>
                  <a:cubicBezTo>
                    <a:pt x="605" y="173"/>
                    <a:pt x="576" y="130"/>
                    <a:pt x="533" y="87"/>
                  </a:cubicBezTo>
                  <a:cubicBezTo>
                    <a:pt x="504" y="73"/>
                    <a:pt x="490" y="58"/>
                    <a:pt x="461" y="44"/>
                  </a:cubicBezTo>
                  <a:cubicBezTo>
                    <a:pt x="418" y="15"/>
                    <a:pt x="360" y="1"/>
                    <a:pt x="30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5"/>
            <p:cNvSpPr/>
            <p:nvPr/>
          </p:nvSpPr>
          <p:spPr>
            <a:xfrm flipH="1">
              <a:off x="1922823" y="1880125"/>
              <a:ext cx="43386" cy="21042"/>
            </a:xfrm>
            <a:custGeom>
              <a:avLst/>
              <a:gdLst/>
              <a:ahLst/>
              <a:cxnLst/>
              <a:rect l="l" t="t" r="r" b="b"/>
              <a:pathLst>
                <a:path w="1167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94" y="73"/>
                    <a:pt x="807" y="130"/>
                    <a:pt x="605" y="145"/>
                  </a:cubicBezTo>
                  <a:cubicBezTo>
                    <a:pt x="260" y="188"/>
                    <a:pt x="0" y="202"/>
                    <a:pt x="0" y="202"/>
                  </a:cubicBezTo>
                  <a:cubicBezTo>
                    <a:pt x="0" y="202"/>
                    <a:pt x="247" y="566"/>
                    <a:pt x="592" y="566"/>
                  </a:cubicBezTo>
                  <a:cubicBezTo>
                    <a:pt x="611" y="566"/>
                    <a:pt x="629" y="564"/>
                    <a:pt x="648" y="562"/>
                  </a:cubicBezTo>
                  <a:cubicBezTo>
                    <a:pt x="922" y="505"/>
                    <a:pt x="1138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5"/>
            <p:cNvSpPr/>
            <p:nvPr/>
          </p:nvSpPr>
          <p:spPr>
            <a:xfrm flipH="1">
              <a:off x="3153176" y="1805696"/>
              <a:ext cx="23571" cy="23608"/>
            </a:xfrm>
            <a:custGeom>
              <a:avLst/>
              <a:gdLst/>
              <a:ahLst/>
              <a:cxnLst/>
              <a:rect l="l" t="t" r="r" b="b"/>
              <a:pathLst>
                <a:path w="634" h="635" extrusionOk="0">
                  <a:moveTo>
                    <a:pt x="317" y="1"/>
                  </a:moveTo>
                  <a:cubicBezTo>
                    <a:pt x="274" y="1"/>
                    <a:pt x="231" y="1"/>
                    <a:pt x="187" y="30"/>
                  </a:cubicBezTo>
                  <a:cubicBezTo>
                    <a:pt x="72" y="73"/>
                    <a:pt x="0" y="188"/>
                    <a:pt x="0" y="318"/>
                  </a:cubicBezTo>
                  <a:cubicBezTo>
                    <a:pt x="0" y="346"/>
                    <a:pt x="15" y="375"/>
                    <a:pt x="15" y="404"/>
                  </a:cubicBezTo>
                  <a:cubicBezTo>
                    <a:pt x="29" y="462"/>
                    <a:pt x="58" y="505"/>
                    <a:pt x="101" y="548"/>
                  </a:cubicBezTo>
                  <a:lnTo>
                    <a:pt x="173" y="591"/>
                  </a:lnTo>
                  <a:cubicBezTo>
                    <a:pt x="216" y="620"/>
                    <a:pt x="274" y="635"/>
                    <a:pt x="331" y="635"/>
                  </a:cubicBezTo>
                  <a:cubicBezTo>
                    <a:pt x="504" y="620"/>
                    <a:pt x="634" y="476"/>
                    <a:pt x="634" y="303"/>
                  </a:cubicBezTo>
                  <a:cubicBezTo>
                    <a:pt x="634" y="274"/>
                    <a:pt x="634" y="260"/>
                    <a:pt x="619" y="231"/>
                  </a:cubicBezTo>
                  <a:cubicBezTo>
                    <a:pt x="605" y="174"/>
                    <a:pt x="576" y="130"/>
                    <a:pt x="547" y="87"/>
                  </a:cubicBezTo>
                  <a:cubicBezTo>
                    <a:pt x="519" y="73"/>
                    <a:pt x="490" y="58"/>
                    <a:pt x="475" y="30"/>
                  </a:cubicBezTo>
                  <a:cubicBezTo>
                    <a:pt x="418" y="15"/>
                    <a:pt x="375" y="1"/>
                    <a:pt x="31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>
            <a:spLocks noGrp="1"/>
          </p:cNvSpPr>
          <p:nvPr>
            <p:ph type="body" idx="1"/>
          </p:nvPr>
        </p:nvSpPr>
        <p:spPr>
          <a:xfrm>
            <a:off x="720000" y="860400"/>
            <a:ext cx="5874600" cy="37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Here’s what you’ll find in this </a:t>
            </a:r>
            <a:r>
              <a:rPr lang="en" sz="1100" b="1">
                <a:solidFill>
                  <a:schemeClr val="hlink"/>
                </a:solidFill>
                <a:uFill>
                  <a:noFill/>
                </a:uFill>
                <a:hlinkClick r:id="rId3"/>
              </a:rPr>
              <a:t>Slidesgo</a:t>
            </a:r>
            <a:r>
              <a:rPr lang="en" sz="1100"/>
              <a:t> template: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slide structure based on a clinical case presentation, which you can easily adapt to your needs. For more info on how to edit the template, please visit </a:t>
            </a:r>
            <a:r>
              <a:rPr lang="en" sz="1100" b="1">
                <a:uFill>
                  <a:noFill/>
                </a:uFill>
                <a:hlinkClick r:id="rId4"/>
              </a:rPr>
              <a:t>Slidesgo School</a:t>
            </a:r>
            <a:r>
              <a:rPr lang="en" sz="1100"/>
              <a:t> or read our </a:t>
            </a:r>
            <a:r>
              <a:rPr lang="en" sz="1100" b="1">
                <a:uFill>
                  <a:noFill/>
                </a:uFill>
                <a:hlinkClick r:id="rId5"/>
              </a:rPr>
              <a:t>FAQs</a:t>
            </a:r>
            <a:r>
              <a:rPr lang="en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An assortment of illustrations that are suitable for use in the presentation can be found in the </a:t>
            </a:r>
            <a:r>
              <a:rPr lang="en" sz="1100" b="1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alternative resources</a:t>
            </a:r>
            <a:r>
              <a:rPr lang="en" sz="1100"/>
              <a:t> slide.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</a:t>
            </a:r>
            <a:r>
              <a:rPr lang="en" sz="1100" b="1">
                <a:uFill>
                  <a:noFill/>
                </a:uFill>
                <a:hlinkClick r:id="rId6" action="ppaction://hlinksldjump"/>
              </a:rPr>
              <a:t>thanks</a:t>
            </a:r>
            <a:r>
              <a:rPr lang="en" sz="1100"/>
              <a:t> slide, which you must keep so that proper credits for our design are given.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</a:t>
            </a:r>
            <a:r>
              <a:rPr lang="en" sz="1100" b="1">
                <a:uFill>
                  <a:noFill/>
                </a:uFill>
                <a:hlinkClick r:id="" action="ppaction://noaction"/>
              </a:rPr>
              <a:t>resources</a:t>
            </a:r>
            <a:r>
              <a:rPr lang="en" sz="1100"/>
              <a:t> slide, where you’ll find links to all the elements used in the template.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Final slides with: </a:t>
            </a:r>
            <a:endParaRPr sz="1100"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</a:t>
            </a:r>
            <a:r>
              <a:rPr lang="en" sz="1100">
                <a:uFill>
                  <a:noFill/>
                </a:uFill>
                <a:hlinkClick r:id="" action="ppaction://noaction"/>
              </a:rPr>
              <a:t> </a:t>
            </a:r>
            <a:r>
              <a:rPr lang="en" sz="1100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 sz="1100"/>
              <a:t> used in the template.</a:t>
            </a:r>
            <a:endParaRPr sz="1100"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More </a:t>
            </a:r>
            <a:r>
              <a:rPr lang="en" sz="1100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 sz="1100"/>
              <a:t>, whose size and color can be edited. </a:t>
            </a:r>
            <a:endParaRPr sz="1100"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Sets of </a:t>
            </a:r>
            <a:r>
              <a:rPr lang="en" sz="1100" b="1"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 sz="1100"/>
              <a:t> of the following themes: general, business, avatar, creative process, education, help &amp; support, medical, nature, performing arts, SEO &amp; marketing, and teamwork.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You can delete this slide when you’re done editing the presentation.</a:t>
            </a:r>
            <a:endParaRPr sz="1100"/>
          </a:p>
        </p:txBody>
      </p:sp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pSp>
        <p:nvGrpSpPr>
          <p:cNvPr id="399" name="Google Shape;399;p36"/>
          <p:cNvGrpSpPr/>
          <p:nvPr/>
        </p:nvGrpSpPr>
        <p:grpSpPr>
          <a:xfrm rot="-804741">
            <a:off x="6550306" y="3725128"/>
            <a:ext cx="2187672" cy="905145"/>
            <a:chOff x="238125" y="1360700"/>
            <a:chExt cx="7117075" cy="2944675"/>
          </a:xfrm>
        </p:grpSpPr>
        <p:sp>
          <p:nvSpPr>
            <p:cNvPr id="400" name="Google Shape;400;p36"/>
            <p:cNvSpPr/>
            <p:nvPr/>
          </p:nvSpPr>
          <p:spPr>
            <a:xfrm>
              <a:off x="238125" y="1728775"/>
              <a:ext cx="1226600" cy="2208525"/>
            </a:xfrm>
            <a:custGeom>
              <a:avLst/>
              <a:gdLst/>
              <a:ahLst/>
              <a:cxnLst/>
              <a:rect l="l" t="t" r="r" b="b"/>
              <a:pathLst>
                <a:path w="49064" h="88341" extrusionOk="0">
                  <a:moveTo>
                    <a:pt x="39277" y="10187"/>
                  </a:moveTo>
                  <a:lnTo>
                    <a:pt x="39277" y="78199"/>
                  </a:lnTo>
                  <a:cubicBezTo>
                    <a:pt x="22330" y="75752"/>
                    <a:pt x="9786" y="61251"/>
                    <a:pt x="9786" y="44170"/>
                  </a:cubicBezTo>
                  <a:cubicBezTo>
                    <a:pt x="9786" y="27090"/>
                    <a:pt x="22330" y="12589"/>
                    <a:pt x="39277" y="10187"/>
                  </a:cubicBezTo>
                  <a:close/>
                  <a:moveTo>
                    <a:pt x="44170" y="0"/>
                  </a:moveTo>
                  <a:cubicBezTo>
                    <a:pt x="19794" y="0"/>
                    <a:pt x="0" y="19795"/>
                    <a:pt x="0" y="44170"/>
                  </a:cubicBezTo>
                  <a:cubicBezTo>
                    <a:pt x="0" y="68591"/>
                    <a:pt x="19794" y="88340"/>
                    <a:pt x="44170" y="88340"/>
                  </a:cubicBezTo>
                  <a:cubicBezTo>
                    <a:pt x="46884" y="88340"/>
                    <a:pt x="49063" y="86161"/>
                    <a:pt x="49063" y="83448"/>
                  </a:cubicBezTo>
                  <a:lnTo>
                    <a:pt x="49063" y="4893"/>
                  </a:lnTo>
                  <a:cubicBezTo>
                    <a:pt x="49063" y="2180"/>
                    <a:pt x="46884" y="0"/>
                    <a:pt x="4417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6128600" y="1728775"/>
              <a:ext cx="1226600" cy="2208525"/>
            </a:xfrm>
            <a:custGeom>
              <a:avLst/>
              <a:gdLst/>
              <a:ahLst/>
              <a:cxnLst/>
              <a:rect l="l" t="t" r="r" b="b"/>
              <a:pathLst>
                <a:path w="49064" h="88341" extrusionOk="0">
                  <a:moveTo>
                    <a:pt x="9786" y="10187"/>
                  </a:moveTo>
                  <a:cubicBezTo>
                    <a:pt x="26734" y="12589"/>
                    <a:pt x="39277" y="27090"/>
                    <a:pt x="39277" y="44170"/>
                  </a:cubicBezTo>
                  <a:cubicBezTo>
                    <a:pt x="39277" y="61251"/>
                    <a:pt x="26734" y="75752"/>
                    <a:pt x="9786" y="78199"/>
                  </a:cubicBezTo>
                  <a:lnTo>
                    <a:pt x="9786" y="10187"/>
                  </a:lnTo>
                  <a:close/>
                  <a:moveTo>
                    <a:pt x="4893" y="0"/>
                  </a:moveTo>
                  <a:cubicBezTo>
                    <a:pt x="2180" y="0"/>
                    <a:pt x="0" y="2180"/>
                    <a:pt x="0" y="4893"/>
                  </a:cubicBezTo>
                  <a:lnTo>
                    <a:pt x="0" y="83448"/>
                  </a:lnTo>
                  <a:cubicBezTo>
                    <a:pt x="0" y="86161"/>
                    <a:pt x="2180" y="88340"/>
                    <a:pt x="4893" y="88340"/>
                  </a:cubicBezTo>
                  <a:cubicBezTo>
                    <a:pt x="29269" y="88340"/>
                    <a:pt x="49063" y="68591"/>
                    <a:pt x="49063" y="44170"/>
                  </a:cubicBezTo>
                  <a:cubicBezTo>
                    <a:pt x="49063" y="19795"/>
                    <a:pt x="29269" y="0"/>
                    <a:pt x="489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1220050" y="1360700"/>
              <a:ext cx="5153225" cy="1472350"/>
            </a:xfrm>
            <a:custGeom>
              <a:avLst/>
              <a:gdLst/>
              <a:ahLst/>
              <a:cxnLst/>
              <a:rect l="l" t="t" r="r" b="b"/>
              <a:pathLst>
                <a:path w="206129" h="58894" extrusionOk="0">
                  <a:moveTo>
                    <a:pt x="9786" y="0"/>
                  </a:moveTo>
                  <a:cubicBezTo>
                    <a:pt x="4404" y="0"/>
                    <a:pt x="0" y="4404"/>
                    <a:pt x="0" y="9830"/>
                  </a:cubicBezTo>
                  <a:lnTo>
                    <a:pt x="0" y="58893"/>
                  </a:lnTo>
                  <a:lnTo>
                    <a:pt x="206128" y="58893"/>
                  </a:lnTo>
                  <a:lnTo>
                    <a:pt x="206128" y="9830"/>
                  </a:lnTo>
                  <a:cubicBezTo>
                    <a:pt x="206128" y="4404"/>
                    <a:pt x="201724" y="0"/>
                    <a:pt x="19634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1220050" y="2833025"/>
              <a:ext cx="5153225" cy="1472350"/>
            </a:xfrm>
            <a:custGeom>
              <a:avLst/>
              <a:gdLst/>
              <a:ahLst/>
              <a:cxnLst/>
              <a:rect l="l" t="t" r="r" b="b"/>
              <a:pathLst>
                <a:path w="206129" h="58894" extrusionOk="0">
                  <a:moveTo>
                    <a:pt x="0" y="0"/>
                  </a:moveTo>
                  <a:lnTo>
                    <a:pt x="0" y="49108"/>
                  </a:lnTo>
                  <a:cubicBezTo>
                    <a:pt x="0" y="54490"/>
                    <a:pt x="4404" y="58894"/>
                    <a:pt x="9786" y="58894"/>
                  </a:cubicBezTo>
                  <a:lnTo>
                    <a:pt x="196342" y="58894"/>
                  </a:lnTo>
                  <a:cubicBezTo>
                    <a:pt x="201724" y="58894"/>
                    <a:pt x="206128" y="54490"/>
                    <a:pt x="206128" y="49108"/>
                  </a:cubicBezTo>
                  <a:lnTo>
                    <a:pt x="20612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1833900" y="2710700"/>
              <a:ext cx="3925525" cy="244675"/>
            </a:xfrm>
            <a:custGeom>
              <a:avLst/>
              <a:gdLst/>
              <a:ahLst/>
              <a:cxnLst/>
              <a:rect l="l" t="t" r="r" b="b"/>
              <a:pathLst>
                <a:path w="157021" h="9787" extrusionOk="0">
                  <a:moveTo>
                    <a:pt x="4893" y="0"/>
                  </a:moveTo>
                  <a:cubicBezTo>
                    <a:pt x="2180" y="0"/>
                    <a:pt x="0" y="2180"/>
                    <a:pt x="0" y="4893"/>
                  </a:cubicBezTo>
                  <a:cubicBezTo>
                    <a:pt x="0" y="7607"/>
                    <a:pt x="2180" y="9786"/>
                    <a:pt x="4893" y="9786"/>
                  </a:cubicBezTo>
                  <a:lnTo>
                    <a:pt x="152127" y="9786"/>
                  </a:lnTo>
                  <a:cubicBezTo>
                    <a:pt x="154841" y="9786"/>
                    <a:pt x="157020" y="7607"/>
                    <a:pt x="157020" y="4893"/>
                  </a:cubicBezTo>
                  <a:cubicBezTo>
                    <a:pt x="157020" y="2180"/>
                    <a:pt x="154841" y="0"/>
                    <a:pt x="152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1832775" y="3201100"/>
              <a:ext cx="3927750" cy="245800"/>
            </a:xfrm>
            <a:custGeom>
              <a:avLst/>
              <a:gdLst/>
              <a:ahLst/>
              <a:cxnLst/>
              <a:rect l="l" t="t" r="r" b="b"/>
              <a:pathLst>
                <a:path w="157110" h="9832" extrusionOk="0">
                  <a:moveTo>
                    <a:pt x="4938" y="1"/>
                  </a:moveTo>
                  <a:cubicBezTo>
                    <a:pt x="2225" y="1"/>
                    <a:pt x="1" y="2225"/>
                    <a:pt x="1" y="4938"/>
                  </a:cubicBezTo>
                  <a:cubicBezTo>
                    <a:pt x="1" y="7607"/>
                    <a:pt x="2225" y="9831"/>
                    <a:pt x="4938" y="9831"/>
                  </a:cubicBezTo>
                  <a:lnTo>
                    <a:pt x="152172" y="9831"/>
                  </a:lnTo>
                  <a:cubicBezTo>
                    <a:pt x="154886" y="9831"/>
                    <a:pt x="157110" y="7607"/>
                    <a:pt x="157110" y="4938"/>
                  </a:cubicBezTo>
                  <a:cubicBezTo>
                    <a:pt x="157110" y="2225"/>
                    <a:pt x="154886" y="1"/>
                    <a:pt x="1521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1833900" y="3692625"/>
              <a:ext cx="3925525" cy="244675"/>
            </a:xfrm>
            <a:custGeom>
              <a:avLst/>
              <a:gdLst/>
              <a:ahLst/>
              <a:cxnLst/>
              <a:rect l="l" t="t" r="r" b="b"/>
              <a:pathLst>
                <a:path w="157021" h="9787" extrusionOk="0">
                  <a:moveTo>
                    <a:pt x="4893" y="1"/>
                  </a:moveTo>
                  <a:cubicBezTo>
                    <a:pt x="2180" y="1"/>
                    <a:pt x="0" y="2180"/>
                    <a:pt x="0" y="4894"/>
                  </a:cubicBezTo>
                  <a:cubicBezTo>
                    <a:pt x="0" y="7607"/>
                    <a:pt x="2180" y="9786"/>
                    <a:pt x="4893" y="9786"/>
                  </a:cubicBezTo>
                  <a:lnTo>
                    <a:pt x="152127" y="9786"/>
                  </a:lnTo>
                  <a:cubicBezTo>
                    <a:pt x="154841" y="9786"/>
                    <a:pt x="157020" y="7607"/>
                    <a:pt x="157020" y="4894"/>
                  </a:cubicBezTo>
                  <a:cubicBezTo>
                    <a:pt x="157020" y="2180"/>
                    <a:pt x="154841" y="1"/>
                    <a:pt x="152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12" name="Google Shape;412;p37"/>
          <p:cNvSpPr txBox="1">
            <a:spLocks noGrp="1"/>
          </p:cNvSpPr>
          <p:nvPr>
            <p:ph type="title" idx="2"/>
          </p:nvPr>
        </p:nvSpPr>
        <p:spPr>
          <a:xfrm>
            <a:off x="720150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3" name="Google Shape;413;p37"/>
          <p:cNvSpPr txBox="1">
            <a:spLocks noGrp="1"/>
          </p:cNvSpPr>
          <p:nvPr>
            <p:ph type="subTitle" idx="1"/>
          </p:nvPr>
        </p:nvSpPr>
        <p:spPr>
          <a:xfrm>
            <a:off x="720000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Patient</a:t>
            </a:r>
            <a:endParaRPr/>
          </a:p>
        </p:txBody>
      </p:sp>
      <p:sp>
        <p:nvSpPr>
          <p:cNvPr id="414" name="Google Shape;414;p37"/>
          <p:cNvSpPr txBox="1">
            <a:spLocks noGrp="1"/>
          </p:cNvSpPr>
          <p:nvPr>
            <p:ph type="subTitle" idx="3"/>
          </p:nvPr>
        </p:nvSpPr>
        <p:spPr>
          <a:xfrm>
            <a:off x="720000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15" name="Google Shape;415;p37"/>
          <p:cNvSpPr txBox="1">
            <a:spLocks noGrp="1"/>
          </p:cNvSpPr>
          <p:nvPr>
            <p:ph type="title" idx="4"/>
          </p:nvPr>
        </p:nvSpPr>
        <p:spPr>
          <a:xfrm>
            <a:off x="42943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16" name="Google Shape;416;p37"/>
          <p:cNvSpPr txBox="1">
            <a:spLocks noGrp="1"/>
          </p:cNvSpPr>
          <p:nvPr>
            <p:ph type="subTitle" idx="5"/>
          </p:nvPr>
        </p:nvSpPr>
        <p:spPr>
          <a:xfrm>
            <a:off x="42942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</a:t>
            </a:r>
            <a:endParaRPr/>
          </a:p>
        </p:txBody>
      </p:sp>
      <p:sp>
        <p:nvSpPr>
          <p:cNvPr id="417" name="Google Shape;417;p37"/>
          <p:cNvSpPr txBox="1">
            <a:spLocks noGrp="1"/>
          </p:cNvSpPr>
          <p:nvPr>
            <p:ph type="subTitle" idx="6"/>
          </p:nvPr>
        </p:nvSpPr>
        <p:spPr>
          <a:xfrm>
            <a:off x="4294246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18" name="Google Shape;418;p37"/>
          <p:cNvSpPr txBox="1">
            <a:spLocks noGrp="1"/>
          </p:cNvSpPr>
          <p:nvPr>
            <p:ph type="title" idx="7"/>
          </p:nvPr>
        </p:nvSpPr>
        <p:spPr>
          <a:xfrm>
            <a:off x="25071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subTitle" idx="8"/>
          </p:nvPr>
        </p:nvSpPr>
        <p:spPr>
          <a:xfrm>
            <a:off x="25070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20" name="Google Shape;420;p37"/>
          <p:cNvSpPr txBox="1">
            <a:spLocks noGrp="1"/>
          </p:cNvSpPr>
          <p:nvPr>
            <p:ph type="subTitle" idx="9"/>
          </p:nvPr>
        </p:nvSpPr>
        <p:spPr>
          <a:xfrm>
            <a:off x="2507042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21" name="Google Shape;421;p37"/>
          <p:cNvSpPr txBox="1">
            <a:spLocks noGrp="1"/>
          </p:cNvSpPr>
          <p:nvPr>
            <p:ph type="title" idx="13"/>
          </p:nvPr>
        </p:nvSpPr>
        <p:spPr>
          <a:xfrm>
            <a:off x="720150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subTitle" idx="14"/>
          </p:nvPr>
        </p:nvSpPr>
        <p:spPr>
          <a:xfrm>
            <a:off x="720000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</a:t>
            </a:r>
            <a:endParaRPr/>
          </a:p>
        </p:txBody>
      </p:sp>
      <p:sp>
        <p:nvSpPr>
          <p:cNvPr id="423" name="Google Shape;423;p37"/>
          <p:cNvSpPr txBox="1">
            <a:spLocks noGrp="1"/>
          </p:cNvSpPr>
          <p:nvPr>
            <p:ph type="subTitle" idx="15"/>
          </p:nvPr>
        </p:nvSpPr>
        <p:spPr>
          <a:xfrm>
            <a:off x="720000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24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2507188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25" name="Google Shape;425;p37"/>
          <p:cNvSpPr txBox="1">
            <a:spLocks noGrp="1"/>
          </p:cNvSpPr>
          <p:nvPr>
            <p:ph type="subTitle" idx="17"/>
          </p:nvPr>
        </p:nvSpPr>
        <p:spPr>
          <a:xfrm>
            <a:off x="2507038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Monitoring</a:t>
            </a:r>
            <a:endParaRPr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18"/>
          </p:nvPr>
        </p:nvSpPr>
        <p:spPr>
          <a:xfrm>
            <a:off x="2507044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grpSp>
        <p:nvGrpSpPr>
          <p:cNvPr id="427" name="Google Shape;427;p37"/>
          <p:cNvGrpSpPr/>
          <p:nvPr/>
        </p:nvGrpSpPr>
        <p:grpSpPr>
          <a:xfrm>
            <a:off x="4736279" y="1049867"/>
            <a:ext cx="3775251" cy="3830131"/>
            <a:chOff x="4736279" y="1049867"/>
            <a:chExt cx="3775251" cy="3830131"/>
          </a:xfrm>
        </p:grpSpPr>
        <p:sp>
          <p:nvSpPr>
            <p:cNvPr id="428" name="Google Shape;428;p37"/>
            <p:cNvSpPr/>
            <p:nvPr/>
          </p:nvSpPr>
          <p:spPr>
            <a:xfrm>
              <a:off x="8103196" y="1093318"/>
              <a:ext cx="408334" cy="1392711"/>
            </a:xfrm>
            <a:custGeom>
              <a:avLst/>
              <a:gdLst/>
              <a:ahLst/>
              <a:cxnLst/>
              <a:rect l="l" t="t" r="r" b="b"/>
              <a:pathLst>
                <a:path w="20900" h="71284" extrusionOk="0">
                  <a:moveTo>
                    <a:pt x="3228" y="0"/>
                  </a:moveTo>
                  <a:cubicBezTo>
                    <a:pt x="1428" y="0"/>
                    <a:pt x="1" y="2438"/>
                    <a:pt x="1760" y="3980"/>
                  </a:cubicBezTo>
                  <a:cubicBezTo>
                    <a:pt x="1924" y="4117"/>
                    <a:pt x="16135" y="16438"/>
                    <a:pt x="13863" y="36673"/>
                  </a:cubicBezTo>
                  <a:lnTo>
                    <a:pt x="7674" y="70407"/>
                  </a:lnTo>
                  <a:lnTo>
                    <a:pt x="12083" y="71283"/>
                  </a:lnTo>
                  <a:lnTo>
                    <a:pt x="18271" y="37413"/>
                  </a:lnTo>
                  <a:cubicBezTo>
                    <a:pt x="18298" y="37358"/>
                    <a:pt x="18298" y="37303"/>
                    <a:pt x="18298" y="37248"/>
                  </a:cubicBezTo>
                  <a:cubicBezTo>
                    <a:pt x="20900" y="14522"/>
                    <a:pt x="5320" y="1105"/>
                    <a:pt x="4662" y="557"/>
                  </a:cubicBezTo>
                  <a:cubicBezTo>
                    <a:pt x="4192" y="166"/>
                    <a:pt x="3697" y="0"/>
                    <a:pt x="3228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7482236" y="2468895"/>
              <a:ext cx="856504" cy="880028"/>
            </a:xfrm>
            <a:custGeom>
              <a:avLst/>
              <a:gdLst/>
              <a:ahLst/>
              <a:cxnLst/>
              <a:rect l="l" t="t" r="r" b="b"/>
              <a:pathLst>
                <a:path w="43839" h="45043" extrusionOk="0">
                  <a:moveTo>
                    <a:pt x="39457" y="0"/>
                  </a:moveTo>
                  <a:lnTo>
                    <a:pt x="36336" y="17114"/>
                  </a:lnTo>
                  <a:cubicBezTo>
                    <a:pt x="36100" y="17980"/>
                    <a:pt x="30099" y="40571"/>
                    <a:pt x="5757" y="40571"/>
                  </a:cubicBezTo>
                  <a:cubicBezTo>
                    <a:pt x="4712" y="40571"/>
                    <a:pt x="3633" y="40529"/>
                    <a:pt x="2520" y="40443"/>
                  </a:cubicBezTo>
                  <a:cubicBezTo>
                    <a:pt x="2439" y="40434"/>
                    <a:pt x="2359" y="40429"/>
                    <a:pt x="2279" y="40429"/>
                  </a:cubicBezTo>
                  <a:cubicBezTo>
                    <a:pt x="1148" y="40429"/>
                    <a:pt x="185" y="41319"/>
                    <a:pt x="83" y="42496"/>
                  </a:cubicBezTo>
                  <a:cubicBezTo>
                    <a:pt x="1" y="43728"/>
                    <a:pt x="932" y="44824"/>
                    <a:pt x="2191" y="44906"/>
                  </a:cubicBezTo>
                  <a:cubicBezTo>
                    <a:pt x="3423" y="44988"/>
                    <a:pt x="4628" y="45043"/>
                    <a:pt x="5778" y="45043"/>
                  </a:cubicBezTo>
                  <a:cubicBezTo>
                    <a:pt x="33652" y="45043"/>
                    <a:pt x="40635" y="18318"/>
                    <a:pt x="40689" y="18045"/>
                  </a:cubicBezTo>
                  <a:lnTo>
                    <a:pt x="43838" y="876"/>
                  </a:lnTo>
                  <a:lnTo>
                    <a:pt x="39457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8076059" y="1049867"/>
              <a:ext cx="157296" cy="175017"/>
            </a:xfrm>
            <a:custGeom>
              <a:avLst/>
              <a:gdLst/>
              <a:ahLst/>
              <a:cxnLst/>
              <a:rect l="l" t="t" r="r" b="b"/>
              <a:pathLst>
                <a:path w="8051" h="8958" extrusionOk="0">
                  <a:moveTo>
                    <a:pt x="4912" y="0"/>
                  </a:moveTo>
                  <a:cubicBezTo>
                    <a:pt x="3889" y="0"/>
                    <a:pt x="2906" y="573"/>
                    <a:pt x="2437" y="1549"/>
                  </a:cubicBezTo>
                  <a:lnTo>
                    <a:pt x="712" y="4944"/>
                  </a:lnTo>
                  <a:cubicBezTo>
                    <a:pt x="0" y="6313"/>
                    <a:pt x="548" y="7984"/>
                    <a:pt x="1917" y="8668"/>
                  </a:cubicBezTo>
                  <a:cubicBezTo>
                    <a:pt x="2310" y="8865"/>
                    <a:pt x="2727" y="8957"/>
                    <a:pt x="3139" y="8957"/>
                  </a:cubicBezTo>
                  <a:cubicBezTo>
                    <a:pt x="4161" y="8957"/>
                    <a:pt x="5145" y="8385"/>
                    <a:pt x="5613" y="7409"/>
                  </a:cubicBezTo>
                  <a:lnTo>
                    <a:pt x="7338" y="4013"/>
                  </a:lnTo>
                  <a:cubicBezTo>
                    <a:pt x="8050" y="2672"/>
                    <a:pt x="7503" y="974"/>
                    <a:pt x="6133" y="289"/>
                  </a:cubicBezTo>
                  <a:cubicBezTo>
                    <a:pt x="5741" y="93"/>
                    <a:pt x="5323" y="0"/>
                    <a:pt x="491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6515559" y="1094061"/>
              <a:ext cx="393759" cy="1391969"/>
            </a:xfrm>
            <a:custGeom>
              <a:avLst/>
              <a:gdLst/>
              <a:ahLst/>
              <a:cxnLst/>
              <a:rect l="l" t="t" r="r" b="b"/>
              <a:pathLst>
                <a:path w="20154" h="71246" extrusionOk="0">
                  <a:moveTo>
                    <a:pt x="17669" y="0"/>
                  </a:moveTo>
                  <a:cubicBezTo>
                    <a:pt x="17168" y="0"/>
                    <a:pt x="16660" y="169"/>
                    <a:pt x="16238" y="519"/>
                  </a:cubicBezTo>
                  <a:cubicBezTo>
                    <a:pt x="15581" y="1067"/>
                    <a:pt x="1" y="14484"/>
                    <a:pt x="2602" y="37210"/>
                  </a:cubicBezTo>
                  <a:cubicBezTo>
                    <a:pt x="2602" y="37265"/>
                    <a:pt x="2602" y="37320"/>
                    <a:pt x="2629" y="37375"/>
                  </a:cubicBezTo>
                  <a:lnTo>
                    <a:pt x="8817" y="71245"/>
                  </a:lnTo>
                  <a:lnTo>
                    <a:pt x="13226" y="70369"/>
                  </a:lnTo>
                  <a:lnTo>
                    <a:pt x="7038" y="36635"/>
                  </a:lnTo>
                  <a:cubicBezTo>
                    <a:pt x="4765" y="16400"/>
                    <a:pt x="18976" y="4079"/>
                    <a:pt x="19140" y="3942"/>
                  </a:cubicBezTo>
                  <a:cubicBezTo>
                    <a:pt x="20044" y="3120"/>
                    <a:pt x="20153" y="1724"/>
                    <a:pt x="19359" y="793"/>
                  </a:cubicBezTo>
                  <a:cubicBezTo>
                    <a:pt x="18930" y="272"/>
                    <a:pt x="18305" y="0"/>
                    <a:pt x="1766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6687822" y="2468895"/>
              <a:ext cx="857559" cy="880028"/>
            </a:xfrm>
            <a:custGeom>
              <a:avLst/>
              <a:gdLst/>
              <a:ahLst/>
              <a:cxnLst/>
              <a:rect l="l" t="t" r="r" b="b"/>
              <a:pathLst>
                <a:path w="43893" h="45043" extrusionOk="0">
                  <a:moveTo>
                    <a:pt x="4409" y="0"/>
                  </a:moveTo>
                  <a:lnTo>
                    <a:pt x="0" y="876"/>
                  </a:lnTo>
                  <a:lnTo>
                    <a:pt x="3149" y="18045"/>
                  </a:lnTo>
                  <a:cubicBezTo>
                    <a:pt x="3231" y="18318"/>
                    <a:pt x="10214" y="45043"/>
                    <a:pt x="38088" y="45043"/>
                  </a:cubicBezTo>
                  <a:cubicBezTo>
                    <a:pt x="39238" y="45043"/>
                    <a:pt x="40443" y="44988"/>
                    <a:pt x="41675" y="44906"/>
                  </a:cubicBezTo>
                  <a:cubicBezTo>
                    <a:pt x="42934" y="44824"/>
                    <a:pt x="43893" y="43728"/>
                    <a:pt x="43783" y="42469"/>
                  </a:cubicBezTo>
                  <a:cubicBezTo>
                    <a:pt x="43706" y="41317"/>
                    <a:pt x="42721" y="40429"/>
                    <a:pt x="41587" y="40429"/>
                  </a:cubicBezTo>
                  <a:cubicBezTo>
                    <a:pt x="41508" y="40429"/>
                    <a:pt x="41427" y="40434"/>
                    <a:pt x="41346" y="40443"/>
                  </a:cubicBezTo>
                  <a:cubicBezTo>
                    <a:pt x="40233" y="40529"/>
                    <a:pt x="39154" y="40571"/>
                    <a:pt x="38109" y="40571"/>
                  </a:cubicBezTo>
                  <a:cubicBezTo>
                    <a:pt x="13767" y="40571"/>
                    <a:pt x="7767" y="17980"/>
                    <a:pt x="7530" y="17114"/>
                  </a:cubicBezTo>
                  <a:lnTo>
                    <a:pt x="4409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6793734" y="1049867"/>
              <a:ext cx="156769" cy="175017"/>
            </a:xfrm>
            <a:custGeom>
              <a:avLst/>
              <a:gdLst/>
              <a:ahLst/>
              <a:cxnLst/>
              <a:rect l="l" t="t" r="r" b="b"/>
              <a:pathLst>
                <a:path w="8024" h="8958" extrusionOk="0">
                  <a:moveTo>
                    <a:pt x="3139" y="0"/>
                  </a:moveTo>
                  <a:cubicBezTo>
                    <a:pt x="2728" y="0"/>
                    <a:pt x="2310" y="93"/>
                    <a:pt x="1918" y="289"/>
                  </a:cubicBezTo>
                  <a:cubicBezTo>
                    <a:pt x="548" y="974"/>
                    <a:pt x="1" y="2672"/>
                    <a:pt x="713" y="4013"/>
                  </a:cubicBezTo>
                  <a:lnTo>
                    <a:pt x="2438" y="7409"/>
                  </a:lnTo>
                  <a:cubicBezTo>
                    <a:pt x="2906" y="8385"/>
                    <a:pt x="3890" y="8957"/>
                    <a:pt x="4912" y="8957"/>
                  </a:cubicBezTo>
                  <a:cubicBezTo>
                    <a:pt x="5324" y="8957"/>
                    <a:pt x="5741" y="8865"/>
                    <a:pt x="6134" y="8668"/>
                  </a:cubicBezTo>
                  <a:cubicBezTo>
                    <a:pt x="7503" y="7984"/>
                    <a:pt x="8024" y="6313"/>
                    <a:pt x="7339" y="4944"/>
                  </a:cubicBezTo>
                  <a:lnTo>
                    <a:pt x="5614" y="1549"/>
                  </a:lnTo>
                  <a:cubicBezTo>
                    <a:pt x="5145" y="573"/>
                    <a:pt x="4162" y="0"/>
                    <a:pt x="313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4875894" y="3095873"/>
              <a:ext cx="2652372" cy="1784125"/>
            </a:xfrm>
            <a:custGeom>
              <a:avLst/>
              <a:gdLst/>
              <a:ahLst/>
              <a:cxnLst/>
              <a:rect l="l" t="t" r="r" b="b"/>
              <a:pathLst>
                <a:path w="135758" h="91318" extrusionOk="0">
                  <a:moveTo>
                    <a:pt x="60979" y="0"/>
                  </a:moveTo>
                  <a:cubicBezTo>
                    <a:pt x="51505" y="0"/>
                    <a:pt x="43838" y="7694"/>
                    <a:pt x="43811" y="17168"/>
                  </a:cubicBezTo>
                  <a:lnTo>
                    <a:pt x="43729" y="46549"/>
                  </a:lnTo>
                  <a:cubicBezTo>
                    <a:pt x="43729" y="53558"/>
                    <a:pt x="38061" y="59226"/>
                    <a:pt x="31051" y="59226"/>
                  </a:cubicBezTo>
                  <a:lnTo>
                    <a:pt x="17169" y="59226"/>
                  </a:lnTo>
                  <a:cubicBezTo>
                    <a:pt x="10159" y="59226"/>
                    <a:pt x="4491" y="53558"/>
                    <a:pt x="4491" y="46549"/>
                  </a:cubicBezTo>
                  <a:lnTo>
                    <a:pt x="4491" y="17442"/>
                  </a:lnTo>
                  <a:lnTo>
                    <a:pt x="1" y="17442"/>
                  </a:lnTo>
                  <a:lnTo>
                    <a:pt x="1" y="46549"/>
                  </a:lnTo>
                  <a:cubicBezTo>
                    <a:pt x="1" y="56023"/>
                    <a:pt x="7695" y="63717"/>
                    <a:pt x="17169" y="63717"/>
                  </a:cubicBezTo>
                  <a:lnTo>
                    <a:pt x="31051" y="63717"/>
                  </a:lnTo>
                  <a:cubicBezTo>
                    <a:pt x="40525" y="63689"/>
                    <a:pt x="48192" y="56023"/>
                    <a:pt x="48192" y="46549"/>
                  </a:cubicBezTo>
                  <a:lnTo>
                    <a:pt x="48301" y="17168"/>
                  </a:lnTo>
                  <a:cubicBezTo>
                    <a:pt x="48301" y="10159"/>
                    <a:pt x="53969" y="4491"/>
                    <a:pt x="60979" y="4463"/>
                  </a:cubicBezTo>
                  <a:lnTo>
                    <a:pt x="74861" y="4463"/>
                  </a:lnTo>
                  <a:cubicBezTo>
                    <a:pt x="81871" y="4491"/>
                    <a:pt x="87539" y="10159"/>
                    <a:pt x="87539" y="17168"/>
                  </a:cubicBezTo>
                  <a:lnTo>
                    <a:pt x="87539" y="74149"/>
                  </a:lnTo>
                  <a:cubicBezTo>
                    <a:pt x="87566" y="83623"/>
                    <a:pt x="95233" y="91317"/>
                    <a:pt x="104707" y="91317"/>
                  </a:cubicBezTo>
                  <a:lnTo>
                    <a:pt x="118589" y="91317"/>
                  </a:lnTo>
                  <a:cubicBezTo>
                    <a:pt x="128063" y="91317"/>
                    <a:pt x="135758" y="83623"/>
                    <a:pt x="135758" y="74149"/>
                  </a:cubicBezTo>
                  <a:lnTo>
                    <a:pt x="135758" y="12952"/>
                  </a:lnTo>
                  <a:lnTo>
                    <a:pt x="131267" y="12952"/>
                  </a:lnTo>
                  <a:lnTo>
                    <a:pt x="131267" y="74149"/>
                  </a:lnTo>
                  <a:cubicBezTo>
                    <a:pt x="131267" y="81159"/>
                    <a:pt x="125599" y="86827"/>
                    <a:pt x="118589" y="86854"/>
                  </a:cubicBezTo>
                  <a:lnTo>
                    <a:pt x="104707" y="86854"/>
                  </a:lnTo>
                  <a:cubicBezTo>
                    <a:pt x="97725" y="86827"/>
                    <a:pt x="92029" y="81159"/>
                    <a:pt x="92029" y="74149"/>
                  </a:cubicBezTo>
                  <a:lnTo>
                    <a:pt x="92029" y="17168"/>
                  </a:lnTo>
                  <a:cubicBezTo>
                    <a:pt x="92029" y="7694"/>
                    <a:pt x="84335" y="0"/>
                    <a:pt x="7486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7277346" y="3096400"/>
              <a:ext cx="414078" cy="414078"/>
            </a:xfrm>
            <a:custGeom>
              <a:avLst/>
              <a:gdLst/>
              <a:ahLst/>
              <a:cxnLst/>
              <a:rect l="l" t="t" r="r" b="b"/>
              <a:pathLst>
                <a:path w="21194" h="21194" extrusionOk="0">
                  <a:moveTo>
                    <a:pt x="8297" y="1"/>
                  </a:moveTo>
                  <a:cubicBezTo>
                    <a:pt x="7777" y="1"/>
                    <a:pt x="7366" y="411"/>
                    <a:pt x="7366" y="932"/>
                  </a:cubicBezTo>
                  <a:lnTo>
                    <a:pt x="7366" y="7394"/>
                  </a:lnTo>
                  <a:lnTo>
                    <a:pt x="932" y="7394"/>
                  </a:lnTo>
                  <a:cubicBezTo>
                    <a:pt x="916" y="7393"/>
                    <a:pt x="901" y="7392"/>
                    <a:pt x="885" y="7392"/>
                  </a:cubicBezTo>
                  <a:cubicBezTo>
                    <a:pt x="387" y="7392"/>
                    <a:pt x="1" y="7819"/>
                    <a:pt x="1" y="8297"/>
                  </a:cubicBezTo>
                  <a:lnTo>
                    <a:pt x="1" y="12897"/>
                  </a:lnTo>
                  <a:cubicBezTo>
                    <a:pt x="1" y="13417"/>
                    <a:pt x="411" y="13828"/>
                    <a:pt x="932" y="13828"/>
                  </a:cubicBezTo>
                  <a:lnTo>
                    <a:pt x="7366" y="13828"/>
                  </a:lnTo>
                  <a:lnTo>
                    <a:pt x="7366" y="20290"/>
                  </a:lnTo>
                  <a:cubicBezTo>
                    <a:pt x="7366" y="20783"/>
                    <a:pt x="7777" y="21194"/>
                    <a:pt x="8297" y="21194"/>
                  </a:cubicBezTo>
                  <a:lnTo>
                    <a:pt x="12897" y="21194"/>
                  </a:lnTo>
                  <a:cubicBezTo>
                    <a:pt x="13418" y="21194"/>
                    <a:pt x="13828" y="20783"/>
                    <a:pt x="13828" y="20290"/>
                  </a:cubicBezTo>
                  <a:lnTo>
                    <a:pt x="13828" y="13828"/>
                  </a:lnTo>
                  <a:lnTo>
                    <a:pt x="20290" y="13828"/>
                  </a:lnTo>
                  <a:cubicBezTo>
                    <a:pt x="20783" y="13828"/>
                    <a:pt x="21194" y="13417"/>
                    <a:pt x="21194" y="12897"/>
                  </a:cubicBezTo>
                  <a:lnTo>
                    <a:pt x="21194" y="8297"/>
                  </a:lnTo>
                  <a:cubicBezTo>
                    <a:pt x="21194" y="7819"/>
                    <a:pt x="20807" y="7392"/>
                    <a:pt x="20334" y="7392"/>
                  </a:cubicBezTo>
                  <a:cubicBezTo>
                    <a:pt x="20320" y="7392"/>
                    <a:pt x="20305" y="7393"/>
                    <a:pt x="20290" y="7394"/>
                  </a:cubicBezTo>
                  <a:lnTo>
                    <a:pt x="13828" y="7394"/>
                  </a:lnTo>
                  <a:lnTo>
                    <a:pt x="13828" y="932"/>
                  </a:lnTo>
                  <a:cubicBezTo>
                    <a:pt x="13828" y="411"/>
                    <a:pt x="13418" y="1"/>
                    <a:pt x="12897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736279" y="3406675"/>
              <a:ext cx="409252" cy="393837"/>
            </a:xfrm>
            <a:custGeom>
              <a:avLst/>
              <a:gdLst/>
              <a:ahLst/>
              <a:cxnLst/>
              <a:rect l="l" t="t" r="r" b="b"/>
              <a:pathLst>
                <a:path w="20947" h="20158" extrusionOk="0">
                  <a:moveTo>
                    <a:pt x="10076" y="1"/>
                  </a:moveTo>
                  <a:cubicBezTo>
                    <a:pt x="4518" y="1"/>
                    <a:pt x="0" y="4519"/>
                    <a:pt x="0" y="10077"/>
                  </a:cubicBezTo>
                  <a:cubicBezTo>
                    <a:pt x="0" y="14157"/>
                    <a:pt x="2464" y="17826"/>
                    <a:pt x="6216" y="19387"/>
                  </a:cubicBezTo>
                  <a:cubicBezTo>
                    <a:pt x="7470" y="19905"/>
                    <a:pt x="8785" y="20158"/>
                    <a:pt x="10087" y="20158"/>
                  </a:cubicBezTo>
                  <a:cubicBezTo>
                    <a:pt x="12707" y="20158"/>
                    <a:pt x="15275" y="19135"/>
                    <a:pt x="17196" y="17196"/>
                  </a:cubicBezTo>
                  <a:cubicBezTo>
                    <a:pt x="20098" y="14321"/>
                    <a:pt x="20947" y="9995"/>
                    <a:pt x="19386" y="6216"/>
                  </a:cubicBezTo>
                  <a:cubicBezTo>
                    <a:pt x="17825" y="2465"/>
                    <a:pt x="14156" y="1"/>
                    <a:pt x="1007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849147" y="3519563"/>
              <a:ext cx="196352" cy="168198"/>
            </a:xfrm>
            <a:custGeom>
              <a:avLst/>
              <a:gdLst/>
              <a:ahLst/>
              <a:cxnLst/>
              <a:rect l="l" t="t" r="r" b="b"/>
              <a:pathLst>
                <a:path w="10050" h="8609" extrusionOk="0">
                  <a:moveTo>
                    <a:pt x="4299" y="0"/>
                  </a:moveTo>
                  <a:cubicBezTo>
                    <a:pt x="1917" y="0"/>
                    <a:pt x="0" y="1917"/>
                    <a:pt x="0" y="4299"/>
                  </a:cubicBezTo>
                  <a:cubicBezTo>
                    <a:pt x="0" y="6892"/>
                    <a:pt x="2118" y="8608"/>
                    <a:pt x="4327" y="8608"/>
                  </a:cubicBezTo>
                  <a:cubicBezTo>
                    <a:pt x="5384" y="8608"/>
                    <a:pt x="6462" y="8216"/>
                    <a:pt x="7339" y="7338"/>
                  </a:cubicBezTo>
                  <a:cubicBezTo>
                    <a:pt x="10049" y="4628"/>
                    <a:pt x="8133" y="0"/>
                    <a:pt x="429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>
            <a:spLocks noGrp="1"/>
          </p:cNvSpPr>
          <p:nvPr>
            <p:ph type="title"/>
          </p:nvPr>
        </p:nvSpPr>
        <p:spPr>
          <a:xfrm>
            <a:off x="720000" y="1767600"/>
            <a:ext cx="3136500" cy="9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43" name="Google Shape;443;p38"/>
          <p:cNvSpPr txBox="1">
            <a:spLocks noGrp="1"/>
          </p:cNvSpPr>
          <p:nvPr>
            <p:ph type="body" idx="1"/>
          </p:nvPr>
        </p:nvSpPr>
        <p:spPr>
          <a:xfrm>
            <a:off x="720000" y="2667600"/>
            <a:ext cx="31365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  <a:endParaRPr/>
          </a:p>
        </p:txBody>
      </p:sp>
      <p:grpSp>
        <p:nvGrpSpPr>
          <p:cNvPr id="444" name="Google Shape;444;p38"/>
          <p:cNvGrpSpPr/>
          <p:nvPr/>
        </p:nvGrpSpPr>
        <p:grpSpPr>
          <a:xfrm>
            <a:off x="5247496" y="678574"/>
            <a:ext cx="3682737" cy="4188102"/>
            <a:chOff x="5247496" y="678574"/>
            <a:chExt cx="3682737" cy="4188102"/>
          </a:xfrm>
        </p:grpSpPr>
        <p:sp>
          <p:nvSpPr>
            <p:cNvPr id="445" name="Google Shape;445;p38"/>
            <p:cNvSpPr/>
            <p:nvPr/>
          </p:nvSpPr>
          <p:spPr>
            <a:xfrm>
              <a:off x="7299561" y="765718"/>
              <a:ext cx="123745" cy="12374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" y="0"/>
                  </a:moveTo>
                  <a:lnTo>
                    <a:pt x="1" y="1922"/>
                  </a:lnTo>
                  <a:cubicBezTo>
                    <a:pt x="1" y="2991"/>
                    <a:pt x="870" y="3860"/>
                    <a:pt x="1939" y="3860"/>
                  </a:cubicBezTo>
                  <a:cubicBezTo>
                    <a:pt x="3008" y="3860"/>
                    <a:pt x="3861" y="2991"/>
                    <a:pt x="3861" y="1922"/>
                  </a:cubicBezTo>
                  <a:lnTo>
                    <a:pt x="3861" y="418"/>
                  </a:lnTo>
                  <a:lnTo>
                    <a:pt x="3008" y="418"/>
                  </a:lnTo>
                  <a:lnTo>
                    <a:pt x="3008" y="1922"/>
                  </a:lnTo>
                  <a:cubicBezTo>
                    <a:pt x="3008" y="2523"/>
                    <a:pt x="2524" y="3008"/>
                    <a:pt x="1939" y="3008"/>
                  </a:cubicBezTo>
                  <a:cubicBezTo>
                    <a:pt x="1338" y="3008"/>
                    <a:pt x="853" y="2523"/>
                    <a:pt x="853" y="1922"/>
                  </a:cubicBezTo>
                  <a:lnTo>
                    <a:pt x="85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6798876" y="765718"/>
              <a:ext cx="124258" cy="123745"/>
            </a:xfrm>
            <a:custGeom>
              <a:avLst/>
              <a:gdLst/>
              <a:ahLst/>
              <a:cxnLst/>
              <a:rect l="l" t="t" r="r" b="b"/>
              <a:pathLst>
                <a:path w="3877" h="3861" extrusionOk="0">
                  <a:moveTo>
                    <a:pt x="0" y="0"/>
                  </a:moveTo>
                  <a:lnTo>
                    <a:pt x="0" y="1922"/>
                  </a:lnTo>
                  <a:cubicBezTo>
                    <a:pt x="0" y="2991"/>
                    <a:pt x="869" y="3860"/>
                    <a:pt x="1939" y="3860"/>
                  </a:cubicBezTo>
                  <a:cubicBezTo>
                    <a:pt x="3008" y="3860"/>
                    <a:pt x="3860" y="2991"/>
                    <a:pt x="3877" y="1922"/>
                  </a:cubicBezTo>
                  <a:lnTo>
                    <a:pt x="3877" y="418"/>
                  </a:lnTo>
                  <a:lnTo>
                    <a:pt x="3008" y="418"/>
                  </a:lnTo>
                  <a:lnTo>
                    <a:pt x="3008" y="1922"/>
                  </a:lnTo>
                  <a:cubicBezTo>
                    <a:pt x="3008" y="2523"/>
                    <a:pt x="2523" y="3008"/>
                    <a:pt x="1939" y="3008"/>
                  </a:cubicBezTo>
                  <a:cubicBezTo>
                    <a:pt x="1337" y="3008"/>
                    <a:pt x="852" y="2523"/>
                    <a:pt x="852" y="192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7084281" y="678574"/>
              <a:ext cx="66440" cy="4168263"/>
            </a:xfrm>
            <a:custGeom>
              <a:avLst/>
              <a:gdLst/>
              <a:ahLst/>
              <a:cxnLst/>
              <a:rect l="l" t="t" r="r" b="b"/>
              <a:pathLst>
                <a:path w="2073" h="130055" extrusionOk="0">
                  <a:moveTo>
                    <a:pt x="1037" y="0"/>
                  </a:moveTo>
                  <a:cubicBezTo>
                    <a:pt x="523" y="0"/>
                    <a:pt x="9" y="338"/>
                    <a:pt x="1" y="1015"/>
                  </a:cubicBezTo>
                  <a:lnTo>
                    <a:pt x="1" y="130055"/>
                  </a:lnTo>
                  <a:lnTo>
                    <a:pt x="2073" y="130055"/>
                  </a:lnTo>
                  <a:lnTo>
                    <a:pt x="2073" y="1015"/>
                  </a:lnTo>
                  <a:cubicBezTo>
                    <a:pt x="2065" y="338"/>
                    <a:pt x="1551" y="0"/>
                    <a:pt x="103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>
              <a:off x="6847592" y="741071"/>
              <a:ext cx="527511" cy="49293"/>
            </a:xfrm>
            <a:custGeom>
              <a:avLst/>
              <a:gdLst/>
              <a:ahLst/>
              <a:cxnLst/>
              <a:rect l="l" t="t" r="r" b="b"/>
              <a:pathLst>
                <a:path w="16459" h="1538" extrusionOk="0">
                  <a:moveTo>
                    <a:pt x="1020" y="1"/>
                  </a:moveTo>
                  <a:cubicBezTo>
                    <a:pt x="1" y="1"/>
                    <a:pt x="1" y="1538"/>
                    <a:pt x="1020" y="1538"/>
                  </a:cubicBezTo>
                  <a:lnTo>
                    <a:pt x="15423" y="1538"/>
                  </a:lnTo>
                  <a:cubicBezTo>
                    <a:pt x="16459" y="1538"/>
                    <a:pt x="16459" y="1"/>
                    <a:pt x="1542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7299561" y="2580004"/>
              <a:ext cx="123745" cy="12374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" y="1"/>
                  </a:moveTo>
                  <a:lnTo>
                    <a:pt x="1" y="1922"/>
                  </a:lnTo>
                  <a:cubicBezTo>
                    <a:pt x="1" y="2992"/>
                    <a:pt x="870" y="3860"/>
                    <a:pt x="1939" y="3860"/>
                  </a:cubicBezTo>
                  <a:cubicBezTo>
                    <a:pt x="3008" y="3860"/>
                    <a:pt x="3861" y="2992"/>
                    <a:pt x="3861" y="1922"/>
                  </a:cubicBezTo>
                  <a:lnTo>
                    <a:pt x="3861" y="419"/>
                  </a:lnTo>
                  <a:lnTo>
                    <a:pt x="3008" y="419"/>
                  </a:lnTo>
                  <a:lnTo>
                    <a:pt x="3008" y="1922"/>
                  </a:lnTo>
                  <a:cubicBezTo>
                    <a:pt x="3008" y="2524"/>
                    <a:pt x="2524" y="3008"/>
                    <a:pt x="1939" y="3008"/>
                  </a:cubicBezTo>
                  <a:cubicBezTo>
                    <a:pt x="1338" y="3008"/>
                    <a:pt x="853" y="2524"/>
                    <a:pt x="853" y="1922"/>
                  </a:cubicBezTo>
                  <a:lnTo>
                    <a:pt x="853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6798876" y="2580004"/>
              <a:ext cx="124258" cy="123745"/>
            </a:xfrm>
            <a:custGeom>
              <a:avLst/>
              <a:gdLst/>
              <a:ahLst/>
              <a:cxnLst/>
              <a:rect l="l" t="t" r="r" b="b"/>
              <a:pathLst>
                <a:path w="3877" h="3861" extrusionOk="0">
                  <a:moveTo>
                    <a:pt x="0" y="1"/>
                  </a:moveTo>
                  <a:lnTo>
                    <a:pt x="0" y="1922"/>
                  </a:lnTo>
                  <a:cubicBezTo>
                    <a:pt x="0" y="2992"/>
                    <a:pt x="869" y="3860"/>
                    <a:pt x="1939" y="3860"/>
                  </a:cubicBezTo>
                  <a:cubicBezTo>
                    <a:pt x="3008" y="3860"/>
                    <a:pt x="3860" y="2992"/>
                    <a:pt x="3877" y="1922"/>
                  </a:cubicBezTo>
                  <a:lnTo>
                    <a:pt x="3877" y="419"/>
                  </a:lnTo>
                  <a:lnTo>
                    <a:pt x="3008" y="419"/>
                  </a:lnTo>
                  <a:lnTo>
                    <a:pt x="3008" y="1922"/>
                  </a:lnTo>
                  <a:cubicBezTo>
                    <a:pt x="3008" y="2524"/>
                    <a:pt x="2523" y="3008"/>
                    <a:pt x="1939" y="3008"/>
                  </a:cubicBezTo>
                  <a:cubicBezTo>
                    <a:pt x="1337" y="3008"/>
                    <a:pt x="852" y="2524"/>
                    <a:pt x="852" y="1922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6847592" y="2555902"/>
              <a:ext cx="527511" cy="48780"/>
            </a:xfrm>
            <a:custGeom>
              <a:avLst/>
              <a:gdLst/>
              <a:ahLst/>
              <a:cxnLst/>
              <a:rect l="l" t="t" r="r" b="b"/>
              <a:pathLst>
                <a:path w="16459" h="1522" extrusionOk="0">
                  <a:moveTo>
                    <a:pt x="1020" y="1"/>
                  </a:moveTo>
                  <a:cubicBezTo>
                    <a:pt x="1" y="1"/>
                    <a:pt x="1" y="1521"/>
                    <a:pt x="1020" y="1521"/>
                  </a:cubicBezTo>
                  <a:lnTo>
                    <a:pt x="15423" y="1521"/>
                  </a:lnTo>
                  <a:cubicBezTo>
                    <a:pt x="16459" y="1521"/>
                    <a:pt x="16459" y="1"/>
                    <a:pt x="1542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6633562" y="4800749"/>
              <a:ext cx="971820" cy="65927"/>
            </a:xfrm>
            <a:custGeom>
              <a:avLst/>
              <a:gdLst/>
              <a:ahLst/>
              <a:cxnLst/>
              <a:rect l="l" t="t" r="r" b="b"/>
              <a:pathLst>
                <a:path w="30322" h="2057" extrusionOk="0">
                  <a:moveTo>
                    <a:pt x="1350" y="1"/>
                  </a:moveTo>
                  <a:cubicBezTo>
                    <a:pt x="1" y="1"/>
                    <a:pt x="6" y="2056"/>
                    <a:pt x="1366" y="2056"/>
                  </a:cubicBezTo>
                  <a:cubicBezTo>
                    <a:pt x="1371" y="2056"/>
                    <a:pt x="1377" y="2056"/>
                    <a:pt x="1382" y="2056"/>
                  </a:cubicBezTo>
                  <a:lnTo>
                    <a:pt x="29286" y="2056"/>
                  </a:lnTo>
                  <a:cubicBezTo>
                    <a:pt x="29854" y="2056"/>
                    <a:pt x="30321" y="1588"/>
                    <a:pt x="30321" y="1020"/>
                  </a:cubicBezTo>
                  <a:cubicBezTo>
                    <a:pt x="30321" y="452"/>
                    <a:pt x="29854" y="1"/>
                    <a:pt x="29286" y="1"/>
                  </a:cubicBezTo>
                  <a:lnTo>
                    <a:pt x="1382" y="1"/>
                  </a:lnTo>
                  <a:cubicBezTo>
                    <a:pt x="1371" y="1"/>
                    <a:pt x="1360" y="1"/>
                    <a:pt x="135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6970760" y="2007559"/>
              <a:ext cx="139802" cy="159609"/>
            </a:xfrm>
            <a:custGeom>
              <a:avLst/>
              <a:gdLst/>
              <a:ahLst/>
              <a:cxnLst/>
              <a:rect l="l" t="t" r="r" b="b"/>
              <a:pathLst>
                <a:path w="4362" h="4980" extrusionOk="0">
                  <a:moveTo>
                    <a:pt x="3109" y="0"/>
                  </a:moveTo>
                  <a:lnTo>
                    <a:pt x="1672" y="919"/>
                  </a:lnTo>
                  <a:cubicBezTo>
                    <a:pt x="1538" y="786"/>
                    <a:pt x="1454" y="719"/>
                    <a:pt x="1454" y="719"/>
                  </a:cubicBezTo>
                  <a:lnTo>
                    <a:pt x="1" y="2072"/>
                  </a:lnTo>
                  <a:cubicBezTo>
                    <a:pt x="1" y="2072"/>
                    <a:pt x="1839" y="4445"/>
                    <a:pt x="2858" y="4980"/>
                  </a:cubicBezTo>
                  <a:cubicBezTo>
                    <a:pt x="4278" y="4528"/>
                    <a:pt x="3994" y="3376"/>
                    <a:pt x="3827" y="3025"/>
                  </a:cubicBezTo>
                  <a:cubicBezTo>
                    <a:pt x="3827" y="3025"/>
                    <a:pt x="4328" y="2223"/>
                    <a:pt x="4345" y="1838"/>
                  </a:cubicBezTo>
                  <a:cubicBezTo>
                    <a:pt x="4362" y="1437"/>
                    <a:pt x="3109" y="0"/>
                    <a:pt x="3109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6991112" y="1947786"/>
              <a:ext cx="110348" cy="102015"/>
            </a:xfrm>
            <a:custGeom>
              <a:avLst/>
              <a:gdLst/>
              <a:ahLst/>
              <a:cxnLst/>
              <a:rect l="l" t="t" r="r" b="b"/>
              <a:pathLst>
                <a:path w="3443" h="3183" extrusionOk="0">
                  <a:moveTo>
                    <a:pt x="402" y="0"/>
                  </a:moveTo>
                  <a:cubicBezTo>
                    <a:pt x="289" y="0"/>
                    <a:pt x="207" y="10"/>
                    <a:pt x="168" y="27"/>
                  </a:cubicBezTo>
                  <a:cubicBezTo>
                    <a:pt x="1" y="94"/>
                    <a:pt x="118" y="462"/>
                    <a:pt x="569" y="796"/>
                  </a:cubicBezTo>
                  <a:cubicBezTo>
                    <a:pt x="936" y="1063"/>
                    <a:pt x="1337" y="1314"/>
                    <a:pt x="1738" y="1531"/>
                  </a:cubicBezTo>
                  <a:cubicBezTo>
                    <a:pt x="1939" y="1865"/>
                    <a:pt x="2106" y="2216"/>
                    <a:pt x="2223" y="2584"/>
                  </a:cubicBezTo>
                  <a:cubicBezTo>
                    <a:pt x="2366" y="3047"/>
                    <a:pt x="2685" y="3183"/>
                    <a:pt x="2904" y="3183"/>
                  </a:cubicBezTo>
                  <a:cubicBezTo>
                    <a:pt x="3016" y="3183"/>
                    <a:pt x="3103" y="3147"/>
                    <a:pt x="3125" y="3102"/>
                  </a:cubicBezTo>
                  <a:cubicBezTo>
                    <a:pt x="3443" y="2500"/>
                    <a:pt x="2824" y="880"/>
                    <a:pt x="2173" y="462"/>
                  </a:cubicBezTo>
                  <a:cubicBezTo>
                    <a:pt x="1659" y="132"/>
                    <a:pt x="822" y="0"/>
                    <a:pt x="40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6946146" y="1956279"/>
              <a:ext cx="69645" cy="94676"/>
            </a:xfrm>
            <a:custGeom>
              <a:avLst/>
              <a:gdLst/>
              <a:ahLst/>
              <a:cxnLst/>
              <a:rect l="l" t="t" r="r" b="b"/>
              <a:pathLst>
                <a:path w="2173" h="2954" extrusionOk="0">
                  <a:moveTo>
                    <a:pt x="1939" y="1"/>
                  </a:moveTo>
                  <a:cubicBezTo>
                    <a:pt x="1713" y="1"/>
                    <a:pt x="1040" y="481"/>
                    <a:pt x="719" y="849"/>
                  </a:cubicBezTo>
                  <a:cubicBezTo>
                    <a:pt x="368" y="1233"/>
                    <a:pt x="0" y="2135"/>
                    <a:pt x="50" y="2336"/>
                  </a:cubicBezTo>
                  <a:cubicBezTo>
                    <a:pt x="117" y="2536"/>
                    <a:pt x="585" y="2954"/>
                    <a:pt x="585" y="2954"/>
                  </a:cubicBezTo>
                  <a:cubicBezTo>
                    <a:pt x="769" y="2854"/>
                    <a:pt x="1203" y="2703"/>
                    <a:pt x="1320" y="2369"/>
                  </a:cubicBezTo>
                  <a:cubicBezTo>
                    <a:pt x="1370" y="2185"/>
                    <a:pt x="1170" y="1684"/>
                    <a:pt x="1170" y="1684"/>
                  </a:cubicBezTo>
                  <a:cubicBezTo>
                    <a:pt x="1170" y="1684"/>
                    <a:pt x="1938" y="932"/>
                    <a:pt x="2055" y="698"/>
                  </a:cubicBezTo>
                  <a:cubicBezTo>
                    <a:pt x="2172" y="464"/>
                    <a:pt x="2156" y="113"/>
                    <a:pt x="1989" y="13"/>
                  </a:cubicBezTo>
                  <a:cubicBezTo>
                    <a:pt x="1976" y="5"/>
                    <a:pt x="1959" y="1"/>
                    <a:pt x="1939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7043610" y="2053070"/>
              <a:ext cx="529242" cy="499435"/>
            </a:xfrm>
            <a:custGeom>
              <a:avLst/>
              <a:gdLst/>
              <a:ahLst/>
              <a:cxnLst/>
              <a:rect l="l" t="t" r="r" b="b"/>
              <a:pathLst>
                <a:path w="16513" h="15583" extrusionOk="0">
                  <a:moveTo>
                    <a:pt x="2607" y="1"/>
                  </a:moveTo>
                  <a:cubicBezTo>
                    <a:pt x="1554" y="1822"/>
                    <a:pt x="1170" y="2808"/>
                    <a:pt x="0" y="3727"/>
                  </a:cubicBezTo>
                  <a:cubicBezTo>
                    <a:pt x="0" y="3727"/>
                    <a:pt x="10410" y="15005"/>
                    <a:pt x="12582" y="15506"/>
                  </a:cubicBezTo>
                  <a:cubicBezTo>
                    <a:pt x="12815" y="15558"/>
                    <a:pt x="13039" y="15583"/>
                    <a:pt x="13254" y="15583"/>
                  </a:cubicBezTo>
                  <a:cubicBezTo>
                    <a:pt x="15318" y="15583"/>
                    <a:pt x="16512" y="13306"/>
                    <a:pt x="16391" y="11112"/>
                  </a:cubicBezTo>
                  <a:cubicBezTo>
                    <a:pt x="16258" y="8672"/>
                    <a:pt x="2607" y="1"/>
                    <a:pt x="2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6953646" y="1994707"/>
              <a:ext cx="125315" cy="122175"/>
            </a:xfrm>
            <a:custGeom>
              <a:avLst/>
              <a:gdLst/>
              <a:ahLst/>
              <a:cxnLst/>
              <a:rect l="l" t="t" r="r" b="b"/>
              <a:pathLst>
                <a:path w="3910" h="3812" extrusionOk="0">
                  <a:moveTo>
                    <a:pt x="3191" y="0"/>
                  </a:moveTo>
                  <a:cubicBezTo>
                    <a:pt x="3074" y="0"/>
                    <a:pt x="1671" y="535"/>
                    <a:pt x="1454" y="619"/>
                  </a:cubicBezTo>
                  <a:cubicBezTo>
                    <a:pt x="1253" y="702"/>
                    <a:pt x="0" y="1755"/>
                    <a:pt x="84" y="1939"/>
                  </a:cubicBezTo>
                  <a:cubicBezTo>
                    <a:pt x="217" y="2139"/>
                    <a:pt x="368" y="2323"/>
                    <a:pt x="535" y="2473"/>
                  </a:cubicBezTo>
                  <a:cubicBezTo>
                    <a:pt x="585" y="2690"/>
                    <a:pt x="668" y="2908"/>
                    <a:pt x="769" y="3108"/>
                  </a:cubicBezTo>
                  <a:cubicBezTo>
                    <a:pt x="869" y="3175"/>
                    <a:pt x="986" y="3242"/>
                    <a:pt x="1120" y="3259"/>
                  </a:cubicBezTo>
                  <a:cubicBezTo>
                    <a:pt x="1203" y="3409"/>
                    <a:pt x="1287" y="3559"/>
                    <a:pt x="1387" y="3693"/>
                  </a:cubicBezTo>
                  <a:cubicBezTo>
                    <a:pt x="1466" y="3772"/>
                    <a:pt x="1610" y="3812"/>
                    <a:pt x="1793" y="3812"/>
                  </a:cubicBezTo>
                  <a:cubicBezTo>
                    <a:pt x="2271" y="3812"/>
                    <a:pt x="3015" y="3538"/>
                    <a:pt x="3559" y="2958"/>
                  </a:cubicBezTo>
                  <a:cubicBezTo>
                    <a:pt x="3676" y="2824"/>
                    <a:pt x="3709" y="2640"/>
                    <a:pt x="3609" y="2490"/>
                  </a:cubicBezTo>
                  <a:cubicBezTo>
                    <a:pt x="3592" y="2440"/>
                    <a:pt x="3576" y="2406"/>
                    <a:pt x="3559" y="2373"/>
                  </a:cubicBezTo>
                  <a:cubicBezTo>
                    <a:pt x="3509" y="2289"/>
                    <a:pt x="3442" y="2223"/>
                    <a:pt x="3375" y="2156"/>
                  </a:cubicBezTo>
                  <a:cubicBezTo>
                    <a:pt x="3392" y="2139"/>
                    <a:pt x="3910" y="1855"/>
                    <a:pt x="3893" y="1621"/>
                  </a:cubicBezTo>
                  <a:cubicBezTo>
                    <a:pt x="3876" y="1387"/>
                    <a:pt x="3509" y="936"/>
                    <a:pt x="3509" y="936"/>
                  </a:cubicBezTo>
                  <a:cubicBezTo>
                    <a:pt x="3676" y="853"/>
                    <a:pt x="3743" y="652"/>
                    <a:pt x="3676" y="468"/>
                  </a:cubicBezTo>
                  <a:cubicBezTo>
                    <a:pt x="3659" y="452"/>
                    <a:pt x="3659" y="418"/>
                    <a:pt x="3643" y="401"/>
                  </a:cubicBezTo>
                  <a:cubicBezTo>
                    <a:pt x="3559" y="218"/>
                    <a:pt x="3392" y="67"/>
                    <a:pt x="3191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6988452" y="2007559"/>
              <a:ext cx="85157" cy="57337"/>
            </a:xfrm>
            <a:custGeom>
              <a:avLst/>
              <a:gdLst/>
              <a:ahLst/>
              <a:cxnLst/>
              <a:rect l="l" t="t" r="r" b="b"/>
              <a:pathLst>
                <a:path w="2657" h="1789" extrusionOk="0">
                  <a:moveTo>
                    <a:pt x="2557" y="0"/>
                  </a:moveTo>
                  <a:cubicBezTo>
                    <a:pt x="2089" y="167"/>
                    <a:pt x="1153" y="518"/>
                    <a:pt x="902" y="719"/>
                  </a:cubicBezTo>
                  <a:cubicBezTo>
                    <a:pt x="568" y="1053"/>
                    <a:pt x="268" y="1404"/>
                    <a:pt x="0" y="1788"/>
                  </a:cubicBezTo>
                  <a:cubicBezTo>
                    <a:pt x="334" y="1504"/>
                    <a:pt x="685" y="1237"/>
                    <a:pt x="1036" y="970"/>
                  </a:cubicBezTo>
                  <a:cubicBezTo>
                    <a:pt x="1487" y="802"/>
                    <a:pt x="1955" y="652"/>
                    <a:pt x="2423" y="535"/>
                  </a:cubicBezTo>
                  <a:cubicBezTo>
                    <a:pt x="2590" y="452"/>
                    <a:pt x="2657" y="251"/>
                    <a:pt x="2590" y="67"/>
                  </a:cubicBezTo>
                  <a:cubicBezTo>
                    <a:pt x="2573" y="51"/>
                    <a:pt x="2573" y="17"/>
                    <a:pt x="255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7017906" y="2063775"/>
              <a:ext cx="49838" cy="19999"/>
            </a:xfrm>
            <a:custGeom>
              <a:avLst/>
              <a:gdLst/>
              <a:ahLst/>
              <a:cxnLst/>
              <a:rect l="l" t="t" r="r" b="b"/>
              <a:pathLst>
                <a:path w="1555" h="624" extrusionOk="0">
                  <a:moveTo>
                    <a:pt x="1370" y="1"/>
                  </a:moveTo>
                  <a:lnTo>
                    <a:pt x="0" y="586"/>
                  </a:lnTo>
                  <a:cubicBezTo>
                    <a:pt x="142" y="611"/>
                    <a:pt x="284" y="623"/>
                    <a:pt x="426" y="623"/>
                  </a:cubicBezTo>
                  <a:cubicBezTo>
                    <a:pt x="568" y="623"/>
                    <a:pt x="710" y="611"/>
                    <a:pt x="852" y="586"/>
                  </a:cubicBezTo>
                  <a:cubicBezTo>
                    <a:pt x="1086" y="485"/>
                    <a:pt x="1320" y="352"/>
                    <a:pt x="1554" y="218"/>
                  </a:cubicBezTo>
                  <a:cubicBezTo>
                    <a:pt x="1504" y="134"/>
                    <a:pt x="1437" y="68"/>
                    <a:pt x="1370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6759775" y="1304959"/>
              <a:ext cx="648532" cy="2417339"/>
            </a:xfrm>
            <a:custGeom>
              <a:avLst/>
              <a:gdLst/>
              <a:ahLst/>
              <a:cxnLst/>
              <a:rect l="l" t="t" r="r" b="b"/>
              <a:pathLst>
                <a:path w="20235" h="75424" extrusionOk="0">
                  <a:moveTo>
                    <a:pt x="18814" y="1"/>
                  </a:moveTo>
                  <a:lnTo>
                    <a:pt x="18814" y="5982"/>
                  </a:lnTo>
                  <a:cubicBezTo>
                    <a:pt x="18814" y="8522"/>
                    <a:pt x="17294" y="10795"/>
                    <a:pt x="14955" y="11764"/>
                  </a:cubicBezTo>
                  <a:cubicBezTo>
                    <a:pt x="10443" y="13618"/>
                    <a:pt x="7486" y="18013"/>
                    <a:pt x="7486" y="22892"/>
                  </a:cubicBezTo>
                  <a:lnTo>
                    <a:pt x="7486" y="48272"/>
                  </a:lnTo>
                  <a:cubicBezTo>
                    <a:pt x="7486" y="48865"/>
                    <a:pt x="7043" y="49161"/>
                    <a:pt x="6600" y="49161"/>
                  </a:cubicBezTo>
                  <a:cubicBezTo>
                    <a:pt x="6158" y="49161"/>
                    <a:pt x="5715" y="48865"/>
                    <a:pt x="5715" y="48272"/>
                  </a:cubicBezTo>
                  <a:lnTo>
                    <a:pt x="5715" y="43777"/>
                  </a:lnTo>
                  <a:cubicBezTo>
                    <a:pt x="5715" y="42190"/>
                    <a:pt x="4428" y="40920"/>
                    <a:pt x="2858" y="40920"/>
                  </a:cubicBezTo>
                  <a:cubicBezTo>
                    <a:pt x="1287" y="40920"/>
                    <a:pt x="1" y="42190"/>
                    <a:pt x="1" y="43777"/>
                  </a:cubicBezTo>
                  <a:lnTo>
                    <a:pt x="1" y="75423"/>
                  </a:lnTo>
                  <a:lnTo>
                    <a:pt x="1404" y="75423"/>
                  </a:lnTo>
                  <a:lnTo>
                    <a:pt x="1404" y="43777"/>
                  </a:lnTo>
                  <a:cubicBezTo>
                    <a:pt x="1404" y="42975"/>
                    <a:pt x="2056" y="42324"/>
                    <a:pt x="2858" y="42324"/>
                  </a:cubicBezTo>
                  <a:cubicBezTo>
                    <a:pt x="3660" y="42324"/>
                    <a:pt x="4311" y="42975"/>
                    <a:pt x="4311" y="43777"/>
                  </a:cubicBezTo>
                  <a:lnTo>
                    <a:pt x="4311" y="48272"/>
                  </a:lnTo>
                  <a:cubicBezTo>
                    <a:pt x="4311" y="49542"/>
                    <a:pt x="5331" y="50561"/>
                    <a:pt x="6600" y="50561"/>
                  </a:cubicBezTo>
                  <a:cubicBezTo>
                    <a:pt x="7870" y="50561"/>
                    <a:pt x="8906" y="49542"/>
                    <a:pt x="8906" y="48272"/>
                  </a:cubicBezTo>
                  <a:lnTo>
                    <a:pt x="8906" y="22875"/>
                  </a:lnTo>
                  <a:cubicBezTo>
                    <a:pt x="8906" y="18581"/>
                    <a:pt x="11496" y="14704"/>
                    <a:pt x="15489" y="13067"/>
                  </a:cubicBezTo>
                  <a:cubicBezTo>
                    <a:pt x="18363" y="11881"/>
                    <a:pt x="20235" y="9090"/>
                    <a:pt x="20218" y="5982"/>
                  </a:cubicBezTo>
                  <a:lnTo>
                    <a:pt x="20218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7346162" y="829850"/>
              <a:ext cx="41280" cy="110476"/>
            </a:xfrm>
            <a:custGeom>
              <a:avLst/>
              <a:gdLst/>
              <a:ahLst/>
              <a:cxnLst/>
              <a:rect l="l" t="t" r="r" b="b"/>
              <a:pathLst>
                <a:path w="1288" h="3447" extrusionOk="0">
                  <a:moveTo>
                    <a:pt x="644" y="0"/>
                  </a:moveTo>
                  <a:cubicBezTo>
                    <a:pt x="322" y="0"/>
                    <a:pt x="0" y="213"/>
                    <a:pt x="0" y="639"/>
                  </a:cubicBezTo>
                  <a:lnTo>
                    <a:pt x="0" y="2811"/>
                  </a:lnTo>
                  <a:cubicBezTo>
                    <a:pt x="0" y="3162"/>
                    <a:pt x="285" y="3446"/>
                    <a:pt x="635" y="3446"/>
                  </a:cubicBezTo>
                  <a:cubicBezTo>
                    <a:pt x="1003" y="3446"/>
                    <a:pt x="1287" y="3162"/>
                    <a:pt x="1287" y="2811"/>
                  </a:cubicBezTo>
                  <a:lnTo>
                    <a:pt x="1287" y="639"/>
                  </a:lnTo>
                  <a:cubicBezTo>
                    <a:pt x="1287" y="213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8"/>
            <p:cNvSpPr/>
            <p:nvPr/>
          </p:nvSpPr>
          <p:spPr>
            <a:xfrm>
              <a:off x="7207994" y="909238"/>
              <a:ext cx="318128" cy="420400"/>
            </a:xfrm>
            <a:custGeom>
              <a:avLst/>
              <a:gdLst/>
              <a:ahLst/>
              <a:cxnLst/>
              <a:rect l="l" t="t" r="r" b="b"/>
              <a:pathLst>
                <a:path w="9926" h="13117" extrusionOk="0">
                  <a:moveTo>
                    <a:pt x="2474" y="0"/>
                  </a:moveTo>
                  <a:cubicBezTo>
                    <a:pt x="1103" y="0"/>
                    <a:pt x="1" y="1103"/>
                    <a:pt x="1" y="2473"/>
                  </a:cubicBezTo>
                  <a:lnTo>
                    <a:pt x="1" y="10644"/>
                  </a:lnTo>
                  <a:cubicBezTo>
                    <a:pt x="1" y="12014"/>
                    <a:pt x="1103" y="13116"/>
                    <a:pt x="2474" y="13116"/>
                  </a:cubicBezTo>
                  <a:lnTo>
                    <a:pt x="7453" y="13116"/>
                  </a:lnTo>
                  <a:cubicBezTo>
                    <a:pt x="8823" y="13116"/>
                    <a:pt x="9926" y="12014"/>
                    <a:pt x="9926" y="10644"/>
                  </a:cubicBezTo>
                  <a:lnTo>
                    <a:pt x="9926" y="2473"/>
                  </a:lnTo>
                  <a:cubicBezTo>
                    <a:pt x="9926" y="1103"/>
                    <a:pt x="8823" y="0"/>
                    <a:pt x="745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7269594" y="969748"/>
              <a:ext cx="194960" cy="303674"/>
            </a:xfrm>
            <a:custGeom>
              <a:avLst/>
              <a:gdLst/>
              <a:ahLst/>
              <a:cxnLst/>
              <a:rect l="l" t="t" r="r" b="b"/>
              <a:pathLst>
                <a:path w="6083" h="9475" extrusionOk="0">
                  <a:moveTo>
                    <a:pt x="802" y="0"/>
                  </a:moveTo>
                  <a:cubicBezTo>
                    <a:pt x="368" y="0"/>
                    <a:pt x="0" y="351"/>
                    <a:pt x="0" y="786"/>
                  </a:cubicBezTo>
                  <a:lnTo>
                    <a:pt x="0" y="8689"/>
                  </a:lnTo>
                  <a:cubicBezTo>
                    <a:pt x="0" y="9123"/>
                    <a:pt x="368" y="9474"/>
                    <a:pt x="802" y="9474"/>
                  </a:cubicBezTo>
                  <a:lnTo>
                    <a:pt x="5297" y="9474"/>
                  </a:lnTo>
                  <a:cubicBezTo>
                    <a:pt x="5731" y="9474"/>
                    <a:pt x="6082" y="9123"/>
                    <a:pt x="6082" y="8689"/>
                  </a:cubicBezTo>
                  <a:lnTo>
                    <a:pt x="6082" y="786"/>
                  </a:lnTo>
                  <a:cubicBezTo>
                    <a:pt x="6082" y="351"/>
                    <a:pt x="5731" y="0"/>
                    <a:pt x="5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7297446" y="1117018"/>
              <a:ext cx="142462" cy="28396"/>
            </a:xfrm>
            <a:custGeom>
              <a:avLst/>
              <a:gdLst/>
              <a:ahLst/>
              <a:cxnLst/>
              <a:rect l="l" t="t" r="r" b="b"/>
              <a:pathLst>
                <a:path w="4445" h="886" extrusionOk="0">
                  <a:moveTo>
                    <a:pt x="602" y="0"/>
                  </a:moveTo>
                  <a:cubicBezTo>
                    <a:pt x="0" y="0"/>
                    <a:pt x="0" y="886"/>
                    <a:pt x="602" y="886"/>
                  </a:cubicBezTo>
                  <a:lnTo>
                    <a:pt x="3843" y="886"/>
                  </a:lnTo>
                  <a:cubicBezTo>
                    <a:pt x="4444" y="886"/>
                    <a:pt x="4444" y="0"/>
                    <a:pt x="384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7302253" y="1117018"/>
              <a:ext cx="132847" cy="28396"/>
            </a:xfrm>
            <a:custGeom>
              <a:avLst/>
              <a:gdLst/>
              <a:ahLst/>
              <a:cxnLst/>
              <a:rect l="l" t="t" r="r" b="b"/>
              <a:pathLst>
                <a:path w="4145" h="886" extrusionOk="0">
                  <a:moveTo>
                    <a:pt x="0" y="0"/>
                  </a:moveTo>
                  <a:lnTo>
                    <a:pt x="0" y="886"/>
                  </a:lnTo>
                  <a:lnTo>
                    <a:pt x="4144" y="886"/>
                  </a:lnTo>
                  <a:lnTo>
                    <a:pt x="4144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7297446" y="1163586"/>
              <a:ext cx="142462" cy="28428"/>
            </a:xfrm>
            <a:custGeom>
              <a:avLst/>
              <a:gdLst/>
              <a:ahLst/>
              <a:cxnLst/>
              <a:rect l="l" t="t" r="r" b="b"/>
              <a:pathLst>
                <a:path w="4445" h="887" extrusionOk="0">
                  <a:moveTo>
                    <a:pt x="602" y="1"/>
                  </a:moveTo>
                  <a:cubicBezTo>
                    <a:pt x="0" y="1"/>
                    <a:pt x="0" y="886"/>
                    <a:pt x="602" y="886"/>
                  </a:cubicBezTo>
                  <a:lnTo>
                    <a:pt x="3843" y="886"/>
                  </a:lnTo>
                  <a:cubicBezTo>
                    <a:pt x="4444" y="886"/>
                    <a:pt x="4444" y="1"/>
                    <a:pt x="3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7302253" y="1163586"/>
              <a:ext cx="132847" cy="28428"/>
            </a:xfrm>
            <a:custGeom>
              <a:avLst/>
              <a:gdLst/>
              <a:ahLst/>
              <a:cxnLst/>
              <a:rect l="l" t="t" r="r" b="b"/>
              <a:pathLst>
                <a:path w="4145" h="887" extrusionOk="0">
                  <a:moveTo>
                    <a:pt x="0" y="1"/>
                  </a:moveTo>
                  <a:lnTo>
                    <a:pt x="0" y="886"/>
                  </a:lnTo>
                  <a:lnTo>
                    <a:pt x="4144" y="886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8"/>
            <p:cNvSpPr/>
            <p:nvPr/>
          </p:nvSpPr>
          <p:spPr>
            <a:xfrm>
              <a:off x="7297446" y="1209642"/>
              <a:ext cx="142462" cy="28428"/>
            </a:xfrm>
            <a:custGeom>
              <a:avLst/>
              <a:gdLst/>
              <a:ahLst/>
              <a:cxnLst/>
              <a:rect l="l" t="t" r="r" b="b"/>
              <a:pathLst>
                <a:path w="4445" h="887" extrusionOk="0">
                  <a:moveTo>
                    <a:pt x="602" y="1"/>
                  </a:moveTo>
                  <a:cubicBezTo>
                    <a:pt x="0" y="1"/>
                    <a:pt x="0" y="886"/>
                    <a:pt x="602" y="886"/>
                  </a:cubicBezTo>
                  <a:lnTo>
                    <a:pt x="3843" y="886"/>
                  </a:lnTo>
                  <a:cubicBezTo>
                    <a:pt x="4444" y="886"/>
                    <a:pt x="4444" y="1"/>
                    <a:pt x="3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8"/>
            <p:cNvSpPr/>
            <p:nvPr/>
          </p:nvSpPr>
          <p:spPr>
            <a:xfrm>
              <a:off x="7302253" y="1209642"/>
              <a:ext cx="132847" cy="28428"/>
            </a:xfrm>
            <a:custGeom>
              <a:avLst/>
              <a:gdLst/>
              <a:ahLst/>
              <a:cxnLst/>
              <a:rect l="l" t="t" r="r" b="b"/>
              <a:pathLst>
                <a:path w="4145" h="887" extrusionOk="0">
                  <a:moveTo>
                    <a:pt x="0" y="1"/>
                  </a:moveTo>
                  <a:lnTo>
                    <a:pt x="0" y="886"/>
                  </a:lnTo>
                  <a:lnTo>
                    <a:pt x="4144" y="886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7744031" y="1376078"/>
              <a:ext cx="1186203" cy="1043612"/>
            </a:xfrm>
            <a:custGeom>
              <a:avLst/>
              <a:gdLst/>
              <a:ahLst/>
              <a:cxnLst/>
              <a:rect l="l" t="t" r="r" b="b"/>
              <a:pathLst>
                <a:path w="37011" h="32562" extrusionOk="0">
                  <a:moveTo>
                    <a:pt x="7061" y="1"/>
                  </a:moveTo>
                  <a:cubicBezTo>
                    <a:pt x="5217" y="1"/>
                    <a:pt x="3534" y="929"/>
                    <a:pt x="2173" y="2193"/>
                  </a:cubicBezTo>
                  <a:cubicBezTo>
                    <a:pt x="469" y="3780"/>
                    <a:pt x="419" y="5652"/>
                    <a:pt x="352" y="7957"/>
                  </a:cubicBezTo>
                  <a:cubicBezTo>
                    <a:pt x="1" y="20305"/>
                    <a:pt x="9107" y="30898"/>
                    <a:pt x="21388" y="32402"/>
                  </a:cubicBezTo>
                  <a:cubicBezTo>
                    <a:pt x="22226" y="32505"/>
                    <a:pt x="23078" y="32561"/>
                    <a:pt x="23929" y="32561"/>
                  </a:cubicBezTo>
                  <a:cubicBezTo>
                    <a:pt x="26793" y="32561"/>
                    <a:pt x="29654" y="31927"/>
                    <a:pt x="31998" y="30330"/>
                  </a:cubicBezTo>
                  <a:cubicBezTo>
                    <a:pt x="35056" y="28258"/>
                    <a:pt x="37010" y="24365"/>
                    <a:pt x="36091" y="20789"/>
                  </a:cubicBezTo>
                  <a:cubicBezTo>
                    <a:pt x="35256" y="17598"/>
                    <a:pt x="32533" y="15459"/>
                    <a:pt x="29575" y="13772"/>
                  </a:cubicBezTo>
                  <a:cubicBezTo>
                    <a:pt x="28756" y="13304"/>
                    <a:pt x="27921" y="12870"/>
                    <a:pt x="27102" y="12452"/>
                  </a:cubicBezTo>
                  <a:cubicBezTo>
                    <a:pt x="23543" y="10664"/>
                    <a:pt x="19149" y="9177"/>
                    <a:pt x="16208" y="6520"/>
                  </a:cubicBezTo>
                  <a:cubicBezTo>
                    <a:pt x="13752" y="4298"/>
                    <a:pt x="11647" y="873"/>
                    <a:pt x="8205" y="121"/>
                  </a:cubicBezTo>
                  <a:cubicBezTo>
                    <a:pt x="7818" y="39"/>
                    <a:pt x="7436" y="1"/>
                    <a:pt x="706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8"/>
            <p:cNvSpPr/>
            <p:nvPr/>
          </p:nvSpPr>
          <p:spPr>
            <a:xfrm>
              <a:off x="7806176" y="1452229"/>
              <a:ext cx="861664" cy="841441"/>
            </a:xfrm>
            <a:custGeom>
              <a:avLst/>
              <a:gdLst/>
              <a:ahLst/>
              <a:cxnLst/>
              <a:rect l="l" t="t" r="r" b="b"/>
              <a:pathLst>
                <a:path w="26885" h="26254" extrusionOk="0">
                  <a:moveTo>
                    <a:pt x="1253" y="1"/>
                  </a:moveTo>
                  <a:cubicBezTo>
                    <a:pt x="1253" y="1"/>
                    <a:pt x="0" y="4796"/>
                    <a:pt x="384" y="10009"/>
                  </a:cubicBezTo>
                  <a:cubicBezTo>
                    <a:pt x="585" y="12632"/>
                    <a:pt x="3776" y="20970"/>
                    <a:pt x="10961" y="24362"/>
                  </a:cubicBezTo>
                  <a:cubicBezTo>
                    <a:pt x="13611" y="25622"/>
                    <a:pt x="16299" y="26254"/>
                    <a:pt x="18669" y="26254"/>
                  </a:cubicBezTo>
                  <a:cubicBezTo>
                    <a:pt x="22709" y="26254"/>
                    <a:pt x="25822" y="24416"/>
                    <a:pt x="26233" y="20719"/>
                  </a:cubicBezTo>
                  <a:cubicBezTo>
                    <a:pt x="26884" y="14838"/>
                    <a:pt x="21003" y="14838"/>
                    <a:pt x="16308" y="13017"/>
                  </a:cubicBezTo>
                  <a:cubicBezTo>
                    <a:pt x="11613" y="11195"/>
                    <a:pt x="10309" y="8839"/>
                    <a:pt x="9524" y="5966"/>
                  </a:cubicBezTo>
                  <a:cubicBezTo>
                    <a:pt x="8739" y="3108"/>
                    <a:pt x="6132" y="1788"/>
                    <a:pt x="4177" y="1538"/>
                  </a:cubicBezTo>
                  <a:cubicBezTo>
                    <a:pt x="3041" y="1404"/>
                    <a:pt x="2005" y="853"/>
                    <a:pt x="1253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7363309" y="4662613"/>
              <a:ext cx="539273" cy="184768"/>
            </a:xfrm>
            <a:custGeom>
              <a:avLst/>
              <a:gdLst/>
              <a:ahLst/>
              <a:cxnLst/>
              <a:rect l="l" t="t" r="r" b="b"/>
              <a:pathLst>
                <a:path w="16826" h="5765" extrusionOk="0">
                  <a:moveTo>
                    <a:pt x="8020" y="0"/>
                  </a:moveTo>
                  <a:cubicBezTo>
                    <a:pt x="8020" y="0"/>
                    <a:pt x="7402" y="1404"/>
                    <a:pt x="6767" y="1821"/>
                  </a:cubicBezTo>
                  <a:cubicBezTo>
                    <a:pt x="6149" y="2222"/>
                    <a:pt x="3442" y="3108"/>
                    <a:pt x="1938" y="3743"/>
                  </a:cubicBezTo>
                  <a:cubicBezTo>
                    <a:pt x="1070" y="4094"/>
                    <a:pt x="0" y="5197"/>
                    <a:pt x="0" y="5765"/>
                  </a:cubicBezTo>
                  <a:lnTo>
                    <a:pt x="16826" y="5765"/>
                  </a:lnTo>
                  <a:lnTo>
                    <a:pt x="16291" y="2072"/>
                  </a:lnTo>
                  <a:lnTo>
                    <a:pt x="8020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8"/>
            <p:cNvSpPr/>
            <p:nvPr/>
          </p:nvSpPr>
          <p:spPr>
            <a:xfrm>
              <a:off x="7337060" y="4720976"/>
              <a:ext cx="638372" cy="145154"/>
            </a:xfrm>
            <a:custGeom>
              <a:avLst/>
              <a:gdLst/>
              <a:ahLst/>
              <a:cxnLst/>
              <a:rect l="l" t="t" r="r" b="b"/>
              <a:pathLst>
                <a:path w="19918" h="4529" extrusionOk="0">
                  <a:moveTo>
                    <a:pt x="6650" y="0"/>
                  </a:moveTo>
                  <a:cubicBezTo>
                    <a:pt x="5715" y="518"/>
                    <a:pt x="2807" y="1822"/>
                    <a:pt x="1454" y="2707"/>
                  </a:cubicBezTo>
                  <a:cubicBezTo>
                    <a:pt x="101" y="3593"/>
                    <a:pt x="0" y="4528"/>
                    <a:pt x="0" y="4528"/>
                  </a:cubicBezTo>
                  <a:lnTo>
                    <a:pt x="19115" y="4528"/>
                  </a:lnTo>
                  <a:cubicBezTo>
                    <a:pt x="19917" y="4528"/>
                    <a:pt x="19917" y="3325"/>
                    <a:pt x="19115" y="3325"/>
                  </a:cubicBezTo>
                  <a:lnTo>
                    <a:pt x="8472" y="3325"/>
                  </a:lnTo>
                  <a:cubicBezTo>
                    <a:pt x="8472" y="3325"/>
                    <a:pt x="8004" y="1187"/>
                    <a:pt x="665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8"/>
            <p:cNvSpPr/>
            <p:nvPr/>
          </p:nvSpPr>
          <p:spPr>
            <a:xfrm>
              <a:off x="7392218" y="2840795"/>
              <a:ext cx="534466" cy="1948223"/>
            </a:xfrm>
            <a:custGeom>
              <a:avLst/>
              <a:gdLst/>
              <a:ahLst/>
              <a:cxnLst/>
              <a:rect l="l" t="t" r="r" b="b"/>
              <a:pathLst>
                <a:path w="16676" h="60787" extrusionOk="0">
                  <a:moveTo>
                    <a:pt x="0" y="1"/>
                  </a:moveTo>
                  <a:cubicBezTo>
                    <a:pt x="0" y="68"/>
                    <a:pt x="218" y="2056"/>
                    <a:pt x="552" y="5264"/>
                  </a:cubicBezTo>
                  <a:cubicBezTo>
                    <a:pt x="2039" y="19399"/>
                    <a:pt x="6049" y="57144"/>
                    <a:pt x="6049" y="57144"/>
                  </a:cubicBezTo>
                  <a:lnTo>
                    <a:pt x="16676" y="60786"/>
                  </a:lnTo>
                  <a:lnTo>
                    <a:pt x="12081" y="5264"/>
                  </a:lnTo>
                  <a:lnTo>
                    <a:pt x="11663" y="2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8034307" y="4578546"/>
              <a:ext cx="523216" cy="260278"/>
            </a:xfrm>
            <a:custGeom>
              <a:avLst/>
              <a:gdLst/>
              <a:ahLst/>
              <a:cxnLst/>
              <a:rect l="l" t="t" r="r" b="b"/>
              <a:pathLst>
                <a:path w="16325" h="8121" extrusionOk="0">
                  <a:moveTo>
                    <a:pt x="14420" y="0"/>
                  </a:moveTo>
                  <a:lnTo>
                    <a:pt x="5698" y="451"/>
                  </a:lnTo>
                  <a:cubicBezTo>
                    <a:pt x="5698" y="451"/>
                    <a:pt x="5631" y="1938"/>
                    <a:pt x="5196" y="2506"/>
                  </a:cubicBezTo>
                  <a:cubicBezTo>
                    <a:pt x="4745" y="3058"/>
                    <a:pt x="2490" y="4662"/>
                    <a:pt x="1287" y="5681"/>
                  </a:cubicBezTo>
                  <a:cubicBezTo>
                    <a:pt x="602" y="6249"/>
                    <a:pt x="0" y="7586"/>
                    <a:pt x="217" y="8120"/>
                  </a:cubicBezTo>
                  <a:lnTo>
                    <a:pt x="16324" y="3292"/>
                  </a:lnTo>
                  <a:lnTo>
                    <a:pt x="14420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8014469" y="4650658"/>
              <a:ext cx="611065" cy="212780"/>
            </a:xfrm>
            <a:custGeom>
              <a:avLst/>
              <a:gdLst/>
              <a:ahLst/>
              <a:cxnLst/>
              <a:rect l="l" t="t" r="r" b="b"/>
              <a:pathLst>
                <a:path w="19066" h="6639" extrusionOk="0">
                  <a:moveTo>
                    <a:pt x="18297" y="1"/>
                  </a:moveTo>
                  <a:cubicBezTo>
                    <a:pt x="18241" y="1"/>
                    <a:pt x="18185" y="8"/>
                    <a:pt x="18130" y="22"/>
                  </a:cubicBezTo>
                  <a:lnTo>
                    <a:pt x="7937" y="3097"/>
                  </a:lnTo>
                  <a:cubicBezTo>
                    <a:pt x="7937" y="3097"/>
                    <a:pt x="6668" y="1242"/>
                    <a:pt x="4913" y="524"/>
                  </a:cubicBezTo>
                  <a:cubicBezTo>
                    <a:pt x="4211" y="1276"/>
                    <a:pt x="1922" y="3314"/>
                    <a:pt x="953" y="4534"/>
                  </a:cubicBezTo>
                  <a:cubicBezTo>
                    <a:pt x="1" y="5737"/>
                    <a:pt x="251" y="6639"/>
                    <a:pt x="251" y="6639"/>
                  </a:cubicBezTo>
                  <a:lnTo>
                    <a:pt x="18581" y="1142"/>
                  </a:lnTo>
                  <a:cubicBezTo>
                    <a:pt x="18898" y="1058"/>
                    <a:pt x="19065" y="707"/>
                    <a:pt x="18932" y="407"/>
                  </a:cubicBezTo>
                  <a:cubicBezTo>
                    <a:pt x="18821" y="158"/>
                    <a:pt x="18562" y="1"/>
                    <a:pt x="1829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7671758" y="2891145"/>
              <a:ext cx="873971" cy="1734001"/>
            </a:xfrm>
            <a:custGeom>
              <a:avLst/>
              <a:gdLst/>
              <a:ahLst/>
              <a:cxnLst/>
              <a:rect l="l" t="t" r="r" b="b"/>
              <a:pathLst>
                <a:path w="27269" h="54103" extrusionOk="0">
                  <a:moveTo>
                    <a:pt x="0" y="0"/>
                  </a:moveTo>
                  <a:cubicBezTo>
                    <a:pt x="0" y="67"/>
                    <a:pt x="16174" y="53718"/>
                    <a:pt x="16174" y="53718"/>
                  </a:cubicBezTo>
                  <a:lnTo>
                    <a:pt x="27269" y="54103"/>
                  </a:lnTo>
                  <a:lnTo>
                    <a:pt x="11680" y="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7359014" y="1837790"/>
              <a:ext cx="932367" cy="1071592"/>
            </a:xfrm>
            <a:custGeom>
              <a:avLst/>
              <a:gdLst/>
              <a:ahLst/>
              <a:cxnLst/>
              <a:rect l="l" t="t" r="r" b="b"/>
              <a:pathLst>
                <a:path w="29091" h="33435" extrusionOk="0">
                  <a:moveTo>
                    <a:pt x="12462" y="0"/>
                  </a:moveTo>
                  <a:cubicBezTo>
                    <a:pt x="11433" y="0"/>
                    <a:pt x="9041" y="347"/>
                    <a:pt x="8355" y="870"/>
                  </a:cubicBezTo>
                  <a:cubicBezTo>
                    <a:pt x="7285" y="1672"/>
                    <a:pt x="585" y="22708"/>
                    <a:pt x="0" y="33435"/>
                  </a:cubicBezTo>
                  <a:lnTo>
                    <a:pt x="23326" y="33435"/>
                  </a:lnTo>
                  <a:lnTo>
                    <a:pt x="20702" y="24646"/>
                  </a:lnTo>
                  <a:cubicBezTo>
                    <a:pt x="20702" y="24646"/>
                    <a:pt x="29090" y="8673"/>
                    <a:pt x="28338" y="6383"/>
                  </a:cubicBezTo>
                  <a:cubicBezTo>
                    <a:pt x="27469" y="3677"/>
                    <a:pt x="24846" y="3008"/>
                    <a:pt x="22607" y="2106"/>
                  </a:cubicBezTo>
                  <a:cubicBezTo>
                    <a:pt x="22290" y="1989"/>
                    <a:pt x="21972" y="1855"/>
                    <a:pt x="21672" y="1705"/>
                  </a:cubicBezTo>
                  <a:cubicBezTo>
                    <a:pt x="19115" y="1137"/>
                    <a:pt x="13785" y="101"/>
                    <a:pt x="13635" y="51"/>
                  </a:cubicBezTo>
                  <a:cubicBezTo>
                    <a:pt x="13635" y="51"/>
                    <a:pt x="13167" y="1"/>
                    <a:pt x="12532" y="1"/>
                  </a:cubicBezTo>
                  <a:cubicBezTo>
                    <a:pt x="12509" y="0"/>
                    <a:pt x="12486" y="0"/>
                    <a:pt x="1246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7791176" y="2640514"/>
              <a:ext cx="176211" cy="196691"/>
            </a:xfrm>
            <a:custGeom>
              <a:avLst/>
              <a:gdLst/>
              <a:ahLst/>
              <a:cxnLst/>
              <a:rect l="l" t="t" r="r" b="b"/>
              <a:pathLst>
                <a:path w="5498" h="6137" extrusionOk="0">
                  <a:moveTo>
                    <a:pt x="5247" y="1"/>
                  </a:moveTo>
                  <a:lnTo>
                    <a:pt x="0" y="68"/>
                  </a:lnTo>
                  <a:lnTo>
                    <a:pt x="151" y="4362"/>
                  </a:lnTo>
                  <a:cubicBezTo>
                    <a:pt x="151" y="4362"/>
                    <a:pt x="318" y="5615"/>
                    <a:pt x="2005" y="6033"/>
                  </a:cubicBezTo>
                  <a:cubicBezTo>
                    <a:pt x="2296" y="6105"/>
                    <a:pt x="2582" y="6137"/>
                    <a:pt x="2857" y="6137"/>
                  </a:cubicBezTo>
                  <a:cubicBezTo>
                    <a:pt x="4181" y="6137"/>
                    <a:pt x="5253" y="5390"/>
                    <a:pt x="5364" y="4713"/>
                  </a:cubicBezTo>
                  <a:cubicBezTo>
                    <a:pt x="5497" y="3810"/>
                    <a:pt x="5264" y="84"/>
                    <a:pt x="5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8"/>
            <p:cNvSpPr/>
            <p:nvPr/>
          </p:nvSpPr>
          <p:spPr>
            <a:xfrm>
              <a:off x="7445228" y="2642662"/>
              <a:ext cx="176756" cy="196691"/>
            </a:xfrm>
            <a:custGeom>
              <a:avLst/>
              <a:gdLst/>
              <a:ahLst/>
              <a:cxnLst/>
              <a:rect l="l" t="t" r="r" b="b"/>
              <a:pathLst>
                <a:path w="5515" h="6137" extrusionOk="0">
                  <a:moveTo>
                    <a:pt x="5247" y="1"/>
                  </a:moveTo>
                  <a:lnTo>
                    <a:pt x="1" y="68"/>
                  </a:lnTo>
                  <a:lnTo>
                    <a:pt x="151" y="4362"/>
                  </a:lnTo>
                  <a:cubicBezTo>
                    <a:pt x="151" y="4362"/>
                    <a:pt x="318" y="5615"/>
                    <a:pt x="2006" y="6032"/>
                  </a:cubicBezTo>
                  <a:cubicBezTo>
                    <a:pt x="2296" y="6104"/>
                    <a:pt x="2582" y="6137"/>
                    <a:pt x="2858" y="6137"/>
                  </a:cubicBezTo>
                  <a:cubicBezTo>
                    <a:pt x="4181" y="6137"/>
                    <a:pt x="5253" y="5390"/>
                    <a:pt x="5364" y="4713"/>
                  </a:cubicBezTo>
                  <a:cubicBezTo>
                    <a:pt x="5514" y="3810"/>
                    <a:pt x="5280" y="84"/>
                    <a:pt x="5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8"/>
            <p:cNvSpPr/>
            <p:nvPr/>
          </p:nvSpPr>
          <p:spPr>
            <a:xfrm>
              <a:off x="7760633" y="1837790"/>
              <a:ext cx="322968" cy="240888"/>
            </a:xfrm>
            <a:custGeom>
              <a:avLst/>
              <a:gdLst/>
              <a:ahLst/>
              <a:cxnLst/>
              <a:rect l="l" t="t" r="r" b="b"/>
              <a:pathLst>
                <a:path w="10077" h="7516" extrusionOk="0">
                  <a:moveTo>
                    <a:pt x="1" y="1"/>
                  </a:moveTo>
                  <a:cubicBezTo>
                    <a:pt x="101" y="2240"/>
                    <a:pt x="419" y="6701"/>
                    <a:pt x="1555" y="7503"/>
                  </a:cubicBezTo>
                  <a:cubicBezTo>
                    <a:pt x="1628" y="7511"/>
                    <a:pt x="1704" y="7515"/>
                    <a:pt x="1783" y="7515"/>
                  </a:cubicBezTo>
                  <a:cubicBezTo>
                    <a:pt x="3939" y="7515"/>
                    <a:pt x="8174" y="4492"/>
                    <a:pt x="10076" y="2106"/>
                  </a:cubicBezTo>
                  <a:cubicBezTo>
                    <a:pt x="9759" y="1989"/>
                    <a:pt x="9441" y="1855"/>
                    <a:pt x="9141" y="1705"/>
                  </a:cubicBezTo>
                  <a:cubicBezTo>
                    <a:pt x="6584" y="1137"/>
                    <a:pt x="1254" y="101"/>
                    <a:pt x="1104" y="51"/>
                  </a:cubicBezTo>
                  <a:cubicBezTo>
                    <a:pt x="1104" y="51"/>
                    <a:pt x="63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7770824" y="1452229"/>
              <a:ext cx="330435" cy="591771"/>
            </a:xfrm>
            <a:custGeom>
              <a:avLst/>
              <a:gdLst/>
              <a:ahLst/>
              <a:cxnLst/>
              <a:rect l="l" t="t" r="r" b="b"/>
              <a:pathLst>
                <a:path w="10310" h="18464" extrusionOk="0">
                  <a:moveTo>
                    <a:pt x="2356" y="1"/>
                  </a:moveTo>
                  <a:cubicBezTo>
                    <a:pt x="1939" y="301"/>
                    <a:pt x="1571" y="886"/>
                    <a:pt x="1270" y="2139"/>
                  </a:cubicBezTo>
                  <a:cubicBezTo>
                    <a:pt x="853" y="4445"/>
                    <a:pt x="151" y="3743"/>
                    <a:pt x="51" y="4295"/>
                  </a:cubicBezTo>
                  <a:cubicBezTo>
                    <a:pt x="0" y="4529"/>
                    <a:pt x="619" y="4729"/>
                    <a:pt x="485" y="5414"/>
                  </a:cubicBezTo>
                  <a:cubicBezTo>
                    <a:pt x="335" y="6133"/>
                    <a:pt x="218" y="7252"/>
                    <a:pt x="418" y="7520"/>
                  </a:cubicBezTo>
                  <a:cubicBezTo>
                    <a:pt x="719" y="7921"/>
                    <a:pt x="1504" y="8171"/>
                    <a:pt x="2557" y="8205"/>
                  </a:cubicBezTo>
                  <a:cubicBezTo>
                    <a:pt x="2674" y="8221"/>
                    <a:pt x="2791" y="8221"/>
                    <a:pt x="2874" y="8238"/>
                  </a:cubicBezTo>
                  <a:cubicBezTo>
                    <a:pt x="3626" y="8338"/>
                    <a:pt x="3325" y="9992"/>
                    <a:pt x="3292" y="10260"/>
                  </a:cubicBezTo>
                  <a:cubicBezTo>
                    <a:pt x="3192" y="10878"/>
                    <a:pt x="2858" y="11446"/>
                    <a:pt x="2356" y="11814"/>
                  </a:cubicBezTo>
                  <a:cubicBezTo>
                    <a:pt x="2010" y="12052"/>
                    <a:pt x="1357" y="12086"/>
                    <a:pt x="1012" y="12086"/>
                  </a:cubicBezTo>
                  <a:cubicBezTo>
                    <a:pt x="874" y="12086"/>
                    <a:pt x="786" y="12081"/>
                    <a:pt x="786" y="12081"/>
                  </a:cubicBezTo>
                  <a:lnTo>
                    <a:pt x="786" y="12081"/>
                  </a:lnTo>
                  <a:cubicBezTo>
                    <a:pt x="786" y="12081"/>
                    <a:pt x="752" y="17946"/>
                    <a:pt x="1805" y="18464"/>
                  </a:cubicBezTo>
                  <a:cubicBezTo>
                    <a:pt x="3476" y="18180"/>
                    <a:pt x="7619" y="15506"/>
                    <a:pt x="9056" y="13869"/>
                  </a:cubicBezTo>
                  <a:cubicBezTo>
                    <a:pt x="7987" y="13234"/>
                    <a:pt x="7001" y="12365"/>
                    <a:pt x="6868" y="11195"/>
                  </a:cubicBezTo>
                  <a:cubicBezTo>
                    <a:pt x="6734" y="10009"/>
                    <a:pt x="7954" y="6032"/>
                    <a:pt x="7954" y="6032"/>
                  </a:cubicBezTo>
                  <a:cubicBezTo>
                    <a:pt x="7954" y="6032"/>
                    <a:pt x="8090" y="6159"/>
                    <a:pt x="8389" y="6159"/>
                  </a:cubicBezTo>
                  <a:cubicBezTo>
                    <a:pt x="8495" y="6159"/>
                    <a:pt x="8623" y="6143"/>
                    <a:pt x="8772" y="6099"/>
                  </a:cubicBezTo>
                  <a:cubicBezTo>
                    <a:pt x="9340" y="5949"/>
                    <a:pt x="10310" y="3660"/>
                    <a:pt x="9524" y="3276"/>
                  </a:cubicBezTo>
                  <a:cubicBezTo>
                    <a:pt x="9358" y="3193"/>
                    <a:pt x="9197" y="3153"/>
                    <a:pt x="9040" y="3153"/>
                  </a:cubicBezTo>
                  <a:cubicBezTo>
                    <a:pt x="8503" y="3153"/>
                    <a:pt x="8024" y="3619"/>
                    <a:pt x="7636" y="4395"/>
                  </a:cubicBezTo>
                  <a:cubicBezTo>
                    <a:pt x="7018" y="3560"/>
                    <a:pt x="6834" y="3276"/>
                    <a:pt x="5899" y="2691"/>
                  </a:cubicBezTo>
                  <a:cubicBezTo>
                    <a:pt x="5113" y="2206"/>
                    <a:pt x="3726" y="1839"/>
                    <a:pt x="2941" y="1070"/>
                  </a:cubicBezTo>
                  <a:cubicBezTo>
                    <a:pt x="2657" y="769"/>
                    <a:pt x="2457" y="402"/>
                    <a:pt x="235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7794926" y="1619305"/>
              <a:ext cx="266175" cy="424695"/>
            </a:xfrm>
            <a:custGeom>
              <a:avLst/>
              <a:gdLst/>
              <a:ahLst/>
              <a:cxnLst/>
              <a:rect l="l" t="t" r="r" b="b"/>
              <a:pathLst>
                <a:path w="8305" h="13251" extrusionOk="0">
                  <a:moveTo>
                    <a:pt x="6851" y="1"/>
                  </a:moveTo>
                  <a:lnTo>
                    <a:pt x="6851" y="1"/>
                  </a:lnTo>
                  <a:cubicBezTo>
                    <a:pt x="6700" y="335"/>
                    <a:pt x="6583" y="552"/>
                    <a:pt x="6517" y="719"/>
                  </a:cubicBezTo>
                  <a:cubicBezTo>
                    <a:pt x="5311" y="2775"/>
                    <a:pt x="3275" y="3029"/>
                    <a:pt x="2329" y="3029"/>
                  </a:cubicBezTo>
                  <a:cubicBezTo>
                    <a:pt x="2253" y="3029"/>
                    <a:pt x="2183" y="3027"/>
                    <a:pt x="2122" y="3025"/>
                  </a:cubicBezTo>
                  <a:lnTo>
                    <a:pt x="2122" y="3025"/>
                  </a:lnTo>
                  <a:cubicBezTo>
                    <a:pt x="2874" y="3125"/>
                    <a:pt x="2573" y="4779"/>
                    <a:pt x="2540" y="5047"/>
                  </a:cubicBezTo>
                  <a:cubicBezTo>
                    <a:pt x="2440" y="5665"/>
                    <a:pt x="2106" y="6233"/>
                    <a:pt x="1604" y="6601"/>
                  </a:cubicBezTo>
                  <a:cubicBezTo>
                    <a:pt x="1258" y="6839"/>
                    <a:pt x="605" y="6873"/>
                    <a:pt x="260" y="6873"/>
                  </a:cubicBezTo>
                  <a:cubicBezTo>
                    <a:pt x="122" y="6873"/>
                    <a:pt x="34" y="6868"/>
                    <a:pt x="34" y="6868"/>
                  </a:cubicBezTo>
                  <a:lnTo>
                    <a:pt x="34" y="6868"/>
                  </a:lnTo>
                  <a:cubicBezTo>
                    <a:pt x="34" y="6868"/>
                    <a:pt x="0" y="12733"/>
                    <a:pt x="1053" y="13251"/>
                  </a:cubicBezTo>
                  <a:cubicBezTo>
                    <a:pt x="2724" y="12967"/>
                    <a:pt x="6867" y="10293"/>
                    <a:pt x="8304" y="8656"/>
                  </a:cubicBezTo>
                  <a:cubicBezTo>
                    <a:pt x="7235" y="8021"/>
                    <a:pt x="6249" y="7152"/>
                    <a:pt x="6116" y="5982"/>
                  </a:cubicBezTo>
                  <a:cubicBezTo>
                    <a:pt x="5982" y="4796"/>
                    <a:pt x="7202" y="819"/>
                    <a:pt x="7202" y="819"/>
                  </a:cubicBezTo>
                  <a:cubicBezTo>
                    <a:pt x="7202" y="819"/>
                    <a:pt x="6817" y="636"/>
                    <a:pt x="6851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8"/>
            <p:cNvSpPr/>
            <p:nvPr/>
          </p:nvSpPr>
          <p:spPr>
            <a:xfrm>
              <a:off x="8021968" y="1570750"/>
              <a:ext cx="49293" cy="58587"/>
            </a:xfrm>
            <a:custGeom>
              <a:avLst/>
              <a:gdLst/>
              <a:ahLst/>
              <a:cxnLst/>
              <a:rect l="l" t="t" r="r" b="b"/>
              <a:pathLst>
                <a:path w="1538" h="1828" extrusionOk="0">
                  <a:moveTo>
                    <a:pt x="1223" y="0"/>
                  </a:moveTo>
                  <a:cubicBezTo>
                    <a:pt x="1149" y="0"/>
                    <a:pt x="1059" y="17"/>
                    <a:pt x="953" y="62"/>
                  </a:cubicBezTo>
                  <a:cubicBezTo>
                    <a:pt x="368" y="313"/>
                    <a:pt x="1" y="1700"/>
                    <a:pt x="519" y="1816"/>
                  </a:cubicBezTo>
                  <a:cubicBezTo>
                    <a:pt x="551" y="1824"/>
                    <a:pt x="582" y="1827"/>
                    <a:pt x="612" y="1827"/>
                  </a:cubicBezTo>
                  <a:cubicBezTo>
                    <a:pt x="1062" y="1827"/>
                    <a:pt x="1232" y="1054"/>
                    <a:pt x="903" y="898"/>
                  </a:cubicBezTo>
                  <a:cubicBezTo>
                    <a:pt x="836" y="864"/>
                    <a:pt x="769" y="831"/>
                    <a:pt x="686" y="797"/>
                  </a:cubicBezTo>
                  <a:cubicBezTo>
                    <a:pt x="686" y="797"/>
                    <a:pt x="908" y="143"/>
                    <a:pt x="1392" y="143"/>
                  </a:cubicBezTo>
                  <a:cubicBezTo>
                    <a:pt x="1438" y="143"/>
                    <a:pt x="1487" y="149"/>
                    <a:pt x="1538" y="162"/>
                  </a:cubicBezTo>
                  <a:cubicBezTo>
                    <a:pt x="1538" y="162"/>
                    <a:pt x="1452" y="0"/>
                    <a:pt x="1223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8"/>
            <p:cNvSpPr/>
            <p:nvPr/>
          </p:nvSpPr>
          <p:spPr>
            <a:xfrm>
              <a:off x="7828643" y="1511104"/>
              <a:ext cx="44582" cy="27916"/>
            </a:xfrm>
            <a:custGeom>
              <a:avLst/>
              <a:gdLst/>
              <a:ahLst/>
              <a:cxnLst/>
              <a:rect l="l" t="t" r="r" b="b"/>
              <a:pathLst>
                <a:path w="1391" h="871" extrusionOk="0">
                  <a:moveTo>
                    <a:pt x="670" y="0"/>
                  </a:moveTo>
                  <a:cubicBezTo>
                    <a:pt x="415" y="0"/>
                    <a:pt x="152" y="120"/>
                    <a:pt x="1" y="319"/>
                  </a:cubicBezTo>
                  <a:cubicBezTo>
                    <a:pt x="519" y="336"/>
                    <a:pt x="1003" y="536"/>
                    <a:pt x="1371" y="870"/>
                  </a:cubicBezTo>
                  <a:cubicBezTo>
                    <a:pt x="1391" y="249"/>
                    <a:pt x="1038" y="0"/>
                    <a:pt x="67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7826527" y="1543603"/>
              <a:ext cx="26249" cy="26153"/>
            </a:xfrm>
            <a:custGeom>
              <a:avLst/>
              <a:gdLst/>
              <a:ahLst/>
              <a:cxnLst/>
              <a:rect l="l" t="t" r="r" b="b"/>
              <a:pathLst>
                <a:path w="819" h="816" extrusionOk="0">
                  <a:moveTo>
                    <a:pt x="419" y="1"/>
                  </a:moveTo>
                  <a:cubicBezTo>
                    <a:pt x="331" y="1"/>
                    <a:pt x="248" y="23"/>
                    <a:pt x="184" y="74"/>
                  </a:cubicBezTo>
                  <a:cubicBezTo>
                    <a:pt x="100" y="124"/>
                    <a:pt x="33" y="224"/>
                    <a:pt x="0" y="324"/>
                  </a:cubicBezTo>
                  <a:cubicBezTo>
                    <a:pt x="0" y="358"/>
                    <a:pt x="0" y="408"/>
                    <a:pt x="0" y="441"/>
                  </a:cubicBezTo>
                  <a:cubicBezTo>
                    <a:pt x="0" y="508"/>
                    <a:pt x="33" y="575"/>
                    <a:pt x="67" y="642"/>
                  </a:cubicBezTo>
                  <a:lnTo>
                    <a:pt x="150" y="725"/>
                  </a:lnTo>
                  <a:cubicBezTo>
                    <a:pt x="201" y="775"/>
                    <a:pt x="267" y="809"/>
                    <a:pt x="334" y="809"/>
                  </a:cubicBezTo>
                  <a:cubicBezTo>
                    <a:pt x="359" y="813"/>
                    <a:pt x="385" y="815"/>
                    <a:pt x="412" y="815"/>
                  </a:cubicBezTo>
                  <a:cubicBezTo>
                    <a:pt x="491" y="815"/>
                    <a:pt x="572" y="796"/>
                    <a:pt x="635" y="759"/>
                  </a:cubicBezTo>
                  <a:cubicBezTo>
                    <a:pt x="685" y="725"/>
                    <a:pt x="735" y="692"/>
                    <a:pt x="752" y="642"/>
                  </a:cubicBezTo>
                  <a:cubicBezTo>
                    <a:pt x="785" y="592"/>
                    <a:pt x="802" y="542"/>
                    <a:pt x="819" y="491"/>
                  </a:cubicBezTo>
                  <a:cubicBezTo>
                    <a:pt x="819" y="458"/>
                    <a:pt x="819" y="425"/>
                    <a:pt x="819" y="391"/>
                  </a:cubicBezTo>
                  <a:cubicBezTo>
                    <a:pt x="819" y="308"/>
                    <a:pt x="802" y="241"/>
                    <a:pt x="752" y="174"/>
                  </a:cubicBezTo>
                  <a:lnTo>
                    <a:pt x="685" y="90"/>
                  </a:lnTo>
                  <a:cubicBezTo>
                    <a:pt x="635" y="57"/>
                    <a:pt x="568" y="24"/>
                    <a:pt x="501" y="7"/>
                  </a:cubicBezTo>
                  <a:cubicBezTo>
                    <a:pt x="474" y="3"/>
                    <a:pt x="446" y="1"/>
                    <a:pt x="41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7805086" y="1639112"/>
              <a:ext cx="63779" cy="23204"/>
            </a:xfrm>
            <a:custGeom>
              <a:avLst/>
              <a:gdLst/>
              <a:ahLst/>
              <a:cxnLst/>
              <a:rect l="l" t="t" r="r" b="b"/>
              <a:pathLst>
                <a:path w="1990" h="724" extrusionOk="0">
                  <a:moveTo>
                    <a:pt x="1989" y="1"/>
                  </a:moveTo>
                  <a:lnTo>
                    <a:pt x="1" y="352"/>
                  </a:lnTo>
                  <a:cubicBezTo>
                    <a:pt x="1" y="352"/>
                    <a:pt x="432" y="724"/>
                    <a:pt x="947" y="724"/>
                  </a:cubicBezTo>
                  <a:cubicBezTo>
                    <a:pt x="1292" y="724"/>
                    <a:pt x="1674" y="557"/>
                    <a:pt x="1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7400326" y="1387391"/>
              <a:ext cx="104387" cy="148936"/>
            </a:xfrm>
            <a:custGeom>
              <a:avLst/>
              <a:gdLst/>
              <a:ahLst/>
              <a:cxnLst/>
              <a:rect l="l" t="t" r="r" b="b"/>
              <a:pathLst>
                <a:path w="3257" h="4647" extrusionOk="0">
                  <a:moveTo>
                    <a:pt x="244" y="0"/>
                  </a:moveTo>
                  <a:cubicBezTo>
                    <a:pt x="29" y="0"/>
                    <a:pt x="0" y="478"/>
                    <a:pt x="65" y="720"/>
                  </a:cubicBezTo>
                  <a:cubicBezTo>
                    <a:pt x="132" y="971"/>
                    <a:pt x="349" y="1305"/>
                    <a:pt x="549" y="1372"/>
                  </a:cubicBezTo>
                  <a:cubicBezTo>
                    <a:pt x="917" y="1439"/>
                    <a:pt x="1301" y="1489"/>
                    <a:pt x="1669" y="1522"/>
                  </a:cubicBezTo>
                  <a:lnTo>
                    <a:pt x="3006" y="4647"/>
                  </a:lnTo>
                  <a:cubicBezTo>
                    <a:pt x="3006" y="4647"/>
                    <a:pt x="3256" y="2809"/>
                    <a:pt x="2822" y="1439"/>
                  </a:cubicBezTo>
                  <a:cubicBezTo>
                    <a:pt x="2523" y="531"/>
                    <a:pt x="2341" y="327"/>
                    <a:pt x="2146" y="327"/>
                  </a:cubicBezTo>
                  <a:cubicBezTo>
                    <a:pt x="2046" y="327"/>
                    <a:pt x="1943" y="380"/>
                    <a:pt x="1819" y="420"/>
                  </a:cubicBezTo>
                  <a:cubicBezTo>
                    <a:pt x="1519" y="503"/>
                    <a:pt x="1218" y="570"/>
                    <a:pt x="900" y="620"/>
                  </a:cubicBezTo>
                  <a:cubicBezTo>
                    <a:pt x="900" y="620"/>
                    <a:pt x="499" y="35"/>
                    <a:pt x="265" y="2"/>
                  </a:cubicBezTo>
                  <a:cubicBezTo>
                    <a:pt x="258" y="1"/>
                    <a:pt x="251" y="0"/>
                    <a:pt x="24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7336002" y="1412326"/>
              <a:ext cx="168166" cy="161211"/>
            </a:xfrm>
            <a:custGeom>
              <a:avLst/>
              <a:gdLst/>
              <a:ahLst/>
              <a:cxnLst/>
              <a:rect l="l" t="t" r="r" b="b"/>
              <a:pathLst>
                <a:path w="5247" h="5030" extrusionOk="0">
                  <a:moveTo>
                    <a:pt x="1409" y="1"/>
                  </a:moveTo>
                  <a:cubicBezTo>
                    <a:pt x="909" y="1"/>
                    <a:pt x="136" y="68"/>
                    <a:pt x="67" y="193"/>
                  </a:cubicBezTo>
                  <a:cubicBezTo>
                    <a:pt x="17" y="277"/>
                    <a:pt x="0" y="360"/>
                    <a:pt x="0" y="460"/>
                  </a:cubicBezTo>
                  <a:cubicBezTo>
                    <a:pt x="0" y="561"/>
                    <a:pt x="50" y="644"/>
                    <a:pt x="117" y="711"/>
                  </a:cubicBezTo>
                  <a:lnTo>
                    <a:pt x="652" y="828"/>
                  </a:lnTo>
                  <a:cubicBezTo>
                    <a:pt x="652" y="828"/>
                    <a:pt x="518" y="1279"/>
                    <a:pt x="602" y="1329"/>
                  </a:cubicBezTo>
                  <a:cubicBezTo>
                    <a:pt x="802" y="1413"/>
                    <a:pt x="1003" y="1480"/>
                    <a:pt x="1203" y="1546"/>
                  </a:cubicBezTo>
                  <a:cubicBezTo>
                    <a:pt x="1186" y="1630"/>
                    <a:pt x="1170" y="1730"/>
                    <a:pt x="1153" y="1814"/>
                  </a:cubicBezTo>
                  <a:cubicBezTo>
                    <a:pt x="1136" y="1931"/>
                    <a:pt x="1153" y="2031"/>
                    <a:pt x="1203" y="2131"/>
                  </a:cubicBezTo>
                  <a:cubicBezTo>
                    <a:pt x="1253" y="2215"/>
                    <a:pt x="1337" y="2265"/>
                    <a:pt x="1420" y="2315"/>
                  </a:cubicBezTo>
                  <a:cubicBezTo>
                    <a:pt x="1320" y="2348"/>
                    <a:pt x="1220" y="2399"/>
                    <a:pt x="1120" y="2465"/>
                  </a:cubicBezTo>
                  <a:cubicBezTo>
                    <a:pt x="1086" y="2482"/>
                    <a:pt x="1053" y="2499"/>
                    <a:pt x="1036" y="2532"/>
                  </a:cubicBezTo>
                  <a:cubicBezTo>
                    <a:pt x="1003" y="2716"/>
                    <a:pt x="1069" y="2917"/>
                    <a:pt x="1203" y="3033"/>
                  </a:cubicBezTo>
                  <a:cubicBezTo>
                    <a:pt x="1370" y="3117"/>
                    <a:pt x="2373" y="3418"/>
                    <a:pt x="2373" y="3418"/>
                  </a:cubicBezTo>
                  <a:cubicBezTo>
                    <a:pt x="2373" y="3418"/>
                    <a:pt x="3457" y="5029"/>
                    <a:pt x="4463" y="5029"/>
                  </a:cubicBezTo>
                  <a:cubicBezTo>
                    <a:pt x="4501" y="5029"/>
                    <a:pt x="4540" y="5027"/>
                    <a:pt x="4578" y="5022"/>
                  </a:cubicBezTo>
                  <a:cubicBezTo>
                    <a:pt x="5247" y="4922"/>
                    <a:pt x="5230" y="2031"/>
                    <a:pt x="4394" y="1212"/>
                  </a:cubicBezTo>
                  <a:cubicBezTo>
                    <a:pt x="3676" y="494"/>
                    <a:pt x="2089" y="26"/>
                    <a:pt x="1671" y="9"/>
                  </a:cubicBezTo>
                  <a:cubicBezTo>
                    <a:pt x="1600" y="4"/>
                    <a:pt x="1510" y="1"/>
                    <a:pt x="1409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7336002" y="1427069"/>
              <a:ext cx="81407" cy="23044"/>
            </a:xfrm>
            <a:custGeom>
              <a:avLst/>
              <a:gdLst/>
              <a:ahLst/>
              <a:cxnLst/>
              <a:rect l="l" t="t" r="r" b="b"/>
              <a:pathLst>
                <a:path w="2540" h="719" extrusionOk="0">
                  <a:moveTo>
                    <a:pt x="0" y="0"/>
                  </a:moveTo>
                  <a:cubicBezTo>
                    <a:pt x="0" y="101"/>
                    <a:pt x="50" y="184"/>
                    <a:pt x="117" y="251"/>
                  </a:cubicBezTo>
                  <a:lnTo>
                    <a:pt x="652" y="368"/>
                  </a:lnTo>
                  <a:cubicBezTo>
                    <a:pt x="652" y="368"/>
                    <a:pt x="2272" y="652"/>
                    <a:pt x="2540" y="719"/>
                  </a:cubicBezTo>
                  <a:cubicBezTo>
                    <a:pt x="2306" y="452"/>
                    <a:pt x="1988" y="268"/>
                    <a:pt x="1637" y="201"/>
                  </a:cubicBezTo>
                  <a:cubicBezTo>
                    <a:pt x="1103" y="101"/>
                    <a:pt x="551" y="34"/>
                    <a:pt x="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7372924" y="1461876"/>
              <a:ext cx="49325" cy="13942"/>
            </a:xfrm>
            <a:custGeom>
              <a:avLst/>
              <a:gdLst/>
              <a:ahLst/>
              <a:cxnLst/>
              <a:rect l="l" t="t" r="r" b="b"/>
              <a:pathLst>
                <a:path w="1539" h="435" extrusionOk="0">
                  <a:moveTo>
                    <a:pt x="51" y="0"/>
                  </a:moveTo>
                  <a:cubicBezTo>
                    <a:pt x="34" y="84"/>
                    <a:pt x="18" y="184"/>
                    <a:pt x="1" y="268"/>
                  </a:cubicBezTo>
                  <a:cubicBezTo>
                    <a:pt x="502" y="385"/>
                    <a:pt x="1020" y="435"/>
                    <a:pt x="1538" y="435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7371866" y="1486522"/>
              <a:ext cx="40191" cy="9647"/>
            </a:xfrm>
            <a:custGeom>
              <a:avLst/>
              <a:gdLst/>
              <a:ahLst/>
              <a:cxnLst/>
              <a:rect l="l" t="t" r="r" b="b"/>
              <a:pathLst>
                <a:path w="1254" h="301" extrusionOk="0">
                  <a:moveTo>
                    <a:pt x="301" y="0"/>
                  </a:moveTo>
                  <a:cubicBezTo>
                    <a:pt x="201" y="33"/>
                    <a:pt x="101" y="84"/>
                    <a:pt x="1" y="150"/>
                  </a:cubicBezTo>
                  <a:cubicBezTo>
                    <a:pt x="418" y="217"/>
                    <a:pt x="836" y="267"/>
                    <a:pt x="1254" y="301"/>
                  </a:cubicBezTo>
                  <a:cubicBezTo>
                    <a:pt x="936" y="167"/>
                    <a:pt x="619" y="67"/>
                    <a:pt x="301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7368116" y="1516938"/>
              <a:ext cx="902368" cy="697889"/>
            </a:xfrm>
            <a:custGeom>
              <a:avLst/>
              <a:gdLst/>
              <a:ahLst/>
              <a:cxnLst/>
              <a:rect l="l" t="t" r="r" b="b"/>
              <a:pathLst>
                <a:path w="28155" h="21775" extrusionOk="0">
                  <a:moveTo>
                    <a:pt x="5406" y="1"/>
                  </a:moveTo>
                  <a:cubicBezTo>
                    <a:pt x="5168" y="1"/>
                    <a:pt x="1" y="1825"/>
                    <a:pt x="1" y="1825"/>
                  </a:cubicBezTo>
                  <a:cubicBezTo>
                    <a:pt x="1" y="1825"/>
                    <a:pt x="1772" y="14807"/>
                    <a:pt x="4228" y="20104"/>
                  </a:cubicBezTo>
                  <a:cubicBezTo>
                    <a:pt x="6695" y="21349"/>
                    <a:pt x="10622" y="21774"/>
                    <a:pt x="14405" y="21774"/>
                  </a:cubicBezTo>
                  <a:cubicBezTo>
                    <a:pt x="18794" y="21774"/>
                    <a:pt x="22989" y="21201"/>
                    <a:pt x="24479" y="20672"/>
                  </a:cubicBezTo>
                  <a:cubicBezTo>
                    <a:pt x="27252" y="19686"/>
                    <a:pt x="27987" y="17882"/>
                    <a:pt x="28071" y="17196"/>
                  </a:cubicBezTo>
                  <a:cubicBezTo>
                    <a:pt x="28154" y="16511"/>
                    <a:pt x="28104" y="15024"/>
                    <a:pt x="26851" y="14072"/>
                  </a:cubicBezTo>
                  <a:cubicBezTo>
                    <a:pt x="26120" y="13524"/>
                    <a:pt x="20393" y="13407"/>
                    <a:pt x="15665" y="13407"/>
                  </a:cubicBezTo>
                  <a:cubicBezTo>
                    <a:pt x="12181" y="13407"/>
                    <a:pt x="9240" y="13470"/>
                    <a:pt x="9240" y="13470"/>
                  </a:cubicBezTo>
                  <a:cubicBezTo>
                    <a:pt x="9240" y="13470"/>
                    <a:pt x="5414" y="104"/>
                    <a:pt x="5414" y="3"/>
                  </a:cubicBezTo>
                  <a:cubicBezTo>
                    <a:pt x="5414" y="2"/>
                    <a:pt x="5411" y="1"/>
                    <a:pt x="5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5832280" y="2001758"/>
              <a:ext cx="947879" cy="442386"/>
            </a:xfrm>
            <a:custGeom>
              <a:avLst/>
              <a:gdLst/>
              <a:ahLst/>
              <a:cxnLst/>
              <a:rect l="l" t="t" r="r" b="b"/>
              <a:pathLst>
                <a:path w="29575" h="13803" extrusionOk="0">
                  <a:moveTo>
                    <a:pt x="27306" y="1"/>
                  </a:moveTo>
                  <a:cubicBezTo>
                    <a:pt x="26976" y="1"/>
                    <a:pt x="26082" y="566"/>
                    <a:pt x="26082" y="566"/>
                  </a:cubicBezTo>
                  <a:cubicBezTo>
                    <a:pt x="25648" y="399"/>
                    <a:pt x="25197" y="265"/>
                    <a:pt x="24746" y="165"/>
                  </a:cubicBezTo>
                  <a:cubicBezTo>
                    <a:pt x="24742" y="164"/>
                    <a:pt x="24738" y="164"/>
                    <a:pt x="24734" y="164"/>
                  </a:cubicBezTo>
                  <a:cubicBezTo>
                    <a:pt x="24387" y="164"/>
                    <a:pt x="22006" y="1501"/>
                    <a:pt x="22006" y="1501"/>
                  </a:cubicBezTo>
                  <a:cubicBezTo>
                    <a:pt x="22006" y="1501"/>
                    <a:pt x="15907" y="5044"/>
                    <a:pt x="12264" y="8085"/>
                  </a:cubicBezTo>
                  <a:cubicBezTo>
                    <a:pt x="9792" y="5779"/>
                    <a:pt x="6099" y="2387"/>
                    <a:pt x="5063" y="1635"/>
                  </a:cubicBezTo>
                  <a:cubicBezTo>
                    <a:pt x="4452" y="1296"/>
                    <a:pt x="3711" y="1036"/>
                    <a:pt x="3004" y="1036"/>
                  </a:cubicBezTo>
                  <a:cubicBezTo>
                    <a:pt x="2105" y="1036"/>
                    <a:pt x="1260" y="1456"/>
                    <a:pt x="802" y="2671"/>
                  </a:cubicBezTo>
                  <a:cubicBezTo>
                    <a:pt x="0" y="4860"/>
                    <a:pt x="3910" y="9104"/>
                    <a:pt x="7820" y="12212"/>
                  </a:cubicBezTo>
                  <a:cubicBezTo>
                    <a:pt x="9230" y="13332"/>
                    <a:pt x="10580" y="13802"/>
                    <a:pt x="11886" y="13802"/>
                  </a:cubicBezTo>
                  <a:cubicBezTo>
                    <a:pt x="13968" y="13802"/>
                    <a:pt x="15935" y="12605"/>
                    <a:pt x="17845" y="10942"/>
                  </a:cubicBezTo>
                  <a:cubicBezTo>
                    <a:pt x="20452" y="8653"/>
                    <a:pt x="21287" y="7065"/>
                    <a:pt x="23442" y="4359"/>
                  </a:cubicBezTo>
                  <a:cubicBezTo>
                    <a:pt x="23559" y="4375"/>
                    <a:pt x="23660" y="4392"/>
                    <a:pt x="23760" y="4409"/>
                  </a:cubicBezTo>
                  <a:cubicBezTo>
                    <a:pt x="24278" y="4492"/>
                    <a:pt x="25748" y="4676"/>
                    <a:pt x="25748" y="4676"/>
                  </a:cubicBezTo>
                  <a:lnTo>
                    <a:pt x="25631" y="4125"/>
                  </a:lnTo>
                  <a:lnTo>
                    <a:pt x="26600" y="3272"/>
                  </a:lnTo>
                  <a:lnTo>
                    <a:pt x="26734" y="3172"/>
                  </a:lnTo>
                  <a:cubicBezTo>
                    <a:pt x="26734" y="3172"/>
                    <a:pt x="27152" y="3022"/>
                    <a:pt x="27503" y="2888"/>
                  </a:cubicBezTo>
                  <a:cubicBezTo>
                    <a:pt x="27686" y="2821"/>
                    <a:pt x="27870" y="2755"/>
                    <a:pt x="27937" y="2738"/>
                  </a:cubicBezTo>
                  <a:cubicBezTo>
                    <a:pt x="28288" y="2504"/>
                    <a:pt x="28622" y="2237"/>
                    <a:pt x="28889" y="1919"/>
                  </a:cubicBezTo>
                  <a:cubicBezTo>
                    <a:pt x="29240" y="1552"/>
                    <a:pt x="29575" y="1084"/>
                    <a:pt x="29407" y="883"/>
                  </a:cubicBezTo>
                  <a:lnTo>
                    <a:pt x="29424" y="883"/>
                  </a:lnTo>
                  <a:cubicBezTo>
                    <a:pt x="29406" y="861"/>
                    <a:pt x="29377" y="851"/>
                    <a:pt x="29338" y="851"/>
                  </a:cubicBezTo>
                  <a:cubicBezTo>
                    <a:pt x="29025" y="851"/>
                    <a:pt x="28109" y="1516"/>
                    <a:pt x="27737" y="1769"/>
                  </a:cubicBezTo>
                  <a:cubicBezTo>
                    <a:pt x="27620" y="1852"/>
                    <a:pt x="27486" y="1902"/>
                    <a:pt x="27336" y="1953"/>
                  </a:cubicBezTo>
                  <a:cubicBezTo>
                    <a:pt x="27068" y="2036"/>
                    <a:pt x="26801" y="2086"/>
                    <a:pt x="26517" y="2120"/>
                  </a:cubicBezTo>
                  <a:lnTo>
                    <a:pt x="26383" y="1886"/>
                  </a:lnTo>
                  <a:lnTo>
                    <a:pt x="26283" y="1719"/>
                  </a:lnTo>
                  <a:cubicBezTo>
                    <a:pt x="26283" y="1719"/>
                    <a:pt x="27118" y="1234"/>
                    <a:pt x="27302" y="883"/>
                  </a:cubicBezTo>
                  <a:cubicBezTo>
                    <a:pt x="27419" y="666"/>
                    <a:pt x="27570" y="215"/>
                    <a:pt x="27402" y="31"/>
                  </a:cubicBezTo>
                  <a:cubicBezTo>
                    <a:pt x="27382" y="10"/>
                    <a:pt x="27348" y="1"/>
                    <a:pt x="2730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669811" y="2062172"/>
              <a:ext cx="43941" cy="44485"/>
            </a:xfrm>
            <a:custGeom>
              <a:avLst/>
              <a:gdLst/>
              <a:ahLst/>
              <a:cxnLst/>
              <a:rect l="l" t="t" r="r" b="b"/>
              <a:pathLst>
                <a:path w="1371" h="1388" extrusionOk="0">
                  <a:moveTo>
                    <a:pt x="251" y="1"/>
                  </a:moveTo>
                  <a:cubicBezTo>
                    <a:pt x="101" y="68"/>
                    <a:pt x="1" y="134"/>
                    <a:pt x="1" y="134"/>
                  </a:cubicBezTo>
                  <a:lnTo>
                    <a:pt x="485" y="1387"/>
                  </a:lnTo>
                  <a:lnTo>
                    <a:pt x="602" y="1287"/>
                  </a:lnTo>
                  <a:cubicBezTo>
                    <a:pt x="602" y="1287"/>
                    <a:pt x="1020" y="1137"/>
                    <a:pt x="1371" y="1003"/>
                  </a:cubicBezTo>
                  <a:cubicBezTo>
                    <a:pt x="1371" y="686"/>
                    <a:pt x="1321" y="368"/>
                    <a:pt x="1204" y="68"/>
                  </a:cubicBezTo>
                  <a:cubicBezTo>
                    <a:pt x="936" y="151"/>
                    <a:pt x="669" y="201"/>
                    <a:pt x="385" y="235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6608756" y="2041051"/>
              <a:ext cx="98586" cy="110925"/>
            </a:xfrm>
            <a:custGeom>
              <a:avLst/>
              <a:gdLst/>
              <a:ahLst/>
              <a:cxnLst/>
              <a:rect l="l" t="t" r="r" b="b"/>
              <a:pathLst>
                <a:path w="3076" h="3461" extrusionOk="0">
                  <a:moveTo>
                    <a:pt x="1688" y="1"/>
                  </a:moveTo>
                  <a:cubicBezTo>
                    <a:pt x="1351" y="1"/>
                    <a:pt x="1120" y="359"/>
                    <a:pt x="1120" y="359"/>
                  </a:cubicBezTo>
                  <a:lnTo>
                    <a:pt x="1120" y="376"/>
                  </a:lnTo>
                  <a:lnTo>
                    <a:pt x="1404" y="626"/>
                  </a:lnTo>
                  <a:cubicBezTo>
                    <a:pt x="1404" y="626"/>
                    <a:pt x="1310" y="614"/>
                    <a:pt x="1190" y="614"/>
                  </a:cubicBezTo>
                  <a:cubicBezTo>
                    <a:pt x="1025" y="614"/>
                    <a:pt x="813" y="637"/>
                    <a:pt x="736" y="743"/>
                  </a:cubicBezTo>
                  <a:cubicBezTo>
                    <a:pt x="602" y="927"/>
                    <a:pt x="803" y="1328"/>
                    <a:pt x="803" y="1328"/>
                  </a:cubicBezTo>
                  <a:cubicBezTo>
                    <a:pt x="669" y="1244"/>
                    <a:pt x="535" y="1194"/>
                    <a:pt x="385" y="1161"/>
                  </a:cubicBezTo>
                  <a:cubicBezTo>
                    <a:pt x="268" y="1161"/>
                    <a:pt x="151" y="1328"/>
                    <a:pt x="84" y="1529"/>
                  </a:cubicBezTo>
                  <a:cubicBezTo>
                    <a:pt x="1" y="1729"/>
                    <a:pt x="1037" y="3350"/>
                    <a:pt x="1037" y="3350"/>
                  </a:cubicBezTo>
                  <a:cubicBezTo>
                    <a:pt x="1037" y="3350"/>
                    <a:pt x="1295" y="3460"/>
                    <a:pt x="1452" y="3460"/>
                  </a:cubicBezTo>
                  <a:cubicBezTo>
                    <a:pt x="1479" y="3460"/>
                    <a:pt x="1502" y="3457"/>
                    <a:pt x="1521" y="3450"/>
                  </a:cubicBezTo>
                  <a:cubicBezTo>
                    <a:pt x="1672" y="3400"/>
                    <a:pt x="1805" y="2899"/>
                    <a:pt x="1805" y="2899"/>
                  </a:cubicBezTo>
                  <a:cubicBezTo>
                    <a:pt x="1872" y="2899"/>
                    <a:pt x="1939" y="2882"/>
                    <a:pt x="2006" y="2865"/>
                  </a:cubicBezTo>
                  <a:cubicBezTo>
                    <a:pt x="2123" y="2848"/>
                    <a:pt x="2223" y="2798"/>
                    <a:pt x="2323" y="2732"/>
                  </a:cubicBezTo>
                  <a:cubicBezTo>
                    <a:pt x="2474" y="2598"/>
                    <a:pt x="2424" y="2214"/>
                    <a:pt x="2424" y="2214"/>
                  </a:cubicBezTo>
                  <a:cubicBezTo>
                    <a:pt x="2424" y="2214"/>
                    <a:pt x="2507" y="2197"/>
                    <a:pt x="2591" y="2147"/>
                  </a:cubicBezTo>
                  <a:cubicBezTo>
                    <a:pt x="2708" y="2113"/>
                    <a:pt x="2808" y="2046"/>
                    <a:pt x="2891" y="1980"/>
                  </a:cubicBezTo>
                  <a:cubicBezTo>
                    <a:pt x="3075" y="1779"/>
                    <a:pt x="2808" y="1228"/>
                    <a:pt x="2657" y="843"/>
                  </a:cubicBezTo>
                  <a:cubicBezTo>
                    <a:pt x="2524" y="442"/>
                    <a:pt x="2223" y="142"/>
                    <a:pt x="1839" y="25"/>
                  </a:cubicBezTo>
                  <a:cubicBezTo>
                    <a:pt x="1787" y="8"/>
                    <a:pt x="1736" y="1"/>
                    <a:pt x="1688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5743245" y="1959260"/>
              <a:ext cx="499788" cy="496551"/>
            </a:xfrm>
            <a:custGeom>
              <a:avLst/>
              <a:gdLst/>
              <a:ahLst/>
              <a:cxnLst/>
              <a:rect l="l" t="t" r="r" b="b"/>
              <a:pathLst>
                <a:path w="15594" h="15493" extrusionOk="0">
                  <a:moveTo>
                    <a:pt x="4500" y="0"/>
                  </a:moveTo>
                  <a:cubicBezTo>
                    <a:pt x="2194" y="0"/>
                    <a:pt x="1" y="2033"/>
                    <a:pt x="1776" y="4999"/>
                  </a:cubicBezTo>
                  <a:cubicBezTo>
                    <a:pt x="4082" y="8842"/>
                    <a:pt x="10732" y="15492"/>
                    <a:pt x="10732" y="15492"/>
                  </a:cubicBezTo>
                  <a:lnTo>
                    <a:pt x="15594" y="8458"/>
                  </a:lnTo>
                  <a:lnTo>
                    <a:pt x="6438" y="538"/>
                  </a:lnTo>
                  <a:cubicBezTo>
                    <a:pt x="5845" y="171"/>
                    <a:pt x="5167" y="0"/>
                    <a:pt x="4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6693400" y="1997912"/>
              <a:ext cx="66408" cy="77721"/>
            </a:xfrm>
            <a:custGeom>
              <a:avLst/>
              <a:gdLst/>
              <a:ahLst/>
              <a:cxnLst/>
              <a:rect l="l" t="t" r="r" b="b"/>
              <a:pathLst>
                <a:path w="2072" h="2425" extrusionOk="0">
                  <a:moveTo>
                    <a:pt x="768" y="1"/>
                  </a:moveTo>
                  <a:cubicBezTo>
                    <a:pt x="317" y="1087"/>
                    <a:pt x="267" y="1120"/>
                    <a:pt x="117" y="1688"/>
                  </a:cubicBezTo>
                  <a:cubicBezTo>
                    <a:pt x="1" y="2129"/>
                    <a:pt x="521" y="2425"/>
                    <a:pt x="928" y="2425"/>
                  </a:cubicBezTo>
                  <a:cubicBezTo>
                    <a:pt x="1107" y="2425"/>
                    <a:pt x="1265" y="2367"/>
                    <a:pt x="1336" y="2240"/>
                  </a:cubicBezTo>
                  <a:cubicBezTo>
                    <a:pt x="1470" y="2006"/>
                    <a:pt x="2072" y="535"/>
                    <a:pt x="2072" y="535"/>
                  </a:cubicBezTo>
                  <a:cubicBezTo>
                    <a:pt x="2072" y="535"/>
                    <a:pt x="986" y="101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6706220" y="1988810"/>
              <a:ext cx="61632" cy="32691"/>
            </a:xfrm>
            <a:custGeom>
              <a:avLst/>
              <a:gdLst/>
              <a:ahLst/>
              <a:cxnLst/>
              <a:rect l="l" t="t" r="r" b="b"/>
              <a:pathLst>
                <a:path w="1923" h="1020" extrusionOk="0">
                  <a:moveTo>
                    <a:pt x="168" y="1"/>
                  </a:moveTo>
                  <a:lnTo>
                    <a:pt x="1" y="368"/>
                  </a:lnTo>
                  <a:lnTo>
                    <a:pt x="1755" y="1020"/>
                  </a:lnTo>
                  <a:lnTo>
                    <a:pt x="1922" y="602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6704072" y="2031116"/>
              <a:ext cx="35928" cy="35800"/>
            </a:xfrm>
            <a:custGeom>
              <a:avLst/>
              <a:gdLst/>
              <a:ahLst/>
              <a:cxnLst/>
              <a:rect l="l" t="t" r="r" b="b"/>
              <a:pathLst>
                <a:path w="1121" h="1117" extrusionOk="0">
                  <a:moveTo>
                    <a:pt x="268" y="1"/>
                  </a:moveTo>
                  <a:cubicBezTo>
                    <a:pt x="268" y="1"/>
                    <a:pt x="1" y="485"/>
                    <a:pt x="51" y="803"/>
                  </a:cubicBezTo>
                  <a:cubicBezTo>
                    <a:pt x="74" y="1025"/>
                    <a:pt x="312" y="1116"/>
                    <a:pt x="515" y="1116"/>
                  </a:cubicBezTo>
                  <a:cubicBezTo>
                    <a:pt x="601" y="1116"/>
                    <a:pt x="681" y="1100"/>
                    <a:pt x="736" y="1070"/>
                  </a:cubicBezTo>
                  <a:cubicBezTo>
                    <a:pt x="920" y="986"/>
                    <a:pt x="1120" y="251"/>
                    <a:pt x="1120" y="251"/>
                  </a:cubicBezTo>
                  <a:lnTo>
                    <a:pt x="268" y="1"/>
                  </a:ln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5872984" y="4672773"/>
              <a:ext cx="508217" cy="193903"/>
            </a:xfrm>
            <a:custGeom>
              <a:avLst/>
              <a:gdLst/>
              <a:ahLst/>
              <a:cxnLst/>
              <a:rect l="l" t="t" r="r" b="b"/>
              <a:pathLst>
                <a:path w="15857" h="6050" extrusionOk="0">
                  <a:moveTo>
                    <a:pt x="6283" y="1"/>
                  </a:moveTo>
                  <a:lnTo>
                    <a:pt x="0" y="435"/>
                  </a:lnTo>
                  <a:lnTo>
                    <a:pt x="117" y="3326"/>
                  </a:lnTo>
                  <a:lnTo>
                    <a:pt x="234" y="6049"/>
                  </a:lnTo>
                  <a:lnTo>
                    <a:pt x="15857" y="6049"/>
                  </a:lnTo>
                  <a:cubicBezTo>
                    <a:pt x="15857" y="6049"/>
                    <a:pt x="14954" y="4261"/>
                    <a:pt x="12415" y="3727"/>
                  </a:cubicBezTo>
                  <a:cubicBezTo>
                    <a:pt x="11329" y="3526"/>
                    <a:pt x="10276" y="3209"/>
                    <a:pt x="9240" y="2791"/>
                  </a:cubicBezTo>
                  <a:cubicBezTo>
                    <a:pt x="6216" y="1521"/>
                    <a:pt x="6283" y="1"/>
                    <a:pt x="6283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5876734" y="4762224"/>
              <a:ext cx="504467" cy="104451"/>
            </a:xfrm>
            <a:custGeom>
              <a:avLst/>
              <a:gdLst/>
              <a:ahLst/>
              <a:cxnLst/>
              <a:rect l="l" t="t" r="r" b="b"/>
              <a:pathLst>
                <a:path w="15740" h="3259" extrusionOk="0">
                  <a:moveTo>
                    <a:pt x="9123" y="0"/>
                  </a:moveTo>
                  <a:cubicBezTo>
                    <a:pt x="8438" y="618"/>
                    <a:pt x="7736" y="1387"/>
                    <a:pt x="7352" y="2155"/>
                  </a:cubicBezTo>
                  <a:cubicBezTo>
                    <a:pt x="3643" y="1838"/>
                    <a:pt x="1437" y="936"/>
                    <a:pt x="0" y="535"/>
                  </a:cubicBezTo>
                  <a:lnTo>
                    <a:pt x="0" y="535"/>
                  </a:lnTo>
                  <a:lnTo>
                    <a:pt x="117" y="3258"/>
                  </a:lnTo>
                  <a:lnTo>
                    <a:pt x="15740" y="3258"/>
                  </a:lnTo>
                  <a:cubicBezTo>
                    <a:pt x="15740" y="3258"/>
                    <a:pt x="14837" y="1470"/>
                    <a:pt x="12298" y="936"/>
                  </a:cubicBezTo>
                  <a:cubicBezTo>
                    <a:pt x="11212" y="735"/>
                    <a:pt x="10159" y="418"/>
                    <a:pt x="912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5678056" y="2978418"/>
              <a:ext cx="459501" cy="1762397"/>
            </a:xfrm>
            <a:custGeom>
              <a:avLst/>
              <a:gdLst/>
              <a:ahLst/>
              <a:cxnLst/>
              <a:rect l="l" t="t" r="r" b="b"/>
              <a:pathLst>
                <a:path w="14337" h="54989" extrusionOk="0">
                  <a:moveTo>
                    <a:pt x="12264" y="1"/>
                  </a:moveTo>
                  <a:lnTo>
                    <a:pt x="0" y="870"/>
                  </a:lnTo>
                  <a:cubicBezTo>
                    <a:pt x="0" y="870"/>
                    <a:pt x="251" y="2841"/>
                    <a:pt x="619" y="5749"/>
                  </a:cubicBezTo>
                  <a:cubicBezTo>
                    <a:pt x="769" y="6918"/>
                    <a:pt x="936" y="8238"/>
                    <a:pt x="1120" y="9642"/>
                  </a:cubicBezTo>
                  <a:cubicBezTo>
                    <a:pt x="2072" y="17060"/>
                    <a:pt x="3309" y="26768"/>
                    <a:pt x="3543" y="28623"/>
                  </a:cubicBezTo>
                  <a:cubicBezTo>
                    <a:pt x="3543" y="33552"/>
                    <a:pt x="4461" y="54989"/>
                    <a:pt x="4461" y="54989"/>
                  </a:cubicBezTo>
                  <a:lnTo>
                    <a:pt x="13718" y="52984"/>
                  </a:lnTo>
                  <a:cubicBezTo>
                    <a:pt x="13718" y="52984"/>
                    <a:pt x="14336" y="33101"/>
                    <a:pt x="14186" y="27236"/>
                  </a:cubicBezTo>
                  <a:cubicBezTo>
                    <a:pt x="14119" y="25181"/>
                    <a:pt x="13467" y="15941"/>
                    <a:pt x="12933" y="8790"/>
                  </a:cubicBezTo>
                  <a:cubicBezTo>
                    <a:pt x="12849" y="7720"/>
                    <a:pt x="12766" y="6701"/>
                    <a:pt x="12699" y="5749"/>
                  </a:cubicBezTo>
                  <a:cubicBezTo>
                    <a:pt x="12448" y="2390"/>
                    <a:pt x="12264" y="1"/>
                    <a:pt x="12264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5678056" y="2978418"/>
              <a:ext cx="414503" cy="309026"/>
            </a:xfrm>
            <a:custGeom>
              <a:avLst/>
              <a:gdLst/>
              <a:ahLst/>
              <a:cxnLst/>
              <a:rect l="l" t="t" r="r" b="b"/>
              <a:pathLst>
                <a:path w="12933" h="9642" extrusionOk="0">
                  <a:moveTo>
                    <a:pt x="12264" y="1"/>
                  </a:moveTo>
                  <a:lnTo>
                    <a:pt x="0" y="870"/>
                  </a:lnTo>
                  <a:cubicBezTo>
                    <a:pt x="0" y="870"/>
                    <a:pt x="251" y="2841"/>
                    <a:pt x="619" y="5749"/>
                  </a:cubicBezTo>
                  <a:cubicBezTo>
                    <a:pt x="769" y="6918"/>
                    <a:pt x="936" y="8238"/>
                    <a:pt x="1120" y="9642"/>
                  </a:cubicBezTo>
                  <a:lnTo>
                    <a:pt x="12933" y="8790"/>
                  </a:lnTo>
                  <a:cubicBezTo>
                    <a:pt x="12849" y="7720"/>
                    <a:pt x="12766" y="6701"/>
                    <a:pt x="12699" y="5749"/>
                  </a:cubicBezTo>
                  <a:cubicBezTo>
                    <a:pt x="12448" y="2390"/>
                    <a:pt x="12264" y="1"/>
                    <a:pt x="12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5382971" y="4672773"/>
              <a:ext cx="500749" cy="193903"/>
            </a:xfrm>
            <a:custGeom>
              <a:avLst/>
              <a:gdLst/>
              <a:ahLst/>
              <a:cxnLst/>
              <a:rect l="l" t="t" r="r" b="b"/>
              <a:pathLst>
                <a:path w="15624" h="6050" extrusionOk="0">
                  <a:moveTo>
                    <a:pt x="6534" y="1"/>
                  </a:moveTo>
                  <a:lnTo>
                    <a:pt x="218" y="435"/>
                  </a:lnTo>
                  <a:lnTo>
                    <a:pt x="101" y="3326"/>
                  </a:lnTo>
                  <a:lnTo>
                    <a:pt x="1" y="6049"/>
                  </a:lnTo>
                  <a:lnTo>
                    <a:pt x="15623" y="6049"/>
                  </a:lnTo>
                  <a:cubicBezTo>
                    <a:pt x="15623" y="6049"/>
                    <a:pt x="14871" y="4261"/>
                    <a:pt x="12365" y="3727"/>
                  </a:cubicBezTo>
                  <a:cubicBezTo>
                    <a:pt x="11296" y="3526"/>
                    <a:pt x="10260" y="3209"/>
                    <a:pt x="9274" y="2791"/>
                  </a:cubicBezTo>
                  <a:cubicBezTo>
                    <a:pt x="6333" y="1521"/>
                    <a:pt x="6534" y="1"/>
                    <a:pt x="6534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5382971" y="4762224"/>
              <a:ext cx="500749" cy="104451"/>
            </a:xfrm>
            <a:custGeom>
              <a:avLst/>
              <a:gdLst/>
              <a:ahLst/>
              <a:cxnLst/>
              <a:rect l="l" t="t" r="r" b="b"/>
              <a:pathLst>
                <a:path w="15624" h="3259" extrusionOk="0">
                  <a:moveTo>
                    <a:pt x="9274" y="0"/>
                  </a:moveTo>
                  <a:cubicBezTo>
                    <a:pt x="8539" y="618"/>
                    <a:pt x="7754" y="1387"/>
                    <a:pt x="7319" y="2155"/>
                  </a:cubicBezTo>
                  <a:cubicBezTo>
                    <a:pt x="3627" y="1838"/>
                    <a:pt x="1505" y="936"/>
                    <a:pt x="101" y="535"/>
                  </a:cubicBezTo>
                  <a:lnTo>
                    <a:pt x="1" y="3258"/>
                  </a:lnTo>
                  <a:lnTo>
                    <a:pt x="15623" y="3258"/>
                  </a:lnTo>
                  <a:cubicBezTo>
                    <a:pt x="15623" y="3258"/>
                    <a:pt x="14871" y="1470"/>
                    <a:pt x="12365" y="936"/>
                  </a:cubicBezTo>
                  <a:cubicBezTo>
                    <a:pt x="11296" y="735"/>
                    <a:pt x="10260" y="418"/>
                    <a:pt x="927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5327300" y="2978418"/>
              <a:ext cx="395241" cy="1762397"/>
            </a:xfrm>
            <a:custGeom>
              <a:avLst/>
              <a:gdLst/>
              <a:ahLst/>
              <a:cxnLst/>
              <a:rect l="l" t="t" r="r" b="b"/>
              <a:pathLst>
                <a:path w="12332" h="54989" extrusionOk="0">
                  <a:moveTo>
                    <a:pt x="12331" y="1"/>
                  </a:moveTo>
                  <a:lnTo>
                    <a:pt x="0" y="870"/>
                  </a:lnTo>
                  <a:cubicBezTo>
                    <a:pt x="0" y="870"/>
                    <a:pt x="100" y="2841"/>
                    <a:pt x="234" y="5749"/>
                  </a:cubicBezTo>
                  <a:cubicBezTo>
                    <a:pt x="301" y="6918"/>
                    <a:pt x="368" y="8238"/>
                    <a:pt x="435" y="9642"/>
                  </a:cubicBezTo>
                  <a:cubicBezTo>
                    <a:pt x="802" y="17060"/>
                    <a:pt x="1270" y="26768"/>
                    <a:pt x="1354" y="28623"/>
                  </a:cubicBezTo>
                  <a:cubicBezTo>
                    <a:pt x="969" y="33552"/>
                    <a:pt x="201" y="54989"/>
                    <a:pt x="201" y="54989"/>
                  </a:cubicBezTo>
                  <a:lnTo>
                    <a:pt x="9608" y="52984"/>
                  </a:lnTo>
                  <a:cubicBezTo>
                    <a:pt x="9608" y="52984"/>
                    <a:pt x="11796" y="33101"/>
                    <a:pt x="12097" y="27236"/>
                  </a:cubicBezTo>
                  <a:cubicBezTo>
                    <a:pt x="12214" y="25181"/>
                    <a:pt x="12264" y="15941"/>
                    <a:pt x="12298" y="8790"/>
                  </a:cubicBezTo>
                  <a:cubicBezTo>
                    <a:pt x="12314" y="7720"/>
                    <a:pt x="12314" y="6701"/>
                    <a:pt x="12314" y="5749"/>
                  </a:cubicBezTo>
                  <a:cubicBezTo>
                    <a:pt x="12331" y="2390"/>
                    <a:pt x="12331" y="1"/>
                    <a:pt x="12331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5327300" y="2978418"/>
              <a:ext cx="395241" cy="309026"/>
            </a:xfrm>
            <a:custGeom>
              <a:avLst/>
              <a:gdLst/>
              <a:ahLst/>
              <a:cxnLst/>
              <a:rect l="l" t="t" r="r" b="b"/>
              <a:pathLst>
                <a:path w="12332" h="9642" extrusionOk="0">
                  <a:moveTo>
                    <a:pt x="12331" y="1"/>
                  </a:moveTo>
                  <a:lnTo>
                    <a:pt x="0" y="870"/>
                  </a:lnTo>
                  <a:cubicBezTo>
                    <a:pt x="0" y="870"/>
                    <a:pt x="100" y="2841"/>
                    <a:pt x="234" y="5749"/>
                  </a:cubicBezTo>
                  <a:cubicBezTo>
                    <a:pt x="301" y="6918"/>
                    <a:pt x="368" y="8238"/>
                    <a:pt x="435" y="9642"/>
                  </a:cubicBezTo>
                  <a:lnTo>
                    <a:pt x="12298" y="8790"/>
                  </a:lnTo>
                  <a:cubicBezTo>
                    <a:pt x="12314" y="7720"/>
                    <a:pt x="12314" y="6701"/>
                    <a:pt x="12314" y="5749"/>
                  </a:cubicBezTo>
                  <a:cubicBezTo>
                    <a:pt x="12331" y="2390"/>
                    <a:pt x="12331" y="1"/>
                    <a:pt x="12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5278552" y="1926697"/>
              <a:ext cx="829005" cy="1100501"/>
            </a:xfrm>
            <a:custGeom>
              <a:avLst/>
              <a:gdLst/>
              <a:ahLst/>
              <a:cxnLst/>
              <a:rect l="l" t="t" r="r" b="b"/>
              <a:pathLst>
                <a:path w="25866" h="34337" extrusionOk="0">
                  <a:moveTo>
                    <a:pt x="8739" y="0"/>
                  </a:moveTo>
                  <a:cubicBezTo>
                    <a:pt x="8422" y="84"/>
                    <a:pt x="8088" y="134"/>
                    <a:pt x="7737" y="201"/>
                  </a:cubicBezTo>
                  <a:cubicBezTo>
                    <a:pt x="5364" y="585"/>
                    <a:pt x="2657" y="685"/>
                    <a:pt x="1220" y="3125"/>
                  </a:cubicBezTo>
                  <a:cubicBezTo>
                    <a:pt x="1" y="5197"/>
                    <a:pt x="1053" y="11262"/>
                    <a:pt x="2139" y="16391"/>
                  </a:cubicBezTo>
                  <a:cubicBezTo>
                    <a:pt x="2741" y="19249"/>
                    <a:pt x="2741" y="22223"/>
                    <a:pt x="2173" y="25097"/>
                  </a:cubicBezTo>
                  <a:cubicBezTo>
                    <a:pt x="1371" y="29090"/>
                    <a:pt x="569" y="34336"/>
                    <a:pt x="569" y="34336"/>
                  </a:cubicBezTo>
                  <a:lnTo>
                    <a:pt x="25866" y="34336"/>
                  </a:lnTo>
                  <a:cubicBezTo>
                    <a:pt x="24729" y="29123"/>
                    <a:pt x="21204" y="18848"/>
                    <a:pt x="21187" y="18764"/>
                  </a:cubicBezTo>
                  <a:cubicBezTo>
                    <a:pt x="21187" y="18764"/>
                    <a:pt x="21872" y="2674"/>
                    <a:pt x="20937" y="1554"/>
                  </a:cubicBezTo>
                  <a:cubicBezTo>
                    <a:pt x="20352" y="886"/>
                    <a:pt x="18998" y="502"/>
                    <a:pt x="18029" y="301"/>
                  </a:cubicBezTo>
                  <a:cubicBezTo>
                    <a:pt x="17411" y="184"/>
                    <a:pt x="16943" y="134"/>
                    <a:pt x="16943" y="134"/>
                  </a:cubicBezTo>
                  <a:cubicBezTo>
                    <a:pt x="16776" y="134"/>
                    <a:pt x="11363" y="0"/>
                    <a:pt x="8739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5526491" y="1926697"/>
              <a:ext cx="329923" cy="234574"/>
            </a:xfrm>
            <a:custGeom>
              <a:avLst/>
              <a:gdLst/>
              <a:ahLst/>
              <a:cxnLst/>
              <a:rect l="l" t="t" r="r" b="b"/>
              <a:pathLst>
                <a:path w="10294" h="7319" extrusionOk="0">
                  <a:moveTo>
                    <a:pt x="1003" y="0"/>
                  </a:moveTo>
                  <a:cubicBezTo>
                    <a:pt x="686" y="84"/>
                    <a:pt x="352" y="134"/>
                    <a:pt x="1" y="201"/>
                  </a:cubicBezTo>
                  <a:cubicBezTo>
                    <a:pt x="1388" y="3041"/>
                    <a:pt x="5080" y="7085"/>
                    <a:pt x="7169" y="7319"/>
                  </a:cubicBezTo>
                  <a:cubicBezTo>
                    <a:pt x="8439" y="6767"/>
                    <a:pt x="9725" y="2473"/>
                    <a:pt x="10293" y="301"/>
                  </a:cubicBezTo>
                  <a:cubicBezTo>
                    <a:pt x="9675" y="184"/>
                    <a:pt x="9207" y="134"/>
                    <a:pt x="9207" y="134"/>
                  </a:cubicBezTo>
                  <a:cubicBezTo>
                    <a:pt x="9040" y="134"/>
                    <a:pt x="3627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6086180" y="1928780"/>
              <a:ext cx="49998" cy="160891"/>
            </a:xfrm>
            <a:custGeom>
              <a:avLst/>
              <a:gdLst/>
              <a:ahLst/>
              <a:cxnLst/>
              <a:rect l="l" t="t" r="r" b="b"/>
              <a:pathLst>
                <a:path w="1560" h="5020" extrusionOk="0">
                  <a:moveTo>
                    <a:pt x="716" y="1"/>
                  </a:moveTo>
                  <a:cubicBezTo>
                    <a:pt x="704" y="1"/>
                    <a:pt x="693" y="1"/>
                    <a:pt x="683" y="2"/>
                  </a:cubicBezTo>
                  <a:cubicBezTo>
                    <a:pt x="516" y="2"/>
                    <a:pt x="733" y="1189"/>
                    <a:pt x="683" y="1289"/>
                  </a:cubicBezTo>
                  <a:cubicBezTo>
                    <a:pt x="616" y="1372"/>
                    <a:pt x="132" y="2224"/>
                    <a:pt x="65" y="2542"/>
                  </a:cubicBezTo>
                  <a:cubicBezTo>
                    <a:pt x="1" y="2864"/>
                    <a:pt x="1134" y="4867"/>
                    <a:pt x="1214" y="5007"/>
                  </a:cubicBezTo>
                  <a:lnTo>
                    <a:pt x="1214" y="5007"/>
                  </a:lnTo>
                  <a:cubicBezTo>
                    <a:pt x="1214" y="4807"/>
                    <a:pt x="1560" y="2204"/>
                    <a:pt x="1418" y="1105"/>
                  </a:cubicBezTo>
                  <a:cubicBezTo>
                    <a:pt x="1308" y="146"/>
                    <a:pt x="903" y="1"/>
                    <a:pt x="716" y="1"/>
                  </a:cubicBezTo>
                  <a:close/>
                  <a:moveTo>
                    <a:pt x="1214" y="5007"/>
                  </a:moveTo>
                  <a:lnTo>
                    <a:pt x="1214" y="5007"/>
                  </a:lnTo>
                  <a:cubicBezTo>
                    <a:pt x="1214" y="5015"/>
                    <a:pt x="1214" y="5019"/>
                    <a:pt x="1215" y="5019"/>
                  </a:cubicBezTo>
                  <a:cubicBezTo>
                    <a:pt x="1216" y="5019"/>
                    <a:pt x="1217" y="5018"/>
                    <a:pt x="1218" y="5015"/>
                  </a:cubicBezTo>
                  <a:cubicBezTo>
                    <a:pt x="1218" y="5015"/>
                    <a:pt x="1216" y="5012"/>
                    <a:pt x="1214" y="5007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6109128" y="1874648"/>
              <a:ext cx="64837" cy="181147"/>
            </a:xfrm>
            <a:custGeom>
              <a:avLst/>
              <a:gdLst/>
              <a:ahLst/>
              <a:cxnLst/>
              <a:rect l="l" t="t" r="r" b="b"/>
              <a:pathLst>
                <a:path w="2023" h="5652" extrusionOk="0">
                  <a:moveTo>
                    <a:pt x="1720" y="1"/>
                  </a:moveTo>
                  <a:cubicBezTo>
                    <a:pt x="1390" y="1"/>
                    <a:pt x="455" y="1769"/>
                    <a:pt x="235" y="2510"/>
                  </a:cubicBezTo>
                  <a:cubicBezTo>
                    <a:pt x="1" y="3312"/>
                    <a:pt x="485" y="5651"/>
                    <a:pt x="485" y="5651"/>
                  </a:cubicBezTo>
                  <a:lnTo>
                    <a:pt x="1321" y="4966"/>
                  </a:lnTo>
                  <a:cubicBezTo>
                    <a:pt x="1321" y="4966"/>
                    <a:pt x="1304" y="3964"/>
                    <a:pt x="1204" y="3095"/>
                  </a:cubicBezTo>
                  <a:cubicBezTo>
                    <a:pt x="1237" y="2660"/>
                    <a:pt x="1839" y="1424"/>
                    <a:pt x="1889" y="906"/>
                  </a:cubicBezTo>
                  <a:cubicBezTo>
                    <a:pt x="1939" y="388"/>
                    <a:pt x="2022" y="254"/>
                    <a:pt x="1772" y="20"/>
                  </a:cubicBezTo>
                  <a:cubicBezTo>
                    <a:pt x="1757" y="7"/>
                    <a:pt x="1739" y="1"/>
                    <a:pt x="172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6138037" y="1851187"/>
              <a:ext cx="46633" cy="158551"/>
            </a:xfrm>
            <a:custGeom>
              <a:avLst/>
              <a:gdLst/>
              <a:ahLst/>
              <a:cxnLst/>
              <a:rect l="l" t="t" r="r" b="b"/>
              <a:pathLst>
                <a:path w="1455" h="4947" extrusionOk="0">
                  <a:moveTo>
                    <a:pt x="1304" y="1"/>
                  </a:moveTo>
                  <a:lnTo>
                    <a:pt x="1" y="151"/>
                  </a:lnTo>
                  <a:lnTo>
                    <a:pt x="201" y="4946"/>
                  </a:lnTo>
                  <a:lnTo>
                    <a:pt x="1455" y="4779"/>
                  </a:lnTo>
                  <a:cubicBezTo>
                    <a:pt x="1455" y="4395"/>
                    <a:pt x="1354" y="168"/>
                    <a:pt x="1304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6086629" y="1940799"/>
              <a:ext cx="159096" cy="211370"/>
            </a:xfrm>
            <a:custGeom>
              <a:avLst/>
              <a:gdLst/>
              <a:ahLst/>
              <a:cxnLst/>
              <a:rect l="l" t="t" r="r" b="b"/>
              <a:pathLst>
                <a:path w="4964" h="6595" extrusionOk="0">
                  <a:moveTo>
                    <a:pt x="3032" y="0"/>
                  </a:moveTo>
                  <a:cubicBezTo>
                    <a:pt x="2348" y="0"/>
                    <a:pt x="1545" y="958"/>
                    <a:pt x="1271" y="1415"/>
                  </a:cubicBezTo>
                  <a:cubicBezTo>
                    <a:pt x="1104" y="1666"/>
                    <a:pt x="1020" y="1966"/>
                    <a:pt x="1020" y="2267"/>
                  </a:cubicBezTo>
                  <a:cubicBezTo>
                    <a:pt x="1037" y="3203"/>
                    <a:pt x="686" y="4105"/>
                    <a:pt x="51" y="4807"/>
                  </a:cubicBezTo>
                  <a:lnTo>
                    <a:pt x="1" y="4857"/>
                  </a:lnTo>
                  <a:lnTo>
                    <a:pt x="1204" y="6595"/>
                  </a:lnTo>
                  <a:cubicBezTo>
                    <a:pt x="1889" y="6311"/>
                    <a:pt x="2524" y="5910"/>
                    <a:pt x="3042" y="5375"/>
                  </a:cubicBezTo>
                  <a:cubicBezTo>
                    <a:pt x="3710" y="4657"/>
                    <a:pt x="4278" y="3637"/>
                    <a:pt x="4228" y="3203"/>
                  </a:cubicBezTo>
                  <a:cubicBezTo>
                    <a:pt x="4429" y="3119"/>
                    <a:pt x="4612" y="3002"/>
                    <a:pt x="4780" y="2869"/>
                  </a:cubicBezTo>
                  <a:cubicBezTo>
                    <a:pt x="4963" y="2702"/>
                    <a:pt x="4930" y="1649"/>
                    <a:pt x="4880" y="1432"/>
                  </a:cubicBezTo>
                  <a:cubicBezTo>
                    <a:pt x="4863" y="1332"/>
                    <a:pt x="4729" y="1231"/>
                    <a:pt x="4579" y="1131"/>
                  </a:cubicBezTo>
                  <a:cubicBezTo>
                    <a:pt x="4445" y="1047"/>
                    <a:pt x="4295" y="964"/>
                    <a:pt x="4145" y="897"/>
                  </a:cubicBezTo>
                  <a:cubicBezTo>
                    <a:pt x="4211" y="780"/>
                    <a:pt x="4195" y="646"/>
                    <a:pt x="4095" y="546"/>
                  </a:cubicBezTo>
                  <a:cubicBezTo>
                    <a:pt x="4095" y="546"/>
                    <a:pt x="4078" y="546"/>
                    <a:pt x="4078" y="530"/>
                  </a:cubicBezTo>
                  <a:cubicBezTo>
                    <a:pt x="3927" y="463"/>
                    <a:pt x="3777" y="429"/>
                    <a:pt x="3627" y="413"/>
                  </a:cubicBezTo>
                  <a:cubicBezTo>
                    <a:pt x="3593" y="296"/>
                    <a:pt x="3510" y="179"/>
                    <a:pt x="3409" y="112"/>
                  </a:cubicBezTo>
                  <a:cubicBezTo>
                    <a:pt x="3343" y="78"/>
                    <a:pt x="3293" y="45"/>
                    <a:pt x="3226" y="28"/>
                  </a:cubicBezTo>
                  <a:cubicBezTo>
                    <a:pt x="3163" y="9"/>
                    <a:pt x="3098" y="0"/>
                    <a:pt x="3032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6155729" y="1946536"/>
              <a:ext cx="47146" cy="51953"/>
            </a:xfrm>
            <a:custGeom>
              <a:avLst/>
              <a:gdLst/>
              <a:ahLst/>
              <a:cxnLst/>
              <a:rect l="l" t="t" r="r" b="b"/>
              <a:pathLst>
                <a:path w="1471" h="1621" extrusionOk="0">
                  <a:moveTo>
                    <a:pt x="1173" y="1"/>
                  </a:moveTo>
                  <a:cubicBezTo>
                    <a:pt x="1127" y="1"/>
                    <a:pt x="1080" y="11"/>
                    <a:pt x="1036" y="33"/>
                  </a:cubicBezTo>
                  <a:cubicBezTo>
                    <a:pt x="752" y="133"/>
                    <a:pt x="502" y="284"/>
                    <a:pt x="284" y="501"/>
                  </a:cubicBezTo>
                  <a:cubicBezTo>
                    <a:pt x="34" y="835"/>
                    <a:pt x="0" y="1587"/>
                    <a:pt x="0" y="1604"/>
                  </a:cubicBezTo>
                  <a:lnTo>
                    <a:pt x="0" y="1620"/>
                  </a:lnTo>
                  <a:cubicBezTo>
                    <a:pt x="17" y="1587"/>
                    <a:pt x="301" y="902"/>
                    <a:pt x="619" y="601"/>
                  </a:cubicBezTo>
                  <a:cubicBezTo>
                    <a:pt x="869" y="401"/>
                    <a:pt x="1170" y="284"/>
                    <a:pt x="1471" y="234"/>
                  </a:cubicBezTo>
                  <a:cubicBezTo>
                    <a:pt x="1434" y="85"/>
                    <a:pt x="1305" y="1"/>
                    <a:pt x="1173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6189445" y="1957753"/>
              <a:ext cx="32178" cy="37531"/>
            </a:xfrm>
            <a:custGeom>
              <a:avLst/>
              <a:gdLst/>
              <a:ahLst/>
              <a:cxnLst/>
              <a:rect l="l" t="t" r="r" b="b"/>
              <a:pathLst>
                <a:path w="1004" h="1171" extrusionOk="0">
                  <a:moveTo>
                    <a:pt x="870" y="1"/>
                  </a:moveTo>
                  <a:cubicBezTo>
                    <a:pt x="452" y="285"/>
                    <a:pt x="151" y="702"/>
                    <a:pt x="1" y="1170"/>
                  </a:cubicBezTo>
                  <a:cubicBezTo>
                    <a:pt x="268" y="853"/>
                    <a:pt x="586" y="585"/>
                    <a:pt x="937" y="368"/>
                  </a:cubicBezTo>
                  <a:cubicBezTo>
                    <a:pt x="1003" y="251"/>
                    <a:pt x="987" y="117"/>
                    <a:pt x="887" y="17"/>
                  </a:cubicBezTo>
                  <a:cubicBezTo>
                    <a:pt x="887" y="17"/>
                    <a:pt x="870" y="17"/>
                    <a:pt x="87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6218387" y="1977047"/>
              <a:ext cx="27339" cy="66408"/>
            </a:xfrm>
            <a:custGeom>
              <a:avLst/>
              <a:gdLst/>
              <a:ahLst/>
              <a:cxnLst/>
              <a:rect l="l" t="t" r="r" b="b"/>
              <a:pathLst>
                <a:path w="853" h="2072" extrusionOk="0">
                  <a:moveTo>
                    <a:pt x="468" y="0"/>
                  </a:moveTo>
                  <a:cubicBezTo>
                    <a:pt x="468" y="0"/>
                    <a:pt x="468" y="0"/>
                    <a:pt x="468" y="17"/>
                  </a:cubicBezTo>
                  <a:cubicBezTo>
                    <a:pt x="134" y="602"/>
                    <a:pt x="0" y="1270"/>
                    <a:pt x="100" y="1938"/>
                  </a:cubicBezTo>
                  <a:lnTo>
                    <a:pt x="117" y="2072"/>
                  </a:lnTo>
                  <a:cubicBezTo>
                    <a:pt x="318" y="1988"/>
                    <a:pt x="501" y="1871"/>
                    <a:pt x="669" y="1738"/>
                  </a:cubicBezTo>
                  <a:cubicBezTo>
                    <a:pt x="852" y="1571"/>
                    <a:pt x="819" y="518"/>
                    <a:pt x="769" y="301"/>
                  </a:cubicBezTo>
                  <a:cubicBezTo>
                    <a:pt x="752" y="201"/>
                    <a:pt x="618" y="100"/>
                    <a:pt x="468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6138037" y="1822278"/>
              <a:ext cx="41825" cy="40223"/>
            </a:xfrm>
            <a:custGeom>
              <a:avLst/>
              <a:gdLst/>
              <a:ahLst/>
              <a:cxnLst/>
              <a:rect l="l" t="t" r="r" b="b"/>
              <a:pathLst>
                <a:path w="1305" h="1255" extrusionOk="0">
                  <a:moveTo>
                    <a:pt x="569" y="0"/>
                  </a:moveTo>
                  <a:lnTo>
                    <a:pt x="1" y="1053"/>
                  </a:lnTo>
                  <a:cubicBezTo>
                    <a:pt x="201" y="1170"/>
                    <a:pt x="419" y="1237"/>
                    <a:pt x="653" y="1253"/>
                  </a:cubicBezTo>
                  <a:cubicBezTo>
                    <a:pt x="668" y="1254"/>
                    <a:pt x="683" y="1255"/>
                    <a:pt x="697" y="1255"/>
                  </a:cubicBezTo>
                  <a:cubicBezTo>
                    <a:pt x="948" y="1255"/>
                    <a:pt x="1178" y="1123"/>
                    <a:pt x="1304" y="903"/>
                  </a:cubicBezTo>
                  <a:lnTo>
                    <a:pt x="569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6149832" y="1728019"/>
              <a:ext cx="10737" cy="104739"/>
            </a:xfrm>
            <a:custGeom>
              <a:avLst/>
              <a:gdLst/>
              <a:ahLst/>
              <a:cxnLst/>
              <a:rect l="l" t="t" r="r" b="b"/>
              <a:pathLst>
                <a:path w="335" h="3268" extrusionOk="0">
                  <a:moveTo>
                    <a:pt x="101" y="1"/>
                  </a:moveTo>
                  <a:cubicBezTo>
                    <a:pt x="17" y="686"/>
                    <a:pt x="1" y="1371"/>
                    <a:pt x="51" y="2056"/>
                  </a:cubicBezTo>
                  <a:lnTo>
                    <a:pt x="118" y="3175"/>
                  </a:lnTo>
                  <a:cubicBezTo>
                    <a:pt x="118" y="3238"/>
                    <a:pt x="165" y="3267"/>
                    <a:pt x="216" y="3267"/>
                  </a:cubicBezTo>
                  <a:cubicBezTo>
                    <a:pt x="273" y="3267"/>
                    <a:pt x="335" y="3229"/>
                    <a:pt x="335" y="3158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5542035" y="2055762"/>
              <a:ext cx="621738" cy="437515"/>
            </a:xfrm>
            <a:custGeom>
              <a:avLst/>
              <a:gdLst/>
              <a:ahLst/>
              <a:cxnLst/>
              <a:rect l="l" t="t" r="r" b="b"/>
              <a:pathLst>
                <a:path w="19399" h="13651" extrusionOk="0">
                  <a:moveTo>
                    <a:pt x="18179" y="0"/>
                  </a:moveTo>
                  <a:cubicBezTo>
                    <a:pt x="18179" y="0"/>
                    <a:pt x="8204" y="5464"/>
                    <a:pt x="5080" y="7151"/>
                  </a:cubicBezTo>
                  <a:cubicBezTo>
                    <a:pt x="1939" y="8822"/>
                    <a:pt x="0" y="12197"/>
                    <a:pt x="4228" y="13534"/>
                  </a:cubicBezTo>
                  <a:cubicBezTo>
                    <a:pt x="4477" y="13613"/>
                    <a:pt x="4743" y="13650"/>
                    <a:pt x="5025" y="13650"/>
                  </a:cubicBezTo>
                  <a:cubicBezTo>
                    <a:pt x="9938" y="13650"/>
                    <a:pt x="19399" y="2306"/>
                    <a:pt x="19399" y="2306"/>
                  </a:cubicBezTo>
                  <a:lnTo>
                    <a:pt x="18179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5247496" y="1992592"/>
              <a:ext cx="491647" cy="500172"/>
            </a:xfrm>
            <a:custGeom>
              <a:avLst/>
              <a:gdLst/>
              <a:ahLst/>
              <a:cxnLst/>
              <a:rect l="l" t="t" r="r" b="b"/>
              <a:pathLst>
                <a:path w="15340" h="15606" extrusionOk="0">
                  <a:moveTo>
                    <a:pt x="3604" y="0"/>
                  </a:moveTo>
                  <a:cubicBezTo>
                    <a:pt x="3475" y="0"/>
                    <a:pt x="3365" y="22"/>
                    <a:pt x="3275" y="66"/>
                  </a:cubicBezTo>
                  <a:cubicBezTo>
                    <a:pt x="1137" y="1119"/>
                    <a:pt x="1" y="4110"/>
                    <a:pt x="1638" y="6867"/>
                  </a:cubicBezTo>
                  <a:cubicBezTo>
                    <a:pt x="3275" y="9624"/>
                    <a:pt x="7887" y="13968"/>
                    <a:pt x="10728" y="15605"/>
                  </a:cubicBezTo>
                  <a:cubicBezTo>
                    <a:pt x="12265" y="13166"/>
                    <a:pt x="15339" y="7819"/>
                    <a:pt x="15339" y="7819"/>
                  </a:cubicBezTo>
                  <a:cubicBezTo>
                    <a:pt x="15339" y="7819"/>
                    <a:pt x="6071" y="0"/>
                    <a:pt x="3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5431719" y="1392936"/>
              <a:ext cx="579464" cy="510653"/>
            </a:xfrm>
            <a:custGeom>
              <a:avLst/>
              <a:gdLst/>
              <a:ahLst/>
              <a:cxnLst/>
              <a:rect l="l" t="t" r="r" b="b"/>
              <a:pathLst>
                <a:path w="18080" h="15933" extrusionOk="0">
                  <a:moveTo>
                    <a:pt x="12671" y="0"/>
                  </a:moveTo>
                  <a:cubicBezTo>
                    <a:pt x="12332" y="0"/>
                    <a:pt x="11980" y="72"/>
                    <a:pt x="11630" y="230"/>
                  </a:cubicBezTo>
                  <a:cubicBezTo>
                    <a:pt x="11195" y="430"/>
                    <a:pt x="11028" y="798"/>
                    <a:pt x="10660" y="1099"/>
                  </a:cubicBezTo>
                  <a:cubicBezTo>
                    <a:pt x="10106" y="602"/>
                    <a:pt x="9391" y="337"/>
                    <a:pt x="8660" y="337"/>
                  </a:cubicBezTo>
                  <a:cubicBezTo>
                    <a:pt x="8334" y="337"/>
                    <a:pt x="8005" y="389"/>
                    <a:pt x="7686" y="497"/>
                  </a:cubicBezTo>
                  <a:cubicBezTo>
                    <a:pt x="6667" y="848"/>
                    <a:pt x="5915" y="1734"/>
                    <a:pt x="5731" y="2803"/>
                  </a:cubicBezTo>
                  <a:cubicBezTo>
                    <a:pt x="5371" y="2424"/>
                    <a:pt x="4845" y="2233"/>
                    <a:pt x="4314" y="2233"/>
                  </a:cubicBezTo>
                  <a:cubicBezTo>
                    <a:pt x="3908" y="2233"/>
                    <a:pt x="3498" y="2345"/>
                    <a:pt x="3158" y="2569"/>
                  </a:cubicBezTo>
                  <a:cubicBezTo>
                    <a:pt x="2373" y="3121"/>
                    <a:pt x="1955" y="4073"/>
                    <a:pt x="2072" y="5042"/>
                  </a:cubicBezTo>
                  <a:cubicBezTo>
                    <a:pt x="1253" y="5142"/>
                    <a:pt x="552" y="5744"/>
                    <a:pt x="351" y="6562"/>
                  </a:cubicBezTo>
                  <a:cubicBezTo>
                    <a:pt x="201" y="7398"/>
                    <a:pt x="568" y="8250"/>
                    <a:pt x="1270" y="8718"/>
                  </a:cubicBezTo>
                  <a:cubicBezTo>
                    <a:pt x="518" y="9269"/>
                    <a:pt x="0" y="10656"/>
                    <a:pt x="568" y="11525"/>
                  </a:cubicBezTo>
                  <a:cubicBezTo>
                    <a:pt x="1061" y="12287"/>
                    <a:pt x="2288" y="12608"/>
                    <a:pt x="3211" y="12608"/>
                  </a:cubicBezTo>
                  <a:cubicBezTo>
                    <a:pt x="3321" y="12608"/>
                    <a:pt x="3426" y="12603"/>
                    <a:pt x="3526" y="12594"/>
                  </a:cubicBezTo>
                  <a:lnTo>
                    <a:pt x="3526" y="12594"/>
                  </a:lnTo>
                  <a:cubicBezTo>
                    <a:pt x="3292" y="13563"/>
                    <a:pt x="4061" y="14365"/>
                    <a:pt x="4980" y="14532"/>
                  </a:cubicBezTo>
                  <a:cubicBezTo>
                    <a:pt x="5095" y="14553"/>
                    <a:pt x="5212" y="14563"/>
                    <a:pt x="5328" y="14563"/>
                  </a:cubicBezTo>
                  <a:cubicBezTo>
                    <a:pt x="5780" y="14563"/>
                    <a:pt x="6221" y="14411"/>
                    <a:pt x="6567" y="14131"/>
                  </a:cubicBezTo>
                  <a:cubicBezTo>
                    <a:pt x="6634" y="14215"/>
                    <a:pt x="6684" y="14315"/>
                    <a:pt x="6751" y="14399"/>
                  </a:cubicBezTo>
                  <a:cubicBezTo>
                    <a:pt x="7205" y="15061"/>
                    <a:pt x="7795" y="15425"/>
                    <a:pt x="8446" y="15425"/>
                  </a:cubicBezTo>
                  <a:cubicBezTo>
                    <a:pt x="8895" y="15425"/>
                    <a:pt x="9374" y="15252"/>
                    <a:pt x="9858" y="14883"/>
                  </a:cubicBezTo>
                  <a:cubicBezTo>
                    <a:pt x="10176" y="15533"/>
                    <a:pt x="10830" y="15933"/>
                    <a:pt x="11541" y="15933"/>
                  </a:cubicBezTo>
                  <a:cubicBezTo>
                    <a:pt x="11653" y="15933"/>
                    <a:pt x="11766" y="15923"/>
                    <a:pt x="11880" y="15903"/>
                  </a:cubicBezTo>
                  <a:cubicBezTo>
                    <a:pt x="12665" y="15752"/>
                    <a:pt x="13467" y="15234"/>
                    <a:pt x="13501" y="14432"/>
                  </a:cubicBezTo>
                  <a:cubicBezTo>
                    <a:pt x="13761" y="14537"/>
                    <a:pt x="14031" y="14587"/>
                    <a:pt x="14298" y="14587"/>
                  </a:cubicBezTo>
                  <a:cubicBezTo>
                    <a:pt x="15008" y="14587"/>
                    <a:pt x="15695" y="14233"/>
                    <a:pt x="16107" y="13613"/>
                  </a:cubicBezTo>
                  <a:cubicBezTo>
                    <a:pt x="16625" y="12761"/>
                    <a:pt x="16508" y="11542"/>
                    <a:pt x="15740" y="10923"/>
                  </a:cubicBezTo>
                  <a:lnTo>
                    <a:pt x="15740" y="10923"/>
                  </a:lnTo>
                  <a:cubicBezTo>
                    <a:pt x="15777" y="10925"/>
                    <a:pt x="15814" y="10926"/>
                    <a:pt x="15851" y="10926"/>
                  </a:cubicBezTo>
                  <a:cubicBezTo>
                    <a:pt x="16744" y="10926"/>
                    <a:pt x="17556" y="10353"/>
                    <a:pt x="17828" y="9486"/>
                  </a:cubicBezTo>
                  <a:cubicBezTo>
                    <a:pt x="18079" y="8601"/>
                    <a:pt x="17661" y="7364"/>
                    <a:pt x="16843" y="6947"/>
                  </a:cubicBezTo>
                  <a:cubicBezTo>
                    <a:pt x="17528" y="6278"/>
                    <a:pt x="17678" y="5209"/>
                    <a:pt x="17210" y="4374"/>
                  </a:cubicBezTo>
                  <a:cubicBezTo>
                    <a:pt x="16872" y="3749"/>
                    <a:pt x="16220" y="3378"/>
                    <a:pt x="15538" y="3378"/>
                  </a:cubicBezTo>
                  <a:cubicBezTo>
                    <a:pt x="15344" y="3378"/>
                    <a:pt x="15147" y="3408"/>
                    <a:pt x="14955" y="3471"/>
                  </a:cubicBezTo>
                  <a:cubicBezTo>
                    <a:pt x="15690" y="1736"/>
                    <a:pt x="14338" y="0"/>
                    <a:pt x="1267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5550593" y="1541648"/>
              <a:ext cx="348640" cy="581611"/>
            </a:xfrm>
            <a:custGeom>
              <a:avLst/>
              <a:gdLst/>
              <a:ahLst/>
              <a:cxnLst/>
              <a:rect l="l" t="t" r="r" b="b"/>
              <a:pathLst>
                <a:path w="10878" h="18147" extrusionOk="0">
                  <a:moveTo>
                    <a:pt x="9525" y="1"/>
                  </a:moveTo>
                  <a:cubicBezTo>
                    <a:pt x="9458" y="151"/>
                    <a:pt x="9525" y="636"/>
                    <a:pt x="9240" y="1120"/>
                  </a:cubicBezTo>
                  <a:cubicBezTo>
                    <a:pt x="8856" y="1789"/>
                    <a:pt x="6367" y="1555"/>
                    <a:pt x="5498" y="1872"/>
                  </a:cubicBezTo>
                  <a:cubicBezTo>
                    <a:pt x="4462" y="2223"/>
                    <a:pt x="4211" y="2474"/>
                    <a:pt x="3426" y="3159"/>
                  </a:cubicBezTo>
                  <a:cubicBezTo>
                    <a:pt x="3178" y="2197"/>
                    <a:pt x="2753" y="1617"/>
                    <a:pt x="2127" y="1617"/>
                  </a:cubicBezTo>
                  <a:cubicBezTo>
                    <a:pt x="2035" y="1617"/>
                    <a:pt x="1939" y="1629"/>
                    <a:pt x="1839" y="1655"/>
                  </a:cubicBezTo>
                  <a:cubicBezTo>
                    <a:pt x="986" y="1856"/>
                    <a:pt x="1421" y="4312"/>
                    <a:pt x="1939" y="4579"/>
                  </a:cubicBezTo>
                  <a:cubicBezTo>
                    <a:pt x="2190" y="4705"/>
                    <a:pt x="2390" y="4738"/>
                    <a:pt x="2531" y="4738"/>
                  </a:cubicBezTo>
                  <a:cubicBezTo>
                    <a:pt x="2690" y="4738"/>
                    <a:pt x="2774" y="4696"/>
                    <a:pt x="2774" y="4696"/>
                  </a:cubicBezTo>
                  <a:lnTo>
                    <a:pt x="2774" y="4696"/>
                  </a:lnTo>
                  <a:cubicBezTo>
                    <a:pt x="2774" y="4696"/>
                    <a:pt x="3092" y="8823"/>
                    <a:pt x="2707" y="9959"/>
                  </a:cubicBezTo>
                  <a:cubicBezTo>
                    <a:pt x="2323" y="11079"/>
                    <a:pt x="1187" y="11697"/>
                    <a:pt x="1" y="12081"/>
                  </a:cubicBezTo>
                  <a:cubicBezTo>
                    <a:pt x="1037" y="14003"/>
                    <a:pt x="4512" y="17512"/>
                    <a:pt x="6083" y="18146"/>
                  </a:cubicBezTo>
                  <a:cubicBezTo>
                    <a:pt x="7235" y="17862"/>
                    <a:pt x="8455" y="12148"/>
                    <a:pt x="8455" y="12148"/>
                  </a:cubicBezTo>
                  <a:cubicBezTo>
                    <a:pt x="8455" y="12148"/>
                    <a:pt x="7369" y="11964"/>
                    <a:pt x="6985" y="11547"/>
                  </a:cubicBezTo>
                  <a:cubicBezTo>
                    <a:pt x="6417" y="10928"/>
                    <a:pt x="6567" y="10143"/>
                    <a:pt x="6601" y="9842"/>
                  </a:cubicBezTo>
                  <a:cubicBezTo>
                    <a:pt x="6617" y="9580"/>
                    <a:pt x="6505" y="7936"/>
                    <a:pt x="7210" y="7936"/>
                  </a:cubicBezTo>
                  <a:cubicBezTo>
                    <a:pt x="7224" y="7936"/>
                    <a:pt x="7238" y="7936"/>
                    <a:pt x="7252" y="7938"/>
                  </a:cubicBezTo>
                  <a:cubicBezTo>
                    <a:pt x="7352" y="7938"/>
                    <a:pt x="7453" y="7954"/>
                    <a:pt x="7553" y="7971"/>
                  </a:cubicBezTo>
                  <a:cubicBezTo>
                    <a:pt x="7932" y="8043"/>
                    <a:pt x="8282" y="8079"/>
                    <a:pt x="8591" y="8079"/>
                  </a:cubicBezTo>
                  <a:cubicBezTo>
                    <a:pt x="9140" y="8079"/>
                    <a:pt x="9563" y="7967"/>
                    <a:pt x="9809" y="7754"/>
                  </a:cubicBezTo>
                  <a:cubicBezTo>
                    <a:pt x="10059" y="7537"/>
                    <a:pt x="10043" y="6584"/>
                    <a:pt x="10193" y="5682"/>
                  </a:cubicBezTo>
                  <a:cubicBezTo>
                    <a:pt x="10310" y="4997"/>
                    <a:pt x="10845" y="4930"/>
                    <a:pt x="10861" y="4696"/>
                  </a:cubicBezTo>
                  <a:cubicBezTo>
                    <a:pt x="10878" y="4128"/>
                    <a:pt x="10043" y="4663"/>
                    <a:pt x="10143" y="2323"/>
                  </a:cubicBezTo>
                  <a:cubicBezTo>
                    <a:pt x="10109" y="1037"/>
                    <a:pt x="9875" y="385"/>
                    <a:pt x="9525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5550593" y="1668566"/>
              <a:ext cx="271015" cy="454693"/>
            </a:xfrm>
            <a:custGeom>
              <a:avLst/>
              <a:gdLst/>
              <a:ahLst/>
              <a:cxnLst/>
              <a:rect l="l" t="t" r="r" b="b"/>
              <a:pathLst>
                <a:path w="8456" h="14187" extrusionOk="0">
                  <a:moveTo>
                    <a:pt x="3292" y="1"/>
                  </a:moveTo>
                  <a:cubicBezTo>
                    <a:pt x="3175" y="619"/>
                    <a:pt x="2774" y="736"/>
                    <a:pt x="2774" y="736"/>
                  </a:cubicBezTo>
                  <a:cubicBezTo>
                    <a:pt x="2774" y="736"/>
                    <a:pt x="3092" y="4863"/>
                    <a:pt x="2707" y="5999"/>
                  </a:cubicBezTo>
                  <a:cubicBezTo>
                    <a:pt x="2323" y="7119"/>
                    <a:pt x="1187" y="7737"/>
                    <a:pt x="1" y="8121"/>
                  </a:cubicBezTo>
                  <a:cubicBezTo>
                    <a:pt x="1037" y="10043"/>
                    <a:pt x="4512" y="13552"/>
                    <a:pt x="6083" y="14186"/>
                  </a:cubicBezTo>
                  <a:cubicBezTo>
                    <a:pt x="7235" y="13902"/>
                    <a:pt x="8455" y="8188"/>
                    <a:pt x="8455" y="8188"/>
                  </a:cubicBezTo>
                  <a:cubicBezTo>
                    <a:pt x="8455" y="8188"/>
                    <a:pt x="7319" y="8054"/>
                    <a:pt x="6985" y="7587"/>
                  </a:cubicBezTo>
                  <a:cubicBezTo>
                    <a:pt x="6550" y="6985"/>
                    <a:pt x="6567" y="6183"/>
                    <a:pt x="6601" y="5882"/>
                  </a:cubicBezTo>
                  <a:cubicBezTo>
                    <a:pt x="6617" y="5620"/>
                    <a:pt x="6505" y="3976"/>
                    <a:pt x="7210" y="3976"/>
                  </a:cubicBezTo>
                  <a:cubicBezTo>
                    <a:pt x="7224" y="3976"/>
                    <a:pt x="7238" y="3976"/>
                    <a:pt x="7252" y="3978"/>
                  </a:cubicBezTo>
                  <a:cubicBezTo>
                    <a:pt x="6433" y="3827"/>
                    <a:pt x="4245" y="3226"/>
                    <a:pt x="3459" y="770"/>
                  </a:cubicBezTo>
                  <a:cubicBezTo>
                    <a:pt x="3426" y="586"/>
                    <a:pt x="3359" y="352"/>
                    <a:pt x="329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5609501" y="1610684"/>
              <a:ext cx="38043" cy="61664"/>
            </a:xfrm>
            <a:custGeom>
              <a:avLst/>
              <a:gdLst/>
              <a:ahLst/>
              <a:cxnLst/>
              <a:rect l="l" t="t" r="r" b="b"/>
              <a:pathLst>
                <a:path w="1187" h="1924" extrusionOk="0">
                  <a:moveTo>
                    <a:pt x="260" y="1"/>
                  </a:moveTo>
                  <a:cubicBezTo>
                    <a:pt x="96" y="1"/>
                    <a:pt x="1" y="103"/>
                    <a:pt x="1" y="103"/>
                  </a:cubicBezTo>
                  <a:cubicBezTo>
                    <a:pt x="7" y="102"/>
                    <a:pt x="13" y="102"/>
                    <a:pt x="19" y="102"/>
                  </a:cubicBezTo>
                  <a:cubicBezTo>
                    <a:pt x="620" y="102"/>
                    <a:pt x="702" y="905"/>
                    <a:pt x="702" y="905"/>
                  </a:cubicBezTo>
                  <a:cubicBezTo>
                    <a:pt x="619" y="921"/>
                    <a:pt x="535" y="938"/>
                    <a:pt x="468" y="955"/>
                  </a:cubicBezTo>
                  <a:cubicBezTo>
                    <a:pt x="101" y="1038"/>
                    <a:pt x="134" y="1924"/>
                    <a:pt x="652" y="1924"/>
                  </a:cubicBezTo>
                  <a:cubicBezTo>
                    <a:pt x="1187" y="1924"/>
                    <a:pt x="1120" y="504"/>
                    <a:pt x="602" y="136"/>
                  </a:cubicBezTo>
                  <a:cubicBezTo>
                    <a:pt x="469" y="33"/>
                    <a:pt x="354" y="1"/>
                    <a:pt x="26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5825325" y="1632157"/>
              <a:ext cx="27851" cy="27339"/>
            </a:xfrm>
            <a:custGeom>
              <a:avLst/>
              <a:gdLst/>
              <a:ahLst/>
              <a:cxnLst/>
              <a:rect l="l" t="t" r="r" b="b"/>
              <a:pathLst>
                <a:path w="869" h="853" extrusionOk="0">
                  <a:moveTo>
                    <a:pt x="435" y="1"/>
                  </a:moveTo>
                  <a:cubicBezTo>
                    <a:pt x="368" y="1"/>
                    <a:pt x="301" y="17"/>
                    <a:pt x="234" y="51"/>
                  </a:cubicBezTo>
                  <a:cubicBezTo>
                    <a:pt x="201" y="68"/>
                    <a:pt x="167" y="101"/>
                    <a:pt x="134" y="118"/>
                  </a:cubicBezTo>
                  <a:cubicBezTo>
                    <a:pt x="84" y="168"/>
                    <a:pt x="50" y="235"/>
                    <a:pt x="17" y="318"/>
                  </a:cubicBezTo>
                  <a:cubicBezTo>
                    <a:pt x="17" y="352"/>
                    <a:pt x="17" y="385"/>
                    <a:pt x="0" y="418"/>
                  </a:cubicBezTo>
                  <a:cubicBezTo>
                    <a:pt x="17" y="535"/>
                    <a:pt x="50" y="636"/>
                    <a:pt x="117" y="719"/>
                  </a:cubicBezTo>
                  <a:cubicBezTo>
                    <a:pt x="201" y="803"/>
                    <a:pt x="318" y="853"/>
                    <a:pt x="418" y="853"/>
                  </a:cubicBezTo>
                  <a:cubicBezTo>
                    <a:pt x="501" y="853"/>
                    <a:pt x="568" y="836"/>
                    <a:pt x="635" y="803"/>
                  </a:cubicBezTo>
                  <a:cubicBezTo>
                    <a:pt x="668" y="786"/>
                    <a:pt x="702" y="753"/>
                    <a:pt x="735" y="736"/>
                  </a:cubicBezTo>
                  <a:cubicBezTo>
                    <a:pt x="785" y="686"/>
                    <a:pt x="819" y="619"/>
                    <a:pt x="852" y="552"/>
                  </a:cubicBezTo>
                  <a:cubicBezTo>
                    <a:pt x="852" y="502"/>
                    <a:pt x="852" y="469"/>
                    <a:pt x="852" y="435"/>
                  </a:cubicBezTo>
                  <a:cubicBezTo>
                    <a:pt x="869" y="385"/>
                    <a:pt x="852" y="335"/>
                    <a:pt x="836" y="285"/>
                  </a:cubicBezTo>
                  <a:cubicBezTo>
                    <a:pt x="769" y="118"/>
                    <a:pt x="618" y="1"/>
                    <a:pt x="43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5807121" y="1718372"/>
              <a:ext cx="56248" cy="26537"/>
            </a:xfrm>
            <a:custGeom>
              <a:avLst/>
              <a:gdLst/>
              <a:ahLst/>
              <a:cxnLst/>
              <a:rect l="l" t="t" r="r" b="b"/>
              <a:pathLst>
                <a:path w="1755" h="828" extrusionOk="0">
                  <a:moveTo>
                    <a:pt x="0" y="1"/>
                  </a:moveTo>
                  <a:lnTo>
                    <a:pt x="0" y="1"/>
                  </a:lnTo>
                  <a:cubicBezTo>
                    <a:pt x="50" y="419"/>
                    <a:pt x="368" y="753"/>
                    <a:pt x="785" y="820"/>
                  </a:cubicBezTo>
                  <a:cubicBezTo>
                    <a:pt x="822" y="825"/>
                    <a:pt x="858" y="827"/>
                    <a:pt x="894" y="827"/>
                  </a:cubicBezTo>
                  <a:cubicBezTo>
                    <a:pt x="1404" y="827"/>
                    <a:pt x="1754" y="302"/>
                    <a:pt x="1754" y="302"/>
                  </a:cubicBezTo>
                  <a:cubicBezTo>
                    <a:pt x="1754" y="302"/>
                    <a:pt x="1370" y="285"/>
                    <a:pt x="852" y="218"/>
                  </a:cubicBezTo>
                  <a:cubicBezTo>
                    <a:pt x="568" y="185"/>
                    <a:pt x="284" y="10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5811928" y="1604851"/>
              <a:ext cx="43941" cy="21441"/>
            </a:xfrm>
            <a:custGeom>
              <a:avLst/>
              <a:gdLst/>
              <a:ahLst/>
              <a:cxnLst/>
              <a:rect l="l" t="t" r="r" b="b"/>
              <a:pathLst>
                <a:path w="1371" h="669" extrusionOk="0">
                  <a:moveTo>
                    <a:pt x="685" y="1"/>
                  </a:moveTo>
                  <a:cubicBezTo>
                    <a:pt x="218" y="17"/>
                    <a:pt x="0" y="669"/>
                    <a:pt x="0" y="669"/>
                  </a:cubicBezTo>
                  <a:cubicBezTo>
                    <a:pt x="218" y="535"/>
                    <a:pt x="452" y="452"/>
                    <a:pt x="685" y="385"/>
                  </a:cubicBezTo>
                  <a:cubicBezTo>
                    <a:pt x="763" y="374"/>
                    <a:pt x="841" y="368"/>
                    <a:pt x="919" y="368"/>
                  </a:cubicBezTo>
                  <a:cubicBezTo>
                    <a:pt x="1073" y="368"/>
                    <a:pt x="1226" y="390"/>
                    <a:pt x="1371" y="435"/>
                  </a:cubicBezTo>
                  <a:cubicBezTo>
                    <a:pt x="1371" y="435"/>
                    <a:pt x="1053" y="1"/>
                    <a:pt x="68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"/>
          <p:cNvSpPr txBox="1">
            <a:spLocks noGrp="1"/>
          </p:cNvSpPr>
          <p:nvPr>
            <p:ph type="title"/>
          </p:nvPr>
        </p:nvSpPr>
        <p:spPr>
          <a:xfrm>
            <a:off x="4427593" y="3102404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Patient</a:t>
            </a:r>
            <a:endParaRPr/>
          </a:p>
        </p:txBody>
      </p:sp>
      <p:sp>
        <p:nvSpPr>
          <p:cNvPr id="534" name="Google Shape;534;p39"/>
          <p:cNvSpPr txBox="1">
            <a:spLocks noGrp="1"/>
          </p:cNvSpPr>
          <p:nvPr>
            <p:ph type="title" idx="2"/>
          </p:nvPr>
        </p:nvSpPr>
        <p:spPr>
          <a:xfrm>
            <a:off x="4430425" y="2103825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35" name="Google Shape;535;p39"/>
          <p:cNvSpPr txBox="1">
            <a:spLocks noGrp="1"/>
          </p:cNvSpPr>
          <p:nvPr>
            <p:ph type="subTitle" idx="1"/>
          </p:nvPr>
        </p:nvSpPr>
        <p:spPr>
          <a:xfrm>
            <a:off x="4427475" y="3887049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grpSp>
        <p:nvGrpSpPr>
          <p:cNvPr id="536" name="Google Shape;536;p39"/>
          <p:cNvGrpSpPr/>
          <p:nvPr/>
        </p:nvGrpSpPr>
        <p:grpSpPr>
          <a:xfrm>
            <a:off x="6955526" y="308689"/>
            <a:ext cx="1465547" cy="1458915"/>
            <a:chOff x="7019104" y="3218529"/>
            <a:chExt cx="1577383" cy="1570077"/>
          </a:xfrm>
        </p:grpSpPr>
        <p:sp>
          <p:nvSpPr>
            <p:cNvPr id="537" name="Google Shape;537;p39"/>
            <p:cNvSpPr/>
            <p:nvPr/>
          </p:nvSpPr>
          <p:spPr>
            <a:xfrm>
              <a:off x="7021796" y="3218529"/>
              <a:ext cx="1572576" cy="1570077"/>
            </a:xfrm>
            <a:custGeom>
              <a:avLst/>
              <a:gdLst/>
              <a:ahLst/>
              <a:cxnLst/>
              <a:rect l="l" t="t" r="r" b="b"/>
              <a:pathLst>
                <a:path w="49074" h="48996" extrusionOk="0">
                  <a:moveTo>
                    <a:pt x="37179" y="0"/>
                  </a:moveTo>
                  <a:cubicBezTo>
                    <a:pt x="36884" y="0"/>
                    <a:pt x="36592" y="113"/>
                    <a:pt x="36375" y="339"/>
                  </a:cubicBezTo>
                  <a:lnTo>
                    <a:pt x="451" y="36462"/>
                  </a:lnTo>
                  <a:cubicBezTo>
                    <a:pt x="0" y="36914"/>
                    <a:pt x="0" y="37649"/>
                    <a:pt x="451" y="38100"/>
                  </a:cubicBezTo>
                  <a:lnTo>
                    <a:pt x="11061" y="48660"/>
                  </a:lnTo>
                  <a:cubicBezTo>
                    <a:pt x="11285" y="48883"/>
                    <a:pt x="11578" y="48996"/>
                    <a:pt x="11872" y="48996"/>
                  </a:cubicBezTo>
                  <a:cubicBezTo>
                    <a:pt x="12171" y="48996"/>
                    <a:pt x="12471" y="48879"/>
                    <a:pt x="12699" y="48643"/>
                  </a:cubicBezTo>
                  <a:lnTo>
                    <a:pt x="48622" y="12519"/>
                  </a:lnTo>
                  <a:cubicBezTo>
                    <a:pt x="49073" y="12068"/>
                    <a:pt x="49073" y="11333"/>
                    <a:pt x="48605" y="10882"/>
                  </a:cubicBezTo>
                  <a:lnTo>
                    <a:pt x="37995" y="339"/>
                  </a:lnTo>
                  <a:cubicBezTo>
                    <a:pt x="37770" y="113"/>
                    <a:pt x="37473" y="0"/>
                    <a:pt x="37179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7502054" y="3701671"/>
              <a:ext cx="611483" cy="603536"/>
            </a:xfrm>
            <a:custGeom>
              <a:avLst/>
              <a:gdLst/>
              <a:ahLst/>
              <a:cxnLst/>
              <a:rect l="l" t="t" r="r" b="b"/>
              <a:pathLst>
                <a:path w="19082" h="18834" extrusionOk="0">
                  <a:moveTo>
                    <a:pt x="10929" y="1"/>
                  </a:moveTo>
                  <a:cubicBezTo>
                    <a:pt x="10677" y="1"/>
                    <a:pt x="10436" y="89"/>
                    <a:pt x="10260" y="266"/>
                  </a:cubicBezTo>
                  <a:lnTo>
                    <a:pt x="402" y="10191"/>
                  </a:lnTo>
                  <a:cubicBezTo>
                    <a:pt x="1" y="10575"/>
                    <a:pt x="51" y="11260"/>
                    <a:pt x="519" y="11711"/>
                  </a:cubicBezTo>
                  <a:lnTo>
                    <a:pt x="7302" y="18461"/>
                  </a:lnTo>
                  <a:cubicBezTo>
                    <a:pt x="7548" y="18707"/>
                    <a:pt x="7862" y="18834"/>
                    <a:pt x="8160" y="18834"/>
                  </a:cubicBezTo>
                  <a:cubicBezTo>
                    <a:pt x="8410" y="18834"/>
                    <a:pt x="8648" y="18745"/>
                    <a:pt x="8823" y="18562"/>
                  </a:cubicBezTo>
                  <a:lnTo>
                    <a:pt x="18681" y="8637"/>
                  </a:lnTo>
                  <a:cubicBezTo>
                    <a:pt x="19082" y="8253"/>
                    <a:pt x="19032" y="7568"/>
                    <a:pt x="18581" y="7116"/>
                  </a:cubicBezTo>
                  <a:lnTo>
                    <a:pt x="11780" y="366"/>
                  </a:lnTo>
                  <a:cubicBezTo>
                    <a:pt x="11537" y="123"/>
                    <a:pt x="11225" y="1"/>
                    <a:pt x="10929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8131194" y="3500973"/>
              <a:ext cx="61590" cy="58578"/>
            </a:xfrm>
            <a:custGeom>
              <a:avLst/>
              <a:gdLst/>
              <a:ahLst/>
              <a:cxnLst/>
              <a:rect l="l" t="t" r="r" b="b"/>
              <a:pathLst>
                <a:path w="1922" h="1828" extrusionOk="0">
                  <a:moveTo>
                    <a:pt x="928" y="1"/>
                  </a:moveTo>
                  <a:cubicBezTo>
                    <a:pt x="457" y="1"/>
                    <a:pt x="0" y="369"/>
                    <a:pt x="0" y="915"/>
                  </a:cubicBezTo>
                  <a:cubicBezTo>
                    <a:pt x="11" y="1465"/>
                    <a:pt x="453" y="1827"/>
                    <a:pt x="914" y="1827"/>
                  </a:cubicBezTo>
                  <a:cubicBezTo>
                    <a:pt x="1139" y="1827"/>
                    <a:pt x="1368" y="1741"/>
                    <a:pt x="1554" y="1550"/>
                  </a:cubicBezTo>
                  <a:cubicBezTo>
                    <a:pt x="1922" y="1199"/>
                    <a:pt x="1922" y="614"/>
                    <a:pt x="1554" y="263"/>
                  </a:cubicBezTo>
                  <a:cubicBezTo>
                    <a:pt x="1373" y="82"/>
                    <a:pt x="1149" y="1"/>
                    <a:pt x="928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8249696" y="3618771"/>
              <a:ext cx="61430" cy="58450"/>
            </a:xfrm>
            <a:custGeom>
              <a:avLst/>
              <a:gdLst/>
              <a:ahLst/>
              <a:cxnLst/>
              <a:rect l="l" t="t" r="r" b="b"/>
              <a:pathLst>
                <a:path w="1917" h="1824" extrusionOk="0">
                  <a:moveTo>
                    <a:pt x="923" y="1"/>
                  </a:moveTo>
                  <a:cubicBezTo>
                    <a:pt x="453" y="1"/>
                    <a:pt x="0" y="369"/>
                    <a:pt x="12" y="915"/>
                  </a:cubicBezTo>
                  <a:cubicBezTo>
                    <a:pt x="12" y="1457"/>
                    <a:pt x="454" y="1823"/>
                    <a:pt x="922" y="1823"/>
                  </a:cubicBezTo>
                  <a:cubicBezTo>
                    <a:pt x="1146" y="1823"/>
                    <a:pt x="1376" y="1739"/>
                    <a:pt x="1565" y="1550"/>
                  </a:cubicBezTo>
                  <a:cubicBezTo>
                    <a:pt x="1916" y="1199"/>
                    <a:pt x="1916" y="614"/>
                    <a:pt x="1549" y="263"/>
                  </a:cubicBezTo>
                  <a:cubicBezTo>
                    <a:pt x="1367" y="82"/>
                    <a:pt x="1143" y="1"/>
                    <a:pt x="92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8108698" y="3642516"/>
              <a:ext cx="61078" cy="58386"/>
            </a:xfrm>
            <a:custGeom>
              <a:avLst/>
              <a:gdLst/>
              <a:ahLst/>
              <a:cxnLst/>
              <a:rect l="l" t="t" r="r" b="b"/>
              <a:pathLst>
                <a:path w="1906" h="1822" extrusionOk="0">
                  <a:moveTo>
                    <a:pt x="906" y="0"/>
                  </a:moveTo>
                  <a:cubicBezTo>
                    <a:pt x="443" y="0"/>
                    <a:pt x="0" y="367"/>
                    <a:pt x="0" y="909"/>
                  </a:cubicBezTo>
                  <a:cubicBezTo>
                    <a:pt x="0" y="1459"/>
                    <a:pt x="446" y="1821"/>
                    <a:pt x="911" y="1821"/>
                  </a:cubicBezTo>
                  <a:cubicBezTo>
                    <a:pt x="1137" y="1821"/>
                    <a:pt x="1368" y="1735"/>
                    <a:pt x="1554" y="1544"/>
                  </a:cubicBezTo>
                  <a:cubicBezTo>
                    <a:pt x="1905" y="1193"/>
                    <a:pt x="1905" y="625"/>
                    <a:pt x="1538" y="274"/>
                  </a:cubicBezTo>
                  <a:cubicBezTo>
                    <a:pt x="1354" y="84"/>
                    <a:pt x="1127" y="0"/>
                    <a:pt x="90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7422807" y="4447486"/>
              <a:ext cx="61623" cy="58322"/>
            </a:xfrm>
            <a:custGeom>
              <a:avLst/>
              <a:gdLst/>
              <a:ahLst/>
              <a:cxnLst/>
              <a:rect l="l" t="t" r="r" b="b"/>
              <a:pathLst>
                <a:path w="1923" h="1820" extrusionOk="0">
                  <a:moveTo>
                    <a:pt x="1004" y="1"/>
                  </a:moveTo>
                  <a:cubicBezTo>
                    <a:pt x="780" y="1"/>
                    <a:pt x="552" y="83"/>
                    <a:pt x="368" y="267"/>
                  </a:cubicBezTo>
                  <a:cubicBezTo>
                    <a:pt x="1" y="618"/>
                    <a:pt x="17" y="1203"/>
                    <a:pt x="368" y="1553"/>
                  </a:cubicBezTo>
                  <a:cubicBezTo>
                    <a:pt x="552" y="1737"/>
                    <a:pt x="779" y="1819"/>
                    <a:pt x="1002" y="1819"/>
                  </a:cubicBezTo>
                  <a:cubicBezTo>
                    <a:pt x="1470" y="1819"/>
                    <a:pt x="1922" y="1456"/>
                    <a:pt x="1922" y="902"/>
                  </a:cubicBezTo>
                  <a:cubicBezTo>
                    <a:pt x="1922" y="360"/>
                    <a:pt x="1472" y="1"/>
                    <a:pt x="100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7304497" y="4329689"/>
              <a:ext cx="61590" cy="58322"/>
            </a:xfrm>
            <a:custGeom>
              <a:avLst/>
              <a:gdLst/>
              <a:ahLst/>
              <a:cxnLst/>
              <a:rect l="l" t="t" r="r" b="b"/>
              <a:pathLst>
                <a:path w="1922" h="1820" extrusionOk="0">
                  <a:moveTo>
                    <a:pt x="1000" y="1"/>
                  </a:moveTo>
                  <a:cubicBezTo>
                    <a:pt x="778" y="1"/>
                    <a:pt x="552" y="83"/>
                    <a:pt x="368" y="267"/>
                  </a:cubicBezTo>
                  <a:cubicBezTo>
                    <a:pt x="0" y="618"/>
                    <a:pt x="0" y="1203"/>
                    <a:pt x="368" y="1554"/>
                  </a:cubicBezTo>
                  <a:cubicBezTo>
                    <a:pt x="551" y="1737"/>
                    <a:pt x="778" y="1819"/>
                    <a:pt x="1001" y="1819"/>
                  </a:cubicBezTo>
                  <a:cubicBezTo>
                    <a:pt x="1469" y="1819"/>
                    <a:pt x="1922" y="1456"/>
                    <a:pt x="1922" y="902"/>
                  </a:cubicBezTo>
                  <a:cubicBezTo>
                    <a:pt x="1910" y="360"/>
                    <a:pt x="1464" y="1"/>
                    <a:pt x="100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7445847" y="4305911"/>
              <a:ext cx="61430" cy="58418"/>
            </a:xfrm>
            <a:custGeom>
              <a:avLst/>
              <a:gdLst/>
              <a:ahLst/>
              <a:cxnLst/>
              <a:rect l="l" t="t" r="r" b="b"/>
              <a:pathLst>
                <a:path w="1917" h="1823" extrusionOk="0">
                  <a:moveTo>
                    <a:pt x="1000" y="0"/>
                  </a:moveTo>
                  <a:cubicBezTo>
                    <a:pt x="778" y="0"/>
                    <a:pt x="552" y="84"/>
                    <a:pt x="368" y="274"/>
                  </a:cubicBezTo>
                  <a:cubicBezTo>
                    <a:pt x="0" y="625"/>
                    <a:pt x="0" y="1210"/>
                    <a:pt x="368" y="1560"/>
                  </a:cubicBezTo>
                  <a:cubicBezTo>
                    <a:pt x="549" y="1742"/>
                    <a:pt x="773" y="1823"/>
                    <a:pt x="993" y="1823"/>
                  </a:cubicBezTo>
                  <a:cubicBezTo>
                    <a:pt x="1463" y="1823"/>
                    <a:pt x="1916" y="1455"/>
                    <a:pt x="1905" y="909"/>
                  </a:cubicBezTo>
                  <a:cubicBezTo>
                    <a:pt x="1905" y="367"/>
                    <a:pt x="1462" y="0"/>
                    <a:pt x="1000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7019104" y="3220676"/>
              <a:ext cx="1577383" cy="1565334"/>
            </a:xfrm>
            <a:custGeom>
              <a:avLst/>
              <a:gdLst/>
              <a:ahLst/>
              <a:cxnLst/>
              <a:rect l="l" t="t" r="r" b="b"/>
              <a:pathLst>
                <a:path w="49224" h="48848" extrusionOk="0">
                  <a:moveTo>
                    <a:pt x="11822" y="0"/>
                  </a:moveTo>
                  <a:cubicBezTo>
                    <a:pt x="11529" y="0"/>
                    <a:pt x="11237" y="113"/>
                    <a:pt x="11011" y="339"/>
                  </a:cubicBezTo>
                  <a:lnTo>
                    <a:pt x="452" y="10948"/>
                  </a:lnTo>
                  <a:cubicBezTo>
                    <a:pt x="1" y="11416"/>
                    <a:pt x="1" y="12135"/>
                    <a:pt x="452" y="12586"/>
                  </a:cubicBezTo>
                  <a:lnTo>
                    <a:pt x="36592" y="48509"/>
                  </a:lnTo>
                  <a:cubicBezTo>
                    <a:pt x="36818" y="48735"/>
                    <a:pt x="37114" y="48848"/>
                    <a:pt x="37411" y="48848"/>
                  </a:cubicBezTo>
                  <a:cubicBezTo>
                    <a:pt x="37708" y="48848"/>
                    <a:pt x="38004" y="48735"/>
                    <a:pt x="38230" y="48509"/>
                  </a:cubicBezTo>
                  <a:lnTo>
                    <a:pt x="48773" y="37899"/>
                  </a:lnTo>
                  <a:cubicBezTo>
                    <a:pt x="49224" y="37448"/>
                    <a:pt x="49224" y="36713"/>
                    <a:pt x="48773" y="36262"/>
                  </a:cubicBezTo>
                  <a:lnTo>
                    <a:pt x="12632" y="339"/>
                  </a:lnTo>
                  <a:cubicBezTo>
                    <a:pt x="12407" y="113"/>
                    <a:pt x="12114" y="0"/>
                    <a:pt x="11822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7502054" y="3701895"/>
              <a:ext cx="611483" cy="602863"/>
            </a:xfrm>
            <a:custGeom>
              <a:avLst/>
              <a:gdLst/>
              <a:ahLst/>
              <a:cxnLst/>
              <a:rect l="l" t="t" r="r" b="b"/>
              <a:pathLst>
                <a:path w="19082" h="18813" extrusionOk="0">
                  <a:moveTo>
                    <a:pt x="8113" y="1"/>
                  </a:moveTo>
                  <a:cubicBezTo>
                    <a:pt x="7814" y="1"/>
                    <a:pt x="7500" y="128"/>
                    <a:pt x="7252" y="376"/>
                  </a:cubicBezTo>
                  <a:lnTo>
                    <a:pt x="502" y="7160"/>
                  </a:lnTo>
                  <a:cubicBezTo>
                    <a:pt x="51" y="7611"/>
                    <a:pt x="1" y="8296"/>
                    <a:pt x="402" y="8697"/>
                  </a:cubicBezTo>
                  <a:lnTo>
                    <a:pt x="10310" y="18555"/>
                  </a:lnTo>
                  <a:cubicBezTo>
                    <a:pt x="10490" y="18728"/>
                    <a:pt x="10728" y="18813"/>
                    <a:pt x="10977" y="18813"/>
                  </a:cubicBezTo>
                  <a:cubicBezTo>
                    <a:pt x="11280" y="18813"/>
                    <a:pt x="11599" y="18686"/>
                    <a:pt x="11847" y="18438"/>
                  </a:cubicBezTo>
                  <a:lnTo>
                    <a:pt x="18581" y="11654"/>
                  </a:lnTo>
                  <a:cubicBezTo>
                    <a:pt x="19032" y="11203"/>
                    <a:pt x="19082" y="10518"/>
                    <a:pt x="18698" y="10117"/>
                  </a:cubicBezTo>
                  <a:lnTo>
                    <a:pt x="8773" y="259"/>
                  </a:lnTo>
                  <a:cubicBezTo>
                    <a:pt x="8592" y="86"/>
                    <a:pt x="8358" y="1"/>
                    <a:pt x="811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8242005" y="4326997"/>
              <a:ext cx="78222" cy="58258"/>
            </a:xfrm>
            <a:custGeom>
              <a:avLst/>
              <a:gdLst/>
              <a:ahLst/>
              <a:cxnLst/>
              <a:rect l="l" t="t" r="r" b="b"/>
              <a:pathLst>
                <a:path w="2441" h="1818" extrusionOk="0">
                  <a:moveTo>
                    <a:pt x="1221" y="0"/>
                  </a:moveTo>
                  <a:cubicBezTo>
                    <a:pt x="402" y="0"/>
                    <a:pt x="1" y="986"/>
                    <a:pt x="586" y="1554"/>
                  </a:cubicBezTo>
                  <a:cubicBezTo>
                    <a:pt x="761" y="1729"/>
                    <a:pt x="991" y="1817"/>
                    <a:pt x="1221" y="1817"/>
                  </a:cubicBezTo>
                  <a:cubicBezTo>
                    <a:pt x="1450" y="1817"/>
                    <a:pt x="1680" y="1729"/>
                    <a:pt x="1856" y="1554"/>
                  </a:cubicBezTo>
                  <a:cubicBezTo>
                    <a:pt x="2440" y="986"/>
                    <a:pt x="2023" y="0"/>
                    <a:pt x="1221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8124240" y="4445307"/>
              <a:ext cx="78190" cy="58258"/>
            </a:xfrm>
            <a:custGeom>
              <a:avLst/>
              <a:gdLst/>
              <a:ahLst/>
              <a:cxnLst/>
              <a:rect l="l" t="t" r="r" b="b"/>
              <a:pathLst>
                <a:path w="2440" h="1818" extrusionOk="0">
                  <a:moveTo>
                    <a:pt x="1220" y="1"/>
                  </a:moveTo>
                  <a:cubicBezTo>
                    <a:pt x="401" y="1"/>
                    <a:pt x="0" y="987"/>
                    <a:pt x="585" y="1555"/>
                  </a:cubicBezTo>
                  <a:cubicBezTo>
                    <a:pt x="760" y="1730"/>
                    <a:pt x="990" y="1818"/>
                    <a:pt x="1222" y="1818"/>
                  </a:cubicBezTo>
                  <a:cubicBezTo>
                    <a:pt x="1454" y="1818"/>
                    <a:pt x="1688" y="1730"/>
                    <a:pt x="1871" y="1555"/>
                  </a:cubicBezTo>
                  <a:cubicBezTo>
                    <a:pt x="2439" y="987"/>
                    <a:pt x="2022" y="1"/>
                    <a:pt x="122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8100655" y="4303957"/>
              <a:ext cx="78222" cy="58258"/>
            </a:xfrm>
            <a:custGeom>
              <a:avLst/>
              <a:gdLst/>
              <a:ahLst/>
              <a:cxnLst/>
              <a:rect l="l" t="t" r="r" b="b"/>
              <a:pathLst>
                <a:path w="2441" h="1818" extrusionOk="0">
                  <a:moveTo>
                    <a:pt x="1221" y="1"/>
                  </a:moveTo>
                  <a:cubicBezTo>
                    <a:pt x="402" y="1"/>
                    <a:pt x="1" y="986"/>
                    <a:pt x="586" y="1555"/>
                  </a:cubicBezTo>
                  <a:cubicBezTo>
                    <a:pt x="761" y="1730"/>
                    <a:pt x="991" y="1818"/>
                    <a:pt x="1221" y="1818"/>
                  </a:cubicBezTo>
                  <a:cubicBezTo>
                    <a:pt x="1450" y="1818"/>
                    <a:pt x="1680" y="1730"/>
                    <a:pt x="1855" y="1555"/>
                  </a:cubicBezTo>
                  <a:cubicBezTo>
                    <a:pt x="2440" y="986"/>
                    <a:pt x="2023" y="1"/>
                    <a:pt x="1221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7295909" y="3621430"/>
              <a:ext cx="77677" cy="58258"/>
            </a:xfrm>
            <a:custGeom>
              <a:avLst/>
              <a:gdLst/>
              <a:ahLst/>
              <a:cxnLst/>
              <a:rect l="l" t="t" r="r" b="b"/>
              <a:pathLst>
                <a:path w="2424" h="1818" extrusionOk="0">
                  <a:moveTo>
                    <a:pt x="1206" y="0"/>
                  </a:moveTo>
                  <a:cubicBezTo>
                    <a:pt x="974" y="0"/>
                    <a:pt x="744" y="88"/>
                    <a:pt x="569" y="264"/>
                  </a:cubicBezTo>
                  <a:cubicBezTo>
                    <a:pt x="1" y="848"/>
                    <a:pt x="402" y="1818"/>
                    <a:pt x="1204" y="1818"/>
                  </a:cubicBezTo>
                  <a:cubicBezTo>
                    <a:pt x="2023" y="1818"/>
                    <a:pt x="2424" y="832"/>
                    <a:pt x="1855" y="264"/>
                  </a:cubicBezTo>
                  <a:cubicBezTo>
                    <a:pt x="1672" y="88"/>
                    <a:pt x="1438" y="0"/>
                    <a:pt x="120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7413194" y="3503088"/>
              <a:ext cx="78190" cy="58258"/>
            </a:xfrm>
            <a:custGeom>
              <a:avLst/>
              <a:gdLst/>
              <a:ahLst/>
              <a:cxnLst/>
              <a:rect l="l" t="t" r="r" b="b"/>
              <a:pathLst>
                <a:path w="2440" h="1818" extrusionOk="0">
                  <a:moveTo>
                    <a:pt x="1222" y="1"/>
                  </a:moveTo>
                  <a:cubicBezTo>
                    <a:pt x="990" y="1"/>
                    <a:pt x="760" y="89"/>
                    <a:pt x="585" y="264"/>
                  </a:cubicBezTo>
                  <a:cubicBezTo>
                    <a:pt x="0" y="849"/>
                    <a:pt x="418" y="1818"/>
                    <a:pt x="1236" y="1818"/>
                  </a:cubicBezTo>
                  <a:cubicBezTo>
                    <a:pt x="2038" y="1818"/>
                    <a:pt x="2439" y="832"/>
                    <a:pt x="1871" y="264"/>
                  </a:cubicBezTo>
                  <a:cubicBezTo>
                    <a:pt x="1688" y="89"/>
                    <a:pt x="1454" y="1"/>
                    <a:pt x="122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7437259" y="3644439"/>
              <a:ext cx="77677" cy="58258"/>
            </a:xfrm>
            <a:custGeom>
              <a:avLst/>
              <a:gdLst/>
              <a:ahLst/>
              <a:cxnLst/>
              <a:rect l="l" t="t" r="r" b="b"/>
              <a:pathLst>
                <a:path w="2424" h="1818" extrusionOk="0">
                  <a:moveTo>
                    <a:pt x="1212" y="1"/>
                  </a:moveTo>
                  <a:cubicBezTo>
                    <a:pt x="978" y="1"/>
                    <a:pt x="744" y="89"/>
                    <a:pt x="569" y="264"/>
                  </a:cubicBezTo>
                  <a:cubicBezTo>
                    <a:pt x="1" y="849"/>
                    <a:pt x="402" y="1818"/>
                    <a:pt x="1221" y="1818"/>
                  </a:cubicBezTo>
                  <a:cubicBezTo>
                    <a:pt x="2023" y="1818"/>
                    <a:pt x="2424" y="832"/>
                    <a:pt x="1856" y="264"/>
                  </a:cubicBezTo>
                  <a:cubicBezTo>
                    <a:pt x="1680" y="89"/>
                    <a:pt x="1446" y="1"/>
                    <a:pt x="121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39"/>
          <p:cNvGrpSpPr/>
          <p:nvPr/>
        </p:nvGrpSpPr>
        <p:grpSpPr>
          <a:xfrm>
            <a:off x="720000" y="2258601"/>
            <a:ext cx="3481228" cy="2303176"/>
            <a:chOff x="720000" y="2258601"/>
            <a:chExt cx="3481228" cy="2303176"/>
          </a:xfrm>
        </p:grpSpPr>
        <p:grpSp>
          <p:nvGrpSpPr>
            <p:cNvPr id="554" name="Google Shape;554;p39"/>
            <p:cNvGrpSpPr/>
            <p:nvPr/>
          </p:nvGrpSpPr>
          <p:grpSpPr>
            <a:xfrm>
              <a:off x="720000" y="2258601"/>
              <a:ext cx="3481228" cy="2303176"/>
              <a:chOff x="4439941" y="2113720"/>
              <a:chExt cx="3760238" cy="2487768"/>
            </a:xfrm>
          </p:grpSpPr>
          <p:sp>
            <p:nvSpPr>
              <p:cNvPr id="555" name="Google Shape;555;p39"/>
              <p:cNvSpPr/>
              <p:nvPr/>
            </p:nvSpPr>
            <p:spPr>
              <a:xfrm>
                <a:off x="4518174" y="2560578"/>
                <a:ext cx="920533" cy="1660999"/>
              </a:xfrm>
              <a:custGeom>
                <a:avLst/>
                <a:gdLst/>
                <a:ahLst/>
                <a:cxnLst/>
                <a:rect l="l" t="t" r="r" b="b"/>
                <a:pathLst>
                  <a:path w="28628" h="51656" extrusionOk="0">
                    <a:moveTo>
                      <a:pt x="24262" y="6099"/>
                    </a:moveTo>
                    <a:lnTo>
                      <a:pt x="24262" y="21279"/>
                    </a:lnTo>
                    <a:lnTo>
                      <a:pt x="5849" y="21279"/>
                    </a:lnTo>
                    <a:lnTo>
                      <a:pt x="5849" y="19513"/>
                    </a:lnTo>
                    <a:cubicBezTo>
                      <a:pt x="5949" y="19046"/>
                      <a:pt x="6132" y="18596"/>
                      <a:pt x="6382" y="18196"/>
                    </a:cubicBezTo>
                    <a:lnTo>
                      <a:pt x="17946" y="6632"/>
                    </a:lnTo>
                    <a:cubicBezTo>
                      <a:pt x="18330" y="6333"/>
                      <a:pt x="18780" y="6149"/>
                      <a:pt x="19263" y="6099"/>
                    </a:cubicBezTo>
                    <a:close/>
                    <a:moveTo>
                      <a:pt x="19129" y="1"/>
                    </a:moveTo>
                    <a:cubicBezTo>
                      <a:pt x="17946" y="34"/>
                      <a:pt x="16780" y="301"/>
                      <a:pt x="15697" y="767"/>
                    </a:cubicBezTo>
                    <a:cubicBezTo>
                      <a:pt x="14580" y="1200"/>
                      <a:pt x="13547" y="1834"/>
                      <a:pt x="12681" y="2667"/>
                    </a:cubicBezTo>
                    <a:lnTo>
                      <a:pt x="2667" y="12931"/>
                    </a:lnTo>
                    <a:cubicBezTo>
                      <a:pt x="1850" y="13797"/>
                      <a:pt x="1200" y="14831"/>
                      <a:pt x="784" y="15947"/>
                    </a:cubicBezTo>
                    <a:cubicBezTo>
                      <a:pt x="300" y="17030"/>
                      <a:pt x="34" y="18196"/>
                      <a:pt x="1" y="19396"/>
                    </a:cubicBezTo>
                    <a:lnTo>
                      <a:pt x="1" y="50705"/>
                    </a:lnTo>
                    <a:lnTo>
                      <a:pt x="5849" y="50705"/>
                    </a:lnTo>
                    <a:lnTo>
                      <a:pt x="5849" y="51655"/>
                    </a:lnTo>
                    <a:lnTo>
                      <a:pt x="28627" y="51655"/>
                    </a:lnTo>
                    <a:lnTo>
                      <a:pt x="28627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5435974" y="2113720"/>
                <a:ext cx="2685971" cy="2107857"/>
              </a:xfrm>
              <a:custGeom>
                <a:avLst/>
                <a:gdLst/>
                <a:ahLst/>
                <a:cxnLst/>
                <a:rect l="l" t="t" r="r" b="b"/>
                <a:pathLst>
                  <a:path w="83532" h="65553" extrusionOk="0">
                    <a:moveTo>
                      <a:pt x="79777" y="0"/>
                    </a:moveTo>
                    <a:cubicBezTo>
                      <a:pt x="79756" y="0"/>
                      <a:pt x="79736" y="1"/>
                      <a:pt x="79716" y="1"/>
                    </a:cubicBezTo>
                    <a:lnTo>
                      <a:pt x="3800" y="1"/>
                    </a:lnTo>
                    <a:cubicBezTo>
                      <a:pt x="1717" y="18"/>
                      <a:pt x="34" y="1701"/>
                      <a:pt x="1" y="3783"/>
                    </a:cubicBezTo>
                    <a:lnTo>
                      <a:pt x="1" y="65552"/>
                    </a:lnTo>
                    <a:lnTo>
                      <a:pt x="79716" y="65552"/>
                    </a:lnTo>
                    <a:cubicBezTo>
                      <a:pt x="81798" y="65519"/>
                      <a:pt x="83481" y="63836"/>
                      <a:pt x="83515" y="61753"/>
                    </a:cubicBezTo>
                    <a:lnTo>
                      <a:pt x="83515" y="3783"/>
                    </a:lnTo>
                    <a:cubicBezTo>
                      <a:pt x="83531" y="2784"/>
                      <a:pt x="83115" y="1817"/>
                      <a:pt x="82398" y="1117"/>
                    </a:cubicBezTo>
                    <a:cubicBezTo>
                      <a:pt x="81713" y="399"/>
                      <a:pt x="80771" y="0"/>
                      <a:pt x="79777" y="0"/>
                    </a:cubicBez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4984839" y="3436609"/>
                <a:ext cx="321518" cy="64310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2000" extrusionOk="0">
                    <a:moveTo>
                      <a:pt x="1334" y="0"/>
                    </a:moveTo>
                    <a:cubicBezTo>
                      <a:pt x="1" y="0"/>
                      <a:pt x="1" y="2000"/>
                      <a:pt x="1334" y="2000"/>
                    </a:cubicBezTo>
                    <a:lnTo>
                      <a:pt x="8999" y="2000"/>
                    </a:lnTo>
                    <a:cubicBezTo>
                      <a:pt x="9549" y="2000"/>
                      <a:pt x="9998" y="1550"/>
                      <a:pt x="9998" y="1000"/>
                    </a:cubicBezTo>
                    <a:cubicBezTo>
                      <a:pt x="9998" y="450"/>
                      <a:pt x="9549" y="0"/>
                      <a:pt x="89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5435974" y="2113720"/>
                <a:ext cx="2685971" cy="2107857"/>
              </a:xfrm>
              <a:custGeom>
                <a:avLst/>
                <a:gdLst/>
                <a:ahLst/>
                <a:cxnLst/>
                <a:rect l="l" t="t" r="r" b="b"/>
                <a:pathLst>
                  <a:path w="83532" h="65553" extrusionOk="0">
                    <a:moveTo>
                      <a:pt x="79777" y="0"/>
                    </a:moveTo>
                    <a:cubicBezTo>
                      <a:pt x="79756" y="0"/>
                      <a:pt x="79736" y="1"/>
                      <a:pt x="79716" y="1"/>
                    </a:cubicBezTo>
                    <a:lnTo>
                      <a:pt x="3800" y="1"/>
                    </a:lnTo>
                    <a:cubicBezTo>
                      <a:pt x="1717" y="18"/>
                      <a:pt x="34" y="1701"/>
                      <a:pt x="1" y="3783"/>
                    </a:cubicBezTo>
                    <a:lnTo>
                      <a:pt x="1" y="65552"/>
                    </a:lnTo>
                    <a:lnTo>
                      <a:pt x="79716" y="65552"/>
                    </a:lnTo>
                    <a:cubicBezTo>
                      <a:pt x="81798" y="65519"/>
                      <a:pt x="83481" y="63836"/>
                      <a:pt x="83515" y="61753"/>
                    </a:cubicBezTo>
                    <a:lnTo>
                      <a:pt x="83515" y="3783"/>
                    </a:lnTo>
                    <a:cubicBezTo>
                      <a:pt x="83531" y="2784"/>
                      <a:pt x="83115" y="1817"/>
                      <a:pt x="82398" y="1117"/>
                    </a:cubicBezTo>
                    <a:cubicBezTo>
                      <a:pt x="81713" y="399"/>
                      <a:pt x="80771" y="0"/>
                      <a:pt x="79777" y="0"/>
                    </a:cubicBezTo>
                    <a:close/>
                  </a:path>
                </a:pathLst>
              </a:custGeom>
              <a:solidFill>
                <a:srgbClr val="FFFFFF">
                  <a:alpha val="45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071968" y="2475914"/>
                <a:ext cx="1290219" cy="1240958"/>
              </a:xfrm>
              <a:custGeom>
                <a:avLst/>
                <a:gdLst/>
                <a:ahLst/>
                <a:cxnLst/>
                <a:rect l="l" t="t" r="r" b="b"/>
                <a:pathLst>
                  <a:path w="40125" h="38593" extrusionOk="0">
                    <a:moveTo>
                      <a:pt x="20829" y="1"/>
                    </a:moveTo>
                    <a:cubicBezTo>
                      <a:pt x="13014" y="1"/>
                      <a:pt x="5983" y="4700"/>
                      <a:pt x="3000" y="11915"/>
                    </a:cubicBezTo>
                    <a:cubicBezTo>
                      <a:pt x="1" y="19113"/>
                      <a:pt x="1667" y="27428"/>
                      <a:pt x="7182" y="32943"/>
                    </a:cubicBezTo>
                    <a:cubicBezTo>
                      <a:pt x="10872" y="36633"/>
                      <a:pt x="15807" y="38593"/>
                      <a:pt x="20830" y="38593"/>
                    </a:cubicBezTo>
                    <a:cubicBezTo>
                      <a:pt x="23316" y="38593"/>
                      <a:pt x="25822" y="38113"/>
                      <a:pt x="28211" y="37126"/>
                    </a:cubicBezTo>
                    <a:cubicBezTo>
                      <a:pt x="35426" y="34143"/>
                      <a:pt x="40125" y="27095"/>
                      <a:pt x="40125" y="19296"/>
                    </a:cubicBezTo>
                    <a:cubicBezTo>
                      <a:pt x="40125" y="8632"/>
                      <a:pt x="31477" y="1"/>
                      <a:pt x="208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384868" y="2740067"/>
                <a:ext cx="713166" cy="712651"/>
              </a:xfrm>
              <a:custGeom>
                <a:avLst/>
                <a:gdLst/>
                <a:ahLst/>
                <a:cxnLst/>
                <a:rect l="l" t="t" r="r" b="b"/>
                <a:pathLst>
                  <a:path w="22179" h="22163" extrusionOk="0">
                    <a:moveTo>
                      <a:pt x="8682" y="1"/>
                    </a:moveTo>
                    <a:cubicBezTo>
                      <a:pt x="8149" y="1"/>
                      <a:pt x="7716" y="434"/>
                      <a:pt x="7716" y="967"/>
                    </a:cubicBezTo>
                    <a:lnTo>
                      <a:pt x="7716" y="7716"/>
                    </a:lnTo>
                    <a:lnTo>
                      <a:pt x="967" y="7716"/>
                    </a:lnTo>
                    <a:cubicBezTo>
                      <a:pt x="957" y="7715"/>
                      <a:pt x="947" y="7715"/>
                      <a:pt x="937" y="7715"/>
                    </a:cubicBezTo>
                    <a:cubicBezTo>
                      <a:pt x="418" y="7715"/>
                      <a:pt x="1" y="8142"/>
                      <a:pt x="1" y="8665"/>
                    </a:cubicBezTo>
                    <a:lnTo>
                      <a:pt x="1" y="13498"/>
                    </a:lnTo>
                    <a:cubicBezTo>
                      <a:pt x="1" y="14014"/>
                      <a:pt x="434" y="14447"/>
                      <a:pt x="967" y="14447"/>
                    </a:cubicBezTo>
                    <a:lnTo>
                      <a:pt x="7716" y="14447"/>
                    </a:lnTo>
                    <a:lnTo>
                      <a:pt x="7716" y="21196"/>
                    </a:lnTo>
                    <a:cubicBezTo>
                      <a:pt x="7716" y="21729"/>
                      <a:pt x="8149" y="22162"/>
                      <a:pt x="8682" y="22162"/>
                    </a:cubicBezTo>
                    <a:lnTo>
                      <a:pt x="13498" y="22162"/>
                    </a:lnTo>
                    <a:cubicBezTo>
                      <a:pt x="14031" y="22162"/>
                      <a:pt x="14464" y="21729"/>
                      <a:pt x="14464" y="21196"/>
                    </a:cubicBezTo>
                    <a:lnTo>
                      <a:pt x="14464" y="14447"/>
                    </a:lnTo>
                    <a:lnTo>
                      <a:pt x="21212" y="14447"/>
                    </a:lnTo>
                    <a:cubicBezTo>
                      <a:pt x="21746" y="14447"/>
                      <a:pt x="22179" y="14014"/>
                      <a:pt x="22179" y="13498"/>
                    </a:cubicBezTo>
                    <a:lnTo>
                      <a:pt x="22179" y="8665"/>
                    </a:lnTo>
                    <a:cubicBezTo>
                      <a:pt x="22179" y="8142"/>
                      <a:pt x="21762" y="7715"/>
                      <a:pt x="21242" y="7715"/>
                    </a:cubicBezTo>
                    <a:cubicBezTo>
                      <a:pt x="21232" y="7715"/>
                      <a:pt x="21222" y="7715"/>
                      <a:pt x="21212" y="7716"/>
                    </a:cubicBezTo>
                    <a:lnTo>
                      <a:pt x="14464" y="7716"/>
                    </a:lnTo>
                    <a:lnTo>
                      <a:pt x="14464" y="967"/>
                    </a:lnTo>
                    <a:cubicBezTo>
                      <a:pt x="14464" y="434"/>
                      <a:pt x="14031" y="1"/>
                      <a:pt x="13498" y="1"/>
                    </a:cubicBezTo>
                    <a:close/>
                  </a:path>
                </a:pathLst>
              </a:custGeom>
              <a:solidFill>
                <a:srgbClr val="ED30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4439941" y="4099387"/>
                <a:ext cx="3760238" cy="122189"/>
              </a:xfrm>
              <a:custGeom>
                <a:avLst/>
                <a:gdLst/>
                <a:ahLst/>
                <a:cxnLst/>
                <a:rect l="l" t="t" r="r" b="b"/>
                <a:pathLst>
                  <a:path w="116941" h="3800" extrusionOk="0">
                    <a:moveTo>
                      <a:pt x="1900" y="0"/>
                    </a:moveTo>
                    <a:cubicBezTo>
                      <a:pt x="851" y="0"/>
                      <a:pt x="1" y="850"/>
                      <a:pt x="1" y="1900"/>
                    </a:cubicBezTo>
                    <a:cubicBezTo>
                      <a:pt x="1" y="2949"/>
                      <a:pt x="851" y="3799"/>
                      <a:pt x="1900" y="3799"/>
                    </a:cubicBezTo>
                    <a:lnTo>
                      <a:pt x="115041" y="3799"/>
                    </a:lnTo>
                    <a:cubicBezTo>
                      <a:pt x="116090" y="3799"/>
                      <a:pt x="116940" y="2949"/>
                      <a:pt x="116940" y="1900"/>
                    </a:cubicBezTo>
                    <a:cubicBezTo>
                      <a:pt x="116940" y="850"/>
                      <a:pt x="116090" y="0"/>
                      <a:pt x="115041" y="0"/>
                    </a:cubicBez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4439941" y="4099387"/>
                <a:ext cx="3760238" cy="122189"/>
              </a:xfrm>
              <a:custGeom>
                <a:avLst/>
                <a:gdLst/>
                <a:ahLst/>
                <a:cxnLst/>
                <a:rect l="l" t="t" r="r" b="b"/>
                <a:pathLst>
                  <a:path w="116941" h="3800" extrusionOk="0">
                    <a:moveTo>
                      <a:pt x="1900" y="0"/>
                    </a:moveTo>
                    <a:cubicBezTo>
                      <a:pt x="851" y="0"/>
                      <a:pt x="1" y="850"/>
                      <a:pt x="1" y="1900"/>
                    </a:cubicBezTo>
                    <a:cubicBezTo>
                      <a:pt x="1" y="2949"/>
                      <a:pt x="851" y="3799"/>
                      <a:pt x="1900" y="3799"/>
                    </a:cubicBezTo>
                    <a:lnTo>
                      <a:pt x="115041" y="3799"/>
                    </a:lnTo>
                    <a:cubicBezTo>
                      <a:pt x="116090" y="3799"/>
                      <a:pt x="116940" y="2949"/>
                      <a:pt x="116940" y="1900"/>
                    </a:cubicBezTo>
                    <a:cubicBezTo>
                      <a:pt x="116940" y="850"/>
                      <a:pt x="116090" y="0"/>
                      <a:pt x="115041" y="0"/>
                    </a:cubicBezTo>
                    <a:close/>
                  </a:path>
                </a:pathLst>
              </a:custGeom>
              <a:solidFill>
                <a:srgbClr val="0B1F2C">
                  <a:alpha val="11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5027187" y="3780056"/>
                <a:ext cx="853522" cy="821432"/>
              </a:xfrm>
              <a:custGeom>
                <a:avLst/>
                <a:gdLst/>
                <a:ahLst/>
                <a:cxnLst/>
                <a:rect l="l" t="t" r="r" b="b"/>
                <a:pathLst>
                  <a:path w="26544" h="25546" extrusionOk="0">
                    <a:moveTo>
                      <a:pt x="13780" y="0"/>
                    </a:moveTo>
                    <a:cubicBezTo>
                      <a:pt x="8615" y="0"/>
                      <a:pt x="3949" y="3116"/>
                      <a:pt x="1966" y="7882"/>
                    </a:cubicBezTo>
                    <a:cubicBezTo>
                      <a:pt x="0" y="12664"/>
                      <a:pt x="1083" y="18146"/>
                      <a:pt x="4749" y="21812"/>
                    </a:cubicBezTo>
                    <a:cubicBezTo>
                      <a:pt x="7190" y="24253"/>
                      <a:pt x="10459" y="25545"/>
                      <a:pt x="13782" y="25545"/>
                    </a:cubicBezTo>
                    <a:cubicBezTo>
                      <a:pt x="15426" y="25545"/>
                      <a:pt x="17085" y="25229"/>
                      <a:pt x="18663" y="24578"/>
                    </a:cubicBezTo>
                    <a:cubicBezTo>
                      <a:pt x="23445" y="22595"/>
                      <a:pt x="26544" y="17946"/>
                      <a:pt x="26544" y="12780"/>
                    </a:cubicBezTo>
                    <a:cubicBezTo>
                      <a:pt x="26544" y="5715"/>
                      <a:pt x="20829" y="0"/>
                      <a:pt x="13780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5163814" y="3907036"/>
                <a:ext cx="590462" cy="567632"/>
              </a:xfrm>
              <a:custGeom>
                <a:avLst/>
                <a:gdLst/>
                <a:ahLst/>
                <a:cxnLst/>
                <a:rect l="l" t="t" r="r" b="b"/>
                <a:pathLst>
                  <a:path w="18363" h="17653" extrusionOk="0">
                    <a:moveTo>
                      <a:pt x="9531" y="0"/>
                    </a:moveTo>
                    <a:cubicBezTo>
                      <a:pt x="5949" y="0"/>
                      <a:pt x="2733" y="2150"/>
                      <a:pt x="1367" y="5449"/>
                    </a:cubicBezTo>
                    <a:cubicBezTo>
                      <a:pt x="0" y="8748"/>
                      <a:pt x="750" y="12547"/>
                      <a:pt x="3283" y="15063"/>
                    </a:cubicBezTo>
                    <a:cubicBezTo>
                      <a:pt x="4976" y="16757"/>
                      <a:pt x="7235" y="17653"/>
                      <a:pt x="9532" y="17653"/>
                    </a:cubicBezTo>
                    <a:cubicBezTo>
                      <a:pt x="10672" y="17653"/>
                      <a:pt x="11820" y="17432"/>
                      <a:pt x="12914" y="16980"/>
                    </a:cubicBezTo>
                    <a:cubicBezTo>
                      <a:pt x="16213" y="15613"/>
                      <a:pt x="18363" y="12397"/>
                      <a:pt x="18363" y="8831"/>
                    </a:cubicBezTo>
                    <a:cubicBezTo>
                      <a:pt x="18363" y="3949"/>
                      <a:pt x="14397" y="0"/>
                      <a:pt x="95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5344911" y="4097233"/>
                <a:ext cx="218622" cy="187271"/>
              </a:xfrm>
              <a:custGeom>
                <a:avLst/>
                <a:gdLst/>
                <a:ahLst/>
                <a:cxnLst/>
                <a:rect l="l" t="t" r="r" b="b"/>
                <a:pathLst>
                  <a:path w="6799" h="5824" extrusionOk="0">
                    <a:moveTo>
                      <a:pt x="3899" y="0"/>
                    </a:moveTo>
                    <a:cubicBezTo>
                      <a:pt x="1300" y="0"/>
                      <a:pt x="0" y="3133"/>
                      <a:pt x="1833" y="4966"/>
                    </a:cubicBezTo>
                    <a:cubicBezTo>
                      <a:pt x="2426" y="5559"/>
                      <a:pt x="3155" y="5824"/>
                      <a:pt x="3870" y="5824"/>
                    </a:cubicBezTo>
                    <a:cubicBezTo>
                      <a:pt x="5365" y="5824"/>
                      <a:pt x="6799" y="4664"/>
                      <a:pt x="6799" y="2916"/>
                    </a:cubicBezTo>
                    <a:cubicBezTo>
                      <a:pt x="6799" y="1300"/>
                      <a:pt x="5499" y="0"/>
                      <a:pt x="38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17998" y="3780056"/>
                <a:ext cx="854069" cy="821432"/>
              </a:xfrm>
              <a:custGeom>
                <a:avLst/>
                <a:gdLst/>
                <a:ahLst/>
                <a:cxnLst/>
                <a:rect l="l" t="t" r="r" b="b"/>
                <a:pathLst>
                  <a:path w="26561" h="25546" extrusionOk="0">
                    <a:moveTo>
                      <a:pt x="13780" y="0"/>
                    </a:moveTo>
                    <a:cubicBezTo>
                      <a:pt x="8615" y="0"/>
                      <a:pt x="3949" y="3116"/>
                      <a:pt x="1983" y="7882"/>
                    </a:cubicBezTo>
                    <a:cubicBezTo>
                      <a:pt x="0" y="12664"/>
                      <a:pt x="1100" y="18146"/>
                      <a:pt x="4749" y="21812"/>
                    </a:cubicBezTo>
                    <a:cubicBezTo>
                      <a:pt x="7190" y="24253"/>
                      <a:pt x="10459" y="25545"/>
                      <a:pt x="13782" y="25545"/>
                    </a:cubicBezTo>
                    <a:cubicBezTo>
                      <a:pt x="15426" y="25545"/>
                      <a:pt x="17085" y="25229"/>
                      <a:pt x="18662" y="24578"/>
                    </a:cubicBezTo>
                    <a:cubicBezTo>
                      <a:pt x="23445" y="22595"/>
                      <a:pt x="26561" y="17946"/>
                      <a:pt x="26561" y="12780"/>
                    </a:cubicBezTo>
                    <a:cubicBezTo>
                      <a:pt x="26561" y="5715"/>
                      <a:pt x="20829" y="0"/>
                      <a:pt x="13780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054624" y="3907036"/>
                <a:ext cx="590462" cy="567632"/>
              </a:xfrm>
              <a:custGeom>
                <a:avLst/>
                <a:gdLst/>
                <a:ahLst/>
                <a:cxnLst/>
                <a:rect l="l" t="t" r="r" b="b"/>
                <a:pathLst>
                  <a:path w="18363" h="17653" extrusionOk="0">
                    <a:moveTo>
                      <a:pt x="9531" y="0"/>
                    </a:moveTo>
                    <a:cubicBezTo>
                      <a:pt x="5965" y="0"/>
                      <a:pt x="2733" y="2150"/>
                      <a:pt x="1366" y="5449"/>
                    </a:cubicBezTo>
                    <a:cubicBezTo>
                      <a:pt x="0" y="8748"/>
                      <a:pt x="767" y="12547"/>
                      <a:pt x="3283" y="15063"/>
                    </a:cubicBezTo>
                    <a:cubicBezTo>
                      <a:pt x="4976" y="16757"/>
                      <a:pt x="7235" y="17653"/>
                      <a:pt x="9532" y="17653"/>
                    </a:cubicBezTo>
                    <a:cubicBezTo>
                      <a:pt x="10672" y="17653"/>
                      <a:pt x="11820" y="17432"/>
                      <a:pt x="12914" y="16980"/>
                    </a:cubicBezTo>
                    <a:cubicBezTo>
                      <a:pt x="16213" y="15613"/>
                      <a:pt x="18363" y="12397"/>
                      <a:pt x="18363" y="8831"/>
                    </a:cubicBezTo>
                    <a:cubicBezTo>
                      <a:pt x="18363" y="3949"/>
                      <a:pt x="14413" y="0"/>
                      <a:pt x="95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7235721" y="4097233"/>
                <a:ext cx="219168" cy="187271"/>
              </a:xfrm>
              <a:custGeom>
                <a:avLst/>
                <a:gdLst/>
                <a:ahLst/>
                <a:cxnLst/>
                <a:rect l="l" t="t" r="r" b="b"/>
                <a:pathLst>
                  <a:path w="6816" h="5824" extrusionOk="0">
                    <a:moveTo>
                      <a:pt x="3899" y="0"/>
                    </a:moveTo>
                    <a:cubicBezTo>
                      <a:pt x="1300" y="0"/>
                      <a:pt x="0" y="3133"/>
                      <a:pt x="1833" y="4966"/>
                    </a:cubicBezTo>
                    <a:cubicBezTo>
                      <a:pt x="2426" y="5559"/>
                      <a:pt x="3155" y="5824"/>
                      <a:pt x="3870" y="5824"/>
                    </a:cubicBezTo>
                    <a:cubicBezTo>
                      <a:pt x="5366" y="5824"/>
                      <a:pt x="6804" y="4664"/>
                      <a:pt x="6815" y="2916"/>
                    </a:cubicBezTo>
                    <a:cubicBezTo>
                      <a:pt x="6815" y="1300"/>
                      <a:pt x="5499" y="0"/>
                      <a:pt x="38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39"/>
            <p:cNvSpPr/>
            <p:nvPr/>
          </p:nvSpPr>
          <p:spPr>
            <a:xfrm>
              <a:off x="962900" y="2853050"/>
              <a:ext cx="556925" cy="456390"/>
            </a:xfrm>
            <a:custGeom>
              <a:avLst/>
              <a:gdLst/>
              <a:ahLst/>
              <a:cxnLst/>
              <a:rect l="l" t="t" r="r" b="b"/>
              <a:pathLst>
                <a:path w="22175" h="18172" extrusionOk="0">
                  <a:moveTo>
                    <a:pt x="0" y="18172"/>
                  </a:moveTo>
                  <a:lnTo>
                    <a:pt x="22175" y="18172"/>
                  </a:lnTo>
                  <a:lnTo>
                    <a:pt x="22175" y="0"/>
                  </a:lnTo>
                  <a:lnTo>
                    <a:pt x="15090" y="0"/>
                  </a:lnTo>
                  <a:lnTo>
                    <a:pt x="69" y="150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0"/>
          <p:cNvSpPr/>
          <p:nvPr/>
        </p:nvSpPr>
        <p:spPr>
          <a:xfrm>
            <a:off x="791238" y="1324650"/>
            <a:ext cx="2352900" cy="1861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0"/>
          <p:cNvSpPr/>
          <p:nvPr/>
        </p:nvSpPr>
        <p:spPr>
          <a:xfrm>
            <a:off x="3395550" y="1324650"/>
            <a:ext cx="2352900" cy="1861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0"/>
          <p:cNvSpPr/>
          <p:nvPr/>
        </p:nvSpPr>
        <p:spPr>
          <a:xfrm>
            <a:off x="5999863" y="1324550"/>
            <a:ext cx="2352900" cy="1861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0"/>
          <p:cNvSpPr/>
          <p:nvPr/>
        </p:nvSpPr>
        <p:spPr>
          <a:xfrm>
            <a:off x="4464750" y="3565100"/>
            <a:ext cx="214500" cy="21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8" name="Google Shape;578;p40"/>
          <p:cNvCxnSpPr/>
          <p:nvPr/>
        </p:nvCxnSpPr>
        <p:spPr>
          <a:xfrm>
            <a:off x="4572000" y="3186150"/>
            <a:ext cx="0" cy="48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40"/>
          <p:cNvSpPr/>
          <p:nvPr/>
        </p:nvSpPr>
        <p:spPr>
          <a:xfrm>
            <a:off x="7069063" y="3565100"/>
            <a:ext cx="214500" cy="21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0" name="Google Shape;580;p40"/>
          <p:cNvCxnSpPr/>
          <p:nvPr/>
        </p:nvCxnSpPr>
        <p:spPr>
          <a:xfrm>
            <a:off x="7176313" y="3186050"/>
            <a:ext cx="0" cy="48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1" name="Google Shape;581;p40"/>
          <p:cNvSpPr/>
          <p:nvPr/>
        </p:nvSpPr>
        <p:spPr>
          <a:xfrm>
            <a:off x="1860438" y="3565100"/>
            <a:ext cx="214500" cy="21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2" name="Google Shape;582;p40"/>
          <p:cNvCxnSpPr/>
          <p:nvPr/>
        </p:nvCxnSpPr>
        <p:spPr>
          <a:xfrm>
            <a:off x="1967688" y="3186050"/>
            <a:ext cx="0" cy="48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Information</a:t>
            </a:r>
            <a:endParaRPr/>
          </a:p>
        </p:txBody>
      </p:sp>
      <p:sp>
        <p:nvSpPr>
          <p:cNvPr id="584" name="Google Shape;584;p40"/>
          <p:cNvSpPr txBox="1">
            <a:spLocks noGrp="1"/>
          </p:cNvSpPr>
          <p:nvPr>
            <p:ph type="subTitle" idx="1"/>
          </p:nvPr>
        </p:nvSpPr>
        <p:spPr>
          <a:xfrm>
            <a:off x="791238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585" name="Google Shape;585;p40"/>
          <p:cNvSpPr txBox="1">
            <a:spLocks noGrp="1"/>
          </p:cNvSpPr>
          <p:nvPr>
            <p:ph type="subTitle" idx="2"/>
          </p:nvPr>
        </p:nvSpPr>
        <p:spPr>
          <a:xfrm>
            <a:off x="79130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by diameter in our Solar System</a:t>
            </a:r>
            <a:endParaRPr/>
          </a:p>
        </p:txBody>
      </p:sp>
      <p:sp>
        <p:nvSpPr>
          <p:cNvPr id="586" name="Google Shape;586;p40"/>
          <p:cNvSpPr txBox="1">
            <a:spLocks noGrp="1"/>
          </p:cNvSpPr>
          <p:nvPr>
            <p:ph type="subTitle" idx="3"/>
          </p:nvPr>
        </p:nvSpPr>
        <p:spPr>
          <a:xfrm>
            <a:off x="3395550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587" name="Google Shape;587;p40"/>
          <p:cNvSpPr txBox="1">
            <a:spLocks noGrp="1"/>
          </p:cNvSpPr>
          <p:nvPr>
            <p:ph type="subTitle" idx="4"/>
          </p:nvPr>
        </p:nvSpPr>
        <p:spPr>
          <a:xfrm>
            <a:off x="339555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one. It’s a gas giant, composed mostly of hydrogen and helium</a:t>
            </a:r>
            <a:endParaRPr/>
          </a:p>
        </p:txBody>
      </p:sp>
      <p:sp>
        <p:nvSpPr>
          <p:cNvPr id="588" name="Google Shape;588;p40"/>
          <p:cNvSpPr txBox="1">
            <a:spLocks noGrp="1"/>
          </p:cNvSpPr>
          <p:nvPr>
            <p:ph type="subTitle" idx="5"/>
          </p:nvPr>
        </p:nvSpPr>
        <p:spPr>
          <a:xfrm>
            <a:off x="5999863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589" name="Google Shape;589;p40"/>
          <p:cNvSpPr txBox="1">
            <a:spLocks noGrp="1"/>
          </p:cNvSpPr>
          <p:nvPr>
            <p:ph type="subTitle" idx="6"/>
          </p:nvPr>
        </p:nvSpPr>
        <p:spPr>
          <a:xfrm>
            <a:off x="5999878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our Solar System</a:t>
            </a:r>
            <a:endParaRPr/>
          </a:p>
        </p:txBody>
      </p:sp>
      <p:grpSp>
        <p:nvGrpSpPr>
          <p:cNvPr id="590" name="Google Shape;590;p40"/>
          <p:cNvGrpSpPr/>
          <p:nvPr/>
        </p:nvGrpSpPr>
        <p:grpSpPr>
          <a:xfrm>
            <a:off x="1714300" y="2352362"/>
            <a:ext cx="506774" cy="506807"/>
            <a:chOff x="1719413" y="2232465"/>
            <a:chExt cx="488410" cy="488442"/>
          </a:xfrm>
        </p:grpSpPr>
        <p:sp>
          <p:nvSpPr>
            <p:cNvPr id="591" name="Google Shape;591;p40"/>
            <p:cNvSpPr/>
            <p:nvPr/>
          </p:nvSpPr>
          <p:spPr>
            <a:xfrm>
              <a:off x="1734412" y="2339031"/>
              <a:ext cx="458443" cy="107143"/>
            </a:xfrm>
            <a:custGeom>
              <a:avLst/>
              <a:gdLst/>
              <a:ahLst/>
              <a:cxnLst/>
              <a:rect l="l" t="t" r="r" b="b"/>
              <a:pathLst>
                <a:path w="14304" h="3343" extrusionOk="0">
                  <a:moveTo>
                    <a:pt x="953" y="1"/>
                  </a:moveTo>
                  <a:cubicBezTo>
                    <a:pt x="435" y="1"/>
                    <a:pt x="1" y="435"/>
                    <a:pt x="1" y="953"/>
                  </a:cubicBezTo>
                  <a:lnTo>
                    <a:pt x="1" y="3343"/>
                  </a:lnTo>
                  <a:lnTo>
                    <a:pt x="14303" y="3343"/>
                  </a:lnTo>
                  <a:lnTo>
                    <a:pt x="14303" y="953"/>
                  </a:lnTo>
                  <a:cubicBezTo>
                    <a:pt x="14303" y="435"/>
                    <a:pt x="13869" y="1"/>
                    <a:pt x="13351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1719413" y="2232465"/>
              <a:ext cx="488410" cy="488442"/>
            </a:xfrm>
            <a:custGeom>
              <a:avLst/>
              <a:gdLst/>
              <a:ahLst/>
              <a:cxnLst/>
              <a:rect l="l" t="t" r="r" b="b"/>
              <a:pathLst>
                <a:path w="15239" h="15240" extrusionOk="0">
                  <a:moveTo>
                    <a:pt x="10945" y="953"/>
                  </a:moveTo>
                  <a:cubicBezTo>
                    <a:pt x="11212" y="953"/>
                    <a:pt x="11429" y="1154"/>
                    <a:pt x="11429" y="1421"/>
                  </a:cubicBezTo>
                  <a:lnTo>
                    <a:pt x="11429" y="2858"/>
                  </a:lnTo>
                  <a:lnTo>
                    <a:pt x="3810" y="2858"/>
                  </a:lnTo>
                  <a:lnTo>
                    <a:pt x="3810" y="1421"/>
                  </a:lnTo>
                  <a:cubicBezTo>
                    <a:pt x="3810" y="1154"/>
                    <a:pt x="4028" y="953"/>
                    <a:pt x="4278" y="953"/>
                  </a:cubicBezTo>
                  <a:close/>
                  <a:moveTo>
                    <a:pt x="13819" y="3810"/>
                  </a:moveTo>
                  <a:cubicBezTo>
                    <a:pt x="14069" y="3810"/>
                    <a:pt x="14287" y="4011"/>
                    <a:pt x="14287" y="4278"/>
                  </a:cubicBezTo>
                  <a:lnTo>
                    <a:pt x="14287" y="13819"/>
                  </a:lnTo>
                  <a:cubicBezTo>
                    <a:pt x="14287" y="14070"/>
                    <a:pt x="14069" y="14287"/>
                    <a:pt x="13819" y="14287"/>
                  </a:cubicBezTo>
                  <a:lnTo>
                    <a:pt x="1421" y="14287"/>
                  </a:lnTo>
                  <a:cubicBezTo>
                    <a:pt x="1154" y="14287"/>
                    <a:pt x="953" y="14070"/>
                    <a:pt x="953" y="13819"/>
                  </a:cubicBezTo>
                  <a:lnTo>
                    <a:pt x="953" y="4278"/>
                  </a:lnTo>
                  <a:cubicBezTo>
                    <a:pt x="953" y="4011"/>
                    <a:pt x="1154" y="3810"/>
                    <a:pt x="1421" y="3810"/>
                  </a:cubicBezTo>
                  <a:close/>
                  <a:moveTo>
                    <a:pt x="4278" y="1"/>
                  </a:moveTo>
                  <a:cubicBezTo>
                    <a:pt x="3493" y="1"/>
                    <a:pt x="2858" y="636"/>
                    <a:pt x="2858" y="1421"/>
                  </a:cubicBezTo>
                  <a:lnTo>
                    <a:pt x="2858" y="2858"/>
                  </a:lnTo>
                  <a:lnTo>
                    <a:pt x="1421" y="2858"/>
                  </a:lnTo>
                  <a:cubicBezTo>
                    <a:pt x="636" y="2858"/>
                    <a:pt x="1" y="3493"/>
                    <a:pt x="1" y="4278"/>
                  </a:cubicBezTo>
                  <a:lnTo>
                    <a:pt x="1" y="13819"/>
                  </a:lnTo>
                  <a:cubicBezTo>
                    <a:pt x="1" y="14604"/>
                    <a:pt x="636" y="15239"/>
                    <a:pt x="1421" y="15239"/>
                  </a:cubicBezTo>
                  <a:lnTo>
                    <a:pt x="13819" y="15239"/>
                  </a:lnTo>
                  <a:cubicBezTo>
                    <a:pt x="14604" y="15239"/>
                    <a:pt x="15239" y="14604"/>
                    <a:pt x="15239" y="13819"/>
                  </a:cubicBezTo>
                  <a:lnTo>
                    <a:pt x="15239" y="4278"/>
                  </a:lnTo>
                  <a:cubicBezTo>
                    <a:pt x="15239" y="3493"/>
                    <a:pt x="14604" y="2858"/>
                    <a:pt x="13819" y="2858"/>
                  </a:cubicBezTo>
                  <a:lnTo>
                    <a:pt x="12382" y="2858"/>
                  </a:lnTo>
                  <a:lnTo>
                    <a:pt x="12382" y="1421"/>
                  </a:lnTo>
                  <a:cubicBezTo>
                    <a:pt x="12382" y="636"/>
                    <a:pt x="11747" y="1"/>
                    <a:pt x="1094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1872035" y="2476686"/>
              <a:ext cx="183198" cy="183166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1905" y="0"/>
                  </a:moveTo>
                  <a:lnTo>
                    <a:pt x="1905" y="1905"/>
                  </a:lnTo>
                  <a:lnTo>
                    <a:pt x="1" y="1905"/>
                  </a:lnTo>
                  <a:lnTo>
                    <a:pt x="1" y="3810"/>
                  </a:lnTo>
                  <a:lnTo>
                    <a:pt x="1905" y="3810"/>
                  </a:lnTo>
                  <a:lnTo>
                    <a:pt x="1905" y="5714"/>
                  </a:lnTo>
                  <a:lnTo>
                    <a:pt x="3810" y="5714"/>
                  </a:lnTo>
                  <a:lnTo>
                    <a:pt x="3810" y="3810"/>
                  </a:lnTo>
                  <a:lnTo>
                    <a:pt x="5715" y="3810"/>
                  </a:lnTo>
                  <a:lnTo>
                    <a:pt x="5715" y="1905"/>
                  </a:lnTo>
                  <a:lnTo>
                    <a:pt x="3810" y="190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" name="Google Shape;594;p40"/>
          <p:cNvGrpSpPr/>
          <p:nvPr/>
        </p:nvGrpSpPr>
        <p:grpSpPr>
          <a:xfrm>
            <a:off x="4367247" y="2353552"/>
            <a:ext cx="409506" cy="504428"/>
            <a:chOff x="4358955" y="2203011"/>
            <a:chExt cx="443957" cy="546805"/>
          </a:xfrm>
        </p:grpSpPr>
        <p:sp>
          <p:nvSpPr>
            <p:cNvPr id="595" name="Google Shape;595;p40"/>
            <p:cNvSpPr/>
            <p:nvPr/>
          </p:nvSpPr>
          <p:spPr>
            <a:xfrm>
              <a:off x="4649200" y="2596105"/>
              <a:ext cx="126950" cy="134418"/>
            </a:xfrm>
            <a:custGeom>
              <a:avLst/>
              <a:gdLst/>
              <a:ahLst/>
              <a:cxnLst/>
              <a:rect l="l" t="t" r="r" b="b"/>
              <a:pathLst>
                <a:path w="3961" h="4194" extrusionOk="0">
                  <a:moveTo>
                    <a:pt x="1070" y="0"/>
                  </a:moveTo>
                  <a:cubicBezTo>
                    <a:pt x="485" y="0"/>
                    <a:pt x="0" y="485"/>
                    <a:pt x="0" y="1069"/>
                  </a:cubicBezTo>
                  <a:lnTo>
                    <a:pt x="0" y="4160"/>
                  </a:lnTo>
                  <a:lnTo>
                    <a:pt x="67" y="4194"/>
                  </a:lnTo>
                  <a:lnTo>
                    <a:pt x="3960" y="317"/>
                  </a:lnTo>
                  <a:lnTo>
                    <a:pt x="3944" y="317"/>
                  </a:lnTo>
                  <a:lnTo>
                    <a:pt x="3827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0"/>
            <p:cNvSpPr/>
            <p:nvPr/>
          </p:nvSpPr>
          <p:spPr>
            <a:xfrm>
              <a:off x="4358955" y="2203011"/>
              <a:ext cx="443957" cy="546805"/>
            </a:xfrm>
            <a:custGeom>
              <a:avLst/>
              <a:gdLst/>
              <a:ahLst/>
              <a:cxnLst/>
              <a:rect l="l" t="t" r="r" b="b"/>
              <a:pathLst>
                <a:path w="13852" h="17061" extrusionOk="0">
                  <a:moveTo>
                    <a:pt x="12248" y="1070"/>
                  </a:moveTo>
                  <a:cubicBezTo>
                    <a:pt x="12548" y="1070"/>
                    <a:pt x="12782" y="1304"/>
                    <a:pt x="12782" y="1605"/>
                  </a:cubicBezTo>
                  <a:lnTo>
                    <a:pt x="12782" y="11831"/>
                  </a:lnTo>
                  <a:cubicBezTo>
                    <a:pt x="12782" y="11964"/>
                    <a:pt x="12732" y="12098"/>
                    <a:pt x="12632" y="12198"/>
                  </a:cubicBezTo>
                  <a:lnTo>
                    <a:pt x="8990" y="15841"/>
                  </a:lnTo>
                  <a:cubicBezTo>
                    <a:pt x="8889" y="15941"/>
                    <a:pt x="8756" y="15991"/>
                    <a:pt x="8622" y="15991"/>
                  </a:cubicBezTo>
                  <a:lnTo>
                    <a:pt x="1588" y="15991"/>
                  </a:lnTo>
                  <a:cubicBezTo>
                    <a:pt x="1304" y="15991"/>
                    <a:pt x="1053" y="15757"/>
                    <a:pt x="1053" y="15473"/>
                  </a:cubicBezTo>
                  <a:lnTo>
                    <a:pt x="1053" y="1605"/>
                  </a:lnTo>
                  <a:cubicBezTo>
                    <a:pt x="1053" y="1304"/>
                    <a:pt x="1304" y="1070"/>
                    <a:pt x="1588" y="1070"/>
                  </a:cubicBezTo>
                  <a:close/>
                  <a:moveTo>
                    <a:pt x="1588" y="1"/>
                  </a:moveTo>
                  <a:cubicBezTo>
                    <a:pt x="702" y="1"/>
                    <a:pt x="0" y="719"/>
                    <a:pt x="0" y="1605"/>
                  </a:cubicBezTo>
                  <a:lnTo>
                    <a:pt x="0" y="15473"/>
                  </a:lnTo>
                  <a:cubicBezTo>
                    <a:pt x="0" y="16342"/>
                    <a:pt x="702" y="17060"/>
                    <a:pt x="1588" y="17060"/>
                  </a:cubicBezTo>
                  <a:lnTo>
                    <a:pt x="8622" y="17060"/>
                  </a:lnTo>
                  <a:cubicBezTo>
                    <a:pt x="9040" y="17060"/>
                    <a:pt x="9441" y="16893"/>
                    <a:pt x="9741" y="16593"/>
                  </a:cubicBezTo>
                  <a:lnTo>
                    <a:pt x="13384" y="12950"/>
                  </a:lnTo>
                  <a:cubicBezTo>
                    <a:pt x="13685" y="12649"/>
                    <a:pt x="13852" y="12248"/>
                    <a:pt x="13852" y="11831"/>
                  </a:cubicBezTo>
                  <a:lnTo>
                    <a:pt x="13852" y="1605"/>
                  </a:lnTo>
                  <a:cubicBezTo>
                    <a:pt x="13852" y="719"/>
                    <a:pt x="13133" y="1"/>
                    <a:pt x="1224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4426965" y="2544696"/>
              <a:ext cx="170859" cy="34294"/>
            </a:xfrm>
            <a:custGeom>
              <a:avLst/>
              <a:gdLst/>
              <a:ahLst/>
              <a:cxnLst/>
              <a:rect l="l" t="t" r="r" b="b"/>
              <a:pathLst>
                <a:path w="5331" h="1070" extrusionOk="0">
                  <a:moveTo>
                    <a:pt x="0" y="0"/>
                  </a:moveTo>
                  <a:lnTo>
                    <a:pt x="0" y="1069"/>
                  </a:lnTo>
                  <a:lnTo>
                    <a:pt x="5330" y="1069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4426965" y="2476686"/>
              <a:ext cx="307936" cy="34294"/>
            </a:xfrm>
            <a:custGeom>
              <a:avLst/>
              <a:gdLst/>
              <a:ahLst/>
              <a:cxnLst/>
              <a:rect l="l" t="t" r="r" b="b"/>
              <a:pathLst>
                <a:path w="9608" h="1070" extrusionOk="0">
                  <a:moveTo>
                    <a:pt x="0" y="0"/>
                  </a:moveTo>
                  <a:lnTo>
                    <a:pt x="0" y="1069"/>
                  </a:lnTo>
                  <a:lnTo>
                    <a:pt x="9608" y="1069"/>
                  </a:lnTo>
                  <a:lnTo>
                    <a:pt x="960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4426965" y="2613219"/>
              <a:ext cx="170859" cy="34326"/>
            </a:xfrm>
            <a:custGeom>
              <a:avLst/>
              <a:gdLst/>
              <a:ahLst/>
              <a:cxnLst/>
              <a:rect l="l" t="t" r="r" b="b"/>
              <a:pathLst>
                <a:path w="5331" h="1071" extrusionOk="0">
                  <a:moveTo>
                    <a:pt x="0" y="1"/>
                  </a:moveTo>
                  <a:lnTo>
                    <a:pt x="0" y="1070"/>
                  </a:lnTo>
                  <a:lnTo>
                    <a:pt x="5330" y="1070"/>
                  </a:lnTo>
                  <a:lnTo>
                    <a:pt x="5330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4495520" y="2271566"/>
              <a:ext cx="170859" cy="170859"/>
            </a:xfrm>
            <a:custGeom>
              <a:avLst/>
              <a:gdLst/>
              <a:ahLst/>
              <a:cxnLst/>
              <a:rect l="l" t="t" r="r" b="b"/>
              <a:pathLst>
                <a:path w="5331" h="5331" extrusionOk="0">
                  <a:moveTo>
                    <a:pt x="2139" y="1"/>
                  </a:moveTo>
                  <a:lnTo>
                    <a:pt x="2139" y="2139"/>
                  </a:lnTo>
                  <a:lnTo>
                    <a:pt x="0" y="2139"/>
                  </a:lnTo>
                  <a:lnTo>
                    <a:pt x="0" y="3192"/>
                  </a:lnTo>
                  <a:lnTo>
                    <a:pt x="2139" y="3192"/>
                  </a:lnTo>
                  <a:lnTo>
                    <a:pt x="2139" y="5331"/>
                  </a:lnTo>
                  <a:lnTo>
                    <a:pt x="3191" y="5331"/>
                  </a:lnTo>
                  <a:lnTo>
                    <a:pt x="3191" y="3192"/>
                  </a:lnTo>
                  <a:lnTo>
                    <a:pt x="5330" y="3192"/>
                  </a:lnTo>
                  <a:lnTo>
                    <a:pt x="5330" y="2139"/>
                  </a:lnTo>
                  <a:lnTo>
                    <a:pt x="3191" y="2139"/>
                  </a:lnTo>
                  <a:lnTo>
                    <a:pt x="319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40"/>
          <p:cNvGrpSpPr/>
          <p:nvPr/>
        </p:nvGrpSpPr>
        <p:grpSpPr>
          <a:xfrm>
            <a:off x="6891464" y="2364528"/>
            <a:ext cx="569696" cy="482476"/>
            <a:chOff x="6914942" y="2236664"/>
            <a:chExt cx="566580" cy="479885"/>
          </a:xfrm>
        </p:grpSpPr>
        <p:sp>
          <p:nvSpPr>
            <p:cNvPr id="602" name="Google Shape;602;p40"/>
            <p:cNvSpPr/>
            <p:nvPr/>
          </p:nvSpPr>
          <p:spPr>
            <a:xfrm>
              <a:off x="7161791" y="2446367"/>
              <a:ext cx="192813" cy="180506"/>
            </a:xfrm>
            <a:custGeom>
              <a:avLst/>
              <a:gdLst/>
              <a:ahLst/>
              <a:cxnLst/>
              <a:rect l="l" t="t" r="r" b="b"/>
              <a:pathLst>
                <a:path w="6016" h="5632" extrusionOk="0">
                  <a:moveTo>
                    <a:pt x="5337" y="1"/>
                  </a:moveTo>
                  <a:cubicBezTo>
                    <a:pt x="5228" y="1"/>
                    <a:pt x="5114" y="43"/>
                    <a:pt x="5014" y="144"/>
                  </a:cubicBezTo>
                  <a:lnTo>
                    <a:pt x="335" y="4822"/>
                  </a:lnTo>
                  <a:cubicBezTo>
                    <a:pt x="0" y="5157"/>
                    <a:pt x="311" y="5632"/>
                    <a:pt x="678" y="5632"/>
                  </a:cubicBezTo>
                  <a:cubicBezTo>
                    <a:pt x="787" y="5632"/>
                    <a:pt x="900" y="5590"/>
                    <a:pt x="1004" y="5491"/>
                  </a:cubicBezTo>
                  <a:lnTo>
                    <a:pt x="5682" y="812"/>
                  </a:lnTo>
                  <a:cubicBezTo>
                    <a:pt x="6016" y="466"/>
                    <a:pt x="5699" y="1"/>
                    <a:pt x="5337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6930999" y="2251631"/>
              <a:ext cx="366844" cy="324667"/>
            </a:xfrm>
            <a:custGeom>
              <a:avLst/>
              <a:gdLst/>
              <a:ahLst/>
              <a:cxnLst/>
              <a:rect l="l" t="t" r="r" b="b"/>
              <a:pathLst>
                <a:path w="11446" h="10130" extrusionOk="0">
                  <a:moveTo>
                    <a:pt x="6441" y="0"/>
                  </a:moveTo>
                  <a:cubicBezTo>
                    <a:pt x="5158" y="0"/>
                    <a:pt x="3856" y="477"/>
                    <a:pt x="2824" y="1508"/>
                  </a:cubicBezTo>
                  <a:cubicBezTo>
                    <a:pt x="1" y="4332"/>
                    <a:pt x="1337" y="9177"/>
                    <a:pt x="5214" y="10130"/>
                  </a:cubicBezTo>
                  <a:cubicBezTo>
                    <a:pt x="5113" y="9729"/>
                    <a:pt x="5063" y="9311"/>
                    <a:pt x="5063" y="8893"/>
                  </a:cubicBezTo>
                  <a:cubicBezTo>
                    <a:pt x="5049" y="5976"/>
                    <a:pt x="7430" y="3739"/>
                    <a:pt x="10181" y="3739"/>
                  </a:cubicBezTo>
                  <a:cubicBezTo>
                    <a:pt x="10597" y="3739"/>
                    <a:pt x="11021" y="3790"/>
                    <a:pt x="11446" y="3898"/>
                  </a:cubicBezTo>
                  <a:cubicBezTo>
                    <a:pt x="10842" y="1437"/>
                    <a:pt x="8669" y="0"/>
                    <a:pt x="6441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6914942" y="2236664"/>
              <a:ext cx="566580" cy="479885"/>
            </a:xfrm>
            <a:custGeom>
              <a:avLst/>
              <a:gdLst/>
              <a:ahLst/>
              <a:cxnLst/>
              <a:rect l="l" t="t" r="r" b="b"/>
              <a:pathLst>
                <a:path w="17678" h="14973" extrusionOk="0">
                  <a:moveTo>
                    <a:pt x="6968" y="941"/>
                  </a:moveTo>
                  <a:cubicBezTo>
                    <a:pt x="8801" y="941"/>
                    <a:pt x="10506" y="2026"/>
                    <a:pt x="11262" y="3780"/>
                  </a:cubicBezTo>
                  <a:cubicBezTo>
                    <a:pt x="11078" y="3746"/>
                    <a:pt x="10894" y="3746"/>
                    <a:pt x="10711" y="3746"/>
                  </a:cubicBezTo>
                  <a:cubicBezTo>
                    <a:pt x="7603" y="3746"/>
                    <a:pt x="5096" y="6253"/>
                    <a:pt x="5096" y="9360"/>
                  </a:cubicBezTo>
                  <a:cubicBezTo>
                    <a:pt x="5096" y="9544"/>
                    <a:pt x="5096" y="9728"/>
                    <a:pt x="5130" y="9912"/>
                  </a:cubicBezTo>
                  <a:cubicBezTo>
                    <a:pt x="3409" y="9177"/>
                    <a:pt x="2289" y="7489"/>
                    <a:pt x="2289" y="5618"/>
                  </a:cubicBezTo>
                  <a:cubicBezTo>
                    <a:pt x="2289" y="3395"/>
                    <a:pt x="3843" y="1474"/>
                    <a:pt x="6015" y="1040"/>
                  </a:cubicBezTo>
                  <a:cubicBezTo>
                    <a:pt x="6334" y="973"/>
                    <a:pt x="6653" y="941"/>
                    <a:pt x="6968" y="941"/>
                  </a:cubicBezTo>
                  <a:close/>
                  <a:moveTo>
                    <a:pt x="10711" y="4682"/>
                  </a:moveTo>
                  <a:cubicBezTo>
                    <a:pt x="10894" y="4682"/>
                    <a:pt x="11078" y="4699"/>
                    <a:pt x="11279" y="4715"/>
                  </a:cubicBezTo>
                  <a:lnTo>
                    <a:pt x="11312" y="4715"/>
                  </a:lnTo>
                  <a:cubicBezTo>
                    <a:pt x="11479" y="4749"/>
                    <a:pt x="11663" y="4782"/>
                    <a:pt x="11847" y="4816"/>
                  </a:cubicBezTo>
                  <a:cubicBezTo>
                    <a:pt x="15372" y="5701"/>
                    <a:pt x="16592" y="10096"/>
                    <a:pt x="14019" y="12669"/>
                  </a:cubicBezTo>
                  <a:cubicBezTo>
                    <a:pt x="13079" y="13609"/>
                    <a:pt x="11895" y="14043"/>
                    <a:pt x="10730" y="14043"/>
                  </a:cubicBezTo>
                  <a:cubicBezTo>
                    <a:pt x="8705" y="14043"/>
                    <a:pt x="6734" y="12734"/>
                    <a:pt x="6183" y="10497"/>
                  </a:cubicBezTo>
                  <a:cubicBezTo>
                    <a:pt x="6132" y="10313"/>
                    <a:pt x="6099" y="10129"/>
                    <a:pt x="6066" y="9945"/>
                  </a:cubicBezTo>
                  <a:cubicBezTo>
                    <a:pt x="6066" y="9945"/>
                    <a:pt x="6066" y="9928"/>
                    <a:pt x="6066" y="9912"/>
                  </a:cubicBezTo>
                  <a:cubicBezTo>
                    <a:pt x="6049" y="9728"/>
                    <a:pt x="6032" y="9544"/>
                    <a:pt x="6032" y="9360"/>
                  </a:cubicBezTo>
                  <a:cubicBezTo>
                    <a:pt x="6032" y="6771"/>
                    <a:pt x="8121" y="4682"/>
                    <a:pt x="10711" y="4682"/>
                  </a:cubicBezTo>
                  <a:close/>
                  <a:moveTo>
                    <a:pt x="6937" y="1"/>
                  </a:moveTo>
                  <a:cubicBezTo>
                    <a:pt x="5537" y="1"/>
                    <a:pt x="4118" y="521"/>
                    <a:pt x="2991" y="1641"/>
                  </a:cubicBezTo>
                  <a:cubicBezTo>
                    <a:pt x="0" y="4632"/>
                    <a:pt x="1287" y="9745"/>
                    <a:pt x="5330" y="10981"/>
                  </a:cubicBezTo>
                  <a:cubicBezTo>
                    <a:pt x="6093" y="13518"/>
                    <a:pt x="8382" y="14972"/>
                    <a:pt x="10721" y="14972"/>
                  </a:cubicBezTo>
                  <a:cubicBezTo>
                    <a:pt x="12126" y="14972"/>
                    <a:pt x="13549" y="14448"/>
                    <a:pt x="14670" y="13320"/>
                  </a:cubicBezTo>
                  <a:cubicBezTo>
                    <a:pt x="17678" y="10329"/>
                    <a:pt x="16391" y="5200"/>
                    <a:pt x="12331" y="3980"/>
                  </a:cubicBezTo>
                  <a:cubicBezTo>
                    <a:pt x="11558" y="1451"/>
                    <a:pt x="9275" y="1"/>
                    <a:pt x="693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1"/>
          <p:cNvSpPr txBox="1">
            <a:spLocks noGrp="1"/>
          </p:cNvSpPr>
          <p:nvPr>
            <p:ph type="body" idx="1"/>
          </p:nvPr>
        </p:nvSpPr>
        <p:spPr>
          <a:xfrm>
            <a:off x="72000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/>
          </a:p>
        </p:txBody>
      </p:sp>
      <p:sp>
        <p:nvSpPr>
          <p:cNvPr id="610" name="Google Shape;610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Information</a:t>
            </a:r>
            <a:endParaRPr/>
          </a:p>
        </p:txBody>
      </p:sp>
      <p:sp>
        <p:nvSpPr>
          <p:cNvPr id="611" name="Google Shape;611;p41"/>
          <p:cNvSpPr txBox="1">
            <a:spLocks noGrp="1"/>
          </p:cNvSpPr>
          <p:nvPr>
            <p:ph type="body" idx="2"/>
          </p:nvPr>
        </p:nvSpPr>
        <p:spPr>
          <a:xfrm>
            <a:off x="565895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System—it’s only a bit larger than our Moon. The planet’s name has nothing to do with the liquid metal, since it was named after the Roman messenger god</a:t>
            </a:r>
            <a:endParaRPr/>
          </a:p>
        </p:txBody>
      </p:sp>
      <p:sp>
        <p:nvSpPr>
          <p:cNvPr id="612" name="Google Shape;612;p41"/>
          <p:cNvSpPr txBox="1">
            <a:spLocks noGrp="1"/>
          </p:cNvSpPr>
          <p:nvPr>
            <p:ph type="subTitle" idx="3"/>
          </p:nvPr>
        </p:nvSpPr>
        <p:spPr>
          <a:xfrm>
            <a:off x="720000" y="1894000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613" name="Google Shape;613;p41"/>
          <p:cNvSpPr txBox="1">
            <a:spLocks noGrp="1"/>
          </p:cNvSpPr>
          <p:nvPr>
            <p:ph type="subTitle" idx="4"/>
          </p:nvPr>
        </p:nvSpPr>
        <p:spPr>
          <a:xfrm>
            <a:off x="5658900" y="1894025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grpSp>
        <p:nvGrpSpPr>
          <p:cNvPr id="614" name="Google Shape;614;p41"/>
          <p:cNvGrpSpPr/>
          <p:nvPr/>
        </p:nvGrpSpPr>
        <p:grpSpPr>
          <a:xfrm>
            <a:off x="3517752" y="1389516"/>
            <a:ext cx="2106424" cy="5400169"/>
            <a:chOff x="2778525" y="238100"/>
            <a:chExt cx="2039725" cy="5229175"/>
          </a:xfrm>
        </p:grpSpPr>
        <p:sp>
          <p:nvSpPr>
            <p:cNvPr id="615" name="Google Shape;615;p41"/>
            <p:cNvSpPr/>
            <p:nvPr/>
          </p:nvSpPr>
          <p:spPr>
            <a:xfrm>
              <a:off x="2778525" y="1206200"/>
              <a:ext cx="748575" cy="1186050"/>
            </a:xfrm>
            <a:custGeom>
              <a:avLst/>
              <a:gdLst/>
              <a:ahLst/>
              <a:cxnLst/>
              <a:rect l="l" t="t" r="r" b="b"/>
              <a:pathLst>
                <a:path w="29943" h="47442" extrusionOk="0">
                  <a:moveTo>
                    <a:pt x="22746" y="0"/>
                  </a:moveTo>
                  <a:cubicBezTo>
                    <a:pt x="21410" y="0"/>
                    <a:pt x="19713" y="1019"/>
                    <a:pt x="19079" y="2173"/>
                  </a:cubicBezTo>
                  <a:cubicBezTo>
                    <a:pt x="15232" y="9234"/>
                    <a:pt x="0" y="37502"/>
                    <a:pt x="657" y="40534"/>
                  </a:cubicBezTo>
                  <a:cubicBezTo>
                    <a:pt x="1326" y="43616"/>
                    <a:pt x="3447" y="47442"/>
                    <a:pt x="8518" y="47442"/>
                  </a:cubicBezTo>
                  <a:cubicBezTo>
                    <a:pt x="9108" y="47442"/>
                    <a:pt x="9738" y="47390"/>
                    <a:pt x="10411" y="47279"/>
                  </a:cubicBezTo>
                  <a:cubicBezTo>
                    <a:pt x="16884" y="46238"/>
                    <a:pt x="24375" y="24013"/>
                    <a:pt x="25891" y="20709"/>
                  </a:cubicBezTo>
                  <a:cubicBezTo>
                    <a:pt x="27385" y="17404"/>
                    <a:pt x="29942" y="8080"/>
                    <a:pt x="27838" y="2829"/>
                  </a:cubicBezTo>
                  <a:cubicBezTo>
                    <a:pt x="26715" y="54"/>
                    <a:pt x="24986" y="2"/>
                    <a:pt x="23296" y="2"/>
                  </a:cubicBezTo>
                  <a:cubicBezTo>
                    <a:pt x="23230" y="2"/>
                    <a:pt x="23164" y="2"/>
                    <a:pt x="23099" y="2"/>
                  </a:cubicBezTo>
                  <a:cubicBezTo>
                    <a:pt x="22981" y="2"/>
                    <a:pt x="22863" y="2"/>
                    <a:pt x="2274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4375975" y="2751400"/>
              <a:ext cx="247075" cy="455400"/>
            </a:xfrm>
            <a:custGeom>
              <a:avLst/>
              <a:gdLst/>
              <a:ahLst/>
              <a:cxnLst/>
              <a:rect l="l" t="t" r="r" b="b"/>
              <a:pathLst>
                <a:path w="9883" h="18216" extrusionOk="0">
                  <a:moveTo>
                    <a:pt x="2075" y="0"/>
                  </a:moveTo>
                  <a:lnTo>
                    <a:pt x="2867" y="6179"/>
                  </a:lnTo>
                  <a:cubicBezTo>
                    <a:pt x="988" y="7243"/>
                    <a:pt x="423" y="9529"/>
                    <a:pt x="196" y="10298"/>
                  </a:cubicBezTo>
                  <a:cubicBezTo>
                    <a:pt x="0" y="11038"/>
                    <a:pt x="181" y="13978"/>
                    <a:pt x="861" y="13978"/>
                  </a:cubicBezTo>
                  <a:cubicBezTo>
                    <a:pt x="887" y="13978"/>
                    <a:pt x="915" y="13974"/>
                    <a:pt x="943" y="13964"/>
                  </a:cubicBezTo>
                  <a:cubicBezTo>
                    <a:pt x="1690" y="13716"/>
                    <a:pt x="1871" y="10683"/>
                    <a:pt x="1871" y="10683"/>
                  </a:cubicBezTo>
                  <a:lnTo>
                    <a:pt x="2527" y="9325"/>
                  </a:lnTo>
                  <a:cubicBezTo>
                    <a:pt x="2527" y="9325"/>
                    <a:pt x="2573" y="16816"/>
                    <a:pt x="3387" y="17291"/>
                  </a:cubicBezTo>
                  <a:cubicBezTo>
                    <a:pt x="3435" y="17319"/>
                    <a:pt x="3479" y="17333"/>
                    <a:pt x="3521" y="17333"/>
                  </a:cubicBezTo>
                  <a:cubicBezTo>
                    <a:pt x="4383" y="17333"/>
                    <a:pt x="4024" y="11632"/>
                    <a:pt x="4395" y="11632"/>
                  </a:cubicBezTo>
                  <a:cubicBezTo>
                    <a:pt x="4399" y="11632"/>
                    <a:pt x="4402" y="11632"/>
                    <a:pt x="4406" y="11633"/>
                  </a:cubicBezTo>
                  <a:cubicBezTo>
                    <a:pt x="4791" y="11769"/>
                    <a:pt x="4179" y="17110"/>
                    <a:pt x="4655" y="17857"/>
                  </a:cubicBezTo>
                  <a:cubicBezTo>
                    <a:pt x="4820" y="18109"/>
                    <a:pt x="4966" y="18216"/>
                    <a:pt x="5095" y="18216"/>
                  </a:cubicBezTo>
                  <a:cubicBezTo>
                    <a:pt x="5337" y="18216"/>
                    <a:pt x="5518" y="17839"/>
                    <a:pt x="5651" y="17337"/>
                  </a:cubicBezTo>
                  <a:cubicBezTo>
                    <a:pt x="5877" y="16590"/>
                    <a:pt x="5786" y="11656"/>
                    <a:pt x="6148" y="11543"/>
                  </a:cubicBezTo>
                  <a:cubicBezTo>
                    <a:pt x="6153" y="11541"/>
                    <a:pt x="6157" y="11541"/>
                    <a:pt x="6161" y="11541"/>
                  </a:cubicBezTo>
                  <a:cubicBezTo>
                    <a:pt x="6519" y="11541"/>
                    <a:pt x="5886" y="17565"/>
                    <a:pt x="6737" y="17744"/>
                  </a:cubicBezTo>
                  <a:cubicBezTo>
                    <a:pt x="6748" y="17747"/>
                    <a:pt x="6760" y="17748"/>
                    <a:pt x="6771" y="17748"/>
                  </a:cubicBezTo>
                  <a:cubicBezTo>
                    <a:pt x="7571" y="17748"/>
                    <a:pt x="7444" y="11473"/>
                    <a:pt x="7868" y="11362"/>
                  </a:cubicBezTo>
                  <a:cubicBezTo>
                    <a:pt x="7872" y="11361"/>
                    <a:pt x="7876" y="11360"/>
                    <a:pt x="7879" y="11360"/>
                  </a:cubicBezTo>
                  <a:cubicBezTo>
                    <a:pt x="8263" y="11360"/>
                    <a:pt x="7437" y="17084"/>
                    <a:pt x="8062" y="17084"/>
                  </a:cubicBezTo>
                  <a:cubicBezTo>
                    <a:pt x="8092" y="17084"/>
                    <a:pt x="8126" y="17070"/>
                    <a:pt x="8163" y="17042"/>
                  </a:cubicBezTo>
                  <a:cubicBezTo>
                    <a:pt x="8593" y="16726"/>
                    <a:pt x="9883" y="11181"/>
                    <a:pt x="9204" y="8918"/>
                  </a:cubicBezTo>
                  <a:lnTo>
                    <a:pt x="9249" y="476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4018750" y="1178950"/>
              <a:ext cx="688050" cy="1669225"/>
            </a:xfrm>
            <a:custGeom>
              <a:avLst/>
              <a:gdLst/>
              <a:ahLst/>
              <a:cxnLst/>
              <a:rect l="l" t="t" r="r" b="b"/>
              <a:pathLst>
                <a:path w="27522" h="66769" extrusionOk="0">
                  <a:moveTo>
                    <a:pt x="7442" y="0"/>
                  </a:moveTo>
                  <a:cubicBezTo>
                    <a:pt x="7279" y="0"/>
                    <a:pt x="7122" y="24"/>
                    <a:pt x="6971" y="72"/>
                  </a:cubicBezTo>
                  <a:cubicBezTo>
                    <a:pt x="2377" y="1543"/>
                    <a:pt x="1" y="5255"/>
                    <a:pt x="1268" y="11795"/>
                  </a:cubicBezTo>
                  <a:cubicBezTo>
                    <a:pt x="2536" y="18336"/>
                    <a:pt x="11294" y="35808"/>
                    <a:pt x="11294" y="35808"/>
                  </a:cubicBezTo>
                  <a:lnTo>
                    <a:pt x="13897" y="65976"/>
                  </a:lnTo>
                  <a:lnTo>
                    <a:pt x="25847" y="66769"/>
                  </a:lnTo>
                  <a:cubicBezTo>
                    <a:pt x="25847" y="66769"/>
                    <a:pt x="27521" y="41602"/>
                    <a:pt x="26322" y="34043"/>
                  </a:cubicBezTo>
                  <a:cubicBezTo>
                    <a:pt x="25157" y="26723"/>
                    <a:pt x="12934" y="0"/>
                    <a:pt x="744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4071950" y="5173025"/>
              <a:ext cx="746300" cy="294250"/>
            </a:xfrm>
            <a:custGeom>
              <a:avLst/>
              <a:gdLst/>
              <a:ahLst/>
              <a:cxnLst/>
              <a:rect l="l" t="t" r="r" b="b"/>
              <a:pathLst>
                <a:path w="29852" h="11770" extrusionOk="0">
                  <a:moveTo>
                    <a:pt x="11248" y="1"/>
                  </a:moveTo>
                  <a:lnTo>
                    <a:pt x="0" y="861"/>
                  </a:lnTo>
                  <a:lnTo>
                    <a:pt x="815" y="6473"/>
                  </a:lnTo>
                  <a:lnTo>
                    <a:pt x="1607" y="11769"/>
                  </a:lnTo>
                  <a:lnTo>
                    <a:pt x="29852" y="11769"/>
                  </a:lnTo>
                  <a:cubicBezTo>
                    <a:pt x="28290" y="9438"/>
                    <a:pt x="25869" y="7809"/>
                    <a:pt x="23130" y="7265"/>
                  </a:cubicBezTo>
                  <a:cubicBezTo>
                    <a:pt x="21093" y="6835"/>
                    <a:pt x="19102" y="6224"/>
                    <a:pt x="17200" y="5432"/>
                  </a:cubicBezTo>
                  <a:cubicBezTo>
                    <a:pt x="11429" y="2943"/>
                    <a:pt x="11248" y="1"/>
                    <a:pt x="11248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4092300" y="5308825"/>
              <a:ext cx="725950" cy="157875"/>
            </a:xfrm>
            <a:custGeom>
              <a:avLst/>
              <a:gdLst/>
              <a:ahLst/>
              <a:cxnLst/>
              <a:rect l="l" t="t" r="r" b="b"/>
              <a:pathLst>
                <a:path w="29038" h="6315" extrusionOk="0">
                  <a:moveTo>
                    <a:pt x="16386" y="0"/>
                  </a:moveTo>
                  <a:cubicBezTo>
                    <a:pt x="15278" y="1200"/>
                    <a:pt x="14146" y="2694"/>
                    <a:pt x="13625" y="4165"/>
                  </a:cubicBezTo>
                  <a:cubicBezTo>
                    <a:pt x="6836" y="3576"/>
                    <a:pt x="2694" y="1811"/>
                    <a:pt x="1" y="1041"/>
                  </a:cubicBezTo>
                  <a:lnTo>
                    <a:pt x="1" y="1041"/>
                  </a:lnTo>
                  <a:lnTo>
                    <a:pt x="793" y="6315"/>
                  </a:lnTo>
                  <a:lnTo>
                    <a:pt x="29038" y="6315"/>
                  </a:lnTo>
                  <a:cubicBezTo>
                    <a:pt x="27476" y="4006"/>
                    <a:pt x="25055" y="2377"/>
                    <a:pt x="22316" y="1833"/>
                  </a:cubicBezTo>
                  <a:cubicBezTo>
                    <a:pt x="20279" y="1403"/>
                    <a:pt x="18288" y="792"/>
                    <a:pt x="1638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3777725" y="2730475"/>
              <a:ext cx="674450" cy="2621925"/>
            </a:xfrm>
            <a:custGeom>
              <a:avLst/>
              <a:gdLst/>
              <a:ahLst/>
              <a:cxnLst/>
              <a:rect l="l" t="t" r="r" b="b"/>
              <a:pathLst>
                <a:path w="26978" h="104877" extrusionOk="0">
                  <a:moveTo>
                    <a:pt x="18378" y="0"/>
                  </a:moveTo>
                  <a:lnTo>
                    <a:pt x="0" y="204"/>
                  </a:lnTo>
                  <a:lnTo>
                    <a:pt x="612" y="7039"/>
                  </a:lnTo>
                  <a:lnTo>
                    <a:pt x="9257" y="104877"/>
                  </a:lnTo>
                  <a:lnTo>
                    <a:pt x="26978" y="98721"/>
                  </a:lnTo>
                  <a:lnTo>
                    <a:pt x="18989" y="7039"/>
                  </a:lnTo>
                  <a:lnTo>
                    <a:pt x="1837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3007675" y="5173025"/>
              <a:ext cx="716325" cy="294250"/>
            </a:xfrm>
            <a:custGeom>
              <a:avLst/>
              <a:gdLst/>
              <a:ahLst/>
              <a:cxnLst/>
              <a:rect l="l" t="t" r="r" b="b"/>
              <a:pathLst>
                <a:path w="28653" h="11770" extrusionOk="0">
                  <a:moveTo>
                    <a:pt x="17291" y="1"/>
                  </a:moveTo>
                  <a:lnTo>
                    <a:pt x="17291" y="1"/>
                  </a:lnTo>
                  <a:cubicBezTo>
                    <a:pt x="17291" y="1"/>
                    <a:pt x="17427" y="2943"/>
                    <a:pt x="11950" y="5432"/>
                  </a:cubicBezTo>
                  <a:cubicBezTo>
                    <a:pt x="10094" y="6224"/>
                    <a:pt x="8170" y="6835"/>
                    <a:pt x="6201" y="7265"/>
                  </a:cubicBezTo>
                  <a:cubicBezTo>
                    <a:pt x="1607" y="8261"/>
                    <a:pt x="0" y="11769"/>
                    <a:pt x="0" y="11769"/>
                  </a:cubicBezTo>
                  <a:lnTo>
                    <a:pt x="28245" y="11769"/>
                  </a:lnTo>
                  <a:lnTo>
                    <a:pt x="28426" y="6473"/>
                  </a:lnTo>
                  <a:lnTo>
                    <a:pt x="28652" y="861"/>
                  </a:lnTo>
                  <a:lnTo>
                    <a:pt x="1729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3007675" y="5308825"/>
              <a:ext cx="710675" cy="157875"/>
            </a:xfrm>
            <a:custGeom>
              <a:avLst/>
              <a:gdLst/>
              <a:ahLst/>
              <a:cxnLst/>
              <a:rect l="l" t="t" r="r" b="b"/>
              <a:pathLst>
                <a:path w="28427" h="6315" extrusionOk="0">
                  <a:moveTo>
                    <a:pt x="11950" y="0"/>
                  </a:moveTo>
                  <a:cubicBezTo>
                    <a:pt x="10094" y="792"/>
                    <a:pt x="8170" y="1403"/>
                    <a:pt x="6201" y="1833"/>
                  </a:cubicBezTo>
                  <a:cubicBezTo>
                    <a:pt x="1607" y="2829"/>
                    <a:pt x="0" y="6315"/>
                    <a:pt x="0" y="6315"/>
                  </a:cubicBezTo>
                  <a:lnTo>
                    <a:pt x="28245" y="6315"/>
                  </a:lnTo>
                  <a:lnTo>
                    <a:pt x="28426" y="1041"/>
                  </a:lnTo>
                  <a:lnTo>
                    <a:pt x="28426" y="1041"/>
                  </a:lnTo>
                  <a:cubicBezTo>
                    <a:pt x="25846" y="1811"/>
                    <a:pt x="21863" y="3576"/>
                    <a:pt x="15164" y="4165"/>
                  </a:cubicBezTo>
                  <a:cubicBezTo>
                    <a:pt x="14462" y="2694"/>
                    <a:pt x="13172" y="1200"/>
                    <a:pt x="1195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3284900" y="2730475"/>
              <a:ext cx="518875" cy="2621925"/>
            </a:xfrm>
            <a:custGeom>
              <a:avLst/>
              <a:gdLst/>
              <a:ahLst/>
              <a:cxnLst/>
              <a:rect l="l" t="t" r="r" b="b"/>
              <a:pathLst>
                <a:path w="20755" h="104877" extrusionOk="0">
                  <a:moveTo>
                    <a:pt x="1" y="0"/>
                  </a:moveTo>
                  <a:lnTo>
                    <a:pt x="159" y="7039"/>
                  </a:lnTo>
                  <a:lnTo>
                    <a:pt x="2332" y="98721"/>
                  </a:lnTo>
                  <a:lnTo>
                    <a:pt x="20755" y="104877"/>
                  </a:lnTo>
                  <a:lnTo>
                    <a:pt x="18559" y="7039"/>
                  </a:lnTo>
                  <a:lnTo>
                    <a:pt x="18401" y="2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3515200" y="365400"/>
              <a:ext cx="574875" cy="1005600"/>
            </a:xfrm>
            <a:custGeom>
              <a:avLst/>
              <a:gdLst/>
              <a:ahLst/>
              <a:cxnLst/>
              <a:rect l="l" t="t" r="r" b="b"/>
              <a:pathLst>
                <a:path w="22995" h="40224" extrusionOk="0">
                  <a:moveTo>
                    <a:pt x="12950" y="0"/>
                  </a:moveTo>
                  <a:cubicBezTo>
                    <a:pt x="12336" y="0"/>
                    <a:pt x="11720" y="61"/>
                    <a:pt x="11113" y="182"/>
                  </a:cubicBezTo>
                  <a:cubicBezTo>
                    <a:pt x="10592" y="295"/>
                    <a:pt x="10071" y="409"/>
                    <a:pt x="9551" y="544"/>
                  </a:cubicBezTo>
                  <a:cubicBezTo>
                    <a:pt x="6654" y="1291"/>
                    <a:pt x="4685" y="3079"/>
                    <a:pt x="3508" y="5818"/>
                  </a:cubicBezTo>
                  <a:cubicBezTo>
                    <a:pt x="2829" y="7470"/>
                    <a:pt x="2444" y="9235"/>
                    <a:pt x="2354" y="11023"/>
                  </a:cubicBezTo>
                  <a:cubicBezTo>
                    <a:pt x="2309" y="11747"/>
                    <a:pt x="2196" y="12358"/>
                    <a:pt x="1336" y="12517"/>
                  </a:cubicBezTo>
                  <a:cubicBezTo>
                    <a:pt x="1222" y="12562"/>
                    <a:pt x="1109" y="12653"/>
                    <a:pt x="1019" y="12743"/>
                  </a:cubicBezTo>
                  <a:cubicBezTo>
                    <a:pt x="91" y="13513"/>
                    <a:pt x="0" y="15663"/>
                    <a:pt x="1403" y="15957"/>
                  </a:cubicBezTo>
                  <a:cubicBezTo>
                    <a:pt x="2331" y="16138"/>
                    <a:pt x="2377" y="16704"/>
                    <a:pt x="2444" y="17360"/>
                  </a:cubicBezTo>
                  <a:cubicBezTo>
                    <a:pt x="2467" y="17586"/>
                    <a:pt x="2490" y="17813"/>
                    <a:pt x="2512" y="18039"/>
                  </a:cubicBezTo>
                  <a:cubicBezTo>
                    <a:pt x="2626" y="18831"/>
                    <a:pt x="2807" y="19623"/>
                    <a:pt x="3078" y="20393"/>
                  </a:cubicBezTo>
                  <a:cubicBezTo>
                    <a:pt x="3372" y="21207"/>
                    <a:pt x="4300" y="22045"/>
                    <a:pt x="5296" y="22520"/>
                  </a:cubicBezTo>
                  <a:cubicBezTo>
                    <a:pt x="5703" y="22724"/>
                    <a:pt x="5794" y="23244"/>
                    <a:pt x="5771" y="23720"/>
                  </a:cubicBezTo>
                  <a:cubicBezTo>
                    <a:pt x="5749" y="25055"/>
                    <a:pt x="5771" y="28110"/>
                    <a:pt x="5771" y="29445"/>
                  </a:cubicBezTo>
                  <a:cubicBezTo>
                    <a:pt x="5749" y="30124"/>
                    <a:pt x="5658" y="30192"/>
                    <a:pt x="5047" y="30396"/>
                  </a:cubicBezTo>
                  <a:cubicBezTo>
                    <a:pt x="4323" y="30622"/>
                    <a:pt x="2739" y="30803"/>
                    <a:pt x="2014" y="31075"/>
                  </a:cubicBezTo>
                  <a:cubicBezTo>
                    <a:pt x="1471" y="31256"/>
                    <a:pt x="1426" y="31709"/>
                    <a:pt x="1856" y="32116"/>
                  </a:cubicBezTo>
                  <a:cubicBezTo>
                    <a:pt x="1992" y="32229"/>
                    <a:pt x="2128" y="32342"/>
                    <a:pt x="2286" y="32433"/>
                  </a:cubicBezTo>
                  <a:cubicBezTo>
                    <a:pt x="5477" y="34809"/>
                    <a:pt x="8668" y="37186"/>
                    <a:pt x="11859" y="39562"/>
                  </a:cubicBezTo>
                  <a:cubicBezTo>
                    <a:pt x="12086" y="39720"/>
                    <a:pt x="12289" y="39901"/>
                    <a:pt x="12538" y="40037"/>
                  </a:cubicBezTo>
                  <a:cubicBezTo>
                    <a:pt x="12733" y="40160"/>
                    <a:pt x="12896" y="40223"/>
                    <a:pt x="13051" y="40223"/>
                  </a:cubicBezTo>
                  <a:cubicBezTo>
                    <a:pt x="13238" y="40223"/>
                    <a:pt x="13414" y="40132"/>
                    <a:pt x="13625" y="39947"/>
                  </a:cubicBezTo>
                  <a:cubicBezTo>
                    <a:pt x="13738" y="39811"/>
                    <a:pt x="13874" y="39698"/>
                    <a:pt x="13987" y="39562"/>
                  </a:cubicBezTo>
                  <a:cubicBezTo>
                    <a:pt x="16137" y="37072"/>
                    <a:pt x="18468" y="34787"/>
                    <a:pt x="20731" y="32433"/>
                  </a:cubicBezTo>
                  <a:cubicBezTo>
                    <a:pt x="21139" y="32026"/>
                    <a:pt x="21523" y="31573"/>
                    <a:pt x="21885" y="31120"/>
                  </a:cubicBezTo>
                  <a:cubicBezTo>
                    <a:pt x="22248" y="30690"/>
                    <a:pt x="22134" y="30419"/>
                    <a:pt x="21569" y="30283"/>
                  </a:cubicBezTo>
                  <a:cubicBezTo>
                    <a:pt x="19829" y="29911"/>
                    <a:pt x="18832" y="29726"/>
                    <a:pt x="18768" y="29726"/>
                  </a:cubicBezTo>
                  <a:cubicBezTo>
                    <a:pt x="18757" y="29726"/>
                    <a:pt x="18770" y="29730"/>
                    <a:pt x="18807" y="29740"/>
                  </a:cubicBezTo>
                  <a:cubicBezTo>
                    <a:pt x="18151" y="29604"/>
                    <a:pt x="16974" y="29581"/>
                    <a:pt x="16997" y="28970"/>
                  </a:cubicBezTo>
                  <a:cubicBezTo>
                    <a:pt x="17042" y="27590"/>
                    <a:pt x="17133" y="24512"/>
                    <a:pt x="17201" y="23131"/>
                  </a:cubicBezTo>
                  <a:cubicBezTo>
                    <a:pt x="17201" y="22814"/>
                    <a:pt x="17223" y="22452"/>
                    <a:pt x="17472" y="22248"/>
                  </a:cubicBezTo>
                  <a:cubicBezTo>
                    <a:pt x="18445" y="21479"/>
                    <a:pt x="19690" y="20008"/>
                    <a:pt x="19984" y="18786"/>
                  </a:cubicBezTo>
                  <a:cubicBezTo>
                    <a:pt x="20233" y="17722"/>
                    <a:pt x="20460" y="16681"/>
                    <a:pt x="20663" y="15640"/>
                  </a:cubicBezTo>
                  <a:cubicBezTo>
                    <a:pt x="20731" y="15233"/>
                    <a:pt x="20890" y="14961"/>
                    <a:pt x="21320" y="14893"/>
                  </a:cubicBezTo>
                  <a:cubicBezTo>
                    <a:pt x="21410" y="14870"/>
                    <a:pt x="21478" y="14848"/>
                    <a:pt x="21569" y="14803"/>
                  </a:cubicBezTo>
                  <a:cubicBezTo>
                    <a:pt x="22859" y="14191"/>
                    <a:pt x="22994" y="12404"/>
                    <a:pt x="21817" y="11611"/>
                  </a:cubicBezTo>
                  <a:cubicBezTo>
                    <a:pt x="21591" y="11453"/>
                    <a:pt x="21342" y="11317"/>
                    <a:pt x="21116" y="11204"/>
                  </a:cubicBezTo>
                  <a:cubicBezTo>
                    <a:pt x="21093" y="10955"/>
                    <a:pt x="21071" y="10751"/>
                    <a:pt x="21071" y="10525"/>
                  </a:cubicBezTo>
                  <a:cubicBezTo>
                    <a:pt x="21093" y="9212"/>
                    <a:pt x="20980" y="7922"/>
                    <a:pt x="20776" y="6632"/>
                  </a:cubicBezTo>
                  <a:cubicBezTo>
                    <a:pt x="20573" y="5320"/>
                    <a:pt x="20075" y="4052"/>
                    <a:pt x="19305" y="2921"/>
                  </a:cubicBezTo>
                  <a:cubicBezTo>
                    <a:pt x="18626" y="1902"/>
                    <a:pt x="17653" y="1133"/>
                    <a:pt x="16522" y="703"/>
                  </a:cubicBezTo>
                  <a:cubicBezTo>
                    <a:pt x="15379" y="237"/>
                    <a:pt x="14166" y="0"/>
                    <a:pt x="12950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3478425" y="238100"/>
              <a:ext cx="574300" cy="420175"/>
            </a:xfrm>
            <a:custGeom>
              <a:avLst/>
              <a:gdLst/>
              <a:ahLst/>
              <a:cxnLst/>
              <a:rect l="l" t="t" r="r" b="b"/>
              <a:pathLst>
                <a:path w="22972" h="16807" extrusionOk="0">
                  <a:moveTo>
                    <a:pt x="6971" y="0"/>
                  </a:moveTo>
                  <a:cubicBezTo>
                    <a:pt x="6619" y="0"/>
                    <a:pt x="6265" y="56"/>
                    <a:pt x="5907" y="182"/>
                  </a:cubicBezTo>
                  <a:cubicBezTo>
                    <a:pt x="5228" y="408"/>
                    <a:pt x="4594" y="770"/>
                    <a:pt x="4051" y="1246"/>
                  </a:cubicBezTo>
                  <a:cubicBezTo>
                    <a:pt x="2648" y="2491"/>
                    <a:pt x="2309" y="3848"/>
                    <a:pt x="2739" y="5659"/>
                  </a:cubicBezTo>
                  <a:cubicBezTo>
                    <a:pt x="2784" y="5750"/>
                    <a:pt x="2807" y="5840"/>
                    <a:pt x="2829" y="5931"/>
                  </a:cubicBezTo>
                  <a:cubicBezTo>
                    <a:pt x="2852" y="6112"/>
                    <a:pt x="2761" y="6270"/>
                    <a:pt x="2603" y="6338"/>
                  </a:cubicBezTo>
                  <a:cubicBezTo>
                    <a:pt x="2399" y="6428"/>
                    <a:pt x="2195" y="6519"/>
                    <a:pt x="2014" y="6632"/>
                  </a:cubicBezTo>
                  <a:cubicBezTo>
                    <a:pt x="226" y="7854"/>
                    <a:pt x="0" y="9778"/>
                    <a:pt x="1403" y="11362"/>
                  </a:cubicBezTo>
                  <a:cubicBezTo>
                    <a:pt x="1765" y="11770"/>
                    <a:pt x="2218" y="12109"/>
                    <a:pt x="2716" y="12335"/>
                  </a:cubicBezTo>
                  <a:cubicBezTo>
                    <a:pt x="3214" y="12584"/>
                    <a:pt x="3508" y="13105"/>
                    <a:pt x="3440" y="13625"/>
                  </a:cubicBezTo>
                  <a:cubicBezTo>
                    <a:pt x="3440" y="14259"/>
                    <a:pt x="3440" y="14870"/>
                    <a:pt x="3485" y="15504"/>
                  </a:cubicBezTo>
                  <a:cubicBezTo>
                    <a:pt x="3463" y="15776"/>
                    <a:pt x="3485" y="16047"/>
                    <a:pt x="3508" y="16319"/>
                  </a:cubicBezTo>
                  <a:cubicBezTo>
                    <a:pt x="3548" y="16597"/>
                    <a:pt x="3780" y="16806"/>
                    <a:pt x="4051" y="16806"/>
                  </a:cubicBezTo>
                  <a:cubicBezTo>
                    <a:pt x="4088" y="16806"/>
                    <a:pt x="4126" y="16802"/>
                    <a:pt x="4164" y="16794"/>
                  </a:cubicBezTo>
                  <a:cubicBezTo>
                    <a:pt x="4527" y="16794"/>
                    <a:pt x="4843" y="16545"/>
                    <a:pt x="4957" y="16206"/>
                  </a:cubicBezTo>
                  <a:cubicBezTo>
                    <a:pt x="5070" y="15776"/>
                    <a:pt x="5138" y="15346"/>
                    <a:pt x="5138" y="14893"/>
                  </a:cubicBezTo>
                  <a:cubicBezTo>
                    <a:pt x="5183" y="14463"/>
                    <a:pt x="5183" y="14010"/>
                    <a:pt x="5251" y="13580"/>
                  </a:cubicBezTo>
                  <a:cubicBezTo>
                    <a:pt x="5271" y="13380"/>
                    <a:pt x="5432" y="13233"/>
                    <a:pt x="5626" y="13233"/>
                  </a:cubicBezTo>
                  <a:cubicBezTo>
                    <a:pt x="5651" y="13233"/>
                    <a:pt x="5677" y="13236"/>
                    <a:pt x="5703" y="13241"/>
                  </a:cubicBezTo>
                  <a:cubicBezTo>
                    <a:pt x="5794" y="13241"/>
                    <a:pt x="5884" y="13241"/>
                    <a:pt x="5975" y="13263"/>
                  </a:cubicBezTo>
                  <a:cubicBezTo>
                    <a:pt x="6390" y="13297"/>
                    <a:pt x="6806" y="13313"/>
                    <a:pt x="7221" y="13313"/>
                  </a:cubicBezTo>
                  <a:cubicBezTo>
                    <a:pt x="9071" y="13313"/>
                    <a:pt x="10914" y="12986"/>
                    <a:pt x="12651" y="12358"/>
                  </a:cubicBezTo>
                  <a:cubicBezTo>
                    <a:pt x="13851" y="11951"/>
                    <a:pt x="14937" y="11385"/>
                    <a:pt x="16092" y="10887"/>
                  </a:cubicBezTo>
                  <a:cubicBezTo>
                    <a:pt x="16612" y="10638"/>
                    <a:pt x="17110" y="10366"/>
                    <a:pt x="17653" y="10140"/>
                  </a:cubicBezTo>
                  <a:cubicBezTo>
                    <a:pt x="17732" y="10100"/>
                    <a:pt x="17816" y="10082"/>
                    <a:pt x="17897" y="10082"/>
                  </a:cubicBezTo>
                  <a:cubicBezTo>
                    <a:pt x="18092" y="10082"/>
                    <a:pt x="18275" y="10190"/>
                    <a:pt x="18355" y="10366"/>
                  </a:cubicBezTo>
                  <a:cubicBezTo>
                    <a:pt x="18785" y="10955"/>
                    <a:pt x="19283" y="11453"/>
                    <a:pt x="19871" y="11860"/>
                  </a:cubicBezTo>
                  <a:cubicBezTo>
                    <a:pt x="20527" y="12358"/>
                    <a:pt x="20957" y="13082"/>
                    <a:pt x="21093" y="13897"/>
                  </a:cubicBezTo>
                  <a:cubicBezTo>
                    <a:pt x="21161" y="14327"/>
                    <a:pt x="21206" y="14734"/>
                    <a:pt x="21297" y="15164"/>
                  </a:cubicBezTo>
                  <a:cubicBezTo>
                    <a:pt x="21297" y="15523"/>
                    <a:pt x="21592" y="15803"/>
                    <a:pt x="21925" y="15803"/>
                  </a:cubicBezTo>
                  <a:cubicBezTo>
                    <a:pt x="21949" y="15803"/>
                    <a:pt x="21974" y="15801"/>
                    <a:pt x="21998" y="15798"/>
                  </a:cubicBezTo>
                  <a:cubicBezTo>
                    <a:pt x="22089" y="15798"/>
                    <a:pt x="22180" y="15798"/>
                    <a:pt x="22270" y="15776"/>
                  </a:cubicBezTo>
                  <a:cubicBezTo>
                    <a:pt x="22655" y="15776"/>
                    <a:pt x="22949" y="15481"/>
                    <a:pt x="22949" y="15097"/>
                  </a:cubicBezTo>
                  <a:cubicBezTo>
                    <a:pt x="22972" y="14780"/>
                    <a:pt x="22972" y="14440"/>
                    <a:pt x="22949" y="14101"/>
                  </a:cubicBezTo>
                  <a:cubicBezTo>
                    <a:pt x="22926" y="13082"/>
                    <a:pt x="22858" y="12064"/>
                    <a:pt x="22813" y="11023"/>
                  </a:cubicBezTo>
                  <a:lnTo>
                    <a:pt x="22813" y="11023"/>
                  </a:lnTo>
                  <a:cubicBezTo>
                    <a:pt x="22813" y="11023"/>
                    <a:pt x="22823" y="11033"/>
                    <a:pt x="22830" y="11033"/>
                  </a:cubicBezTo>
                  <a:cubicBezTo>
                    <a:pt x="22833" y="11033"/>
                    <a:pt x="22836" y="11030"/>
                    <a:pt x="22836" y="11023"/>
                  </a:cubicBezTo>
                  <a:cubicBezTo>
                    <a:pt x="22813" y="9936"/>
                    <a:pt x="22858" y="8760"/>
                    <a:pt x="22791" y="7696"/>
                  </a:cubicBezTo>
                  <a:cubicBezTo>
                    <a:pt x="22700" y="6202"/>
                    <a:pt x="22496" y="4912"/>
                    <a:pt x="21863" y="3554"/>
                  </a:cubicBezTo>
                  <a:cubicBezTo>
                    <a:pt x="21268" y="2293"/>
                    <a:pt x="20330" y="1606"/>
                    <a:pt x="19093" y="1606"/>
                  </a:cubicBezTo>
                  <a:cubicBezTo>
                    <a:pt x="18776" y="1606"/>
                    <a:pt x="18439" y="1651"/>
                    <a:pt x="18083" y="1744"/>
                  </a:cubicBezTo>
                  <a:cubicBezTo>
                    <a:pt x="17936" y="1787"/>
                    <a:pt x="17808" y="1814"/>
                    <a:pt x="17691" y="1814"/>
                  </a:cubicBezTo>
                  <a:cubicBezTo>
                    <a:pt x="17501" y="1814"/>
                    <a:pt x="17337" y="1744"/>
                    <a:pt x="17155" y="1563"/>
                  </a:cubicBezTo>
                  <a:cubicBezTo>
                    <a:pt x="17033" y="1441"/>
                    <a:pt x="16910" y="1389"/>
                    <a:pt x="16783" y="1389"/>
                  </a:cubicBezTo>
                  <a:cubicBezTo>
                    <a:pt x="16043" y="1389"/>
                    <a:pt x="15219" y="3172"/>
                    <a:pt x="14252" y="3172"/>
                  </a:cubicBezTo>
                  <a:cubicBezTo>
                    <a:pt x="14187" y="3172"/>
                    <a:pt x="14121" y="3164"/>
                    <a:pt x="14055" y="3147"/>
                  </a:cubicBezTo>
                  <a:cubicBezTo>
                    <a:pt x="11592" y="2516"/>
                    <a:pt x="9336" y="0"/>
                    <a:pt x="6971" y="0"/>
                  </a:cubicBezTo>
                  <a:close/>
                </a:path>
              </a:pathLst>
            </a:custGeom>
            <a:solidFill>
              <a:srgbClr val="AD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3021250" y="2089800"/>
              <a:ext cx="226900" cy="92400"/>
            </a:xfrm>
            <a:custGeom>
              <a:avLst/>
              <a:gdLst/>
              <a:ahLst/>
              <a:cxnLst/>
              <a:rect l="l" t="t" r="r" b="b"/>
              <a:pathLst>
                <a:path w="9076" h="3696" extrusionOk="0">
                  <a:moveTo>
                    <a:pt x="2676" y="0"/>
                  </a:moveTo>
                  <a:cubicBezTo>
                    <a:pt x="2628" y="0"/>
                    <a:pt x="2581" y="3"/>
                    <a:pt x="2535" y="8"/>
                  </a:cubicBezTo>
                  <a:cubicBezTo>
                    <a:pt x="1336" y="143"/>
                    <a:pt x="46" y="3289"/>
                    <a:pt x="0" y="3629"/>
                  </a:cubicBezTo>
                  <a:cubicBezTo>
                    <a:pt x="0" y="3629"/>
                    <a:pt x="3000" y="3696"/>
                    <a:pt x="4972" y="3696"/>
                  </a:cubicBezTo>
                  <a:cubicBezTo>
                    <a:pt x="5563" y="3696"/>
                    <a:pt x="6062" y="3690"/>
                    <a:pt x="6360" y="3674"/>
                  </a:cubicBezTo>
                  <a:cubicBezTo>
                    <a:pt x="7650" y="3584"/>
                    <a:pt x="9076" y="2271"/>
                    <a:pt x="8646" y="1569"/>
                  </a:cubicBezTo>
                  <a:cubicBezTo>
                    <a:pt x="8518" y="1350"/>
                    <a:pt x="8238" y="1274"/>
                    <a:pt x="7912" y="1274"/>
                  </a:cubicBezTo>
                  <a:cubicBezTo>
                    <a:pt x="7198" y="1274"/>
                    <a:pt x="6270" y="1637"/>
                    <a:pt x="6270" y="1637"/>
                  </a:cubicBezTo>
                  <a:cubicBezTo>
                    <a:pt x="6270" y="1637"/>
                    <a:pt x="3940" y="0"/>
                    <a:pt x="267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3196650" y="1118675"/>
              <a:ext cx="1122575" cy="2087300"/>
            </a:xfrm>
            <a:custGeom>
              <a:avLst/>
              <a:gdLst/>
              <a:ahLst/>
              <a:cxnLst/>
              <a:rect l="l" t="t" r="r" b="b"/>
              <a:pathLst>
                <a:path w="44903" h="83492" extrusionOk="0">
                  <a:moveTo>
                    <a:pt x="35049" y="1"/>
                  </a:moveTo>
                  <a:cubicBezTo>
                    <a:pt x="34640" y="1"/>
                    <a:pt x="34318" y="182"/>
                    <a:pt x="34016" y="605"/>
                  </a:cubicBezTo>
                  <a:cubicBezTo>
                    <a:pt x="33881" y="786"/>
                    <a:pt x="33699" y="944"/>
                    <a:pt x="33564" y="1102"/>
                  </a:cubicBezTo>
                  <a:cubicBezTo>
                    <a:pt x="31278" y="3773"/>
                    <a:pt x="28675" y="6104"/>
                    <a:pt x="26299" y="8662"/>
                  </a:cubicBezTo>
                  <a:cubicBezTo>
                    <a:pt x="26089" y="8882"/>
                    <a:pt x="25958" y="8990"/>
                    <a:pt x="25809" y="8990"/>
                  </a:cubicBezTo>
                  <a:cubicBezTo>
                    <a:pt x="25668" y="8990"/>
                    <a:pt x="25511" y="8894"/>
                    <a:pt x="25258" y="8707"/>
                  </a:cubicBezTo>
                  <a:cubicBezTo>
                    <a:pt x="23900" y="7711"/>
                    <a:pt x="22519" y="6693"/>
                    <a:pt x="21161" y="5651"/>
                  </a:cubicBezTo>
                  <a:cubicBezTo>
                    <a:pt x="19328" y="4248"/>
                    <a:pt x="17495" y="2800"/>
                    <a:pt x="15684" y="1329"/>
                  </a:cubicBezTo>
                  <a:cubicBezTo>
                    <a:pt x="15347" y="1008"/>
                    <a:pt x="14884" y="839"/>
                    <a:pt x="14417" y="839"/>
                  </a:cubicBezTo>
                  <a:cubicBezTo>
                    <a:pt x="14257" y="839"/>
                    <a:pt x="14097" y="858"/>
                    <a:pt x="13942" y="899"/>
                  </a:cubicBezTo>
                  <a:cubicBezTo>
                    <a:pt x="12086" y="1419"/>
                    <a:pt x="10366" y="1691"/>
                    <a:pt x="8555" y="2370"/>
                  </a:cubicBezTo>
                  <a:cubicBezTo>
                    <a:pt x="8012" y="2573"/>
                    <a:pt x="4889" y="3230"/>
                    <a:pt x="4889" y="4927"/>
                  </a:cubicBezTo>
                  <a:cubicBezTo>
                    <a:pt x="4889" y="9182"/>
                    <a:pt x="4844" y="13957"/>
                    <a:pt x="4595" y="18212"/>
                  </a:cubicBezTo>
                  <a:cubicBezTo>
                    <a:pt x="4300" y="23599"/>
                    <a:pt x="4730" y="29325"/>
                    <a:pt x="4300" y="34688"/>
                  </a:cubicBezTo>
                  <a:cubicBezTo>
                    <a:pt x="4165" y="36159"/>
                    <a:pt x="3984" y="37631"/>
                    <a:pt x="3735" y="39079"/>
                  </a:cubicBezTo>
                  <a:cubicBezTo>
                    <a:pt x="3214" y="42044"/>
                    <a:pt x="3146" y="44692"/>
                    <a:pt x="2626" y="47634"/>
                  </a:cubicBezTo>
                  <a:cubicBezTo>
                    <a:pt x="2083" y="50553"/>
                    <a:pt x="3282" y="54016"/>
                    <a:pt x="2784" y="56936"/>
                  </a:cubicBezTo>
                  <a:cubicBezTo>
                    <a:pt x="2490" y="58791"/>
                    <a:pt x="2286" y="60670"/>
                    <a:pt x="1969" y="62526"/>
                  </a:cubicBezTo>
                  <a:cubicBezTo>
                    <a:pt x="1155" y="67256"/>
                    <a:pt x="589" y="72009"/>
                    <a:pt x="227" y="76784"/>
                  </a:cubicBezTo>
                  <a:cubicBezTo>
                    <a:pt x="136" y="77780"/>
                    <a:pt x="136" y="78753"/>
                    <a:pt x="68" y="79749"/>
                  </a:cubicBezTo>
                  <a:cubicBezTo>
                    <a:pt x="0" y="80405"/>
                    <a:pt x="385" y="81016"/>
                    <a:pt x="996" y="81220"/>
                  </a:cubicBezTo>
                  <a:cubicBezTo>
                    <a:pt x="1381" y="81378"/>
                    <a:pt x="1766" y="81491"/>
                    <a:pt x="2150" y="81582"/>
                  </a:cubicBezTo>
                  <a:cubicBezTo>
                    <a:pt x="4685" y="82148"/>
                    <a:pt x="7265" y="82487"/>
                    <a:pt x="9868" y="82668"/>
                  </a:cubicBezTo>
                  <a:cubicBezTo>
                    <a:pt x="11973" y="82804"/>
                    <a:pt x="14055" y="82962"/>
                    <a:pt x="16160" y="83053"/>
                  </a:cubicBezTo>
                  <a:cubicBezTo>
                    <a:pt x="17744" y="83144"/>
                    <a:pt x="19306" y="83166"/>
                    <a:pt x="20867" y="83211"/>
                  </a:cubicBezTo>
                  <a:cubicBezTo>
                    <a:pt x="21478" y="83234"/>
                    <a:pt x="25077" y="83438"/>
                    <a:pt x="26140" y="83460"/>
                  </a:cubicBezTo>
                  <a:cubicBezTo>
                    <a:pt x="26638" y="83481"/>
                    <a:pt x="27137" y="83492"/>
                    <a:pt x="27638" y="83492"/>
                  </a:cubicBezTo>
                  <a:cubicBezTo>
                    <a:pt x="28754" y="83492"/>
                    <a:pt x="29874" y="83441"/>
                    <a:pt x="30984" y="83347"/>
                  </a:cubicBezTo>
                  <a:cubicBezTo>
                    <a:pt x="32749" y="83189"/>
                    <a:pt x="34537" y="83030"/>
                    <a:pt x="36325" y="82895"/>
                  </a:cubicBezTo>
                  <a:cubicBezTo>
                    <a:pt x="38520" y="82736"/>
                    <a:pt x="40715" y="82578"/>
                    <a:pt x="42911" y="82397"/>
                  </a:cubicBezTo>
                  <a:cubicBezTo>
                    <a:pt x="43295" y="82397"/>
                    <a:pt x="43703" y="82329"/>
                    <a:pt x="44088" y="82193"/>
                  </a:cubicBezTo>
                  <a:cubicBezTo>
                    <a:pt x="44540" y="82057"/>
                    <a:pt x="44857" y="81672"/>
                    <a:pt x="44880" y="81197"/>
                  </a:cubicBezTo>
                  <a:cubicBezTo>
                    <a:pt x="44902" y="80767"/>
                    <a:pt x="44902" y="80315"/>
                    <a:pt x="44902" y="79862"/>
                  </a:cubicBezTo>
                  <a:cubicBezTo>
                    <a:pt x="44857" y="76196"/>
                    <a:pt x="44608" y="72529"/>
                    <a:pt x="44269" y="68863"/>
                  </a:cubicBezTo>
                  <a:cubicBezTo>
                    <a:pt x="44133" y="67392"/>
                    <a:pt x="44088" y="65898"/>
                    <a:pt x="43907" y="64449"/>
                  </a:cubicBezTo>
                  <a:cubicBezTo>
                    <a:pt x="43386" y="60217"/>
                    <a:pt x="42820" y="56008"/>
                    <a:pt x="42322" y="51776"/>
                  </a:cubicBezTo>
                  <a:cubicBezTo>
                    <a:pt x="41892" y="48177"/>
                    <a:pt x="41711" y="44533"/>
                    <a:pt x="41779" y="40912"/>
                  </a:cubicBezTo>
                  <a:cubicBezTo>
                    <a:pt x="41824" y="37404"/>
                    <a:pt x="41938" y="33919"/>
                    <a:pt x="42164" y="30434"/>
                  </a:cubicBezTo>
                  <a:cubicBezTo>
                    <a:pt x="42254" y="28827"/>
                    <a:pt x="42368" y="27242"/>
                    <a:pt x="42458" y="25636"/>
                  </a:cubicBezTo>
                  <a:lnTo>
                    <a:pt x="43069" y="2777"/>
                  </a:lnTo>
                  <a:cubicBezTo>
                    <a:pt x="40693" y="1713"/>
                    <a:pt x="38203" y="967"/>
                    <a:pt x="35736" y="129"/>
                  </a:cubicBezTo>
                  <a:cubicBezTo>
                    <a:pt x="35480" y="46"/>
                    <a:pt x="35254" y="1"/>
                    <a:pt x="35049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3519725" y="1114025"/>
              <a:ext cx="611075" cy="297075"/>
            </a:xfrm>
            <a:custGeom>
              <a:avLst/>
              <a:gdLst/>
              <a:ahLst/>
              <a:cxnLst/>
              <a:rect l="l" t="t" r="r" b="b"/>
              <a:pathLst>
                <a:path w="24443" h="11883" extrusionOk="0">
                  <a:moveTo>
                    <a:pt x="22064" y="0"/>
                  </a:moveTo>
                  <a:cubicBezTo>
                    <a:pt x="21673" y="0"/>
                    <a:pt x="21319" y="185"/>
                    <a:pt x="20980" y="564"/>
                  </a:cubicBezTo>
                  <a:cubicBezTo>
                    <a:pt x="20052" y="1605"/>
                    <a:pt x="19079" y="2578"/>
                    <a:pt x="18174" y="3642"/>
                  </a:cubicBezTo>
                  <a:cubicBezTo>
                    <a:pt x="16680" y="5407"/>
                    <a:pt x="15028" y="7060"/>
                    <a:pt x="13398" y="8712"/>
                  </a:cubicBezTo>
                  <a:cubicBezTo>
                    <a:pt x="13240" y="8938"/>
                    <a:pt x="12991" y="9096"/>
                    <a:pt x="12742" y="9187"/>
                  </a:cubicBezTo>
                  <a:cubicBezTo>
                    <a:pt x="12629" y="9142"/>
                    <a:pt x="12516" y="9096"/>
                    <a:pt x="12403" y="9029"/>
                  </a:cubicBezTo>
                  <a:cubicBezTo>
                    <a:pt x="9212" y="6562"/>
                    <a:pt x="5975" y="4163"/>
                    <a:pt x="2897" y="1515"/>
                  </a:cubicBezTo>
                  <a:cubicBezTo>
                    <a:pt x="2603" y="1266"/>
                    <a:pt x="2286" y="1017"/>
                    <a:pt x="1969" y="768"/>
                  </a:cubicBezTo>
                  <a:cubicBezTo>
                    <a:pt x="1850" y="664"/>
                    <a:pt x="1702" y="609"/>
                    <a:pt x="1557" y="609"/>
                  </a:cubicBezTo>
                  <a:cubicBezTo>
                    <a:pt x="1481" y="609"/>
                    <a:pt x="1405" y="624"/>
                    <a:pt x="1336" y="655"/>
                  </a:cubicBezTo>
                  <a:cubicBezTo>
                    <a:pt x="906" y="791"/>
                    <a:pt x="498" y="1017"/>
                    <a:pt x="159" y="1311"/>
                  </a:cubicBezTo>
                  <a:cubicBezTo>
                    <a:pt x="23" y="1424"/>
                    <a:pt x="0" y="1628"/>
                    <a:pt x="113" y="1786"/>
                  </a:cubicBezTo>
                  <a:cubicBezTo>
                    <a:pt x="204" y="1945"/>
                    <a:pt x="294" y="2081"/>
                    <a:pt x="408" y="2216"/>
                  </a:cubicBezTo>
                  <a:cubicBezTo>
                    <a:pt x="1947" y="4117"/>
                    <a:pt x="8035" y="8870"/>
                    <a:pt x="11226" y="11314"/>
                  </a:cubicBezTo>
                  <a:cubicBezTo>
                    <a:pt x="11720" y="11697"/>
                    <a:pt x="12303" y="11883"/>
                    <a:pt x="12885" y="11883"/>
                  </a:cubicBezTo>
                  <a:cubicBezTo>
                    <a:pt x="13609" y="11883"/>
                    <a:pt x="14330" y="11595"/>
                    <a:pt x="14870" y="11043"/>
                  </a:cubicBezTo>
                  <a:cubicBezTo>
                    <a:pt x="17902" y="7829"/>
                    <a:pt x="23990" y="1379"/>
                    <a:pt x="24194" y="994"/>
                  </a:cubicBezTo>
                  <a:cubicBezTo>
                    <a:pt x="24443" y="564"/>
                    <a:pt x="23787" y="677"/>
                    <a:pt x="23402" y="474"/>
                  </a:cubicBezTo>
                  <a:cubicBezTo>
                    <a:pt x="23243" y="383"/>
                    <a:pt x="23062" y="315"/>
                    <a:pt x="22904" y="247"/>
                  </a:cubicBezTo>
                  <a:cubicBezTo>
                    <a:pt x="22604" y="84"/>
                    <a:pt x="22326" y="0"/>
                    <a:pt x="2206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3124225" y="1912550"/>
              <a:ext cx="922275" cy="667500"/>
            </a:xfrm>
            <a:custGeom>
              <a:avLst/>
              <a:gdLst/>
              <a:ahLst/>
              <a:cxnLst/>
              <a:rect l="l" t="t" r="r" b="b"/>
              <a:pathLst>
                <a:path w="36891" h="26700" extrusionOk="0">
                  <a:moveTo>
                    <a:pt x="35096" y="0"/>
                  </a:moveTo>
                  <a:cubicBezTo>
                    <a:pt x="34960" y="0"/>
                    <a:pt x="34798" y="6"/>
                    <a:pt x="34605" y="14"/>
                  </a:cubicBezTo>
                  <a:cubicBezTo>
                    <a:pt x="32183" y="104"/>
                    <a:pt x="29762" y="218"/>
                    <a:pt x="27363" y="308"/>
                  </a:cubicBezTo>
                  <a:lnTo>
                    <a:pt x="17970" y="715"/>
                  </a:lnTo>
                  <a:lnTo>
                    <a:pt x="17970" y="738"/>
                  </a:lnTo>
                  <a:cubicBezTo>
                    <a:pt x="15187" y="874"/>
                    <a:pt x="12425" y="987"/>
                    <a:pt x="9642" y="1123"/>
                  </a:cubicBezTo>
                  <a:cubicBezTo>
                    <a:pt x="6700" y="1236"/>
                    <a:pt x="3735" y="1349"/>
                    <a:pt x="793" y="1485"/>
                  </a:cubicBezTo>
                  <a:cubicBezTo>
                    <a:pt x="136" y="1508"/>
                    <a:pt x="0" y="1643"/>
                    <a:pt x="23" y="2300"/>
                  </a:cubicBezTo>
                  <a:cubicBezTo>
                    <a:pt x="68" y="3884"/>
                    <a:pt x="159" y="5446"/>
                    <a:pt x="227" y="7007"/>
                  </a:cubicBezTo>
                  <a:cubicBezTo>
                    <a:pt x="453" y="12416"/>
                    <a:pt x="679" y="17825"/>
                    <a:pt x="928" y="23234"/>
                  </a:cubicBezTo>
                  <a:cubicBezTo>
                    <a:pt x="974" y="24140"/>
                    <a:pt x="1019" y="25022"/>
                    <a:pt x="1087" y="25928"/>
                  </a:cubicBezTo>
                  <a:cubicBezTo>
                    <a:pt x="1128" y="26570"/>
                    <a:pt x="1208" y="26700"/>
                    <a:pt x="1725" y="26700"/>
                  </a:cubicBezTo>
                  <a:cubicBezTo>
                    <a:pt x="1772" y="26700"/>
                    <a:pt x="1824" y="26699"/>
                    <a:pt x="1879" y="26697"/>
                  </a:cubicBezTo>
                  <a:cubicBezTo>
                    <a:pt x="3237" y="26652"/>
                    <a:pt x="4572" y="26584"/>
                    <a:pt x="5907" y="26516"/>
                  </a:cubicBezTo>
                  <a:cubicBezTo>
                    <a:pt x="9981" y="26335"/>
                    <a:pt x="14055" y="26154"/>
                    <a:pt x="18129" y="25973"/>
                  </a:cubicBezTo>
                  <a:cubicBezTo>
                    <a:pt x="23447" y="25746"/>
                    <a:pt x="28766" y="25520"/>
                    <a:pt x="34084" y="25294"/>
                  </a:cubicBezTo>
                  <a:cubicBezTo>
                    <a:pt x="34763" y="25249"/>
                    <a:pt x="35442" y="25226"/>
                    <a:pt x="36099" y="25158"/>
                  </a:cubicBezTo>
                  <a:cubicBezTo>
                    <a:pt x="36800" y="25113"/>
                    <a:pt x="36891" y="25022"/>
                    <a:pt x="36891" y="24366"/>
                  </a:cubicBezTo>
                  <a:cubicBezTo>
                    <a:pt x="36891" y="23868"/>
                    <a:pt x="36868" y="23370"/>
                    <a:pt x="36845" y="22895"/>
                  </a:cubicBezTo>
                  <a:cubicBezTo>
                    <a:pt x="36710" y="19749"/>
                    <a:pt x="36551" y="16626"/>
                    <a:pt x="36393" y="13503"/>
                  </a:cubicBezTo>
                  <a:cubicBezTo>
                    <a:pt x="36212" y="9383"/>
                    <a:pt x="36031" y="5264"/>
                    <a:pt x="35850" y="1145"/>
                  </a:cubicBezTo>
                  <a:cubicBezTo>
                    <a:pt x="35812" y="162"/>
                    <a:pt x="35790" y="0"/>
                    <a:pt x="3509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3232850" y="2034775"/>
              <a:ext cx="277275" cy="430525"/>
            </a:xfrm>
            <a:custGeom>
              <a:avLst/>
              <a:gdLst/>
              <a:ahLst/>
              <a:cxnLst/>
              <a:rect l="l" t="t" r="r" b="b"/>
              <a:pathLst>
                <a:path w="11091" h="17221" extrusionOk="0">
                  <a:moveTo>
                    <a:pt x="7874" y="0"/>
                  </a:moveTo>
                  <a:cubicBezTo>
                    <a:pt x="7784" y="0"/>
                    <a:pt x="7695" y="5"/>
                    <a:pt x="7605" y="13"/>
                  </a:cubicBezTo>
                  <a:cubicBezTo>
                    <a:pt x="5772" y="59"/>
                    <a:pt x="4550" y="466"/>
                    <a:pt x="3373" y="1620"/>
                  </a:cubicBezTo>
                  <a:cubicBezTo>
                    <a:pt x="2196" y="2797"/>
                    <a:pt x="1313" y="4246"/>
                    <a:pt x="816" y="5830"/>
                  </a:cubicBezTo>
                  <a:cubicBezTo>
                    <a:pt x="137" y="8002"/>
                    <a:pt x="69" y="10266"/>
                    <a:pt x="23" y="12506"/>
                  </a:cubicBezTo>
                  <a:cubicBezTo>
                    <a:pt x="23" y="13525"/>
                    <a:pt x="1" y="14543"/>
                    <a:pt x="272" y="15516"/>
                  </a:cubicBezTo>
                  <a:cubicBezTo>
                    <a:pt x="363" y="15833"/>
                    <a:pt x="476" y="16127"/>
                    <a:pt x="635" y="16422"/>
                  </a:cubicBezTo>
                  <a:cubicBezTo>
                    <a:pt x="913" y="16937"/>
                    <a:pt x="1525" y="17221"/>
                    <a:pt x="2166" y="17221"/>
                  </a:cubicBezTo>
                  <a:cubicBezTo>
                    <a:pt x="2567" y="17221"/>
                    <a:pt x="2979" y="17109"/>
                    <a:pt x="3328" y="16874"/>
                  </a:cubicBezTo>
                  <a:cubicBezTo>
                    <a:pt x="4247" y="16284"/>
                    <a:pt x="5334" y="15968"/>
                    <a:pt x="6449" y="15968"/>
                  </a:cubicBezTo>
                  <a:cubicBezTo>
                    <a:pt x="6487" y="15968"/>
                    <a:pt x="6526" y="15968"/>
                    <a:pt x="6564" y="15969"/>
                  </a:cubicBezTo>
                  <a:cubicBezTo>
                    <a:pt x="7105" y="15989"/>
                    <a:pt x="7673" y="16084"/>
                    <a:pt x="8218" y="16084"/>
                  </a:cubicBezTo>
                  <a:cubicBezTo>
                    <a:pt x="8904" y="16084"/>
                    <a:pt x="9555" y="15933"/>
                    <a:pt x="10072" y="15290"/>
                  </a:cubicBezTo>
                  <a:cubicBezTo>
                    <a:pt x="10321" y="14973"/>
                    <a:pt x="10502" y="14588"/>
                    <a:pt x="10547" y="14181"/>
                  </a:cubicBezTo>
                  <a:cubicBezTo>
                    <a:pt x="11091" y="10288"/>
                    <a:pt x="11045" y="6350"/>
                    <a:pt x="10457" y="2480"/>
                  </a:cubicBezTo>
                  <a:cubicBezTo>
                    <a:pt x="10366" y="1779"/>
                    <a:pt x="10208" y="1032"/>
                    <a:pt x="9597" y="534"/>
                  </a:cubicBezTo>
                  <a:cubicBezTo>
                    <a:pt x="9084" y="198"/>
                    <a:pt x="8484" y="0"/>
                    <a:pt x="7874" y="0"/>
                  </a:cubicBez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 rot="-1640950">
              <a:off x="3498658" y="2140552"/>
              <a:ext cx="88848" cy="72448"/>
            </a:xfrm>
            <a:custGeom>
              <a:avLst/>
              <a:gdLst/>
              <a:ahLst/>
              <a:cxnLst/>
              <a:rect l="l" t="t" r="r" b="b"/>
              <a:pathLst>
                <a:path w="3554" h="2898" extrusionOk="0">
                  <a:moveTo>
                    <a:pt x="3056" y="1"/>
                  </a:moveTo>
                  <a:lnTo>
                    <a:pt x="0" y="2490"/>
                  </a:lnTo>
                  <a:lnTo>
                    <a:pt x="521" y="2898"/>
                  </a:lnTo>
                  <a:lnTo>
                    <a:pt x="3554" y="431"/>
                  </a:lnTo>
                  <a:lnTo>
                    <a:pt x="3056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3651550" y="2012450"/>
              <a:ext cx="302725" cy="409600"/>
            </a:xfrm>
            <a:custGeom>
              <a:avLst/>
              <a:gdLst/>
              <a:ahLst/>
              <a:cxnLst/>
              <a:rect l="l" t="t" r="r" b="b"/>
              <a:pathLst>
                <a:path w="12109" h="16384" extrusionOk="0">
                  <a:moveTo>
                    <a:pt x="3651" y="1"/>
                  </a:moveTo>
                  <a:cubicBezTo>
                    <a:pt x="3300" y="1"/>
                    <a:pt x="2930" y="25"/>
                    <a:pt x="2535" y="69"/>
                  </a:cubicBezTo>
                  <a:cubicBezTo>
                    <a:pt x="1834" y="114"/>
                    <a:pt x="1177" y="408"/>
                    <a:pt x="657" y="884"/>
                  </a:cubicBezTo>
                  <a:cubicBezTo>
                    <a:pt x="114" y="1450"/>
                    <a:pt x="68" y="2219"/>
                    <a:pt x="46" y="2921"/>
                  </a:cubicBezTo>
                  <a:cubicBezTo>
                    <a:pt x="1" y="6836"/>
                    <a:pt x="544" y="10751"/>
                    <a:pt x="1607" y="14531"/>
                  </a:cubicBezTo>
                  <a:cubicBezTo>
                    <a:pt x="1721" y="14916"/>
                    <a:pt x="1947" y="15278"/>
                    <a:pt x="2241" y="15549"/>
                  </a:cubicBezTo>
                  <a:cubicBezTo>
                    <a:pt x="2703" y="15973"/>
                    <a:pt x="3198" y="16110"/>
                    <a:pt x="3709" y="16110"/>
                  </a:cubicBezTo>
                  <a:cubicBezTo>
                    <a:pt x="4398" y="16110"/>
                    <a:pt x="5115" y="15860"/>
                    <a:pt x="5817" y="15730"/>
                  </a:cubicBezTo>
                  <a:cubicBezTo>
                    <a:pt x="6121" y="15682"/>
                    <a:pt x="6428" y="15657"/>
                    <a:pt x="6733" y="15657"/>
                  </a:cubicBezTo>
                  <a:cubicBezTo>
                    <a:pt x="7562" y="15657"/>
                    <a:pt x="8383" y="15836"/>
                    <a:pt x="9144" y="16183"/>
                  </a:cubicBezTo>
                  <a:cubicBezTo>
                    <a:pt x="9423" y="16319"/>
                    <a:pt x="9731" y="16383"/>
                    <a:pt x="10035" y="16383"/>
                  </a:cubicBezTo>
                  <a:cubicBezTo>
                    <a:pt x="10789" y="16383"/>
                    <a:pt x="11521" y="15991"/>
                    <a:pt x="11747" y="15346"/>
                  </a:cubicBezTo>
                  <a:cubicBezTo>
                    <a:pt x="11860" y="15029"/>
                    <a:pt x="11928" y="14735"/>
                    <a:pt x="11973" y="14418"/>
                  </a:cubicBezTo>
                  <a:cubicBezTo>
                    <a:pt x="12109" y="13399"/>
                    <a:pt x="11950" y="12381"/>
                    <a:pt x="11792" y="11385"/>
                  </a:cubicBezTo>
                  <a:cubicBezTo>
                    <a:pt x="11430" y="9190"/>
                    <a:pt x="11068" y="6949"/>
                    <a:pt x="10072" y="4890"/>
                  </a:cubicBezTo>
                  <a:cubicBezTo>
                    <a:pt x="9348" y="3373"/>
                    <a:pt x="8284" y="2083"/>
                    <a:pt x="6971" y="1087"/>
                  </a:cubicBezTo>
                  <a:cubicBezTo>
                    <a:pt x="5927" y="309"/>
                    <a:pt x="4911" y="1"/>
                    <a:pt x="3651" y="1"/>
                  </a:cubicBez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 rot="1277825">
              <a:off x="3568973" y="2138476"/>
              <a:ext cx="95099" cy="62824"/>
            </a:xfrm>
            <a:custGeom>
              <a:avLst/>
              <a:gdLst/>
              <a:ahLst/>
              <a:cxnLst/>
              <a:rect l="l" t="t" r="r" b="b"/>
              <a:pathLst>
                <a:path w="3804" h="2513" extrusionOk="0">
                  <a:moveTo>
                    <a:pt x="454" y="0"/>
                  </a:moveTo>
                  <a:lnTo>
                    <a:pt x="1" y="475"/>
                  </a:lnTo>
                  <a:lnTo>
                    <a:pt x="3350" y="2512"/>
                  </a:lnTo>
                  <a:lnTo>
                    <a:pt x="3803" y="2014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3551975" y="2086575"/>
              <a:ext cx="44725" cy="26050"/>
            </a:xfrm>
            <a:custGeom>
              <a:avLst/>
              <a:gdLst/>
              <a:ahLst/>
              <a:cxnLst/>
              <a:rect l="l" t="t" r="r" b="b"/>
              <a:pathLst>
                <a:path w="1789" h="1042" extrusionOk="0">
                  <a:moveTo>
                    <a:pt x="1743" y="1"/>
                  </a:moveTo>
                  <a:lnTo>
                    <a:pt x="0" y="114"/>
                  </a:lnTo>
                  <a:lnTo>
                    <a:pt x="68" y="1042"/>
                  </a:lnTo>
                  <a:lnTo>
                    <a:pt x="1788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3548575" y="2040750"/>
              <a:ext cx="45300" cy="25500"/>
            </a:xfrm>
            <a:custGeom>
              <a:avLst/>
              <a:gdLst/>
              <a:ahLst/>
              <a:cxnLst/>
              <a:rect l="l" t="t" r="r" b="b"/>
              <a:pathLst>
                <a:path w="1812" h="1020" extrusionOk="0">
                  <a:moveTo>
                    <a:pt x="1743" y="1"/>
                  </a:moveTo>
                  <a:lnTo>
                    <a:pt x="1" y="114"/>
                  </a:lnTo>
                  <a:lnTo>
                    <a:pt x="68" y="1019"/>
                  </a:lnTo>
                  <a:lnTo>
                    <a:pt x="1811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3545750" y="1998875"/>
              <a:ext cx="44725" cy="25500"/>
            </a:xfrm>
            <a:custGeom>
              <a:avLst/>
              <a:gdLst/>
              <a:ahLst/>
              <a:cxnLst/>
              <a:rect l="l" t="t" r="r" b="b"/>
              <a:pathLst>
                <a:path w="1789" h="1020" extrusionOk="0">
                  <a:moveTo>
                    <a:pt x="1743" y="1"/>
                  </a:moveTo>
                  <a:lnTo>
                    <a:pt x="0" y="114"/>
                  </a:lnTo>
                  <a:lnTo>
                    <a:pt x="68" y="1019"/>
                  </a:lnTo>
                  <a:lnTo>
                    <a:pt x="1788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3708700" y="673225"/>
              <a:ext cx="39625" cy="39050"/>
            </a:xfrm>
            <a:custGeom>
              <a:avLst/>
              <a:gdLst/>
              <a:ahLst/>
              <a:cxnLst/>
              <a:rect l="l" t="t" r="r" b="b"/>
              <a:pathLst>
                <a:path w="1585" h="1562" extrusionOk="0">
                  <a:moveTo>
                    <a:pt x="770" y="0"/>
                  </a:moveTo>
                  <a:cubicBezTo>
                    <a:pt x="566" y="23"/>
                    <a:pt x="385" y="91"/>
                    <a:pt x="227" y="249"/>
                  </a:cubicBezTo>
                  <a:cubicBezTo>
                    <a:pt x="159" y="317"/>
                    <a:pt x="91" y="407"/>
                    <a:pt x="68" y="498"/>
                  </a:cubicBezTo>
                  <a:cubicBezTo>
                    <a:pt x="23" y="588"/>
                    <a:pt x="0" y="702"/>
                    <a:pt x="23" y="792"/>
                  </a:cubicBezTo>
                  <a:cubicBezTo>
                    <a:pt x="23" y="860"/>
                    <a:pt x="23" y="928"/>
                    <a:pt x="46" y="996"/>
                  </a:cubicBezTo>
                  <a:cubicBezTo>
                    <a:pt x="91" y="1132"/>
                    <a:pt x="159" y="1245"/>
                    <a:pt x="249" y="1358"/>
                  </a:cubicBezTo>
                  <a:cubicBezTo>
                    <a:pt x="317" y="1403"/>
                    <a:pt x="362" y="1426"/>
                    <a:pt x="430" y="1471"/>
                  </a:cubicBezTo>
                  <a:cubicBezTo>
                    <a:pt x="544" y="1539"/>
                    <a:pt x="679" y="1562"/>
                    <a:pt x="815" y="1562"/>
                  </a:cubicBezTo>
                  <a:cubicBezTo>
                    <a:pt x="1245" y="1539"/>
                    <a:pt x="1585" y="1200"/>
                    <a:pt x="1585" y="770"/>
                  </a:cubicBezTo>
                  <a:lnTo>
                    <a:pt x="1562" y="566"/>
                  </a:lnTo>
                  <a:cubicBezTo>
                    <a:pt x="1517" y="430"/>
                    <a:pt x="1449" y="317"/>
                    <a:pt x="1336" y="226"/>
                  </a:cubicBezTo>
                  <a:lnTo>
                    <a:pt x="1177" y="91"/>
                  </a:lnTo>
                  <a:cubicBezTo>
                    <a:pt x="1041" y="23"/>
                    <a:pt x="906" y="0"/>
                    <a:pt x="77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3873350" y="667550"/>
              <a:ext cx="39625" cy="39075"/>
            </a:xfrm>
            <a:custGeom>
              <a:avLst/>
              <a:gdLst/>
              <a:ahLst/>
              <a:cxnLst/>
              <a:rect l="l" t="t" r="r" b="b"/>
              <a:pathLst>
                <a:path w="1585" h="1563" extrusionOk="0">
                  <a:moveTo>
                    <a:pt x="770" y="1"/>
                  </a:moveTo>
                  <a:cubicBezTo>
                    <a:pt x="657" y="1"/>
                    <a:pt x="566" y="23"/>
                    <a:pt x="476" y="69"/>
                  </a:cubicBezTo>
                  <a:cubicBezTo>
                    <a:pt x="385" y="114"/>
                    <a:pt x="295" y="159"/>
                    <a:pt x="227" y="250"/>
                  </a:cubicBezTo>
                  <a:cubicBezTo>
                    <a:pt x="136" y="318"/>
                    <a:pt x="91" y="408"/>
                    <a:pt x="46" y="499"/>
                  </a:cubicBezTo>
                  <a:cubicBezTo>
                    <a:pt x="0" y="589"/>
                    <a:pt x="0" y="702"/>
                    <a:pt x="0" y="793"/>
                  </a:cubicBezTo>
                  <a:cubicBezTo>
                    <a:pt x="0" y="861"/>
                    <a:pt x="23" y="929"/>
                    <a:pt x="23" y="997"/>
                  </a:cubicBezTo>
                  <a:cubicBezTo>
                    <a:pt x="68" y="1132"/>
                    <a:pt x="136" y="1245"/>
                    <a:pt x="249" y="1359"/>
                  </a:cubicBezTo>
                  <a:lnTo>
                    <a:pt x="408" y="1472"/>
                  </a:lnTo>
                  <a:cubicBezTo>
                    <a:pt x="521" y="1540"/>
                    <a:pt x="657" y="1562"/>
                    <a:pt x="792" y="1562"/>
                  </a:cubicBezTo>
                  <a:cubicBezTo>
                    <a:pt x="906" y="1562"/>
                    <a:pt x="996" y="1540"/>
                    <a:pt x="1087" y="1494"/>
                  </a:cubicBezTo>
                  <a:cubicBezTo>
                    <a:pt x="1290" y="1427"/>
                    <a:pt x="1449" y="1268"/>
                    <a:pt x="1517" y="1064"/>
                  </a:cubicBezTo>
                  <a:cubicBezTo>
                    <a:pt x="1562" y="974"/>
                    <a:pt x="1585" y="861"/>
                    <a:pt x="1562" y="770"/>
                  </a:cubicBezTo>
                  <a:cubicBezTo>
                    <a:pt x="1562" y="702"/>
                    <a:pt x="1539" y="634"/>
                    <a:pt x="1539" y="567"/>
                  </a:cubicBezTo>
                  <a:cubicBezTo>
                    <a:pt x="1494" y="431"/>
                    <a:pt x="1426" y="318"/>
                    <a:pt x="1336" y="227"/>
                  </a:cubicBezTo>
                  <a:lnTo>
                    <a:pt x="1155" y="91"/>
                  </a:lnTo>
                  <a:cubicBezTo>
                    <a:pt x="1041" y="23"/>
                    <a:pt x="906" y="1"/>
                    <a:pt x="77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3760750" y="798825"/>
              <a:ext cx="113750" cy="55575"/>
            </a:xfrm>
            <a:custGeom>
              <a:avLst/>
              <a:gdLst/>
              <a:ahLst/>
              <a:cxnLst/>
              <a:rect l="l" t="t" r="r" b="b"/>
              <a:pathLst>
                <a:path w="4550" h="2223" extrusionOk="0">
                  <a:moveTo>
                    <a:pt x="4550" y="0"/>
                  </a:moveTo>
                  <a:cubicBezTo>
                    <a:pt x="4549" y="0"/>
                    <a:pt x="3237" y="792"/>
                    <a:pt x="1924" y="792"/>
                  </a:cubicBezTo>
                  <a:cubicBezTo>
                    <a:pt x="1851" y="798"/>
                    <a:pt x="1777" y="800"/>
                    <a:pt x="1703" y="800"/>
                  </a:cubicBezTo>
                  <a:cubicBezTo>
                    <a:pt x="1117" y="800"/>
                    <a:pt x="523" y="641"/>
                    <a:pt x="1" y="340"/>
                  </a:cubicBezTo>
                  <a:lnTo>
                    <a:pt x="1" y="340"/>
                  </a:lnTo>
                  <a:cubicBezTo>
                    <a:pt x="109" y="1427"/>
                    <a:pt x="1012" y="2222"/>
                    <a:pt x="2087" y="2222"/>
                  </a:cubicBezTo>
                  <a:cubicBezTo>
                    <a:pt x="2131" y="2222"/>
                    <a:pt x="2174" y="2221"/>
                    <a:pt x="2218" y="2218"/>
                  </a:cubicBezTo>
                  <a:cubicBezTo>
                    <a:pt x="2229" y="2218"/>
                    <a:pt x="2239" y="2218"/>
                    <a:pt x="2249" y="2218"/>
                  </a:cubicBezTo>
                  <a:cubicBezTo>
                    <a:pt x="4258" y="2218"/>
                    <a:pt x="4550" y="1"/>
                    <a:pt x="4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3771500" y="625175"/>
              <a:ext cx="43600" cy="146300"/>
            </a:xfrm>
            <a:custGeom>
              <a:avLst/>
              <a:gdLst/>
              <a:ahLst/>
              <a:cxnLst/>
              <a:rect l="l" t="t" r="r" b="b"/>
              <a:pathLst>
                <a:path w="1744" h="5852" extrusionOk="0">
                  <a:moveTo>
                    <a:pt x="980" y="1"/>
                  </a:moveTo>
                  <a:cubicBezTo>
                    <a:pt x="931" y="1"/>
                    <a:pt x="883" y="44"/>
                    <a:pt x="883" y="111"/>
                  </a:cubicBezTo>
                  <a:cubicBezTo>
                    <a:pt x="883" y="813"/>
                    <a:pt x="1064" y="1537"/>
                    <a:pt x="1042" y="2262"/>
                  </a:cubicBezTo>
                  <a:cubicBezTo>
                    <a:pt x="1042" y="2873"/>
                    <a:pt x="906" y="3484"/>
                    <a:pt x="634" y="4049"/>
                  </a:cubicBezTo>
                  <a:cubicBezTo>
                    <a:pt x="453" y="4457"/>
                    <a:pt x="1" y="4842"/>
                    <a:pt x="204" y="5317"/>
                  </a:cubicBezTo>
                  <a:cubicBezTo>
                    <a:pt x="374" y="5724"/>
                    <a:pt x="786" y="5852"/>
                    <a:pt x="1191" y="5852"/>
                  </a:cubicBezTo>
                  <a:cubicBezTo>
                    <a:pt x="1326" y="5852"/>
                    <a:pt x="1460" y="5837"/>
                    <a:pt x="1585" y="5815"/>
                  </a:cubicBezTo>
                  <a:cubicBezTo>
                    <a:pt x="1743" y="5792"/>
                    <a:pt x="1721" y="5588"/>
                    <a:pt x="1585" y="5566"/>
                  </a:cubicBezTo>
                  <a:cubicBezTo>
                    <a:pt x="1245" y="5543"/>
                    <a:pt x="861" y="5588"/>
                    <a:pt x="612" y="5339"/>
                  </a:cubicBezTo>
                  <a:cubicBezTo>
                    <a:pt x="385" y="5091"/>
                    <a:pt x="521" y="4864"/>
                    <a:pt x="679" y="4615"/>
                  </a:cubicBezTo>
                  <a:cubicBezTo>
                    <a:pt x="951" y="4208"/>
                    <a:pt x="1132" y="3778"/>
                    <a:pt x="1245" y="3303"/>
                  </a:cubicBezTo>
                  <a:cubicBezTo>
                    <a:pt x="1336" y="2805"/>
                    <a:pt x="1381" y="2307"/>
                    <a:pt x="1336" y="1786"/>
                  </a:cubicBezTo>
                  <a:cubicBezTo>
                    <a:pt x="1313" y="1198"/>
                    <a:pt x="1223" y="632"/>
                    <a:pt x="1064" y="66"/>
                  </a:cubicBezTo>
                  <a:cubicBezTo>
                    <a:pt x="1046" y="21"/>
                    <a:pt x="1013" y="1"/>
                    <a:pt x="98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3553675" y="628525"/>
              <a:ext cx="499050" cy="119975"/>
            </a:xfrm>
            <a:custGeom>
              <a:avLst/>
              <a:gdLst/>
              <a:ahLst/>
              <a:cxnLst/>
              <a:rect l="l" t="t" r="r" b="b"/>
              <a:pathLst>
                <a:path w="19962" h="4799" extrusionOk="0">
                  <a:moveTo>
                    <a:pt x="15164" y="837"/>
                  </a:moveTo>
                  <a:lnTo>
                    <a:pt x="15164" y="860"/>
                  </a:lnTo>
                  <a:lnTo>
                    <a:pt x="17201" y="860"/>
                  </a:lnTo>
                  <a:cubicBezTo>
                    <a:pt x="17449" y="860"/>
                    <a:pt x="17631" y="1041"/>
                    <a:pt x="17653" y="1290"/>
                  </a:cubicBezTo>
                  <a:cubicBezTo>
                    <a:pt x="17653" y="1426"/>
                    <a:pt x="17676" y="1562"/>
                    <a:pt x="17676" y="1675"/>
                  </a:cubicBezTo>
                  <a:cubicBezTo>
                    <a:pt x="17721" y="3463"/>
                    <a:pt x="17721" y="3463"/>
                    <a:pt x="15933" y="3508"/>
                  </a:cubicBezTo>
                  <a:cubicBezTo>
                    <a:pt x="15182" y="3526"/>
                    <a:pt x="14447" y="3560"/>
                    <a:pt x="13714" y="3560"/>
                  </a:cubicBezTo>
                  <a:cubicBezTo>
                    <a:pt x="13540" y="3560"/>
                    <a:pt x="13368" y="3558"/>
                    <a:pt x="13195" y="3553"/>
                  </a:cubicBezTo>
                  <a:cubicBezTo>
                    <a:pt x="12470" y="3531"/>
                    <a:pt x="12357" y="3395"/>
                    <a:pt x="12335" y="2648"/>
                  </a:cubicBezTo>
                  <a:cubicBezTo>
                    <a:pt x="12312" y="815"/>
                    <a:pt x="12199" y="860"/>
                    <a:pt x="14077" y="837"/>
                  </a:cubicBezTo>
                  <a:close/>
                  <a:moveTo>
                    <a:pt x="6212" y="1275"/>
                  </a:moveTo>
                  <a:cubicBezTo>
                    <a:pt x="6648" y="1275"/>
                    <a:pt x="7083" y="1281"/>
                    <a:pt x="7514" y="1290"/>
                  </a:cubicBezTo>
                  <a:cubicBezTo>
                    <a:pt x="7944" y="1290"/>
                    <a:pt x="8080" y="1426"/>
                    <a:pt x="8148" y="1811"/>
                  </a:cubicBezTo>
                  <a:cubicBezTo>
                    <a:pt x="8193" y="1992"/>
                    <a:pt x="8216" y="2173"/>
                    <a:pt x="8238" y="2354"/>
                  </a:cubicBezTo>
                  <a:cubicBezTo>
                    <a:pt x="8374" y="3712"/>
                    <a:pt x="8216" y="3870"/>
                    <a:pt x="6790" y="3938"/>
                  </a:cubicBezTo>
                  <a:cubicBezTo>
                    <a:pt x="6609" y="3946"/>
                    <a:pt x="6428" y="3948"/>
                    <a:pt x="6247" y="3948"/>
                  </a:cubicBezTo>
                  <a:cubicBezTo>
                    <a:pt x="5885" y="3948"/>
                    <a:pt x="5522" y="3938"/>
                    <a:pt x="5160" y="3938"/>
                  </a:cubicBezTo>
                  <a:cubicBezTo>
                    <a:pt x="4768" y="3938"/>
                    <a:pt x="4376" y="3948"/>
                    <a:pt x="3983" y="3948"/>
                  </a:cubicBezTo>
                  <a:cubicBezTo>
                    <a:pt x="3787" y="3948"/>
                    <a:pt x="3591" y="3946"/>
                    <a:pt x="3395" y="3938"/>
                  </a:cubicBezTo>
                  <a:cubicBezTo>
                    <a:pt x="2897" y="3915"/>
                    <a:pt x="2693" y="3757"/>
                    <a:pt x="2671" y="3304"/>
                  </a:cubicBezTo>
                  <a:cubicBezTo>
                    <a:pt x="2603" y="1494"/>
                    <a:pt x="2422" y="1358"/>
                    <a:pt x="4368" y="1313"/>
                  </a:cubicBezTo>
                  <a:cubicBezTo>
                    <a:pt x="4978" y="1286"/>
                    <a:pt x="5596" y="1275"/>
                    <a:pt x="6212" y="1275"/>
                  </a:cubicBezTo>
                  <a:close/>
                  <a:moveTo>
                    <a:pt x="13376" y="0"/>
                  </a:moveTo>
                  <a:cubicBezTo>
                    <a:pt x="13014" y="0"/>
                    <a:pt x="12652" y="45"/>
                    <a:pt x="12289" y="91"/>
                  </a:cubicBezTo>
                  <a:cubicBezTo>
                    <a:pt x="11905" y="136"/>
                    <a:pt x="11588" y="294"/>
                    <a:pt x="11497" y="702"/>
                  </a:cubicBezTo>
                  <a:cubicBezTo>
                    <a:pt x="11457" y="1044"/>
                    <a:pt x="11184" y="1279"/>
                    <a:pt x="10853" y="1279"/>
                  </a:cubicBezTo>
                  <a:cubicBezTo>
                    <a:pt x="10812" y="1279"/>
                    <a:pt x="10770" y="1275"/>
                    <a:pt x="10728" y="1267"/>
                  </a:cubicBezTo>
                  <a:cubicBezTo>
                    <a:pt x="10411" y="1267"/>
                    <a:pt x="10094" y="1290"/>
                    <a:pt x="9777" y="1290"/>
                  </a:cubicBezTo>
                  <a:cubicBezTo>
                    <a:pt x="9712" y="1294"/>
                    <a:pt x="9648" y="1296"/>
                    <a:pt x="9586" y="1296"/>
                  </a:cubicBezTo>
                  <a:cubicBezTo>
                    <a:pt x="9240" y="1296"/>
                    <a:pt x="8947" y="1221"/>
                    <a:pt x="8736" y="837"/>
                  </a:cubicBezTo>
                  <a:cubicBezTo>
                    <a:pt x="8568" y="585"/>
                    <a:pt x="8283" y="450"/>
                    <a:pt x="7990" y="450"/>
                  </a:cubicBezTo>
                  <a:cubicBezTo>
                    <a:pt x="7967" y="450"/>
                    <a:pt x="7944" y="451"/>
                    <a:pt x="7921" y="453"/>
                  </a:cubicBezTo>
                  <a:cubicBezTo>
                    <a:pt x="7420" y="438"/>
                    <a:pt x="6918" y="431"/>
                    <a:pt x="6417" y="431"/>
                  </a:cubicBezTo>
                  <a:cubicBezTo>
                    <a:pt x="5334" y="431"/>
                    <a:pt x="4251" y="466"/>
                    <a:pt x="3169" y="543"/>
                  </a:cubicBezTo>
                  <a:cubicBezTo>
                    <a:pt x="2716" y="589"/>
                    <a:pt x="2241" y="656"/>
                    <a:pt x="1969" y="1064"/>
                  </a:cubicBezTo>
                  <a:cubicBezTo>
                    <a:pt x="1780" y="1317"/>
                    <a:pt x="1568" y="1393"/>
                    <a:pt x="1327" y="1393"/>
                  </a:cubicBezTo>
                  <a:cubicBezTo>
                    <a:pt x="1222" y="1393"/>
                    <a:pt x="1112" y="1379"/>
                    <a:pt x="996" y="1358"/>
                  </a:cubicBezTo>
                  <a:cubicBezTo>
                    <a:pt x="892" y="1320"/>
                    <a:pt x="780" y="1302"/>
                    <a:pt x="667" y="1302"/>
                  </a:cubicBezTo>
                  <a:cubicBezTo>
                    <a:pt x="509" y="1302"/>
                    <a:pt x="349" y="1337"/>
                    <a:pt x="204" y="1403"/>
                  </a:cubicBezTo>
                  <a:cubicBezTo>
                    <a:pt x="113" y="1494"/>
                    <a:pt x="45" y="1607"/>
                    <a:pt x="0" y="1720"/>
                  </a:cubicBezTo>
                  <a:cubicBezTo>
                    <a:pt x="0" y="1788"/>
                    <a:pt x="68" y="1901"/>
                    <a:pt x="136" y="1946"/>
                  </a:cubicBezTo>
                  <a:cubicBezTo>
                    <a:pt x="227" y="2037"/>
                    <a:pt x="340" y="2105"/>
                    <a:pt x="475" y="2128"/>
                  </a:cubicBezTo>
                  <a:cubicBezTo>
                    <a:pt x="1403" y="2173"/>
                    <a:pt x="1833" y="2512"/>
                    <a:pt x="1833" y="3531"/>
                  </a:cubicBezTo>
                  <a:cubicBezTo>
                    <a:pt x="1811" y="4368"/>
                    <a:pt x="2263" y="4708"/>
                    <a:pt x="3123" y="4775"/>
                  </a:cubicBezTo>
                  <a:cubicBezTo>
                    <a:pt x="3365" y="4783"/>
                    <a:pt x="3606" y="4786"/>
                    <a:pt x="3848" y="4786"/>
                  </a:cubicBezTo>
                  <a:cubicBezTo>
                    <a:pt x="4330" y="4786"/>
                    <a:pt x="4813" y="4775"/>
                    <a:pt x="5296" y="4775"/>
                  </a:cubicBezTo>
                  <a:lnTo>
                    <a:pt x="5296" y="4798"/>
                  </a:lnTo>
                  <a:lnTo>
                    <a:pt x="6111" y="4798"/>
                  </a:lnTo>
                  <a:cubicBezTo>
                    <a:pt x="6745" y="4753"/>
                    <a:pt x="7378" y="4753"/>
                    <a:pt x="8012" y="4662"/>
                  </a:cubicBezTo>
                  <a:cubicBezTo>
                    <a:pt x="8578" y="4640"/>
                    <a:pt x="9030" y="4187"/>
                    <a:pt x="9076" y="3621"/>
                  </a:cubicBezTo>
                  <a:cubicBezTo>
                    <a:pt x="9098" y="3485"/>
                    <a:pt x="9121" y="3372"/>
                    <a:pt x="9121" y="3236"/>
                  </a:cubicBezTo>
                  <a:cubicBezTo>
                    <a:pt x="9121" y="2467"/>
                    <a:pt x="9098" y="2376"/>
                    <a:pt x="10094" y="2354"/>
                  </a:cubicBezTo>
                  <a:cubicBezTo>
                    <a:pt x="10411" y="2354"/>
                    <a:pt x="10728" y="2354"/>
                    <a:pt x="11045" y="2376"/>
                  </a:cubicBezTo>
                  <a:cubicBezTo>
                    <a:pt x="11226" y="2376"/>
                    <a:pt x="11384" y="2512"/>
                    <a:pt x="11407" y="2693"/>
                  </a:cubicBezTo>
                  <a:cubicBezTo>
                    <a:pt x="11475" y="2920"/>
                    <a:pt x="11497" y="3146"/>
                    <a:pt x="11520" y="3350"/>
                  </a:cubicBezTo>
                  <a:cubicBezTo>
                    <a:pt x="11610" y="3983"/>
                    <a:pt x="11973" y="4278"/>
                    <a:pt x="12606" y="4368"/>
                  </a:cubicBezTo>
                  <a:cubicBezTo>
                    <a:pt x="13085" y="4428"/>
                    <a:pt x="13563" y="4451"/>
                    <a:pt x="14041" y="4451"/>
                  </a:cubicBezTo>
                  <a:cubicBezTo>
                    <a:pt x="15192" y="4451"/>
                    <a:pt x="16344" y="4319"/>
                    <a:pt x="17495" y="4255"/>
                  </a:cubicBezTo>
                  <a:cubicBezTo>
                    <a:pt x="18015" y="4232"/>
                    <a:pt x="18445" y="3825"/>
                    <a:pt x="18468" y="3304"/>
                  </a:cubicBezTo>
                  <a:cubicBezTo>
                    <a:pt x="18513" y="2942"/>
                    <a:pt x="18536" y="2580"/>
                    <a:pt x="18536" y="2241"/>
                  </a:cubicBezTo>
                  <a:cubicBezTo>
                    <a:pt x="18513" y="1856"/>
                    <a:pt x="18717" y="1516"/>
                    <a:pt x="19056" y="1358"/>
                  </a:cubicBezTo>
                  <a:cubicBezTo>
                    <a:pt x="19373" y="1200"/>
                    <a:pt x="19735" y="1086"/>
                    <a:pt x="19916" y="747"/>
                  </a:cubicBezTo>
                  <a:cubicBezTo>
                    <a:pt x="19962" y="634"/>
                    <a:pt x="19962" y="498"/>
                    <a:pt x="19916" y="385"/>
                  </a:cubicBezTo>
                  <a:cubicBezTo>
                    <a:pt x="19894" y="317"/>
                    <a:pt x="19781" y="272"/>
                    <a:pt x="19690" y="249"/>
                  </a:cubicBezTo>
                  <a:cubicBezTo>
                    <a:pt x="19643" y="235"/>
                    <a:pt x="19597" y="229"/>
                    <a:pt x="19553" y="229"/>
                  </a:cubicBezTo>
                  <a:cubicBezTo>
                    <a:pt x="19265" y="229"/>
                    <a:pt x="19034" y="483"/>
                    <a:pt x="18755" y="483"/>
                  </a:cubicBezTo>
                  <a:cubicBezTo>
                    <a:pt x="18727" y="483"/>
                    <a:pt x="18700" y="481"/>
                    <a:pt x="18672" y="475"/>
                  </a:cubicBezTo>
                  <a:cubicBezTo>
                    <a:pt x="18341" y="409"/>
                    <a:pt x="18140" y="22"/>
                    <a:pt x="17754" y="22"/>
                  </a:cubicBezTo>
                  <a:cubicBezTo>
                    <a:pt x="17743" y="22"/>
                    <a:pt x="17732" y="22"/>
                    <a:pt x="17721" y="23"/>
                  </a:cubicBezTo>
                  <a:cubicBezTo>
                    <a:pt x="17685" y="27"/>
                    <a:pt x="17649" y="29"/>
                    <a:pt x="17612" y="29"/>
                  </a:cubicBezTo>
                  <a:cubicBezTo>
                    <a:pt x="17468" y="29"/>
                    <a:pt x="17323" y="0"/>
                    <a:pt x="1717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2957325" y="2137650"/>
              <a:ext cx="286300" cy="262050"/>
            </a:xfrm>
            <a:custGeom>
              <a:avLst/>
              <a:gdLst/>
              <a:ahLst/>
              <a:cxnLst/>
              <a:rect l="l" t="t" r="r" b="b"/>
              <a:pathLst>
                <a:path w="11452" h="10482" extrusionOk="0">
                  <a:moveTo>
                    <a:pt x="3915" y="1"/>
                  </a:moveTo>
                  <a:cubicBezTo>
                    <a:pt x="3285" y="1"/>
                    <a:pt x="2782" y="67"/>
                    <a:pt x="2512" y="221"/>
                  </a:cubicBezTo>
                  <a:cubicBezTo>
                    <a:pt x="1018" y="1081"/>
                    <a:pt x="0" y="9817"/>
                    <a:pt x="837" y="10224"/>
                  </a:cubicBezTo>
                  <a:cubicBezTo>
                    <a:pt x="1189" y="10405"/>
                    <a:pt x="2269" y="10482"/>
                    <a:pt x="3447" y="10482"/>
                  </a:cubicBezTo>
                  <a:cubicBezTo>
                    <a:pt x="5076" y="10482"/>
                    <a:pt x="6891" y="10335"/>
                    <a:pt x="7220" y="10111"/>
                  </a:cubicBezTo>
                  <a:cubicBezTo>
                    <a:pt x="7604" y="9885"/>
                    <a:pt x="7899" y="9545"/>
                    <a:pt x="8057" y="9138"/>
                  </a:cubicBezTo>
                  <a:cubicBezTo>
                    <a:pt x="8193" y="8821"/>
                    <a:pt x="8261" y="8459"/>
                    <a:pt x="8261" y="8097"/>
                  </a:cubicBezTo>
                  <a:cubicBezTo>
                    <a:pt x="9098" y="7780"/>
                    <a:pt x="9596" y="7350"/>
                    <a:pt x="9460" y="6037"/>
                  </a:cubicBezTo>
                  <a:cubicBezTo>
                    <a:pt x="9732" y="5992"/>
                    <a:pt x="10003" y="5879"/>
                    <a:pt x="10252" y="5721"/>
                  </a:cubicBezTo>
                  <a:cubicBezTo>
                    <a:pt x="11339" y="5019"/>
                    <a:pt x="10569" y="3887"/>
                    <a:pt x="10569" y="3887"/>
                  </a:cubicBezTo>
                  <a:cubicBezTo>
                    <a:pt x="10728" y="3729"/>
                    <a:pt x="10863" y="3548"/>
                    <a:pt x="10954" y="3344"/>
                  </a:cubicBezTo>
                  <a:cubicBezTo>
                    <a:pt x="11248" y="2824"/>
                    <a:pt x="11452" y="2032"/>
                    <a:pt x="10524" y="1443"/>
                  </a:cubicBezTo>
                  <a:cubicBezTo>
                    <a:pt x="9397" y="715"/>
                    <a:pt x="5974" y="1"/>
                    <a:pt x="3915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3031425" y="2191075"/>
              <a:ext cx="199750" cy="43775"/>
            </a:xfrm>
            <a:custGeom>
              <a:avLst/>
              <a:gdLst/>
              <a:ahLst/>
              <a:cxnLst/>
              <a:rect l="l" t="t" r="r" b="b"/>
              <a:pathLst>
                <a:path w="7990" h="1751" extrusionOk="0">
                  <a:moveTo>
                    <a:pt x="4133" y="1"/>
                  </a:moveTo>
                  <a:cubicBezTo>
                    <a:pt x="4030" y="1"/>
                    <a:pt x="3928" y="3"/>
                    <a:pt x="3826" y="8"/>
                  </a:cubicBezTo>
                  <a:cubicBezTo>
                    <a:pt x="2739" y="121"/>
                    <a:pt x="91" y="755"/>
                    <a:pt x="1" y="755"/>
                  </a:cubicBezTo>
                  <a:cubicBezTo>
                    <a:pt x="114" y="755"/>
                    <a:pt x="4391" y="823"/>
                    <a:pt x="5297" y="981"/>
                  </a:cubicBezTo>
                  <a:cubicBezTo>
                    <a:pt x="6225" y="1162"/>
                    <a:pt x="7266" y="1434"/>
                    <a:pt x="7605" y="1750"/>
                  </a:cubicBezTo>
                  <a:cubicBezTo>
                    <a:pt x="7764" y="1592"/>
                    <a:pt x="7899" y="1411"/>
                    <a:pt x="7990" y="1207"/>
                  </a:cubicBezTo>
                  <a:cubicBezTo>
                    <a:pt x="6873" y="427"/>
                    <a:pt x="5520" y="1"/>
                    <a:pt x="4133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3043325" y="2262025"/>
              <a:ext cx="170325" cy="26575"/>
            </a:xfrm>
            <a:custGeom>
              <a:avLst/>
              <a:gdLst/>
              <a:ahLst/>
              <a:cxnLst/>
              <a:rect l="l" t="t" r="r" b="b"/>
              <a:pathLst>
                <a:path w="6813" h="1063" extrusionOk="0">
                  <a:moveTo>
                    <a:pt x="3980" y="1"/>
                  </a:moveTo>
                  <a:cubicBezTo>
                    <a:pt x="2336" y="1"/>
                    <a:pt x="77" y="681"/>
                    <a:pt x="0" y="700"/>
                  </a:cubicBezTo>
                  <a:lnTo>
                    <a:pt x="6020" y="1062"/>
                  </a:lnTo>
                  <a:cubicBezTo>
                    <a:pt x="6292" y="1017"/>
                    <a:pt x="6563" y="904"/>
                    <a:pt x="6812" y="746"/>
                  </a:cubicBezTo>
                  <a:cubicBezTo>
                    <a:pt x="6156" y="429"/>
                    <a:pt x="5454" y="202"/>
                    <a:pt x="4753" y="67"/>
                  </a:cubicBezTo>
                  <a:cubicBezTo>
                    <a:pt x="4522" y="21"/>
                    <a:pt x="4260" y="1"/>
                    <a:pt x="398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3056325" y="2340075"/>
              <a:ext cx="107525" cy="26100"/>
            </a:xfrm>
            <a:custGeom>
              <a:avLst/>
              <a:gdLst/>
              <a:ahLst/>
              <a:cxnLst/>
              <a:rect l="l" t="t" r="r" b="b"/>
              <a:pathLst>
                <a:path w="4301" h="1044" extrusionOk="0">
                  <a:moveTo>
                    <a:pt x="4301" y="0"/>
                  </a:moveTo>
                  <a:lnTo>
                    <a:pt x="1" y="407"/>
                  </a:lnTo>
                  <a:cubicBezTo>
                    <a:pt x="1" y="407"/>
                    <a:pt x="2375" y="1043"/>
                    <a:pt x="3964" y="1043"/>
                  </a:cubicBezTo>
                  <a:cubicBezTo>
                    <a:pt x="4016" y="1043"/>
                    <a:pt x="4069" y="1043"/>
                    <a:pt x="4120" y="1041"/>
                  </a:cubicBezTo>
                  <a:cubicBezTo>
                    <a:pt x="4233" y="702"/>
                    <a:pt x="4301" y="362"/>
                    <a:pt x="430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3927100" y="1510600"/>
              <a:ext cx="200325" cy="229950"/>
            </a:xfrm>
            <a:custGeom>
              <a:avLst/>
              <a:gdLst/>
              <a:ahLst/>
              <a:cxnLst/>
              <a:rect l="l" t="t" r="r" b="b"/>
              <a:pathLst>
                <a:path w="8013" h="9198" extrusionOk="0">
                  <a:moveTo>
                    <a:pt x="0" y="0"/>
                  </a:moveTo>
                  <a:lnTo>
                    <a:pt x="0" y="6405"/>
                  </a:lnTo>
                  <a:cubicBezTo>
                    <a:pt x="0" y="6405"/>
                    <a:pt x="181" y="8284"/>
                    <a:pt x="2671" y="8985"/>
                  </a:cubicBezTo>
                  <a:cubicBezTo>
                    <a:pt x="3176" y="9132"/>
                    <a:pt x="3674" y="9197"/>
                    <a:pt x="4150" y="9197"/>
                  </a:cubicBezTo>
                  <a:cubicBezTo>
                    <a:pt x="6021" y="9197"/>
                    <a:pt x="7542" y="8194"/>
                    <a:pt x="7740" y="7220"/>
                  </a:cubicBezTo>
                  <a:cubicBezTo>
                    <a:pt x="8012" y="5885"/>
                    <a:pt x="7854" y="295"/>
                    <a:pt x="7831" y="1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3819025" y="3178025"/>
              <a:ext cx="475875" cy="213875"/>
            </a:xfrm>
            <a:custGeom>
              <a:avLst/>
              <a:gdLst/>
              <a:ahLst/>
              <a:cxnLst/>
              <a:rect l="l" t="t" r="r" b="b"/>
              <a:pathLst>
                <a:path w="19035" h="8555" extrusionOk="0">
                  <a:moveTo>
                    <a:pt x="18287" y="0"/>
                  </a:moveTo>
                  <a:cubicBezTo>
                    <a:pt x="18197" y="23"/>
                    <a:pt x="18106" y="23"/>
                    <a:pt x="18016" y="23"/>
                  </a:cubicBezTo>
                  <a:cubicBezTo>
                    <a:pt x="15820" y="204"/>
                    <a:pt x="13625" y="362"/>
                    <a:pt x="11430" y="521"/>
                  </a:cubicBezTo>
                  <a:cubicBezTo>
                    <a:pt x="9642" y="656"/>
                    <a:pt x="7854" y="815"/>
                    <a:pt x="6089" y="973"/>
                  </a:cubicBezTo>
                  <a:cubicBezTo>
                    <a:pt x="4979" y="1067"/>
                    <a:pt x="3859" y="1118"/>
                    <a:pt x="2743" y="1118"/>
                  </a:cubicBezTo>
                  <a:cubicBezTo>
                    <a:pt x="2242" y="1118"/>
                    <a:pt x="1743" y="1107"/>
                    <a:pt x="1245" y="1086"/>
                  </a:cubicBezTo>
                  <a:cubicBezTo>
                    <a:pt x="974" y="1086"/>
                    <a:pt x="521" y="1064"/>
                    <a:pt x="1" y="1041"/>
                  </a:cubicBezTo>
                  <a:lnTo>
                    <a:pt x="1" y="1041"/>
                  </a:lnTo>
                  <a:lnTo>
                    <a:pt x="680" y="8555"/>
                  </a:lnTo>
                  <a:lnTo>
                    <a:pt x="19034" y="8555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3295100" y="3167275"/>
              <a:ext cx="464550" cy="224625"/>
            </a:xfrm>
            <a:custGeom>
              <a:avLst/>
              <a:gdLst/>
              <a:ahLst/>
              <a:cxnLst/>
              <a:rect l="l" t="t" r="r" b="b"/>
              <a:pathLst>
                <a:path w="18582" h="8985" extrusionOk="0">
                  <a:moveTo>
                    <a:pt x="0" y="0"/>
                  </a:moveTo>
                  <a:lnTo>
                    <a:pt x="204" y="8985"/>
                  </a:lnTo>
                  <a:lnTo>
                    <a:pt x="18581" y="8985"/>
                  </a:lnTo>
                  <a:lnTo>
                    <a:pt x="18400" y="1335"/>
                  </a:lnTo>
                  <a:cubicBezTo>
                    <a:pt x="17721" y="1313"/>
                    <a:pt x="17155" y="1290"/>
                    <a:pt x="16929" y="1267"/>
                  </a:cubicBezTo>
                  <a:cubicBezTo>
                    <a:pt x="15368" y="1222"/>
                    <a:pt x="13806" y="1200"/>
                    <a:pt x="12222" y="1109"/>
                  </a:cubicBezTo>
                  <a:cubicBezTo>
                    <a:pt x="10117" y="1018"/>
                    <a:pt x="8035" y="860"/>
                    <a:pt x="5930" y="724"/>
                  </a:cubicBezTo>
                  <a:cubicBezTo>
                    <a:pt x="3938" y="588"/>
                    <a:pt x="1969" y="340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Medical History</a:t>
            </a:r>
            <a:endParaRPr/>
          </a:p>
        </p:txBody>
      </p:sp>
      <p:sp>
        <p:nvSpPr>
          <p:cNvPr id="654" name="Google Shape;654;p42"/>
          <p:cNvSpPr txBox="1">
            <a:spLocks noGrp="1"/>
          </p:cNvSpPr>
          <p:nvPr>
            <p:ph type="subTitle" idx="1"/>
          </p:nvPr>
        </p:nvSpPr>
        <p:spPr>
          <a:xfrm>
            <a:off x="2765325" y="1424050"/>
            <a:ext cx="2328600" cy="21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52400" algn="l" rtl="0">
              <a:spcBef>
                <a:spcPts val="0"/>
              </a:spcBef>
              <a:spcAft>
                <a:spcPts val="0"/>
              </a:spcAft>
              <a:buSzPts val="900"/>
              <a:buChar char="❏"/>
            </a:pPr>
            <a:r>
              <a:rPr lang="en"/>
              <a:t>Age: 25-35</a:t>
            </a:r>
            <a:endParaRPr/>
          </a:p>
          <a:p>
            <a:pPr marL="179999" lvl="0" indent="-152400" algn="l" rtl="0">
              <a:spcBef>
                <a:spcPts val="0"/>
              </a:spcBef>
              <a:spcAft>
                <a:spcPts val="0"/>
              </a:spcAft>
              <a:buSzPts val="900"/>
              <a:buChar char="❏"/>
            </a:pPr>
            <a:r>
              <a:rPr lang="en"/>
              <a:t>Gender: female</a:t>
            </a:r>
            <a:endParaRPr/>
          </a:p>
          <a:p>
            <a:pPr marL="179999" lvl="0" indent="-152400" algn="l" rtl="0">
              <a:spcBef>
                <a:spcPts val="0"/>
              </a:spcBef>
              <a:spcAft>
                <a:spcPts val="0"/>
              </a:spcAft>
              <a:buSzPts val="900"/>
              <a:buChar char="❏"/>
            </a:pPr>
            <a:r>
              <a:rPr lang="en"/>
              <a:t>Allergies: none</a:t>
            </a:r>
            <a:endParaRPr/>
          </a:p>
          <a:p>
            <a:pPr marL="179999" lvl="0" indent="-152400" algn="l" rtl="0">
              <a:spcBef>
                <a:spcPts val="0"/>
              </a:spcBef>
              <a:spcAft>
                <a:spcPts val="0"/>
              </a:spcAft>
              <a:buSzPts val="900"/>
              <a:buChar char="❏"/>
            </a:pPr>
            <a:r>
              <a:rPr lang="en"/>
              <a:t>Location: Madrid, Spain</a:t>
            </a:r>
            <a:endParaRPr/>
          </a:p>
          <a:p>
            <a:pPr marL="179999" lvl="0" indent="-152400" algn="l" rtl="0">
              <a:spcBef>
                <a:spcPts val="0"/>
              </a:spcBef>
              <a:spcAft>
                <a:spcPts val="0"/>
              </a:spcAft>
              <a:buSzPts val="900"/>
              <a:buChar char="❏"/>
            </a:pPr>
            <a:r>
              <a:rPr lang="en"/>
              <a:t>Habits: unhealthy eating, sedentary lifestyle</a:t>
            </a:r>
            <a:endParaRPr/>
          </a:p>
        </p:txBody>
      </p:sp>
      <p:sp>
        <p:nvSpPr>
          <p:cNvPr id="655" name="Google Shape;655;p42"/>
          <p:cNvSpPr txBox="1">
            <a:spLocks noGrp="1"/>
          </p:cNvSpPr>
          <p:nvPr>
            <p:ph type="subTitle" idx="2"/>
          </p:nvPr>
        </p:nvSpPr>
        <p:spPr>
          <a:xfrm>
            <a:off x="5595175" y="1424050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2XXX</a:t>
            </a:r>
            <a:endParaRPr/>
          </a:p>
        </p:txBody>
      </p:sp>
      <p:sp>
        <p:nvSpPr>
          <p:cNvPr id="656" name="Google Shape;656;p42"/>
          <p:cNvSpPr txBox="1">
            <a:spLocks noGrp="1"/>
          </p:cNvSpPr>
          <p:nvPr>
            <p:ph type="subTitle" idx="3"/>
          </p:nvPr>
        </p:nvSpPr>
        <p:spPr>
          <a:xfrm>
            <a:off x="5595300" y="1781950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by diameter in our Solar System</a:t>
            </a:r>
            <a:endParaRPr/>
          </a:p>
        </p:txBody>
      </p:sp>
      <p:sp>
        <p:nvSpPr>
          <p:cNvPr id="657" name="Google Shape;657;p42"/>
          <p:cNvSpPr/>
          <p:nvPr/>
        </p:nvSpPr>
        <p:spPr>
          <a:xfrm>
            <a:off x="5454475" y="1626550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2"/>
          <p:cNvSpPr/>
          <p:nvPr/>
        </p:nvSpPr>
        <p:spPr>
          <a:xfrm>
            <a:off x="5454475" y="2743527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5454475" y="3860502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0" name="Google Shape;660;p42"/>
          <p:cNvCxnSpPr>
            <a:stCxn id="657" idx="4"/>
            <a:endCxn id="658" idx="0"/>
          </p:cNvCxnSpPr>
          <p:nvPr/>
        </p:nvCxnSpPr>
        <p:spPr>
          <a:xfrm>
            <a:off x="5513425" y="1744450"/>
            <a:ext cx="0" cy="99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42"/>
          <p:cNvCxnSpPr>
            <a:stCxn id="658" idx="4"/>
            <a:endCxn id="659" idx="0"/>
          </p:cNvCxnSpPr>
          <p:nvPr/>
        </p:nvCxnSpPr>
        <p:spPr>
          <a:xfrm>
            <a:off x="5513425" y="2861427"/>
            <a:ext cx="0" cy="99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2" name="Google Shape;662;p42"/>
          <p:cNvCxnSpPr>
            <a:stCxn id="659" idx="4"/>
          </p:cNvCxnSpPr>
          <p:nvPr/>
        </p:nvCxnSpPr>
        <p:spPr>
          <a:xfrm>
            <a:off x="5513425" y="3978402"/>
            <a:ext cx="0" cy="125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3" name="Google Shape;663;p42"/>
          <p:cNvSpPr txBox="1">
            <a:spLocks noGrp="1"/>
          </p:cNvSpPr>
          <p:nvPr>
            <p:ph type="subTitle" idx="4"/>
          </p:nvPr>
        </p:nvSpPr>
        <p:spPr>
          <a:xfrm>
            <a:off x="5595175" y="2548175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2XXX</a:t>
            </a:r>
            <a:endParaRPr/>
          </a:p>
        </p:txBody>
      </p:sp>
      <p:sp>
        <p:nvSpPr>
          <p:cNvPr id="664" name="Google Shape;664;p42"/>
          <p:cNvSpPr txBox="1">
            <a:spLocks noGrp="1"/>
          </p:cNvSpPr>
          <p:nvPr>
            <p:ph type="subTitle" idx="5"/>
          </p:nvPr>
        </p:nvSpPr>
        <p:spPr>
          <a:xfrm>
            <a:off x="5595300" y="2906075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one. It’s a gas giant, composed mostly of hydrogen and helium</a:t>
            </a:r>
            <a:endParaRPr/>
          </a:p>
        </p:txBody>
      </p:sp>
      <p:sp>
        <p:nvSpPr>
          <p:cNvPr id="665" name="Google Shape;665;p42"/>
          <p:cNvSpPr txBox="1">
            <a:spLocks noGrp="1"/>
          </p:cNvSpPr>
          <p:nvPr>
            <p:ph type="subTitle" idx="6"/>
          </p:nvPr>
        </p:nvSpPr>
        <p:spPr>
          <a:xfrm>
            <a:off x="5595175" y="3672300"/>
            <a:ext cx="205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2XXX</a:t>
            </a:r>
            <a:endParaRPr/>
          </a:p>
        </p:txBody>
      </p:sp>
      <p:sp>
        <p:nvSpPr>
          <p:cNvPr id="666" name="Google Shape;666;p42"/>
          <p:cNvSpPr txBox="1">
            <a:spLocks noGrp="1"/>
          </p:cNvSpPr>
          <p:nvPr>
            <p:ph type="subTitle" idx="7"/>
          </p:nvPr>
        </p:nvSpPr>
        <p:spPr>
          <a:xfrm>
            <a:off x="5595300" y="4030200"/>
            <a:ext cx="2055600" cy="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</a:t>
            </a:r>
            <a:endParaRPr/>
          </a:p>
        </p:txBody>
      </p:sp>
      <p:grpSp>
        <p:nvGrpSpPr>
          <p:cNvPr id="667" name="Google Shape;667;p42"/>
          <p:cNvGrpSpPr/>
          <p:nvPr/>
        </p:nvGrpSpPr>
        <p:grpSpPr>
          <a:xfrm>
            <a:off x="788918" y="1280330"/>
            <a:ext cx="1671458" cy="3546280"/>
            <a:chOff x="892205" y="1877744"/>
            <a:chExt cx="2153108" cy="4568183"/>
          </a:xfrm>
        </p:grpSpPr>
        <p:sp>
          <p:nvSpPr>
            <p:cNvPr id="668" name="Google Shape;668;p42"/>
            <p:cNvSpPr/>
            <p:nvPr/>
          </p:nvSpPr>
          <p:spPr>
            <a:xfrm flipH="1">
              <a:off x="2341826" y="2563582"/>
              <a:ext cx="628725" cy="689748"/>
            </a:xfrm>
            <a:custGeom>
              <a:avLst/>
              <a:gdLst/>
              <a:ahLst/>
              <a:cxnLst/>
              <a:rect l="l" t="t" r="r" b="b"/>
              <a:pathLst>
                <a:path w="19617" h="21521" extrusionOk="0">
                  <a:moveTo>
                    <a:pt x="16967" y="1"/>
                  </a:moveTo>
                  <a:cubicBezTo>
                    <a:pt x="16642" y="1"/>
                    <a:pt x="16279" y="47"/>
                    <a:pt x="15874" y="147"/>
                  </a:cubicBezTo>
                  <a:cubicBezTo>
                    <a:pt x="14621" y="448"/>
                    <a:pt x="1" y="17925"/>
                    <a:pt x="134" y="19095"/>
                  </a:cubicBezTo>
                  <a:cubicBezTo>
                    <a:pt x="268" y="20214"/>
                    <a:pt x="936" y="20883"/>
                    <a:pt x="1872" y="21234"/>
                  </a:cubicBezTo>
                  <a:cubicBezTo>
                    <a:pt x="2418" y="21432"/>
                    <a:pt x="3053" y="21520"/>
                    <a:pt x="3725" y="21520"/>
                  </a:cubicBezTo>
                  <a:cubicBezTo>
                    <a:pt x="5831" y="21520"/>
                    <a:pt x="8304" y="20652"/>
                    <a:pt x="9558" y="19563"/>
                  </a:cubicBezTo>
                  <a:cubicBezTo>
                    <a:pt x="9575" y="19546"/>
                    <a:pt x="9591" y="19529"/>
                    <a:pt x="9608" y="19513"/>
                  </a:cubicBezTo>
                  <a:cubicBezTo>
                    <a:pt x="10811" y="18427"/>
                    <a:pt x="13367" y="15118"/>
                    <a:pt x="15523" y="12261"/>
                  </a:cubicBezTo>
                  <a:cubicBezTo>
                    <a:pt x="16358" y="11142"/>
                    <a:pt x="17127" y="10106"/>
                    <a:pt x="17728" y="9270"/>
                  </a:cubicBezTo>
                  <a:cubicBezTo>
                    <a:pt x="18965" y="7583"/>
                    <a:pt x="19616" y="5528"/>
                    <a:pt x="19550" y="3439"/>
                  </a:cubicBezTo>
                  <a:cubicBezTo>
                    <a:pt x="19492" y="1677"/>
                    <a:pt x="18919" y="1"/>
                    <a:pt x="1696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2"/>
            <p:cNvSpPr/>
            <p:nvPr/>
          </p:nvSpPr>
          <p:spPr>
            <a:xfrm flipH="1">
              <a:off x="892205" y="3696614"/>
              <a:ext cx="327231" cy="344377"/>
            </a:xfrm>
            <a:custGeom>
              <a:avLst/>
              <a:gdLst/>
              <a:ahLst/>
              <a:cxnLst/>
              <a:rect l="l" t="t" r="r" b="b"/>
              <a:pathLst>
                <a:path w="10210" h="10745" extrusionOk="0">
                  <a:moveTo>
                    <a:pt x="3225" y="0"/>
                  </a:moveTo>
                  <a:lnTo>
                    <a:pt x="1" y="3292"/>
                  </a:lnTo>
                  <a:lnTo>
                    <a:pt x="3643" y="7319"/>
                  </a:lnTo>
                  <a:lnTo>
                    <a:pt x="3643" y="7302"/>
                  </a:lnTo>
                  <a:cubicBezTo>
                    <a:pt x="4273" y="8678"/>
                    <a:pt x="7222" y="10744"/>
                    <a:pt x="7611" y="10744"/>
                  </a:cubicBezTo>
                  <a:cubicBezTo>
                    <a:pt x="7614" y="10744"/>
                    <a:pt x="7617" y="10744"/>
                    <a:pt x="7620" y="10744"/>
                  </a:cubicBezTo>
                  <a:cubicBezTo>
                    <a:pt x="8255" y="10694"/>
                    <a:pt x="5080" y="8037"/>
                    <a:pt x="5331" y="7903"/>
                  </a:cubicBezTo>
                  <a:cubicBezTo>
                    <a:pt x="5335" y="7901"/>
                    <a:pt x="5341" y="7900"/>
                    <a:pt x="5347" y="7900"/>
                  </a:cubicBezTo>
                  <a:cubicBezTo>
                    <a:pt x="5657" y="7900"/>
                    <a:pt x="7943" y="10518"/>
                    <a:pt x="8498" y="10518"/>
                  </a:cubicBezTo>
                  <a:cubicBezTo>
                    <a:pt x="8537" y="10518"/>
                    <a:pt x="8568" y="10505"/>
                    <a:pt x="8589" y="10477"/>
                  </a:cubicBezTo>
                  <a:cubicBezTo>
                    <a:pt x="8923" y="10025"/>
                    <a:pt x="5982" y="7369"/>
                    <a:pt x="6216" y="7252"/>
                  </a:cubicBezTo>
                  <a:cubicBezTo>
                    <a:pt x="6221" y="7250"/>
                    <a:pt x="6226" y="7249"/>
                    <a:pt x="6233" y="7249"/>
                  </a:cubicBezTo>
                  <a:cubicBezTo>
                    <a:pt x="6533" y="7249"/>
                    <a:pt x="8514" y="9563"/>
                    <a:pt x="8940" y="9825"/>
                  </a:cubicBezTo>
                  <a:cubicBezTo>
                    <a:pt x="9138" y="9952"/>
                    <a:pt x="9324" y="10041"/>
                    <a:pt x="9455" y="10041"/>
                  </a:cubicBezTo>
                  <a:cubicBezTo>
                    <a:pt x="9601" y="10041"/>
                    <a:pt x="9677" y="9931"/>
                    <a:pt x="9625" y="9641"/>
                  </a:cubicBezTo>
                  <a:cubicBezTo>
                    <a:pt x="9541" y="9090"/>
                    <a:pt x="6968" y="6784"/>
                    <a:pt x="7102" y="6567"/>
                  </a:cubicBezTo>
                  <a:cubicBezTo>
                    <a:pt x="7106" y="6559"/>
                    <a:pt x="7114" y="6555"/>
                    <a:pt x="7124" y="6555"/>
                  </a:cubicBezTo>
                  <a:cubicBezTo>
                    <a:pt x="7380" y="6555"/>
                    <a:pt x="9288" y="8932"/>
                    <a:pt x="9853" y="8932"/>
                  </a:cubicBezTo>
                  <a:cubicBezTo>
                    <a:pt x="9920" y="8932"/>
                    <a:pt x="9968" y="8898"/>
                    <a:pt x="9992" y="8822"/>
                  </a:cubicBezTo>
                  <a:cubicBezTo>
                    <a:pt x="10176" y="8254"/>
                    <a:pt x="7002" y="4662"/>
                    <a:pt x="7001" y="4662"/>
                  </a:cubicBezTo>
                  <a:lnTo>
                    <a:pt x="7001" y="4662"/>
                  </a:lnTo>
                  <a:lnTo>
                    <a:pt x="7887" y="5013"/>
                  </a:lnTo>
                  <a:cubicBezTo>
                    <a:pt x="7887" y="5013"/>
                    <a:pt x="9091" y="6202"/>
                    <a:pt x="9634" y="6202"/>
                  </a:cubicBezTo>
                  <a:cubicBezTo>
                    <a:pt x="9674" y="6202"/>
                    <a:pt x="9710" y="6196"/>
                    <a:pt x="9742" y="6182"/>
                  </a:cubicBezTo>
                  <a:cubicBezTo>
                    <a:pt x="10210" y="5982"/>
                    <a:pt x="8956" y="4395"/>
                    <a:pt x="8539" y="4127"/>
                  </a:cubicBezTo>
                  <a:cubicBezTo>
                    <a:pt x="8152" y="3884"/>
                    <a:pt x="7186" y="3234"/>
                    <a:pt x="6065" y="3234"/>
                  </a:cubicBezTo>
                  <a:cubicBezTo>
                    <a:pt x="5879" y="3234"/>
                    <a:pt x="5690" y="3252"/>
                    <a:pt x="5498" y="3292"/>
                  </a:cubicBezTo>
                  <a:lnTo>
                    <a:pt x="3225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2"/>
            <p:cNvSpPr/>
            <p:nvPr/>
          </p:nvSpPr>
          <p:spPr>
            <a:xfrm flipH="1">
              <a:off x="1029827" y="2559512"/>
              <a:ext cx="866504" cy="1334177"/>
            </a:xfrm>
            <a:custGeom>
              <a:avLst/>
              <a:gdLst/>
              <a:ahLst/>
              <a:cxnLst/>
              <a:rect l="l" t="t" r="r" b="b"/>
              <a:pathLst>
                <a:path w="27036" h="41628" extrusionOk="0">
                  <a:moveTo>
                    <a:pt x="4994" y="0"/>
                  </a:moveTo>
                  <a:cubicBezTo>
                    <a:pt x="4279" y="0"/>
                    <a:pt x="3489" y="454"/>
                    <a:pt x="2507" y="1411"/>
                  </a:cubicBezTo>
                  <a:cubicBezTo>
                    <a:pt x="1" y="3833"/>
                    <a:pt x="4145" y="21177"/>
                    <a:pt x="6751" y="25354"/>
                  </a:cubicBezTo>
                  <a:cubicBezTo>
                    <a:pt x="9341" y="29514"/>
                    <a:pt x="21321" y="41628"/>
                    <a:pt x="21321" y="41628"/>
                  </a:cubicBezTo>
                  <a:lnTo>
                    <a:pt x="27035" y="35780"/>
                  </a:lnTo>
                  <a:lnTo>
                    <a:pt x="15523" y="20124"/>
                  </a:lnTo>
                  <a:cubicBezTo>
                    <a:pt x="15523" y="20124"/>
                    <a:pt x="10678" y="7342"/>
                    <a:pt x="8539" y="3633"/>
                  </a:cubicBezTo>
                  <a:cubicBezTo>
                    <a:pt x="7196" y="1293"/>
                    <a:pt x="6202" y="0"/>
                    <a:pt x="499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2"/>
            <p:cNvSpPr/>
            <p:nvPr/>
          </p:nvSpPr>
          <p:spPr>
            <a:xfrm>
              <a:off x="2335726" y="6166387"/>
              <a:ext cx="709587" cy="279540"/>
            </a:xfrm>
            <a:custGeom>
              <a:avLst/>
              <a:gdLst/>
              <a:ahLst/>
              <a:cxnLst/>
              <a:rect l="l" t="t" r="r" b="b"/>
              <a:pathLst>
                <a:path w="22140" h="8722" extrusionOk="0">
                  <a:moveTo>
                    <a:pt x="8338" y="0"/>
                  </a:moveTo>
                  <a:lnTo>
                    <a:pt x="0" y="635"/>
                  </a:lnTo>
                  <a:lnTo>
                    <a:pt x="619" y="4795"/>
                  </a:lnTo>
                  <a:lnTo>
                    <a:pt x="1203" y="8722"/>
                  </a:lnTo>
                  <a:lnTo>
                    <a:pt x="22139" y="8722"/>
                  </a:lnTo>
                  <a:cubicBezTo>
                    <a:pt x="20986" y="7001"/>
                    <a:pt x="19199" y="5798"/>
                    <a:pt x="17160" y="5380"/>
                  </a:cubicBezTo>
                  <a:cubicBezTo>
                    <a:pt x="15656" y="5079"/>
                    <a:pt x="14186" y="4628"/>
                    <a:pt x="12766" y="4027"/>
                  </a:cubicBezTo>
                  <a:cubicBezTo>
                    <a:pt x="8488" y="2189"/>
                    <a:pt x="8338" y="0"/>
                    <a:pt x="8338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2"/>
            <p:cNvSpPr/>
            <p:nvPr/>
          </p:nvSpPr>
          <p:spPr>
            <a:xfrm>
              <a:off x="2355532" y="6295420"/>
              <a:ext cx="689780" cy="150507"/>
            </a:xfrm>
            <a:custGeom>
              <a:avLst/>
              <a:gdLst/>
              <a:ahLst/>
              <a:cxnLst/>
              <a:rect l="l" t="t" r="r" b="b"/>
              <a:pathLst>
                <a:path w="21522" h="4696" extrusionOk="0">
                  <a:moveTo>
                    <a:pt x="12148" y="1"/>
                  </a:moveTo>
                  <a:cubicBezTo>
                    <a:pt x="11329" y="903"/>
                    <a:pt x="10494" y="2006"/>
                    <a:pt x="10093" y="3092"/>
                  </a:cubicBezTo>
                  <a:cubicBezTo>
                    <a:pt x="5063" y="2657"/>
                    <a:pt x="1989" y="1337"/>
                    <a:pt x="1" y="769"/>
                  </a:cubicBezTo>
                  <a:lnTo>
                    <a:pt x="1" y="769"/>
                  </a:lnTo>
                  <a:lnTo>
                    <a:pt x="569" y="4696"/>
                  </a:lnTo>
                  <a:lnTo>
                    <a:pt x="21521" y="4696"/>
                  </a:lnTo>
                  <a:cubicBezTo>
                    <a:pt x="20368" y="2975"/>
                    <a:pt x="18581" y="1772"/>
                    <a:pt x="16542" y="1354"/>
                  </a:cubicBezTo>
                  <a:cubicBezTo>
                    <a:pt x="15038" y="1053"/>
                    <a:pt x="13568" y="602"/>
                    <a:pt x="1214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2"/>
            <p:cNvSpPr/>
            <p:nvPr/>
          </p:nvSpPr>
          <p:spPr>
            <a:xfrm>
              <a:off x="2056185" y="3844397"/>
              <a:ext cx="641577" cy="2492849"/>
            </a:xfrm>
            <a:custGeom>
              <a:avLst/>
              <a:gdLst/>
              <a:ahLst/>
              <a:cxnLst/>
              <a:rect l="l" t="t" r="r" b="b"/>
              <a:pathLst>
                <a:path w="20018" h="77780" extrusionOk="0">
                  <a:moveTo>
                    <a:pt x="13635" y="1"/>
                  </a:moveTo>
                  <a:lnTo>
                    <a:pt x="1" y="151"/>
                  </a:lnTo>
                  <a:lnTo>
                    <a:pt x="452" y="5214"/>
                  </a:lnTo>
                  <a:lnTo>
                    <a:pt x="6868" y="77779"/>
                  </a:lnTo>
                  <a:lnTo>
                    <a:pt x="20017" y="73201"/>
                  </a:lnTo>
                  <a:lnTo>
                    <a:pt x="14086" y="5214"/>
                  </a:lnTo>
                  <a:lnTo>
                    <a:pt x="13635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2"/>
            <p:cNvSpPr/>
            <p:nvPr/>
          </p:nvSpPr>
          <p:spPr>
            <a:xfrm>
              <a:off x="2056185" y="3844397"/>
              <a:ext cx="451456" cy="167109"/>
            </a:xfrm>
            <a:custGeom>
              <a:avLst/>
              <a:gdLst/>
              <a:ahLst/>
              <a:cxnLst/>
              <a:rect l="l" t="t" r="r" b="b"/>
              <a:pathLst>
                <a:path w="14086" h="5214" extrusionOk="0">
                  <a:moveTo>
                    <a:pt x="13635" y="1"/>
                  </a:moveTo>
                  <a:lnTo>
                    <a:pt x="1" y="151"/>
                  </a:lnTo>
                  <a:lnTo>
                    <a:pt x="452" y="5214"/>
                  </a:lnTo>
                  <a:lnTo>
                    <a:pt x="14086" y="5214"/>
                  </a:lnTo>
                  <a:lnTo>
                    <a:pt x="13635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2"/>
            <p:cNvSpPr/>
            <p:nvPr/>
          </p:nvSpPr>
          <p:spPr>
            <a:xfrm>
              <a:off x="1324131" y="6166387"/>
              <a:ext cx="680678" cy="279540"/>
            </a:xfrm>
            <a:custGeom>
              <a:avLst/>
              <a:gdLst/>
              <a:ahLst/>
              <a:cxnLst/>
              <a:rect l="l" t="t" r="r" b="b"/>
              <a:pathLst>
                <a:path w="21238" h="8722" extrusionOk="0">
                  <a:moveTo>
                    <a:pt x="12816" y="0"/>
                  </a:moveTo>
                  <a:cubicBezTo>
                    <a:pt x="12816" y="0"/>
                    <a:pt x="12917" y="2189"/>
                    <a:pt x="8857" y="4027"/>
                  </a:cubicBezTo>
                  <a:cubicBezTo>
                    <a:pt x="7486" y="4628"/>
                    <a:pt x="6066" y="5079"/>
                    <a:pt x="4613" y="5380"/>
                  </a:cubicBezTo>
                  <a:cubicBezTo>
                    <a:pt x="1204" y="6132"/>
                    <a:pt x="1" y="8722"/>
                    <a:pt x="1" y="8722"/>
                  </a:cubicBezTo>
                  <a:lnTo>
                    <a:pt x="20937" y="8722"/>
                  </a:lnTo>
                  <a:lnTo>
                    <a:pt x="21087" y="4795"/>
                  </a:lnTo>
                  <a:lnTo>
                    <a:pt x="21238" y="635"/>
                  </a:lnTo>
                  <a:lnTo>
                    <a:pt x="12816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2"/>
            <p:cNvSpPr/>
            <p:nvPr/>
          </p:nvSpPr>
          <p:spPr>
            <a:xfrm>
              <a:off x="1324131" y="6295420"/>
              <a:ext cx="675870" cy="150507"/>
            </a:xfrm>
            <a:custGeom>
              <a:avLst/>
              <a:gdLst/>
              <a:ahLst/>
              <a:cxnLst/>
              <a:rect l="l" t="t" r="r" b="b"/>
              <a:pathLst>
                <a:path w="21088" h="4696" extrusionOk="0">
                  <a:moveTo>
                    <a:pt x="8857" y="1"/>
                  </a:moveTo>
                  <a:cubicBezTo>
                    <a:pt x="7486" y="602"/>
                    <a:pt x="6066" y="1053"/>
                    <a:pt x="4613" y="1354"/>
                  </a:cubicBezTo>
                  <a:cubicBezTo>
                    <a:pt x="1204" y="2106"/>
                    <a:pt x="1" y="4696"/>
                    <a:pt x="1" y="4696"/>
                  </a:cubicBezTo>
                  <a:lnTo>
                    <a:pt x="20937" y="4696"/>
                  </a:lnTo>
                  <a:lnTo>
                    <a:pt x="21087" y="769"/>
                  </a:lnTo>
                  <a:lnTo>
                    <a:pt x="21087" y="769"/>
                  </a:lnTo>
                  <a:cubicBezTo>
                    <a:pt x="19166" y="1337"/>
                    <a:pt x="16225" y="2657"/>
                    <a:pt x="11246" y="3092"/>
                  </a:cubicBezTo>
                  <a:cubicBezTo>
                    <a:pt x="10728" y="2006"/>
                    <a:pt x="9775" y="903"/>
                    <a:pt x="885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2"/>
            <p:cNvSpPr/>
            <p:nvPr/>
          </p:nvSpPr>
          <p:spPr>
            <a:xfrm>
              <a:off x="1587614" y="3844397"/>
              <a:ext cx="493249" cy="2492849"/>
            </a:xfrm>
            <a:custGeom>
              <a:avLst/>
              <a:gdLst/>
              <a:ahLst/>
              <a:cxnLst/>
              <a:rect l="l" t="t" r="r" b="b"/>
              <a:pathLst>
                <a:path w="15390" h="77780" extrusionOk="0">
                  <a:moveTo>
                    <a:pt x="1" y="1"/>
                  </a:moveTo>
                  <a:lnTo>
                    <a:pt x="118" y="5214"/>
                  </a:lnTo>
                  <a:lnTo>
                    <a:pt x="1738" y="73201"/>
                  </a:lnTo>
                  <a:lnTo>
                    <a:pt x="15389" y="77779"/>
                  </a:lnTo>
                  <a:lnTo>
                    <a:pt x="13768" y="5214"/>
                  </a:lnTo>
                  <a:lnTo>
                    <a:pt x="13651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1587614" y="3844397"/>
              <a:ext cx="441296" cy="167109"/>
            </a:xfrm>
            <a:custGeom>
              <a:avLst/>
              <a:gdLst/>
              <a:ahLst/>
              <a:cxnLst/>
              <a:rect l="l" t="t" r="r" b="b"/>
              <a:pathLst>
                <a:path w="13769" h="5214" extrusionOk="0">
                  <a:moveTo>
                    <a:pt x="1" y="1"/>
                  </a:moveTo>
                  <a:lnTo>
                    <a:pt x="118" y="5214"/>
                  </a:lnTo>
                  <a:lnTo>
                    <a:pt x="13768" y="5214"/>
                  </a:lnTo>
                  <a:lnTo>
                    <a:pt x="13651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2"/>
            <p:cNvSpPr/>
            <p:nvPr/>
          </p:nvSpPr>
          <p:spPr>
            <a:xfrm flipH="1">
              <a:off x="1542307" y="2497591"/>
              <a:ext cx="1020184" cy="1385938"/>
            </a:xfrm>
            <a:custGeom>
              <a:avLst/>
              <a:gdLst/>
              <a:ahLst/>
              <a:cxnLst/>
              <a:rect l="l" t="t" r="r" b="b"/>
              <a:pathLst>
                <a:path w="31831" h="43243" extrusionOk="0">
                  <a:moveTo>
                    <a:pt x="9708" y="1"/>
                  </a:moveTo>
                  <a:cubicBezTo>
                    <a:pt x="9708" y="1"/>
                    <a:pt x="9240" y="68"/>
                    <a:pt x="8522" y="201"/>
                  </a:cubicBezTo>
                  <a:cubicBezTo>
                    <a:pt x="6834" y="519"/>
                    <a:pt x="3877" y="1187"/>
                    <a:pt x="3142" y="2206"/>
                  </a:cubicBezTo>
                  <a:cubicBezTo>
                    <a:pt x="2089" y="3643"/>
                    <a:pt x="5381" y="20051"/>
                    <a:pt x="5381" y="20051"/>
                  </a:cubicBezTo>
                  <a:cubicBezTo>
                    <a:pt x="5381" y="20051"/>
                    <a:pt x="0" y="37846"/>
                    <a:pt x="736" y="43243"/>
                  </a:cubicBezTo>
                  <a:lnTo>
                    <a:pt x="31797" y="43243"/>
                  </a:lnTo>
                  <a:cubicBezTo>
                    <a:pt x="31830" y="42207"/>
                    <a:pt x="31763" y="41187"/>
                    <a:pt x="31596" y="40168"/>
                  </a:cubicBezTo>
                  <a:cubicBezTo>
                    <a:pt x="31329" y="38581"/>
                    <a:pt x="26784" y="23894"/>
                    <a:pt x="25865" y="21438"/>
                  </a:cubicBezTo>
                  <a:cubicBezTo>
                    <a:pt x="27169" y="14688"/>
                    <a:pt x="27570" y="4061"/>
                    <a:pt x="27336" y="2825"/>
                  </a:cubicBezTo>
                  <a:cubicBezTo>
                    <a:pt x="27102" y="1588"/>
                    <a:pt x="24696" y="970"/>
                    <a:pt x="23576" y="736"/>
                  </a:cubicBezTo>
                  <a:cubicBezTo>
                    <a:pt x="23025" y="619"/>
                    <a:pt x="22223" y="502"/>
                    <a:pt x="21538" y="402"/>
                  </a:cubicBezTo>
                  <a:cubicBezTo>
                    <a:pt x="20803" y="302"/>
                    <a:pt x="20201" y="235"/>
                    <a:pt x="20201" y="235"/>
                  </a:cubicBezTo>
                  <a:lnTo>
                    <a:pt x="9708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2"/>
            <p:cNvSpPr/>
            <p:nvPr/>
          </p:nvSpPr>
          <p:spPr>
            <a:xfrm flipH="1">
              <a:off x="1714223" y="3525243"/>
              <a:ext cx="207267" cy="237875"/>
            </a:xfrm>
            <a:custGeom>
              <a:avLst/>
              <a:gdLst/>
              <a:ahLst/>
              <a:cxnLst/>
              <a:rect l="l" t="t" r="r" b="b"/>
              <a:pathLst>
                <a:path w="6467" h="7422" extrusionOk="0">
                  <a:moveTo>
                    <a:pt x="1" y="1"/>
                  </a:moveTo>
                  <a:lnTo>
                    <a:pt x="1" y="5163"/>
                  </a:lnTo>
                  <a:cubicBezTo>
                    <a:pt x="1" y="5163"/>
                    <a:pt x="134" y="6684"/>
                    <a:pt x="2156" y="7252"/>
                  </a:cubicBezTo>
                  <a:cubicBezTo>
                    <a:pt x="2560" y="7370"/>
                    <a:pt x="2959" y="7422"/>
                    <a:pt x="3340" y="7422"/>
                  </a:cubicBezTo>
                  <a:cubicBezTo>
                    <a:pt x="4853" y="7422"/>
                    <a:pt x="6090" y="6602"/>
                    <a:pt x="6250" y="5815"/>
                  </a:cubicBezTo>
                  <a:cubicBezTo>
                    <a:pt x="6467" y="4746"/>
                    <a:pt x="6333" y="251"/>
                    <a:pt x="6316" y="1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2"/>
            <p:cNvSpPr/>
            <p:nvPr/>
          </p:nvSpPr>
          <p:spPr>
            <a:xfrm flipH="1">
              <a:off x="2194043" y="3525243"/>
              <a:ext cx="207267" cy="237875"/>
            </a:xfrm>
            <a:custGeom>
              <a:avLst/>
              <a:gdLst/>
              <a:ahLst/>
              <a:cxnLst/>
              <a:rect l="l" t="t" r="r" b="b"/>
              <a:pathLst>
                <a:path w="6467" h="7422" extrusionOk="0">
                  <a:moveTo>
                    <a:pt x="1" y="1"/>
                  </a:moveTo>
                  <a:lnTo>
                    <a:pt x="1" y="5163"/>
                  </a:lnTo>
                  <a:cubicBezTo>
                    <a:pt x="1" y="5163"/>
                    <a:pt x="151" y="6684"/>
                    <a:pt x="2156" y="7252"/>
                  </a:cubicBezTo>
                  <a:cubicBezTo>
                    <a:pt x="2560" y="7370"/>
                    <a:pt x="2959" y="7422"/>
                    <a:pt x="3340" y="7422"/>
                  </a:cubicBezTo>
                  <a:cubicBezTo>
                    <a:pt x="4853" y="7422"/>
                    <a:pt x="6090" y="6602"/>
                    <a:pt x="6250" y="5815"/>
                  </a:cubicBezTo>
                  <a:cubicBezTo>
                    <a:pt x="6467" y="4746"/>
                    <a:pt x="6333" y="251"/>
                    <a:pt x="6317" y="1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 flipH="1">
              <a:off x="1872197" y="2497591"/>
              <a:ext cx="417195" cy="264060"/>
            </a:xfrm>
            <a:custGeom>
              <a:avLst/>
              <a:gdLst/>
              <a:ahLst/>
              <a:cxnLst/>
              <a:rect l="l" t="t" r="r" b="b"/>
              <a:pathLst>
                <a:path w="13017" h="8239" extrusionOk="0">
                  <a:moveTo>
                    <a:pt x="1187" y="1"/>
                  </a:moveTo>
                  <a:cubicBezTo>
                    <a:pt x="1187" y="1"/>
                    <a:pt x="719" y="68"/>
                    <a:pt x="1" y="201"/>
                  </a:cubicBezTo>
                  <a:cubicBezTo>
                    <a:pt x="268" y="2023"/>
                    <a:pt x="2975" y="7419"/>
                    <a:pt x="6534" y="8238"/>
                  </a:cubicBezTo>
                  <a:cubicBezTo>
                    <a:pt x="10477" y="6668"/>
                    <a:pt x="12716" y="3075"/>
                    <a:pt x="13017" y="402"/>
                  </a:cubicBezTo>
                  <a:cubicBezTo>
                    <a:pt x="12282" y="302"/>
                    <a:pt x="11680" y="235"/>
                    <a:pt x="11680" y="235"/>
                  </a:cubicBezTo>
                  <a:lnTo>
                    <a:pt x="1187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 flipH="1">
              <a:off x="1813289" y="2773927"/>
              <a:ext cx="543568" cy="655487"/>
            </a:xfrm>
            <a:custGeom>
              <a:avLst/>
              <a:gdLst/>
              <a:ahLst/>
              <a:cxnLst/>
              <a:rect l="l" t="t" r="r" b="b"/>
              <a:pathLst>
                <a:path w="16960" h="20452" extrusionOk="0">
                  <a:moveTo>
                    <a:pt x="986" y="0"/>
                  </a:moveTo>
                  <a:cubicBezTo>
                    <a:pt x="435" y="0"/>
                    <a:pt x="1" y="452"/>
                    <a:pt x="17" y="1003"/>
                  </a:cubicBezTo>
                  <a:lnTo>
                    <a:pt x="34" y="1805"/>
                  </a:lnTo>
                  <a:cubicBezTo>
                    <a:pt x="17" y="1889"/>
                    <a:pt x="17" y="1972"/>
                    <a:pt x="17" y="2056"/>
                  </a:cubicBezTo>
                  <a:lnTo>
                    <a:pt x="602" y="19516"/>
                  </a:lnTo>
                  <a:cubicBezTo>
                    <a:pt x="619" y="20051"/>
                    <a:pt x="1053" y="20452"/>
                    <a:pt x="1571" y="20452"/>
                  </a:cubicBezTo>
                  <a:lnTo>
                    <a:pt x="15489" y="20452"/>
                  </a:lnTo>
                  <a:cubicBezTo>
                    <a:pt x="16007" y="20452"/>
                    <a:pt x="16442" y="20034"/>
                    <a:pt x="16459" y="19516"/>
                  </a:cubicBezTo>
                  <a:lnTo>
                    <a:pt x="16943" y="2072"/>
                  </a:lnTo>
                  <a:cubicBezTo>
                    <a:pt x="16943" y="2005"/>
                    <a:pt x="16943" y="1922"/>
                    <a:pt x="16926" y="1855"/>
                  </a:cubicBezTo>
                  <a:lnTo>
                    <a:pt x="16943" y="1020"/>
                  </a:lnTo>
                  <a:cubicBezTo>
                    <a:pt x="16960" y="468"/>
                    <a:pt x="16525" y="17"/>
                    <a:pt x="15974" y="17"/>
                  </a:cubicBezTo>
                  <a:lnTo>
                    <a:pt x="986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 flipH="1">
              <a:off x="1987866" y="2739665"/>
              <a:ext cx="199223" cy="99099"/>
            </a:xfrm>
            <a:custGeom>
              <a:avLst/>
              <a:gdLst/>
              <a:ahLst/>
              <a:cxnLst/>
              <a:rect l="l" t="t" r="r" b="b"/>
              <a:pathLst>
                <a:path w="6216" h="3092" extrusionOk="0">
                  <a:moveTo>
                    <a:pt x="468" y="0"/>
                  </a:moveTo>
                  <a:cubicBezTo>
                    <a:pt x="217" y="0"/>
                    <a:pt x="0" y="217"/>
                    <a:pt x="0" y="485"/>
                  </a:cubicBezTo>
                  <a:lnTo>
                    <a:pt x="0" y="2607"/>
                  </a:lnTo>
                  <a:cubicBezTo>
                    <a:pt x="0" y="2874"/>
                    <a:pt x="217" y="3091"/>
                    <a:pt x="468" y="3091"/>
                  </a:cubicBezTo>
                  <a:lnTo>
                    <a:pt x="5731" y="3091"/>
                  </a:lnTo>
                  <a:cubicBezTo>
                    <a:pt x="5999" y="3091"/>
                    <a:pt x="6216" y="2874"/>
                    <a:pt x="6216" y="2607"/>
                  </a:cubicBezTo>
                  <a:lnTo>
                    <a:pt x="6216" y="485"/>
                  </a:lnTo>
                  <a:cubicBezTo>
                    <a:pt x="6216" y="217"/>
                    <a:pt x="5999" y="0"/>
                    <a:pt x="5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 flipH="1">
              <a:off x="2322019" y="2899178"/>
              <a:ext cx="163904" cy="223100"/>
            </a:xfrm>
            <a:custGeom>
              <a:avLst/>
              <a:gdLst/>
              <a:ahLst/>
              <a:cxnLst/>
              <a:rect l="l" t="t" r="r" b="b"/>
              <a:pathLst>
                <a:path w="5114" h="6961" extrusionOk="0">
                  <a:moveTo>
                    <a:pt x="4226" y="0"/>
                  </a:moveTo>
                  <a:cubicBezTo>
                    <a:pt x="3968" y="0"/>
                    <a:pt x="3709" y="76"/>
                    <a:pt x="3493" y="219"/>
                  </a:cubicBezTo>
                  <a:cubicBezTo>
                    <a:pt x="3042" y="570"/>
                    <a:pt x="953" y="3077"/>
                    <a:pt x="552" y="4129"/>
                  </a:cubicBezTo>
                  <a:cubicBezTo>
                    <a:pt x="151" y="5182"/>
                    <a:pt x="1" y="6418"/>
                    <a:pt x="619" y="6719"/>
                  </a:cubicBezTo>
                  <a:cubicBezTo>
                    <a:pt x="912" y="6870"/>
                    <a:pt x="1251" y="6960"/>
                    <a:pt x="1629" y="6960"/>
                  </a:cubicBezTo>
                  <a:cubicBezTo>
                    <a:pt x="2048" y="6960"/>
                    <a:pt x="2516" y="6849"/>
                    <a:pt x="3025" y="6585"/>
                  </a:cubicBezTo>
                  <a:cubicBezTo>
                    <a:pt x="3994" y="6084"/>
                    <a:pt x="4362" y="4647"/>
                    <a:pt x="4362" y="4597"/>
                  </a:cubicBezTo>
                  <a:cubicBezTo>
                    <a:pt x="4362" y="4547"/>
                    <a:pt x="5114" y="737"/>
                    <a:pt x="5114" y="737"/>
                  </a:cubicBezTo>
                  <a:cubicBezTo>
                    <a:pt x="5114" y="737"/>
                    <a:pt x="4913" y="136"/>
                    <a:pt x="4529" y="36"/>
                  </a:cubicBezTo>
                  <a:cubicBezTo>
                    <a:pt x="4430" y="12"/>
                    <a:pt x="4328" y="0"/>
                    <a:pt x="422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 flipH="1">
              <a:off x="2241157" y="2899883"/>
              <a:ext cx="137655" cy="182909"/>
            </a:xfrm>
            <a:custGeom>
              <a:avLst/>
              <a:gdLst/>
              <a:ahLst/>
              <a:cxnLst/>
              <a:rect l="l" t="t" r="r" b="b"/>
              <a:pathLst>
                <a:path w="4295" h="5707" extrusionOk="0">
                  <a:moveTo>
                    <a:pt x="1282" y="1"/>
                  </a:moveTo>
                  <a:cubicBezTo>
                    <a:pt x="1246" y="1"/>
                    <a:pt x="1214" y="5"/>
                    <a:pt x="1187" y="14"/>
                  </a:cubicBezTo>
                  <a:cubicBezTo>
                    <a:pt x="752" y="164"/>
                    <a:pt x="585" y="749"/>
                    <a:pt x="853" y="916"/>
                  </a:cubicBezTo>
                  <a:cubicBezTo>
                    <a:pt x="602" y="1016"/>
                    <a:pt x="435" y="1250"/>
                    <a:pt x="385" y="1501"/>
                  </a:cubicBezTo>
                  <a:cubicBezTo>
                    <a:pt x="335" y="1785"/>
                    <a:pt x="719" y="2002"/>
                    <a:pt x="719" y="2002"/>
                  </a:cubicBezTo>
                  <a:cubicBezTo>
                    <a:pt x="535" y="2102"/>
                    <a:pt x="351" y="2219"/>
                    <a:pt x="184" y="2370"/>
                  </a:cubicBezTo>
                  <a:cubicBezTo>
                    <a:pt x="51" y="2520"/>
                    <a:pt x="218" y="3121"/>
                    <a:pt x="351" y="3205"/>
                  </a:cubicBezTo>
                  <a:cubicBezTo>
                    <a:pt x="168" y="3656"/>
                    <a:pt x="1" y="3873"/>
                    <a:pt x="67" y="4091"/>
                  </a:cubicBezTo>
                  <a:cubicBezTo>
                    <a:pt x="117" y="4291"/>
                    <a:pt x="1270" y="5310"/>
                    <a:pt x="1638" y="5477"/>
                  </a:cubicBezTo>
                  <a:cubicBezTo>
                    <a:pt x="1872" y="5579"/>
                    <a:pt x="2417" y="5706"/>
                    <a:pt x="2856" y="5706"/>
                  </a:cubicBezTo>
                  <a:cubicBezTo>
                    <a:pt x="3137" y="5706"/>
                    <a:pt x="3374" y="5654"/>
                    <a:pt x="3459" y="5511"/>
                  </a:cubicBezTo>
                  <a:cubicBezTo>
                    <a:pt x="3493" y="5444"/>
                    <a:pt x="3509" y="5377"/>
                    <a:pt x="3509" y="5310"/>
                  </a:cubicBezTo>
                  <a:cubicBezTo>
                    <a:pt x="3476" y="5076"/>
                    <a:pt x="3142" y="4959"/>
                    <a:pt x="2975" y="4909"/>
                  </a:cubicBezTo>
                  <a:cubicBezTo>
                    <a:pt x="2590" y="4675"/>
                    <a:pt x="2206" y="4425"/>
                    <a:pt x="1838" y="4157"/>
                  </a:cubicBezTo>
                  <a:lnTo>
                    <a:pt x="1855" y="4157"/>
                  </a:lnTo>
                  <a:cubicBezTo>
                    <a:pt x="1954" y="4207"/>
                    <a:pt x="2653" y="4611"/>
                    <a:pt x="3114" y="4611"/>
                  </a:cubicBezTo>
                  <a:cubicBezTo>
                    <a:pt x="3277" y="4611"/>
                    <a:pt x="3410" y="4560"/>
                    <a:pt x="3476" y="4425"/>
                  </a:cubicBezTo>
                  <a:cubicBezTo>
                    <a:pt x="3727" y="3873"/>
                    <a:pt x="2741" y="3322"/>
                    <a:pt x="2457" y="3155"/>
                  </a:cubicBezTo>
                  <a:cubicBezTo>
                    <a:pt x="2106" y="2904"/>
                    <a:pt x="1788" y="2637"/>
                    <a:pt x="1488" y="2370"/>
                  </a:cubicBezTo>
                  <a:cubicBezTo>
                    <a:pt x="1516" y="2370"/>
                    <a:pt x="2627" y="2917"/>
                    <a:pt x="3224" y="2917"/>
                  </a:cubicBezTo>
                  <a:cubicBezTo>
                    <a:pt x="3335" y="2917"/>
                    <a:pt x="3427" y="2898"/>
                    <a:pt x="3493" y="2854"/>
                  </a:cubicBezTo>
                  <a:cubicBezTo>
                    <a:pt x="3526" y="2837"/>
                    <a:pt x="3576" y="2787"/>
                    <a:pt x="3593" y="2737"/>
                  </a:cubicBezTo>
                  <a:cubicBezTo>
                    <a:pt x="3727" y="2453"/>
                    <a:pt x="3275" y="2002"/>
                    <a:pt x="3242" y="1985"/>
                  </a:cubicBezTo>
                  <a:cubicBezTo>
                    <a:pt x="3244" y="1985"/>
                    <a:pt x="3247" y="1984"/>
                    <a:pt x="3249" y="1984"/>
                  </a:cubicBezTo>
                  <a:cubicBezTo>
                    <a:pt x="3307" y="1984"/>
                    <a:pt x="3473" y="2110"/>
                    <a:pt x="3687" y="2110"/>
                  </a:cubicBezTo>
                  <a:cubicBezTo>
                    <a:pt x="3762" y="2110"/>
                    <a:pt x="3843" y="2094"/>
                    <a:pt x="3927" y="2052"/>
                  </a:cubicBezTo>
                  <a:cubicBezTo>
                    <a:pt x="4295" y="1902"/>
                    <a:pt x="4295" y="1400"/>
                    <a:pt x="3927" y="1233"/>
                  </a:cubicBezTo>
                  <a:cubicBezTo>
                    <a:pt x="3597" y="1061"/>
                    <a:pt x="1862" y="1"/>
                    <a:pt x="128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 flipH="1">
              <a:off x="2259361" y="2931805"/>
              <a:ext cx="79837" cy="55831"/>
            </a:xfrm>
            <a:custGeom>
              <a:avLst/>
              <a:gdLst/>
              <a:ahLst/>
              <a:cxnLst/>
              <a:rect l="l" t="t" r="r" b="b"/>
              <a:pathLst>
                <a:path w="2491" h="1742" extrusionOk="0">
                  <a:moveTo>
                    <a:pt x="77" y="0"/>
                  </a:moveTo>
                  <a:cubicBezTo>
                    <a:pt x="44" y="0"/>
                    <a:pt x="18" y="7"/>
                    <a:pt x="1" y="20"/>
                  </a:cubicBezTo>
                  <a:cubicBezTo>
                    <a:pt x="385" y="271"/>
                    <a:pt x="1739" y="1106"/>
                    <a:pt x="2357" y="1741"/>
                  </a:cubicBezTo>
                  <a:cubicBezTo>
                    <a:pt x="2491" y="1457"/>
                    <a:pt x="2039" y="1006"/>
                    <a:pt x="2006" y="989"/>
                  </a:cubicBezTo>
                  <a:cubicBezTo>
                    <a:pt x="2006" y="989"/>
                    <a:pt x="487" y="0"/>
                    <a:pt x="7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 flipH="1">
              <a:off x="2266316" y="3009013"/>
              <a:ext cx="91599" cy="61087"/>
            </a:xfrm>
            <a:custGeom>
              <a:avLst/>
              <a:gdLst/>
              <a:ahLst/>
              <a:cxnLst/>
              <a:rect l="l" t="t" r="r" b="b"/>
              <a:pathLst>
                <a:path w="2858" h="1906" extrusionOk="0">
                  <a:moveTo>
                    <a:pt x="0" y="1"/>
                  </a:moveTo>
                  <a:cubicBezTo>
                    <a:pt x="234" y="318"/>
                    <a:pt x="485" y="619"/>
                    <a:pt x="769" y="903"/>
                  </a:cubicBezTo>
                  <a:cubicBezTo>
                    <a:pt x="1153" y="1404"/>
                    <a:pt x="2306" y="1571"/>
                    <a:pt x="2857" y="1905"/>
                  </a:cubicBezTo>
                  <a:cubicBezTo>
                    <a:pt x="2824" y="1671"/>
                    <a:pt x="2490" y="1554"/>
                    <a:pt x="2323" y="1504"/>
                  </a:cubicBezTo>
                  <a:cubicBezTo>
                    <a:pt x="1938" y="1270"/>
                    <a:pt x="1554" y="1020"/>
                    <a:pt x="1186" y="75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 flipH="1">
              <a:off x="2403939" y="3005263"/>
              <a:ext cx="591258" cy="335820"/>
            </a:xfrm>
            <a:custGeom>
              <a:avLst/>
              <a:gdLst/>
              <a:ahLst/>
              <a:cxnLst/>
              <a:rect l="l" t="t" r="r" b="b"/>
              <a:pathLst>
                <a:path w="18448" h="10478" extrusionOk="0">
                  <a:moveTo>
                    <a:pt x="16309" y="1"/>
                  </a:moveTo>
                  <a:cubicBezTo>
                    <a:pt x="16309" y="1"/>
                    <a:pt x="1789" y="2891"/>
                    <a:pt x="903" y="5314"/>
                  </a:cubicBezTo>
                  <a:cubicBezTo>
                    <a:pt x="1" y="7720"/>
                    <a:pt x="1237" y="10410"/>
                    <a:pt x="4212" y="10477"/>
                  </a:cubicBezTo>
                  <a:cubicBezTo>
                    <a:pt x="4234" y="10477"/>
                    <a:pt x="4256" y="10478"/>
                    <a:pt x="4279" y="10478"/>
                  </a:cubicBezTo>
                  <a:cubicBezTo>
                    <a:pt x="7296" y="10478"/>
                    <a:pt x="15628" y="6135"/>
                    <a:pt x="18447" y="4211"/>
                  </a:cubicBezTo>
                  <a:cubicBezTo>
                    <a:pt x="18030" y="3175"/>
                    <a:pt x="16309" y="1"/>
                    <a:pt x="1630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/>
            <p:cNvSpPr/>
            <p:nvPr/>
          </p:nvSpPr>
          <p:spPr>
            <a:xfrm flipH="1">
              <a:off x="1719575" y="1877744"/>
              <a:ext cx="731541" cy="597508"/>
            </a:xfrm>
            <a:custGeom>
              <a:avLst/>
              <a:gdLst/>
              <a:ahLst/>
              <a:cxnLst/>
              <a:rect l="l" t="t" r="r" b="b"/>
              <a:pathLst>
                <a:path w="22825" h="18643" extrusionOk="0">
                  <a:moveTo>
                    <a:pt x="11143" y="1"/>
                  </a:moveTo>
                  <a:cubicBezTo>
                    <a:pt x="8329" y="1"/>
                    <a:pt x="5392" y="1109"/>
                    <a:pt x="4278" y="4821"/>
                  </a:cubicBezTo>
                  <a:cubicBezTo>
                    <a:pt x="3326" y="7979"/>
                    <a:pt x="2457" y="11221"/>
                    <a:pt x="1989" y="13209"/>
                  </a:cubicBezTo>
                  <a:cubicBezTo>
                    <a:pt x="1538" y="15214"/>
                    <a:pt x="1" y="17954"/>
                    <a:pt x="1" y="17954"/>
                  </a:cubicBezTo>
                  <a:cubicBezTo>
                    <a:pt x="1" y="17954"/>
                    <a:pt x="1705" y="18121"/>
                    <a:pt x="2390" y="18171"/>
                  </a:cubicBezTo>
                  <a:cubicBezTo>
                    <a:pt x="3159" y="17002"/>
                    <a:pt x="3810" y="15765"/>
                    <a:pt x="4328" y="14462"/>
                  </a:cubicBezTo>
                  <a:lnTo>
                    <a:pt x="4328" y="14462"/>
                  </a:lnTo>
                  <a:lnTo>
                    <a:pt x="3426" y="18238"/>
                  </a:lnTo>
                  <a:cubicBezTo>
                    <a:pt x="3426" y="18238"/>
                    <a:pt x="6290" y="18643"/>
                    <a:pt x="10754" y="18643"/>
                  </a:cubicBezTo>
                  <a:cubicBezTo>
                    <a:pt x="11002" y="18643"/>
                    <a:pt x="11255" y="18642"/>
                    <a:pt x="11513" y="18639"/>
                  </a:cubicBezTo>
                  <a:cubicBezTo>
                    <a:pt x="16425" y="18572"/>
                    <a:pt x="16709" y="18338"/>
                    <a:pt x="16709" y="18338"/>
                  </a:cubicBezTo>
                  <a:lnTo>
                    <a:pt x="16776" y="15431"/>
                  </a:lnTo>
                  <a:lnTo>
                    <a:pt x="17562" y="18338"/>
                  </a:lnTo>
                  <a:lnTo>
                    <a:pt x="19567" y="18288"/>
                  </a:lnTo>
                  <a:lnTo>
                    <a:pt x="19516" y="15832"/>
                  </a:lnTo>
                  <a:lnTo>
                    <a:pt x="20252" y="18004"/>
                  </a:lnTo>
                  <a:lnTo>
                    <a:pt x="22825" y="17954"/>
                  </a:lnTo>
                  <a:cubicBezTo>
                    <a:pt x="22825" y="17954"/>
                    <a:pt x="20937" y="12407"/>
                    <a:pt x="20419" y="10068"/>
                  </a:cubicBezTo>
                  <a:cubicBezTo>
                    <a:pt x="19901" y="7728"/>
                    <a:pt x="18999" y="3050"/>
                    <a:pt x="16993" y="1580"/>
                  </a:cubicBezTo>
                  <a:cubicBezTo>
                    <a:pt x="16057" y="879"/>
                    <a:pt x="13649" y="1"/>
                    <a:pt x="111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2"/>
            <p:cNvSpPr/>
            <p:nvPr/>
          </p:nvSpPr>
          <p:spPr>
            <a:xfrm flipH="1">
              <a:off x="2186544" y="2068602"/>
              <a:ext cx="144610" cy="145154"/>
            </a:xfrm>
            <a:custGeom>
              <a:avLst/>
              <a:gdLst/>
              <a:ahLst/>
              <a:cxnLst/>
              <a:rect l="l" t="t" r="r" b="b"/>
              <a:pathLst>
                <a:path w="4512" h="4529" extrusionOk="0">
                  <a:moveTo>
                    <a:pt x="1650" y="1"/>
                  </a:moveTo>
                  <a:cubicBezTo>
                    <a:pt x="1487" y="1"/>
                    <a:pt x="1315" y="50"/>
                    <a:pt x="1137" y="169"/>
                  </a:cubicBezTo>
                  <a:cubicBezTo>
                    <a:pt x="1" y="938"/>
                    <a:pt x="869" y="2342"/>
                    <a:pt x="1504" y="2809"/>
                  </a:cubicBezTo>
                  <a:cubicBezTo>
                    <a:pt x="2271" y="3361"/>
                    <a:pt x="2723" y="4528"/>
                    <a:pt x="3289" y="4528"/>
                  </a:cubicBezTo>
                  <a:cubicBezTo>
                    <a:pt x="3426" y="4528"/>
                    <a:pt x="3570" y="4460"/>
                    <a:pt x="3727" y="4296"/>
                  </a:cubicBezTo>
                  <a:cubicBezTo>
                    <a:pt x="4512" y="3444"/>
                    <a:pt x="3092" y="1339"/>
                    <a:pt x="3092" y="1339"/>
                  </a:cubicBezTo>
                  <a:cubicBezTo>
                    <a:pt x="3092" y="1339"/>
                    <a:pt x="2493" y="1"/>
                    <a:pt x="1650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 flipH="1">
              <a:off x="1817039" y="2079307"/>
              <a:ext cx="145154" cy="145154"/>
            </a:xfrm>
            <a:custGeom>
              <a:avLst/>
              <a:gdLst/>
              <a:ahLst/>
              <a:cxnLst/>
              <a:rect l="l" t="t" r="r" b="b"/>
              <a:pathLst>
                <a:path w="4529" h="4529" extrusionOk="0">
                  <a:moveTo>
                    <a:pt x="2863" y="1"/>
                  </a:moveTo>
                  <a:cubicBezTo>
                    <a:pt x="2020" y="1"/>
                    <a:pt x="1421" y="1339"/>
                    <a:pt x="1421" y="1339"/>
                  </a:cubicBezTo>
                  <a:cubicBezTo>
                    <a:pt x="1421" y="1339"/>
                    <a:pt x="1" y="3444"/>
                    <a:pt x="786" y="4297"/>
                  </a:cubicBezTo>
                  <a:cubicBezTo>
                    <a:pt x="943" y="4460"/>
                    <a:pt x="1087" y="4529"/>
                    <a:pt x="1224" y="4529"/>
                  </a:cubicBezTo>
                  <a:cubicBezTo>
                    <a:pt x="1789" y="4529"/>
                    <a:pt x="2242" y="3361"/>
                    <a:pt x="3008" y="2810"/>
                  </a:cubicBezTo>
                  <a:cubicBezTo>
                    <a:pt x="3660" y="2342"/>
                    <a:pt x="4529" y="938"/>
                    <a:pt x="3376" y="170"/>
                  </a:cubicBezTo>
                  <a:cubicBezTo>
                    <a:pt x="3198" y="51"/>
                    <a:pt x="3026" y="1"/>
                    <a:pt x="286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 flipH="1">
              <a:off x="1906459" y="2296253"/>
              <a:ext cx="344890" cy="417740"/>
            </a:xfrm>
            <a:custGeom>
              <a:avLst/>
              <a:gdLst/>
              <a:ahLst/>
              <a:cxnLst/>
              <a:rect l="l" t="t" r="r" b="b"/>
              <a:pathLst>
                <a:path w="10761" h="13034" extrusionOk="0">
                  <a:moveTo>
                    <a:pt x="3258" y="0"/>
                  </a:moveTo>
                  <a:lnTo>
                    <a:pt x="3258" y="0"/>
                  </a:lnTo>
                  <a:cubicBezTo>
                    <a:pt x="3292" y="67"/>
                    <a:pt x="3208" y="3643"/>
                    <a:pt x="2774" y="4629"/>
                  </a:cubicBezTo>
                  <a:cubicBezTo>
                    <a:pt x="2172" y="5965"/>
                    <a:pt x="0" y="6283"/>
                    <a:pt x="0" y="6283"/>
                  </a:cubicBezTo>
                  <a:cubicBezTo>
                    <a:pt x="0" y="6283"/>
                    <a:pt x="2256" y="12415"/>
                    <a:pt x="5531" y="13033"/>
                  </a:cubicBezTo>
                  <a:cubicBezTo>
                    <a:pt x="8221" y="11947"/>
                    <a:pt x="9992" y="8739"/>
                    <a:pt x="10760" y="6533"/>
                  </a:cubicBezTo>
                  <a:cubicBezTo>
                    <a:pt x="8722" y="6249"/>
                    <a:pt x="8171" y="5264"/>
                    <a:pt x="8070" y="4345"/>
                  </a:cubicBezTo>
                  <a:cubicBezTo>
                    <a:pt x="7987" y="3559"/>
                    <a:pt x="7753" y="101"/>
                    <a:pt x="7753" y="101"/>
                  </a:cubicBezTo>
                  <a:lnTo>
                    <a:pt x="3258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 flipH="1">
              <a:off x="1897357" y="1986939"/>
              <a:ext cx="344890" cy="373607"/>
            </a:xfrm>
            <a:custGeom>
              <a:avLst/>
              <a:gdLst/>
              <a:ahLst/>
              <a:cxnLst/>
              <a:rect l="l" t="t" r="r" b="b"/>
              <a:pathLst>
                <a:path w="10761" h="11657" extrusionOk="0">
                  <a:moveTo>
                    <a:pt x="7887" y="0"/>
                  </a:moveTo>
                  <a:cubicBezTo>
                    <a:pt x="7439" y="0"/>
                    <a:pt x="6989" y="131"/>
                    <a:pt x="6600" y="362"/>
                  </a:cubicBezTo>
                  <a:cubicBezTo>
                    <a:pt x="6132" y="629"/>
                    <a:pt x="5731" y="963"/>
                    <a:pt x="5280" y="1247"/>
                  </a:cubicBezTo>
                  <a:cubicBezTo>
                    <a:pt x="4171" y="1943"/>
                    <a:pt x="2895" y="2306"/>
                    <a:pt x="1605" y="2306"/>
                  </a:cubicBezTo>
                  <a:cubicBezTo>
                    <a:pt x="1069" y="2306"/>
                    <a:pt x="530" y="2243"/>
                    <a:pt x="0" y="2116"/>
                  </a:cubicBezTo>
                  <a:lnTo>
                    <a:pt x="0" y="2116"/>
                  </a:lnTo>
                  <a:cubicBezTo>
                    <a:pt x="17" y="2550"/>
                    <a:pt x="17" y="2985"/>
                    <a:pt x="34" y="3419"/>
                  </a:cubicBezTo>
                  <a:cubicBezTo>
                    <a:pt x="67" y="5374"/>
                    <a:pt x="368" y="7413"/>
                    <a:pt x="1437" y="9100"/>
                  </a:cubicBezTo>
                  <a:cubicBezTo>
                    <a:pt x="2740" y="11155"/>
                    <a:pt x="4528" y="11656"/>
                    <a:pt x="5547" y="11656"/>
                  </a:cubicBezTo>
                  <a:cubicBezTo>
                    <a:pt x="6750" y="11656"/>
                    <a:pt x="9441" y="10320"/>
                    <a:pt x="10142" y="7362"/>
                  </a:cubicBezTo>
                  <a:cubicBezTo>
                    <a:pt x="10476" y="5942"/>
                    <a:pt x="10543" y="4489"/>
                    <a:pt x="10761" y="3052"/>
                  </a:cubicBezTo>
                  <a:lnTo>
                    <a:pt x="10761" y="3052"/>
                  </a:lnTo>
                  <a:cubicBezTo>
                    <a:pt x="10682" y="3063"/>
                    <a:pt x="10606" y="3068"/>
                    <a:pt x="10532" y="3068"/>
                  </a:cubicBezTo>
                  <a:cubicBezTo>
                    <a:pt x="9819" y="3068"/>
                    <a:pt x="9307" y="2581"/>
                    <a:pt x="8822" y="2066"/>
                  </a:cubicBezTo>
                  <a:cubicBezTo>
                    <a:pt x="8555" y="1782"/>
                    <a:pt x="8354" y="1448"/>
                    <a:pt x="8238" y="1097"/>
                  </a:cubicBezTo>
                  <a:cubicBezTo>
                    <a:pt x="8221" y="1063"/>
                    <a:pt x="8187" y="896"/>
                    <a:pt x="8154" y="696"/>
                  </a:cubicBezTo>
                  <a:cubicBezTo>
                    <a:pt x="8105" y="388"/>
                    <a:pt x="8057" y="18"/>
                    <a:pt x="8100" y="10"/>
                  </a:cubicBezTo>
                  <a:lnTo>
                    <a:pt x="8100" y="10"/>
                  </a:lnTo>
                  <a:cubicBezTo>
                    <a:pt x="8101" y="10"/>
                    <a:pt x="8102" y="10"/>
                    <a:pt x="8104" y="11"/>
                  </a:cubicBezTo>
                  <a:cubicBezTo>
                    <a:pt x="8103" y="10"/>
                    <a:pt x="8102" y="10"/>
                    <a:pt x="8101" y="10"/>
                  </a:cubicBezTo>
                  <a:cubicBezTo>
                    <a:pt x="8100" y="10"/>
                    <a:pt x="8100" y="10"/>
                    <a:pt x="8100" y="10"/>
                  </a:cubicBezTo>
                  <a:lnTo>
                    <a:pt x="8100" y="10"/>
                  </a:lnTo>
                  <a:cubicBezTo>
                    <a:pt x="8029" y="4"/>
                    <a:pt x="7958" y="0"/>
                    <a:pt x="788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2"/>
            <p:cNvSpPr/>
            <p:nvPr/>
          </p:nvSpPr>
          <p:spPr>
            <a:xfrm flipH="1">
              <a:off x="2114239" y="2108825"/>
              <a:ext cx="34294" cy="34294"/>
            </a:xfrm>
            <a:custGeom>
              <a:avLst/>
              <a:gdLst/>
              <a:ahLst/>
              <a:cxnLst/>
              <a:rect l="l" t="t" r="r" b="b"/>
              <a:pathLst>
                <a:path w="1070" h="1070" extrusionOk="0">
                  <a:moveTo>
                    <a:pt x="535" y="0"/>
                  </a:moveTo>
                  <a:cubicBezTo>
                    <a:pt x="468" y="0"/>
                    <a:pt x="401" y="17"/>
                    <a:pt x="334" y="51"/>
                  </a:cubicBezTo>
                  <a:cubicBezTo>
                    <a:pt x="201" y="101"/>
                    <a:pt x="100" y="218"/>
                    <a:pt x="50" y="351"/>
                  </a:cubicBezTo>
                  <a:cubicBezTo>
                    <a:pt x="17" y="418"/>
                    <a:pt x="0" y="485"/>
                    <a:pt x="17" y="552"/>
                  </a:cubicBezTo>
                  <a:cubicBezTo>
                    <a:pt x="17" y="602"/>
                    <a:pt x="17" y="635"/>
                    <a:pt x="34" y="686"/>
                  </a:cubicBezTo>
                  <a:cubicBezTo>
                    <a:pt x="50" y="786"/>
                    <a:pt x="100" y="853"/>
                    <a:pt x="167" y="919"/>
                  </a:cubicBezTo>
                  <a:cubicBezTo>
                    <a:pt x="217" y="953"/>
                    <a:pt x="251" y="986"/>
                    <a:pt x="284" y="1003"/>
                  </a:cubicBezTo>
                  <a:cubicBezTo>
                    <a:pt x="368" y="1053"/>
                    <a:pt x="468" y="1070"/>
                    <a:pt x="552" y="1070"/>
                  </a:cubicBezTo>
                  <a:cubicBezTo>
                    <a:pt x="702" y="1070"/>
                    <a:pt x="836" y="1003"/>
                    <a:pt x="936" y="903"/>
                  </a:cubicBezTo>
                  <a:cubicBezTo>
                    <a:pt x="1019" y="802"/>
                    <a:pt x="1070" y="669"/>
                    <a:pt x="1070" y="535"/>
                  </a:cubicBezTo>
                  <a:cubicBezTo>
                    <a:pt x="1070" y="485"/>
                    <a:pt x="1070" y="435"/>
                    <a:pt x="1053" y="385"/>
                  </a:cubicBezTo>
                  <a:cubicBezTo>
                    <a:pt x="1036" y="301"/>
                    <a:pt x="986" y="218"/>
                    <a:pt x="919" y="151"/>
                  </a:cubicBezTo>
                  <a:cubicBezTo>
                    <a:pt x="869" y="117"/>
                    <a:pt x="836" y="101"/>
                    <a:pt x="802" y="67"/>
                  </a:cubicBezTo>
                  <a:cubicBezTo>
                    <a:pt x="719" y="34"/>
                    <a:pt x="618" y="0"/>
                    <a:pt x="53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2"/>
            <p:cNvSpPr/>
            <p:nvPr/>
          </p:nvSpPr>
          <p:spPr>
            <a:xfrm flipH="1">
              <a:off x="1995366" y="2110427"/>
              <a:ext cx="34294" cy="33909"/>
            </a:xfrm>
            <a:custGeom>
              <a:avLst/>
              <a:gdLst/>
              <a:ahLst/>
              <a:cxnLst/>
              <a:rect l="l" t="t" r="r" b="b"/>
              <a:pathLst>
                <a:path w="1070" h="1058" extrusionOk="0">
                  <a:moveTo>
                    <a:pt x="518" y="1"/>
                  </a:moveTo>
                  <a:cubicBezTo>
                    <a:pt x="452" y="1"/>
                    <a:pt x="385" y="17"/>
                    <a:pt x="335" y="34"/>
                  </a:cubicBezTo>
                  <a:cubicBezTo>
                    <a:pt x="251" y="67"/>
                    <a:pt x="201" y="101"/>
                    <a:pt x="151" y="151"/>
                  </a:cubicBezTo>
                  <a:cubicBezTo>
                    <a:pt x="101" y="201"/>
                    <a:pt x="67" y="268"/>
                    <a:pt x="34" y="335"/>
                  </a:cubicBezTo>
                  <a:cubicBezTo>
                    <a:pt x="17" y="402"/>
                    <a:pt x="1" y="468"/>
                    <a:pt x="1" y="535"/>
                  </a:cubicBezTo>
                  <a:cubicBezTo>
                    <a:pt x="17" y="585"/>
                    <a:pt x="17" y="636"/>
                    <a:pt x="17" y="669"/>
                  </a:cubicBezTo>
                  <a:cubicBezTo>
                    <a:pt x="51" y="769"/>
                    <a:pt x="101" y="853"/>
                    <a:pt x="168" y="920"/>
                  </a:cubicBezTo>
                  <a:cubicBezTo>
                    <a:pt x="201" y="936"/>
                    <a:pt x="251" y="970"/>
                    <a:pt x="285" y="1003"/>
                  </a:cubicBezTo>
                  <a:cubicBezTo>
                    <a:pt x="353" y="1030"/>
                    <a:pt x="421" y="1058"/>
                    <a:pt x="498" y="1058"/>
                  </a:cubicBezTo>
                  <a:cubicBezTo>
                    <a:pt x="516" y="1058"/>
                    <a:pt x="534" y="1056"/>
                    <a:pt x="552" y="1053"/>
                  </a:cubicBezTo>
                  <a:cubicBezTo>
                    <a:pt x="836" y="1053"/>
                    <a:pt x="1070" y="803"/>
                    <a:pt x="1070" y="519"/>
                  </a:cubicBezTo>
                  <a:cubicBezTo>
                    <a:pt x="1070" y="468"/>
                    <a:pt x="1053" y="418"/>
                    <a:pt x="1053" y="385"/>
                  </a:cubicBezTo>
                  <a:cubicBezTo>
                    <a:pt x="1020" y="285"/>
                    <a:pt x="970" y="201"/>
                    <a:pt x="903" y="134"/>
                  </a:cubicBezTo>
                  <a:lnTo>
                    <a:pt x="786" y="51"/>
                  </a:lnTo>
                  <a:cubicBezTo>
                    <a:pt x="702" y="17"/>
                    <a:pt x="619" y="1"/>
                    <a:pt x="51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 flipH="1">
              <a:off x="2009820" y="2218596"/>
              <a:ext cx="99643" cy="48812"/>
            </a:xfrm>
            <a:custGeom>
              <a:avLst/>
              <a:gdLst/>
              <a:ahLst/>
              <a:cxnLst/>
              <a:rect l="l" t="t" r="r" b="b"/>
              <a:pathLst>
                <a:path w="3109" h="1523" extrusionOk="0">
                  <a:moveTo>
                    <a:pt x="3109" y="1"/>
                  </a:moveTo>
                  <a:cubicBezTo>
                    <a:pt x="3109" y="1"/>
                    <a:pt x="2223" y="552"/>
                    <a:pt x="1321" y="552"/>
                  </a:cubicBezTo>
                  <a:cubicBezTo>
                    <a:pt x="1289" y="553"/>
                    <a:pt x="1257" y="554"/>
                    <a:pt x="1225" y="554"/>
                  </a:cubicBezTo>
                  <a:cubicBezTo>
                    <a:pt x="804" y="554"/>
                    <a:pt x="373" y="452"/>
                    <a:pt x="1" y="235"/>
                  </a:cubicBezTo>
                  <a:lnTo>
                    <a:pt x="1" y="235"/>
                  </a:lnTo>
                  <a:cubicBezTo>
                    <a:pt x="82" y="981"/>
                    <a:pt x="715" y="1523"/>
                    <a:pt x="1455" y="1523"/>
                  </a:cubicBezTo>
                  <a:cubicBezTo>
                    <a:pt x="1477" y="1523"/>
                    <a:pt x="1499" y="1522"/>
                    <a:pt x="1521" y="1521"/>
                  </a:cubicBezTo>
                  <a:cubicBezTo>
                    <a:pt x="2908" y="1521"/>
                    <a:pt x="3109" y="1"/>
                    <a:pt x="3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 flipH="1">
              <a:off x="2061773" y="2073153"/>
              <a:ext cx="38043" cy="127847"/>
            </a:xfrm>
            <a:custGeom>
              <a:avLst/>
              <a:gdLst/>
              <a:ahLst/>
              <a:cxnLst/>
              <a:rect l="l" t="t" r="r" b="b"/>
              <a:pathLst>
                <a:path w="1187" h="3989" extrusionOk="0">
                  <a:moveTo>
                    <a:pt x="675" y="0"/>
                  </a:moveTo>
                  <a:cubicBezTo>
                    <a:pt x="642" y="0"/>
                    <a:pt x="602" y="36"/>
                    <a:pt x="602" y="78"/>
                  </a:cubicBezTo>
                  <a:cubicBezTo>
                    <a:pt x="602" y="562"/>
                    <a:pt x="719" y="1047"/>
                    <a:pt x="702" y="1548"/>
                  </a:cubicBezTo>
                  <a:cubicBezTo>
                    <a:pt x="702" y="1966"/>
                    <a:pt x="619" y="2383"/>
                    <a:pt x="435" y="2751"/>
                  </a:cubicBezTo>
                  <a:cubicBezTo>
                    <a:pt x="301" y="3035"/>
                    <a:pt x="1" y="3302"/>
                    <a:pt x="134" y="3620"/>
                  </a:cubicBezTo>
                  <a:cubicBezTo>
                    <a:pt x="264" y="3905"/>
                    <a:pt x="564" y="3989"/>
                    <a:pt x="849" y="3989"/>
                  </a:cubicBezTo>
                  <a:cubicBezTo>
                    <a:pt x="931" y="3989"/>
                    <a:pt x="1012" y="3982"/>
                    <a:pt x="1087" y="3971"/>
                  </a:cubicBezTo>
                  <a:cubicBezTo>
                    <a:pt x="1187" y="3937"/>
                    <a:pt x="1170" y="3804"/>
                    <a:pt x="1070" y="3787"/>
                  </a:cubicBezTo>
                  <a:cubicBezTo>
                    <a:pt x="1034" y="3787"/>
                    <a:pt x="996" y="3787"/>
                    <a:pt x="958" y="3787"/>
                  </a:cubicBezTo>
                  <a:cubicBezTo>
                    <a:pt x="767" y="3787"/>
                    <a:pt x="558" y="3776"/>
                    <a:pt x="418" y="3636"/>
                  </a:cubicBezTo>
                  <a:cubicBezTo>
                    <a:pt x="268" y="3469"/>
                    <a:pt x="352" y="3319"/>
                    <a:pt x="452" y="3152"/>
                  </a:cubicBezTo>
                  <a:cubicBezTo>
                    <a:pt x="636" y="2868"/>
                    <a:pt x="769" y="2567"/>
                    <a:pt x="836" y="2250"/>
                  </a:cubicBezTo>
                  <a:cubicBezTo>
                    <a:pt x="903" y="1915"/>
                    <a:pt x="936" y="1565"/>
                    <a:pt x="903" y="1230"/>
                  </a:cubicBezTo>
                  <a:cubicBezTo>
                    <a:pt x="903" y="829"/>
                    <a:pt x="836" y="428"/>
                    <a:pt x="719" y="44"/>
                  </a:cubicBezTo>
                  <a:cubicBezTo>
                    <a:pt x="713" y="13"/>
                    <a:pt x="695" y="0"/>
                    <a:pt x="675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 flipH="1">
              <a:off x="1886940" y="2059532"/>
              <a:ext cx="364729" cy="131277"/>
            </a:xfrm>
            <a:custGeom>
              <a:avLst/>
              <a:gdLst/>
              <a:ahLst/>
              <a:cxnLst/>
              <a:rect l="l" t="t" r="r" b="b"/>
              <a:pathLst>
                <a:path w="11380" h="4096" extrusionOk="0">
                  <a:moveTo>
                    <a:pt x="3506" y="552"/>
                  </a:moveTo>
                  <a:cubicBezTo>
                    <a:pt x="3516" y="552"/>
                    <a:pt x="3526" y="552"/>
                    <a:pt x="3536" y="553"/>
                  </a:cubicBezTo>
                  <a:cubicBezTo>
                    <a:pt x="4288" y="569"/>
                    <a:pt x="5023" y="1254"/>
                    <a:pt x="5006" y="2040"/>
                  </a:cubicBezTo>
                  <a:cubicBezTo>
                    <a:pt x="4956" y="2842"/>
                    <a:pt x="4288" y="3460"/>
                    <a:pt x="3486" y="3477"/>
                  </a:cubicBezTo>
                  <a:cubicBezTo>
                    <a:pt x="2684" y="3460"/>
                    <a:pt x="2032" y="2792"/>
                    <a:pt x="2049" y="1990"/>
                  </a:cubicBezTo>
                  <a:cubicBezTo>
                    <a:pt x="2065" y="1198"/>
                    <a:pt x="2717" y="552"/>
                    <a:pt x="3506" y="552"/>
                  </a:cubicBezTo>
                  <a:close/>
                  <a:moveTo>
                    <a:pt x="7782" y="619"/>
                  </a:moveTo>
                  <a:cubicBezTo>
                    <a:pt x="7793" y="619"/>
                    <a:pt x="7803" y="619"/>
                    <a:pt x="7813" y="619"/>
                  </a:cubicBezTo>
                  <a:cubicBezTo>
                    <a:pt x="8615" y="636"/>
                    <a:pt x="9250" y="1305"/>
                    <a:pt x="9250" y="2107"/>
                  </a:cubicBezTo>
                  <a:cubicBezTo>
                    <a:pt x="9234" y="2898"/>
                    <a:pt x="8582" y="3544"/>
                    <a:pt x="7793" y="3544"/>
                  </a:cubicBezTo>
                  <a:cubicBezTo>
                    <a:pt x="7783" y="3544"/>
                    <a:pt x="7773" y="3544"/>
                    <a:pt x="7763" y="3543"/>
                  </a:cubicBezTo>
                  <a:cubicBezTo>
                    <a:pt x="6961" y="3527"/>
                    <a:pt x="6309" y="2875"/>
                    <a:pt x="6326" y="2056"/>
                  </a:cubicBezTo>
                  <a:cubicBezTo>
                    <a:pt x="6343" y="1264"/>
                    <a:pt x="6978" y="619"/>
                    <a:pt x="7782" y="619"/>
                  </a:cubicBezTo>
                  <a:close/>
                  <a:moveTo>
                    <a:pt x="3497" y="1"/>
                  </a:moveTo>
                  <a:cubicBezTo>
                    <a:pt x="2693" y="1"/>
                    <a:pt x="1960" y="515"/>
                    <a:pt x="1664" y="1288"/>
                  </a:cubicBezTo>
                  <a:cubicBezTo>
                    <a:pt x="1247" y="1104"/>
                    <a:pt x="829" y="920"/>
                    <a:pt x="394" y="736"/>
                  </a:cubicBezTo>
                  <a:cubicBezTo>
                    <a:pt x="369" y="728"/>
                    <a:pt x="344" y="725"/>
                    <a:pt x="321" y="725"/>
                  </a:cubicBezTo>
                  <a:cubicBezTo>
                    <a:pt x="102" y="725"/>
                    <a:pt x="1" y="1049"/>
                    <a:pt x="227" y="1154"/>
                  </a:cubicBezTo>
                  <a:cubicBezTo>
                    <a:pt x="662" y="1338"/>
                    <a:pt x="1096" y="1522"/>
                    <a:pt x="1547" y="1706"/>
                  </a:cubicBezTo>
                  <a:cubicBezTo>
                    <a:pt x="1430" y="2290"/>
                    <a:pt x="1597" y="2892"/>
                    <a:pt x="1998" y="3343"/>
                  </a:cubicBezTo>
                  <a:cubicBezTo>
                    <a:pt x="2409" y="3810"/>
                    <a:pt x="2955" y="4024"/>
                    <a:pt x="3494" y="4024"/>
                  </a:cubicBezTo>
                  <a:cubicBezTo>
                    <a:pt x="4402" y="4024"/>
                    <a:pt x="5291" y="3418"/>
                    <a:pt x="5491" y="2391"/>
                  </a:cubicBezTo>
                  <a:cubicBezTo>
                    <a:pt x="5491" y="2290"/>
                    <a:pt x="5570" y="2240"/>
                    <a:pt x="5647" y="2240"/>
                  </a:cubicBezTo>
                  <a:cubicBezTo>
                    <a:pt x="5724" y="2240"/>
                    <a:pt x="5800" y="2290"/>
                    <a:pt x="5791" y="2391"/>
                  </a:cubicBezTo>
                  <a:cubicBezTo>
                    <a:pt x="5963" y="3453"/>
                    <a:pt x="6866" y="4095"/>
                    <a:pt x="7795" y="4095"/>
                  </a:cubicBezTo>
                  <a:cubicBezTo>
                    <a:pt x="8312" y="4095"/>
                    <a:pt x="8838" y="3896"/>
                    <a:pt x="9250" y="3460"/>
                  </a:cubicBezTo>
                  <a:cubicBezTo>
                    <a:pt x="9684" y="3009"/>
                    <a:pt x="9868" y="2357"/>
                    <a:pt x="9735" y="1739"/>
                  </a:cubicBezTo>
                  <a:cubicBezTo>
                    <a:pt x="10202" y="1555"/>
                    <a:pt x="10670" y="1355"/>
                    <a:pt x="11138" y="1154"/>
                  </a:cubicBezTo>
                  <a:cubicBezTo>
                    <a:pt x="11380" y="1049"/>
                    <a:pt x="11267" y="725"/>
                    <a:pt x="11045" y="725"/>
                  </a:cubicBezTo>
                  <a:cubicBezTo>
                    <a:pt x="11022" y="725"/>
                    <a:pt x="10997" y="728"/>
                    <a:pt x="10971" y="736"/>
                  </a:cubicBezTo>
                  <a:cubicBezTo>
                    <a:pt x="10520" y="937"/>
                    <a:pt x="10052" y="1121"/>
                    <a:pt x="9601" y="1321"/>
                  </a:cubicBezTo>
                  <a:cubicBezTo>
                    <a:pt x="9317" y="586"/>
                    <a:pt x="8615" y="102"/>
                    <a:pt x="7813" y="68"/>
                  </a:cubicBezTo>
                  <a:cubicBezTo>
                    <a:pt x="7801" y="68"/>
                    <a:pt x="7790" y="68"/>
                    <a:pt x="7778" y="68"/>
                  </a:cubicBezTo>
                  <a:cubicBezTo>
                    <a:pt x="6840" y="68"/>
                    <a:pt x="6023" y="731"/>
                    <a:pt x="5825" y="1655"/>
                  </a:cubicBezTo>
                  <a:cubicBezTo>
                    <a:pt x="5825" y="1762"/>
                    <a:pt x="5744" y="1816"/>
                    <a:pt x="5662" y="1816"/>
                  </a:cubicBezTo>
                  <a:cubicBezTo>
                    <a:pt x="5577" y="1816"/>
                    <a:pt x="5491" y="1758"/>
                    <a:pt x="5491" y="1639"/>
                  </a:cubicBezTo>
                  <a:cubicBezTo>
                    <a:pt x="5307" y="703"/>
                    <a:pt x="4505" y="18"/>
                    <a:pt x="3536" y="1"/>
                  </a:cubicBezTo>
                  <a:cubicBezTo>
                    <a:pt x="3523" y="1"/>
                    <a:pt x="3510" y="1"/>
                    <a:pt x="349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3"/>
          <p:cNvSpPr/>
          <p:nvPr/>
        </p:nvSpPr>
        <p:spPr>
          <a:xfrm rot="1349557">
            <a:off x="2330795" y="1610955"/>
            <a:ext cx="1039041" cy="1039041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5" name="Google Shape;705;p43"/>
          <p:cNvCxnSpPr/>
          <p:nvPr/>
        </p:nvCxnSpPr>
        <p:spPr>
          <a:xfrm>
            <a:off x="3083850" y="1487575"/>
            <a:ext cx="0" cy="12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6" name="Google Shape;706;p43"/>
          <p:cNvSpPr/>
          <p:nvPr/>
        </p:nvSpPr>
        <p:spPr>
          <a:xfrm rot="1349557">
            <a:off x="4863770" y="1610955"/>
            <a:ext cx="1039041" cy="1039041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7" name="Google Shape;707;p43"/>
          <p:cNvCxnSpPr/>
          <p:nvPr/>
        </p:nvCxnSpPr>
        <p:spPr>
          <a:xfrm>
            <a:off x="5616825" y="1487575"/>
            <a:ext cx="0" cy="12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8" name="Google Shape;708;p43"/>
          <p:cNvSpPr/>
          <p:nvPr/>
        </p:nvSpPr>
        <p:spPr>
          <a:xfrm rot="1349557">
            <a:off x="6003213" y="3332053"/>
            <a:ext cx="1039041" cy="1039041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3"/>
          <p:cNvSpPr/>
          <p:nvPr/>
        </p:nvSpPr>
        <p:spPr>
          <a:xfrm rot="1349557">
            <a:off x="3597213" y="3332053"/>
            <a:ext cx="1039041" cy="1039041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0" name="Google Shape;710;p43"/>
          <p:cNvCxnSpPr/>
          <p:nvPr/>
        </p:nvCxnSpPr>
        <p:spPr>
          <a:xfrm>
            <a:off x="4350268" y="3208673"/>
            <a:ext cx="0" cy="12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1" name="Google Shape;711;p43"/>
          <p:cNvSpPr/>
          <p:nvPr/>
        </p:nvSpPr>
        <p:spPr>
          <a:xfrm rot="1349557">
            <a:off x="1191213" y="3332053"/>
            <a:ext cx="1039041" cy="1039041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2" name="Google Shape;712;p43"/>
          <p:cNvCxnSpPr/>
          <p:nvPr/>
        </p:nvCxnSpPr>
        <p:spPr>
          <a:xfrm>
            <a:off x="1944268" y="3208673"/>
            <a:ext cx="0" cy="12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3" name="Google Shape;713;p43"/>
          <p:cNvCxnSpPr/>
          <p:nvPr/>
        </p:nvCxnSpPr>
        <p:spPr>
          <a:xfrm>
            <a:off x="6756268" y="3208673"/>
            <a:ext cx="0" cy="12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4" name="Google Shape;714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Systems</a:t>
            </a:r>
            <a:endParaRPr/>
          </a:p>
        </p:txBody>
      </p:sp>
      <p:sp>
        <p:nvSpPr>
          <p:cNvPr id="715" name="Google Shape;715;p43"/>
          <p:cNvSpPr txBox="1">
            <a:spLocks noGrp="1"/>
          </p:cNvSpPr>
          <p:nvPr>
            <p:ph type="subTitle" idx="1"/>
          </p:nvPr>
        </p:nvSpPr>
        <p:spPr>
          <a:xfrm>
            <a:off x="3206675" y="170880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716" name="Google Shape;716;p43"/>
          <p:cNvSpPr txBox="1">
            <a:spLocks noGrp="1"/>
          </p:cNvSpPr>
          <p:nvPr>
            <p:ph type="subTitle" idx="2"/>
          </p:nvPr>
        </p:nvSpPr>
        <p:spPr>
          <a:xfrm>
            <a:off x="3206675" y="193822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717" name="Google Shape;717;p43"/>
          <p:cNvSpPr txBox="1">
            <a:spLocks noGrp="1"/>
          </p:cNvSpPr>
          <p:nvPr>
            <p:ph type="title" idx="14"/>
          </p:nvPr>
        </p:nvSpPr>
        <p:spPr>
          <a:xfrm>
            <a:off x="2012325" y="200342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8" name="Google Shape;718;p43"/>
          <p:cNvSpPr txBox="1">
            <a:spLocks noGrp="1"/>
          </p:cNvSpPr>
          <p:nvPr>
            <p:ph type="title" idx="15"/>
          </p:nvPr>
        </p:nvSpPr>
        <p:spPr>
          <a:xfrm>
            <a:off x="4545124" y="200342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9" name="Google Shape;719;p43"/>
          <p:cNvSpPr txBox="1">
            <a:spLocks noGrp="1"/>
          </p:cNvSpPr>
          <p:nvPr>
            <p:ph type="subTitle" idx="3"/>
          </p:nvPr>
        </p:nvSpPr>
        <p:spPr>
          <a:xfrm>
            <a:off x="5739468" y="170880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720" name="Google Shape;720;p43"/>
          <p:cNvSpPr txBox="1">
            <a:spLocks noGrp="1"/>
          </p:cNvSpPr>
          <p:nvPr>
            <p:ph type="subTitle" idx="4"/>
          </p:nvPr>
        </p:nvSpPr>
        <p:spPr>
          <a:xfrm>
            <a:off x="5739475" y="1938300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composed mostly of hydrogen and helium</a:t>
            </a:r>
            <a:endParaRPr/>
          </a:p>
        </p:txBody>
      </p:sp>
      <p:sp>
        <p:nvSpPr>
          <p:cNvPr id="721" name="Google Shape;721;p43"/>
          <p:cNvSpPr txBox="1">
            <a:spLocks noGrp="1"/>
          </p:cNvSpPr>
          <p:nvPr>
            <p:ph type="title" idx="16"/>
          </p:nvPr>
        </p:nvSpPr>
        <p:spPr>
          <a:xfrm>
            <a:off x="5684726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22" name="Google Shape;722;p43"/>
          <p:cNvSpPr txBox="1">
            <a:spLocks noGrp="1"/>
          </p:cNvSpPr>
          <p:nvPr>
            <p:ph type="subTitle" idx="5"/>
          </p:nvPr>
        </p:nvSpPr>
        <p:spPr>
          <a:xfrm>
            <a:off x="6879087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723" name="Google Shape;723;p43"/>
          <p:cNvSpPr txBox="1">
            <a:spLocks noGrp="1"/>
          </p:cNvSpPr>
          <p:nvPr>
            <p:ph type="subTitle" idx="6"/>
          </p:nvPr>
        </p:nvSpPr>
        <p:spPr>
          <a:xfrm>
            <a:off x="6879076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724" name="Google Shape;724;p43"/>
          <p:cNvSpPr txBox="1">
            <a:spLocks noGrp="1"/>
          </p:cNvSpPr>
          <p:nvPr>
            <p:ph type="title" idx="17"/>
          </p:nvPr>
        </p:nvSpPr>
        <p:spPr>
          <a:xfrm>
            <a:off x="3278200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25" name="Google Shape;725;p43"/>
          <p:cNvSpPr txBox="1">
            <a:spLocks noGrp="1"/>
          </p:cNvSpPr>
          <p:nvPr>
            <p:ph type="subTitle" idx="7"/>
          </p:nvPr>
        </p:nvSpPr>
        <p:spPr>
          <a:xfrm>
            <a:off x="4472556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726" name="Google Shape;726;p43"/>
          <p:cNvSpPr txBox="1">
            <a:spLocks noGrp="1"/>
          </p:cNvSpPr>
          <p:nvPr>
            <p:ph type="subTitle" idx="8"/>
          </p:nvPr>
        </p:nvSpPr>
        <p:spPr>
          <a:xfrm>
            <a:off x="4472552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gas giant is the biggest planet in our Solar System</a:t>
            </a:r>
            <a:endParaRPr/>
          </a:p>
        </p:txBody>
      </p:sp>
      <p:sp>
        <p:nvSpPr>
          <p:cNvPr id="727" name="Google Shape;727;p43"/>
          <p:cNvSpPr txBox="1">
            <a:spLocks noGrp="1"/>
          </p:cNvSpPr>
          <p:nvPr>
            <p:ph type="title" idx="18"/>
          </p:nvPr>
        </p:nvSpPr>
        <p:spPr>
          <a:xfrm>
            <a:off x="872625" y="3724675"/>
            <a:ext cx="10716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subTitle" idx="9"/>
          </p:nvPr>
        </p:nvSpPr>
        <p:spPr>
          <a:xfrm>
            <a:off x="2067072" y="3430050"/>
            <a:ext cx="13923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729" name="Google Shape;729;p43"/>
          <p:cNvSpPr txBox="1">
            <a:spLocks noGrp="1"/>
          </p:cNvSpPr>
          <p:nvPr>
            <p:ph type="subTitle" idx="13"/>
          </p:nvPr>
        </p:nvSpPr>
        <p:spPr>
          <a:xfrm>
            <a:off x="2067075" y="3659575"/>
            <a:ext cx="13923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in our Solar System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4"/>
          <p:cNvSpPr/>
          <p:nvPr/>
        </p:nvSpPr>
        <p:spPr>
          <a:xfrm>
            <a:off x="4113082" y="2038099"/>
            <a:ext cx="1032461" cy="1043139"/>
          </a:xfrm>
          <a:custGeom>
            <a:avLst/>
            <a:gdLst/>
            <a:ahLst/>
            <a:cxnLst/>
            <a:rect l="l" t="t" r="r" b="b"/>
            <a:pathLst>
              <a:path w="32199" h="32532" extrusionOk="0">
                <a:moveTo>
                  <a:pt x="13251" y="31296"/>
                </a:moveTo>
                <a:cubicBezTo>
                  <a:pt x="10828" y="30895"/>
                  <a:pt x="8957" y="28973"/>
                  <a:pt x="8589" y="26550"/>
                </a:cubicBezTo>
                <a:cubicBezTo>
                  <a:pt x="8305" y="24646"/>
                  <a:pt x="8756" y="22691"/>
                  <a:pt x="9825" y="21087"/>
                </a:cubicBezTo>
                <a:cubicBezTo>
                  <a:pt x="13017" y="16241"/>
                  <a:pt x="1939" y="20669"/>
                  <a:pt x="970" y="11947"/>
                </a:cubicBezTo>
                <a:cubicBezTo>
                  <a:pt x="1" y="3208"/>
                  <a:pt x="11212" y="0"/>
                  <a:pt x="15256" y="1922"/>
                </a:cubicBezTo>
                <a:cubicBezTo>
                  <a:pt x="19232" y="3810"/>
                  <a:pt x="23410" y="10560"/>
                  <a:pt x="25615" y="11245"/>
                </a:cubicBezTo>
                <a:lnTo>
                  <a:pt x="25682" y="11262"/>
                </a:lnTo>
                <a:cubicBezTo>
                  <a:pt x="29959" y="12565"/>
                  <a:pt x="32198" y="17244"/>
                  <a:pt x="30561" y="21387"/>
                </a:cubicBezTo>
                <a:lnTo>
                  <a:pt x="30461" y="21621"/>
                </a:lnTo>
                <a:cubicBezTo>
                  <a:pt x="27720" y="28488"/>
                  <a:pt x="20552" y="32532"/>
                  <a:pt x="13251" y="31296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4"/>
          <p:cNvSpPr/>
          <p:nvPr/>
        </p:nvSpPr>
        <p:spPr>
          <a:xfrm>
            <a:off x="2534380" y="2080424"/>
            <a:ext cx="919400" cy="942968"/>
          </a:xfrm>
          <a:custGeom>
            <a:avLst/>
            <a:gdLst/>
            <a:ahLst/>
            <a:cxnLst/>
            <a:rect l="l" t="t" r="r" b="b"/>
            <a:pathLst>
              <a:path w="28673" h="29408" extrusionOk="0">
                <a:moveTo>
                  <a:pt x="151" y="11095"/>
                </a:moveTo>
                <a:cubicBezTo>
                  <a:pt x="518" y="13083"/>
                  <a:pt x="2039" y="14721"/>
                  <a:pt x="4077" y="15356"/>
                </a:cubicBezTo>
                <a:cubicBezTo>
                  <a:pt x="6216" y="16024"/>
                  <a:pt x="9591" y="17628"/>
                  <a:pt x="10026" y="21120"/>
                </a:cubicBezTo>
                <a:cubicBezTo>
                  <a:pt x="10226" y="22691"/>
                  <a:pt x="10694" y="23727"/>
                  <a:pt x="11262" y="24395"/>
                </a:cubicBezTo>
                <a:cubicBezTo>
                  <a:pt x="12248" y="25548"/>
                  <a:pt x="14854" y="25364"/>
                  <a:pt x="15523" y="23994"/>
                </a:cubicBezTo>
                <a:cubicBezTo>
                  <a:pt x="16074" y="22808"/>
                  <a:pt x="17812" y="22958"/>
                  <a:pt x="18647" y="24829"/>
                </a:cubicBezTo>
                <a:cubicBezTo>
                  <a:pt x="19048" y="25715"/>
                  <a:pt x="19650" y="29240"/>
                  <a:pt x="21354" y="29307"/>
                </a:cubicBezTo>
                <a:cubicBezTo>
                  <a:pt x="23543" y="29407"/>
                  <a:pt x="28672" y="27302"/>
                  <a:pt x="27169" y="20652"/>
                </a:cubicBezTo>
                <a:cubicBezTo>
                  <a:pt x="26901" y="19466"/>
                  <a:pt x="26400" y="18346"/>
                  <a:pt x="25665" y="17394"/>
                </a:cubicBezTo>
                <a:cubicBezTo>
                  <a:pt x="24161" y="15389"/>
                  <a:pt x="21103" y="10577"/>
                  <a:pt x="21371" y="4963"/>
                </a:cubicBezTo>
                <a:cubicBezTo>
                  <a:pt x="21371" y="4696"/>
                  <a:pt x="21404" y="4411"/>
                  <a:pt x="21454" y="4127"/>
                </a:cubicBezTo>
                <a:cubicBezTo>
                  <a:pt x="21555" y="3409"/>
                  <a:pt x="21605" y="1304"/>
                  <a:pt x="18731" y="669"/>
                </a:cubicBezTo>
                <a:cubicBezTo>
                  <a:pt x="15740" y="0"/>
                  <a:pt x="14470" y="2991"/>
                  <a:pt x="14253" y="3944"/>
                </a:cubicBezTo>
                <a:cubicBezTo>
                  <a:pt x="14220" y="4295"/>
                  <a:pt x="14153" y="4645"/>
                  <a:pt x="14052" y="4980"/>
                </a:cubicBezTo>
                <a:cubicBezTo>
                  <a:pt x="13501" y="6433"/>
                  <a:pt x="12081" y="9742"/>
                  <a:pt x="8873" y="5163"/>
                </a:cubicBezTo>
                <a:cubicBezTo>
                  <a:pt x="6584" y="1922"/>
                  <a:pt x="4245" y="2741"/>
                  <a:pt x="2640" y="4027"/>
                </a:cubicBezTo>
                <a:cubicBezTo>
                  <a:pt x="1153" y="5247"/>
                  <a:pt x="234" y="7001"/>
                  <a:pt x="67" y="8906"/>
                </a:cubicBezTo>
                <a:cubicBezTo>
                  <a:pt x="1" y="9641"/>
                  <a:pt x="34" y="10376"/>
                  <a:pt x="151" y="11095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4"/>
          <p:cNvSpPr/>
          <p:nvPr/>
        </p:nvSpPr>
        <p:spPr>
          <a:xfrm>
            <a:off x="5646361" y="2004334"/>
            <a:ext cx="994945" cy="1022809"/>
          </a:xfrm>
          <a:custGeom>
            <a:avLst/>
            <a:gdLst/>
            <a:ahLst/>
            <a:cxnLst/>
            <a:rect l="l" t="t" r="r" b="b"/>
            <a:pathLst>
              <a:path w="31029" h="31898" extrusionOk="0">
                <a:moveTo>
                  <a:pt x="24646" y="13902"/>
                </a:moveTo>
                <a:cubicBezTo>
                  <a:pt x="28740" y="15022"/>
                  <a:pt x="31029" y="19383"/>
                  <a:pt x="29625" y="23393"/>
                </a:cubicBezTo>
                <a:cubicBezTo>
                  <a:pt x="28171" y="27486"/>
                  <a:pt x="25247" y="31897"/>
                  <a:pt x="19483" y="30477"/>
                </a:cubicBezTo>
                <a:cubicBezTo>
                  <a:pt x="16308" y="29709"/>
                  <a:pt x="19283" y="25381"/>
                  <a:pt x="8472" y="28723"/>
                </a:cubicBezTo>
                <a:cubicBezTo>
                  <a:pt x="3109" y="30377"/>
                  <a:pt x="1404" y="24980"/>
                  <a:pt x="1404" y="24980"/>
                </a:cubicBezTo>
                <a:cubicBezTo>
                  <a:pt x="1404" y="24980"/>
                  <a:pt x="1" y="20034"/>
                  <a:pt x="5431" y="14303"/>
                </a:cubicBezTo>
                <a:cubicBezTo>
                  <a:pt x="6116" y="13518"/>
                  <a:pt x="6417" y="12465"/>
                  <a:pt x="6250" y="11429"/>
                </a:cubicBezTo>
                <a:cubicBezTo>
                  <a:pt x="6049" y="10360"/>
                  <a:pt x="5682" y="9324"/>
                  <a:pt x="5197" y="8338"/>
                </a:cubicBezTo>
                <a:cubicBezTo>
                  <a:pt x="3693" y="5264"/>
                  <a:pt x="6668" y="1"/>
                  <a:pt x="11463" y="1204"/>
                </a:cubicBezTo>
                <a:cubicBezTo>
                  <a:pt x="13451" y="1705"/>
                  <a:pt x="15139" y="3276"/>
                  <a:pt x="16258" y="5481"/>
                </a:cubicBezTo>
                <a:cubicBezTo>
                  <a:pt x="17628" y="8188"/>
                  <a:pt x="15841" y="13618"/>
                  <a:pt x="20285" y="13418"/>
                </a:cubicBezTo>
                <a:cubicBezTo>
                  <a:pt x="21755" y="13351"/>
                  <a:pt x="23226" y="13518"/>
                  <a:pt x="24646" y="13902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4"/>
          <p:cNvSpPr/>
          <p:nvPr/>
        </p:nvSpPr>
        <p:spPr>
          <a:xfrm>
            <a:off x="7142819" y="2054708"/>
            <a:ext cx="1098355" cy="1035122"/>
          </a:xfrm>
          <a:custGeom>
            <a:avLst/>
            <a:gdLst/>
            <a:ahLst/>
            <a:cxnLst/>
            <a:rect l="l" t="t" r="r" b="b"/>
            <a:pathLst>
              <a:path w="34254" h="32282" extrusionOk="0">
                <a:moveTo>
                  <a:pt x="1254" y="13267"/>
                </a:moveTo>
                <a:cubicBezTo>
                  <a:pt x="1655" y="10861"/>
                  <a:pt x="3559" y="8973"/>
                  <a:pt x="5999" y="8605"/>
                </a:cubicBezTo>
                <a:cubicBezTo>
                  <a:pt x="7904" y="8321"/>
                  <a:pt x="9859" y="8772"/>
                  <a:pt x="11479" y="9842"/>
                </a:cubicBezTo>
                <a:cubicBezTo>
                  <a:pt x="16341" y="13050"/>
                  <a:pt x="11897" y="1939"/>
                  <a:pt x="20636" y="970"/>
                </a:cubicBezTo>
                <a:cubicBezTo>
                  <a:pt x="29391" y="0"/>
                  <a:pt x="34253" y="13601"/>
                  <a:pt x="31463" y="16091"/>
                </a:cubicBezTo>
                <a:cubicBezTo>
                  <a:pt x="28689" y="18597"/>
                  <a:pt x="22022" y="23459"/>
                  <a:pt x="21337" y="25681"/>
                </a:cubicBezTo>
                <a:cubicBezTo>
                  <a:pt x="21321" y="25698"/>
                  <a:pt x="21321" y="25715"/>
                  <a:pt x="21321" y="25748"/>
                </a:cubicBezTo>
                <a:cubicBezTo>
                  <a:pt x="20017" y="30026"/>
                  <a:pt x="15322" y="32281"/>
                  <a:pt x="11179" y="30627"/>
                </a:cubicBezTo>
                <a:lnTo>
                  <a:pt x="10945" y="30527"/>
                </a:lnTo>
                <a:cubicBezTo>
                  <a:pt x="4044" y="27770"/>
                  <a:pt x="1" y="20585"/>
                  <a:pt x="1254" y="13267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4"/>
          <p:cNvSpPr/>
          <p:nvPr/>
        </p:nvSpPr>
        <p:spPr>
          <a:xfrm>
            <a:off x="900150" y="2061121"/>
            <a:ext cx="1022809" cy="994945"/>
          </a:xfrm>
          <a:custGeom>
            <a:avLst/>
            <a:gdLst/>
            <a:ahLst/>
            <a:cxnLst/>
            <a:rect l="l" t="t" r="r" b="b"/>
            <a:pathLst>
              <a:path w="31898" h="31029" extrusionOk="0">
                <a:moveTo>
                  <a:pt x="13902" y="6384"/>
                </a:moveTo>
                <a:cubicBezTo>
                  <a:pt x="15021" y="2290"/>
                  <a:pt x="19382" y="1"/>
                  <a:pt x="23392" y="1421"/>
                </a:cubicBezTo>
                <a:cubicBezTo>
                  <a:pt x="27503" y="2858"/>
                  <a:pt x="31897" y="5782"/>
                  <a:pt x="30494" y="11547"/>
                </a:cubicBezTo>
                <a:cubicBezTo>
                  <a:pt x="29708" y="14721"/>
                  <a:pt x="25381" y="11747"/>
                  <a:pt x="28722" y="22557"/>
                </a:cubicBezTo>
                <a:cubicBezTo>
                  <a:pt x="30377" y="27938"/>
                  <a:pt x="24980" y="29625"/>
                  <a:pt x="24980" y="29625"/>
                </a:cubicBezTo>
                <a:cubicBezTo>
                  <a:pt x="24980" y="29625"/>
                  <a:pt x="20034" y="31029"/>
                  <a:pt x="14303" y="25615"/>
                </a:cubicBezTo>
                <a:cubicBezTo>
                  <a:pt x="13518" y="24913"/>
                  <a:pt x="12465" y="24613"/>
                  <a:pt x="11429" y="24796"/>
                </a:cubicBezTo>
                <a:cubicBezTo>
                  <a:pt x="10360" y="24997"/>
                  <a:pt x="9324" y="25348"/>
                  <a:pt x="8355" y="25849"/>
                </a:cubicBezTo>
                <a:cubicBezTo>
                  <a:pt x="5264" y="27336"/>
                  <a:pt x="0" y="24362"/>
                  <a:pt x="1203" y="19567"/>
                </a:cubicBezTo>
                <a:cubicBezTo>
                  <a:pt x="1705" y="17578"/>
                  <a:pt x="3275" y="15891"/>
                  <a:pt x="5481" y="14771"/>
                </a:cubicBezTo>
                <a:cubicBezTo>
                  <a:pt x="8188" y="13418"/>
                  <a:pt x="13618" y="15189"/>
                  <a:pt x="13417" y="10745"/>
                </a:cubicBezTo>
                <a:cubicBezTo>
                  <a:pt x="13351" y="9274"/>
                  <a:pt x="13518" y="7804"/>
                  <a:pt x="13902" y="6384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4"/>
          <p:cNvSpPr/>
          <p:nvPr/>
        </p:nvSpPr>
        <p:spPr>
          <a:xfrm>
            <a:off x="4141650" y="2141550"/>
            <a:ext cx="860700" cy="860400"/>
          </a:xfrm>
          <a:prstGeom prst="arc">
            <a:avLst>
              <a:gd name="adj1" fmla="val 16200000"/>
              <a:gd name="adj2" fmla="val 1108003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44"/>
          <p:cNvGrpSpPr/>
          <p:nvPr/>
        </p:nvGrpSpPr>
        <p:grpSpPr>
          <a:xfrm>
            <a:off x="1151956" y="2337041"/>
            <a:ext cx="493993" cy="476326"/>
            <a:chOff x="947281" y="2337041"/>
            <a:chExt cx="493993" cy="476326"/>
          </a:xfrm>
        </p:grpSpPr>
        <p:sp>
          <p:nvSpPr>
            <p:cNvPr id="741" name="Google Shape;741;p44"/>
            <p:cNvSpPr/>
            <p:nvPr/>
          </p:nvSpPr>
          <p:spPr>
            <a:xfrm>
              <a:off x="1117642" y="2567428"/>
              <a:ext cx="267903" cy="184342"/>
            </a:xfrm>
            <a:custGeom>
              <a:avLst/>
              <a:gdLst/>
              <a:ahLst/>
              <a:cxnLst/>
              <a:rect l="l" t="t" r="r" b="b"/>
              <a:pathLst>
                <a:path w="8355" h="5749" extrusionOk="0">
                  <a:moveTo>
                    <a:pt x="7219" y="0"/>
                  </a:moveTo>
                  <a:cubicBezTo>
                    <a:pt x="6534" y="0"/>
                    <a:pt x="5865" y="117"/>
                    <a:pt x="5230" y="368"/>
                  </a:cubicBezTo>
                  <a:cubicBezTo>
                    <a:pt x="4596" y="602"/>
                    <a:pt x="3927" y="719"/>
                    <a:pt x="3259" y="719"/>
                  </a:cubicBezTo>
                  <a:lnTo>
                    <a:pt x="2123" y="719"/>
                  </a:lnTo>
                  <a:lnTo>
                    <a:pt x="1972" y="1153"/>
                  </a:lnTo>
                  <a:cubicBezTo>
                    <a:pt x="1755" y="1805"/>
                    <a:pt x="1337" y="2356"/>
                    <a:pt x="769" y="2741"/>
                  </a:cubicBezTo>
                  <a:cubicBezTo>
                    <a:pt x="101" y="3192"/>
                    <a:pt x="1" y="4127"/>
                    <a:pt x="569" y="4679"/>
                  </a:cubicBezTo>
                  <a:lnTo>
                    <a:pt x="586" y="4712"/>
                  </a:lnTo>
                  <a:cubicBezTo>
                    <a:pt x="1254" y="5381"/>
                    <a:pt x="2173" y="5748"/>
                    <a:pt x="3125" y="5748"/>
                  </a:cubicBezTo>
                  <a:lnTo>
                    <a:pt x="3510" y="5748"/>
                  </a:lnTo>
                  <a:cubicBezTo>
                    <a:pt x="4462" y="5748"/>
                    <a:pt x="5364" y="5381"/>
                    <a:pt x="6049" y="4712"/>
                  </a:cubicBezTo>
                  <a:lnTo>
                    <a:pt x="7169" y="3593"/>
                  </a:lnTo>
                  <a:cubicBezTo>
                    <a:pt x="7921" y="2824"/>
                    <a:pt x="8355" y="1788"/>
                    <a:pt x="8355" y="719"/>
                  </a:cubicBezTo>
                  <a:lnTo>
                    <a:pt x="8355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4"/>
            <p:cNvSpPr/>
            <p:nvPr/>
          </p:nvSpPr>
          <p:spPr>
            <a:xfrm>
              <a:off x="993359" y="2337041"/>
              <a:ext cx="447916" cy="476326"/>
            </a:xfrm>
            <a:custGeom>
              <a:avLst/>
              <a:gdLst/>
              <a:ahLst/>
              <a:cxnLst/>
              <a:rect l="l" t="t" r="r" b="b"/>
              <a:pathLst>
                <a:path w="13969" h="14855" extrusionOk="0">
                  <a:moveTo>
                    <a:pt x="5280" y="1"/>
                  </a:moveTo>
                  <a:lnTo>
                    <a:pt x="5280" y="953"/>
                  </a:lnTo>
                  <a:cubicBezTo>
                    <a:pt x="5280" y="2023"/>
                    <a:pt x="6132" y="2875"/>
                    <a:pt x="7185" y="2875"/>
                  </a:cubicBezTo>
                  <a:cubicBezTo>
                    <a:pt x="8522" y="2875"/>
                    <a:pt x="9808" y="3359"/>
                    <a:pt x="10811" y="4245"/>
                  </a:cubicBezTo>
                  <a:lnTo>
                    <a:pt x="11479" y="4830"/>
                  </a:lnTo>
                  <a:cubicBezTo>
                    <a:pt x="13300" y="6417"/>
                    <a:pt x="13434" y="9207"/>
                    <a:pt x="11780" y="10962"/>
                  </a:cubicBezTo>
                  <a:lnTo>
                    <a:pt x="10744" y="12064"/>
                  </a:lnTo>
                  <a:cubicBezTo>
                    <a:pt x="9747" y="13123"/>
                    <a:pt x="8404" y="13660"/>
                    <a:pt x="7059" y="13660"/>
                  </a:cubicBezTo>
                  <a:cubicBezTo>
                    <a:pt x="5858" y="13660"/>
                    <a:pt x="4655" y="13232"/>
                    <a:pt x="3693" y="12365"/>
                  </a:cubicBezTo>
                  <a:lnTo>
                    <a:pt x="3309" y="12031"/>
                  </a:lnTo>
                  <a:cubicBezTo>
                    <a:pt x="2921" y="11676"/>
                    <a:pt x="2432" y="11500"/>
                    <a:pt x="1943" y="11500"/>
                  </a:cubicBezTo>
                  <a:cubicBezTo>
                    <a:pt x="1421" y="11500"/>
                    <a:pt x="899" y="11701"/>
                    <a:pt x="502" y="12098"/>
                  </a:cubicBezTo>
                  <a:cubicBezTo>
                    <a:pt x="184" y="12415"/>
                    <a:pt x="0" y="12850"/>
                    <a:pt x="0" y="13301"/>
                  </a:cubicBezTo>
                  <a:lnTo>
                    <a:pt x="0" y="14855"/>
                  </a:lnTo>
                  <a:lnTo>
                    <a:pt x="485" y="14855"/>
                  </a:lnTo>
                  <a:lnTo>
                    <a:pt x="485" y="13301"/>
                  </a:lnTo>
                  <a:cubicBezTo>
                    <a:pt x="485" y="12983"/>
                    <a:pt x="619" y="12666"/>
                    <a:pt x="852" y="12432"/>
                  </a:cubicBezTo>
                  <a:cubicBezTo>
                    <a:pt x="1153" y="12131"/>
                    <a:pt x="1547" y="11980"/>
                    <a:pt x="1943" y="11980"/>
                  </a:cubicBezTo>
                  <a:cubicBezTo>
                    <a:pt x="2316" y="11980"/>
                    <a:pt x="2691" y="12114"/>
                    <a:pt x="2991" y="12382"/>
                  </a:cubicBezTo>
                  <a:lnTo>
                    <a:pt x="3375" y="12716"/>
                  </a:lnTo>
                  <a:cubicBezTo>
                    <a:pt x="4427" y="13665"/>
                    <a:pt x="5748" y="14135"/>
                    <a:pt x="7067" y="14135"/>
                  </a:cubicBezTo>
                  <a:cubicBezTo>
                    <a:pt x="8536" y="14135"/>
                    <a:pt x="10003" y="13552"/>
                    <a:pt x="11095" y="12399"/>
                  </a:cubicBezTo>
                  <a:lnTo>
                    <a:pt x="12131" y="11296"/>
                  </a:lnTo>
                  <a:cubicBezTo>
                    <a:pt x="13969" y="9324"/>
                    <a:pt x="13818" y="6233"/>
                    <a:pt x="11797" y="4462"/>
                  </a:cubicBezTo>
                  <a:lnTo>
                    <a:pt x="11128" y="3877"/>
                  </a:lnTo>
                  <a:cubicBezTo>
                    <a:pt x="10042" y="2925"/>
                    <a:pt x="8639" y="2390"/>
                    <a:pt x="7185" y="2390"/>
                  </a:cubicBezTo>
                  <a:cubicBezTo>
                    <a:pt x="6400" y="2390"/>
                    <a:pt x="5748" y="1755"/>
                    <a:pt x="5748" y="953"/>
                  </a:cubicBezTo>
                  <a:lnTo>
                    <a:pt x="574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4"/>
            <p:cNvSpPr/>
            <p:nvPr/>
          </p:nvSpPr>
          <p:spPr>
            <a:xfrm>
              <a:off x="947281" y="2337041"/>
              <a:ext cx="307567" cy="476326"/>
            </a:xfrm>
            <a:custGeom>
              <a:avLst/>
              <a:gdLst/>
              <a:ahLst/>
              <a:cxnLst/>
              <a:rect l="l" t="t" r="r" b="b"/>
              <a:pathLst>
                <a:path w="9592" h="14855" extrusionOk="0">
                  <a:moveTo>
                    <a:pt x="5280" y="1"/>
                  </a:moveTo>
                  <a:lnTo>
                    <a:pt x="5280" y="1705"/>
                  </a:lnTo>
                  <a:cubicBezTo>
                    <a:pt x="5280" y="2373"/>
                    <a:pt x="5564" y="2992"/>
                    <a:pt x="6082" y="3426"/>
                  </a:cubicBezTo>
                  <a:cubicBezTo>
                    <a:pt x="6483" y="3760"/>
                    <a:pt x="6717" y="4245"/>
                    <a:pt x="6717" y="4763"/>
                  </a:cubicBezTo>
                  <a:lnTo>
                    <a:pt x="6717" y="5364"/>
                  </a:lnTo>
                  <a:cubicBezTo>
                    <a:pt x="6400" y="5799"/>
                    <a:pt x="6233" y="6317"/>
                    <a:pt x="6233" y="6835"/>
                  </a:cubicBezTo>
                  <a:lnTo>
                    <a:pt x="6233" y="7002"/>
                  </a:lnTo>
                  <a:cubicBezTo>
                    <a:pt x="6233" y="7536"/>
                    <a:pt x="6049" y="8054"/>
                    <a:pt x="5731" y="8455"/>
                  </a:cubicBezTo>
                  <a:lnTo>
                    <a:pt x="5163" y="9174"/>
                  </a:lnTo>
                  <a:cubicBezTo>
                    <a:pt x="4712" y="9742"/>
                    <a:pt x="4027" y="10059"/>
                    <a:pt x="3292" y="10059"/>
                  </a:cubicBezTo>
                  <a:cubicBezTo>
                    <a:pt x="2657" y="10059"/>
                    <a:pt x="2039" y="10277"/>
                    <a:pt x="1538" y="10661"/>
                  </a:cubicBezTo>
                  <a:lnTo>
                    <a:pt x="1203" y="10928"/>
                  </a:lnTo>
                  <a:cubicBezTo>
                    <a:pt x="452" y="11513"/>
                    <a:pt x="0" y="12415"/>
                    <a:pt x="0" y="13384"/>
                  </a:cubicBezTo>
                  <a:lnTo>
                    <a:pt x="0" y="14855"/>
                  </a:lnTo>
                  <a:lnTo>
                    <a:pt x="485" y="14855"/>
                  </a:lnTo>
                  <a:lnTo>
                    <a:pt x="485" y="13384"/>
                  </a:lnTo>
                  <a:cubicBezTo>
                    <a:pt x="485" y="12566"/>
                    <a:pt x="853" y="11797"/>
                    <a:pt x="1504" y="11312"/>
                  </a:cubicBezTo>
                  <a:lnTo>
                    <a:pt x="1838" y="11045"/>
                  </a:lnTo>
                  <a:cubicBezTo>
                    <a:pt x="2256" y="10711"/>
                    <a:pt x="2774" y="10544"/>
                    <a:pt x="3292" y="10544"/>
                  </a:cubicBezTo>
                  <a:cubicBezTo>
                    <a:pt x="4161" y="10544"/>
                    <a:pt x="4996" y="10143"/>
                    <a:pt x="5531" y="9475"/>
                  </a:cubicBezTo>
                  <a:lnTo>
                    <a:pt x="6099" y="8756"/>
                  </a:lnTo>
                  <a:cubicBezTo>
                    <a:pt x="6500" y="8255"/>
                    <a:pt x="6717" y="7637"/>
                    <a:pt x="6717" y="7002"/>
                  </a:cubicBezTo>
                  <a:lnTo>
                    <a:pt x="6717" y="6835"/>
                  </a:lnTo>
                  <a:cubicBezTo>
                    <a:pt x="6717" y="5715"/>
                    <a:pt x="7619" y="4796"/>
                    <a:pt x="8756" y="4796"/>
                  </a:cubicBezTo>
                  <a:lnTo>
                    <a:pt x="9591" y="4796"/>
                  </a:lnTo>
                  <a:lnTo>
                    <a:pt x="9591" y="4312"/>
                  </a:lnTo>
                  <a:lnTo>
                    <a:pt x="8756" y="4312"/>
                  </a:lnTo>
                  <a:cubicBezTo>
                    <a:pt x="8321" y="4312"/>
                    <a:pt x="7887" y="4429"/>
                    <a:pt x="7503" y="4646"/>
                  </a:cubicBezTo>
                  <a:cubicBezTo>
                    <a:pt x="7402" y="4713"/>
                    <a:pt x="7285" y="4779"/>
                    <a:pt x="7185" y="4863"/>
                  </a:cubicBezTo>
                  <a:lnTo>
                    <a:pt x="7185" y="4763"/>
                  </a:lnTo>
                  <a:cubicBezTo>
                    <a:pt x="7185" y="4111"/>
                    <a:pt x="6901" y="3476"/>
                    <a:pt x="6383" y="3058"/>
                  </a:cubicBezTo>
                  <a:cubicBezTo>
                    <a:pt x="5982" y="2724"/>
                    <a:pt x="5748" y="2223"/>
                    <a:pt x="5748" y="1705"/>
                  </a:cubicBezTo>
                  <a:lnTo>
                    <a:pt x="574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4"/>
            <p:cNvSpPr/>
            <p:nvPr/>
          </p:nvSpPr>
          <p:spPr>
            <a:xfrm>
              <a:off x="1109081" y="2559924"/>
              <a:ext cx="283968" cy="199861"/>
            </a:xfrm>
            <a:custGeom>
              <a:avLst/>
              <a:gdLst/>
              <a:ahLst/>
              <a:cxnLst/>
              <a:rect l="l" t="t" r="r" b="b"/>
              <a:pathLst>
                <a:path w="8856" h="6233" extrusionOk="0">
                  <a:moveTo>
                    <a:pt x="7363" y="484"/>
                  </a:moveTo>
                  <a:cubicBezTo>
                    <a:pt x="7404" y="484"/>
                    <a:pt x="7445" y="484"/>
                    <a:pt x="7486" y="485"/>
                  </a:cubicBezTo>
                  <a:lnTo>
                    <a:pt x="8371" y="485"/>
                  </a:lnTo>
                  <a:lnTo>
                    <a:pt x="8371" y="953"/>
                  </a:lnTo>
                  <a:cubicBezTo>
                    <a:pt x="8371" y="1972"/>
                    <a:pt x="7970" y="2941"/>
                    <a:pt x="7252" y="3660"/>
                  </a:cubicBezTo>
                  <a:lnTo>
                    <a:pt x="6132" y="4762"/>
                  </a:lnTo>
                  <a:cubicBezTo>
                    <a:pt x="5514" y="5397"/>
                    <a:pt x="4662" y="5748"/>
                    <a:pt x="3777" y="5748"/>
                  </a:cubicBezTo>
                  <a:lnTo>
                    <a:pt x="3392" y="5748"/>
                  </a:lnTo>
                  <a:cubicBezTo>
                    <a:pt x="2507" y="5748"/>
                    <a:pt x="1655" y="5397"/>
                    <a:pt x="1020" y="4762"/>
                  </a:cubicBezTo>
                  <a:lnTo>
                    <a:pt x="1003" y="4746"/>
                  </a:lnTo>
                  <a:cubicBezTo>
                    <a:pt x="552" y="4295"/>
                    <a:pt x="635" y="3543"/>
                    <a:pt x="1170" y="3175"/>
                  </a:cubicBezTo>
                  <a:cubicBezTo>
                    <a:pt x="1771" y="2774"/>
                    <a:pt x="2239" y="2173"/>
                    <a:pt x="2473" y="1471"/>
                  </a:cubicBezTo>
                  <a:lnTo>
                    <a:pt x="2557" y="1204"/>
                  </a:lnTo>
                  <a:lnTo>
                    <a:pt x="3526" y="1204"/>
                  </a:lnTo>
                  <a:cubicBezTo>
                    <a:pt x="4228" y="1204"/>
                    <a:pt x="4929" y="1070"/>
                    <a:pt x="5581" y="819"/>
                  </a:cubicBezTo>
                  <a:cubicBezTo>
                    <a:pt x="6145" y="600"/>
                    <a:pt x="6753" y="484"/>
                    <a:pt x="7363" y="484"/>
                  </a:cubicBezTo>
                  <a:close/>
                  <a:moveTo>
                    <a:pt x="7486" y="1"/>
                  </a:moveTo>
                  <a:cubicBezTo>
                    <a:pt x="6784" y="1"/>
                    <a:pt x="6082" y="118"/>
                    <a:pt x="5414" y="368"/>
                  </a:cubicBezTo>
                  <a:cubicBezTo>
                    <a:pt x="4812" y="602"/>
                    <a:pt x="4161" y="719"/>
                    <a:pt x="3526" y="719"/>
                  </a:cubicBezTo>
                  <a:lnTo>
                    <a:pt x="2390" y="719"/>
                  </a:lnTo>
                  <a:cubicBezTo>
                    <a:pt x="2289" y="719"/>
                    <a:pt x="2189" y="786"/>
                    <a:pt x="2156" y="886"/>
                  </a:cubicBezTo>
                  <a:lnTo>
                    <a:pt x="2005" y="1321"/>
                  </a:lnTo>
                  <a:cubicBezTo>
                    <a:pt x="1805" y="1922"/>
                    <a:pt x="1421" y="2423"/>
                    <a:pt x="903" y="2774"/>
                  </a:cubicBezTo>
                  <a:cubicBezTo>
                    <a:pt x="117" y="3309"/>
                    <a:pt x="0" y="4412"/>
                    <a:pt x="669" y="5097"/>
                  </a:cubicBezTo>
                  <a:lnTo>
                    <a:pt x="685" y="5113"/>
                  </a:lnTo>
                  <a:cubicBezTo>
                    <a:pt x="1404" y="5832"/>
                    <a:pt x="2373" y="6233"/>
                    <a:pt x="3392" y="6233"/>
                  </a:cubicBezTo>
                  <a:lnTo>
                    <a:pt x="3777" y="6233"/>
                  </a:lnTo>
                  <a:cubicBezTo>
                    <a:pt x="4796" y="6233"/>
                    <a:pt x="5765" y="5832"/>
                    <a:pt x="6483" y="5113"/>
                  </a:cubicBezTo>
                  <a:lnTo>
                    <a:pt x="7603" y="3994"/>
                  </a:lnTo>
                  <a:cubicBezTo>
                    <a:pt x="8405" y="3192"/>
                    <a:pt x="8856" y="2089"/>
                    <a:pt x="8856" y="953"/>
                  </a:cubicBezTo>
                  <a:lnTo>
                    <a:pt x="8856" y="234"/>
                  </a:lnTo>
                  <a:cubicBezTo>
                    <a:pt x="8856" y="101"/>
                    <a:pt x="8739" y="1"/>
                    <a:pt x="8622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4"/>
            <p:cNvSpPr/>
            <p:nvPr/>
          </p:nvSpPr>
          <p:spPr>
            <a:xfrm>
              <a:off x="1216242" y="2682798"/>
              <a:ext cx="54126" cy="45917"/>
            </a:xfrm>
            <a:custGeom>
              <a:avLst/>
              <a:gdLst/>
              <a:ahLst/>
              <a:cxnLst/>
              <a:rect l="l" t="t" r="r" b="b"/>
              <a:pathLst>
                <a:path w="1688" h="1432" extrusionOk="0">
                  <a:moveTo>
                    <a:pt x="719" y="479"/>
                  </a:moveTo>
                  <a:cubicBezTo>
                    <a:pt x="936" y="479"/>
                    <a:pt x="1036" y="730"/>
                    <a:pt x="886" y="880"/>
                  </a:cubicBezTo>
                  <a:cubicBezTo>
                    <a:pt x="836" y="930"/>
                    <a:pt x="776" y="952"/>
                    <a:pt x="717" y="952"/>
                  </a:cubicBezTo>
                  <a:cubicBezTo>
                    <a:pt x="598" y="952"/>
                    <a:pt x="485" y="859"/>
                    <a:pt x="485" y="713"/>
                  </a:cubicBezTo>
                  <a:cubicBezTo>
                    <a:pt x="485" y="580"/>
                    <a:pt x="585" y="479"/>
                    <a:pt x="719" y="479"/>
                  </a:cubicBezTo>
                  <a:close/>
                  <a:moveTo>
                    <a:pt x="723" y="0"/>
                  </a:moveTo>
                  <a:cubicBezTo>
                    <a:pt x="351" y="0"/>
                    <a:pt x="0" y="284"/>
                    <a:pt x="0" y="713"/>
                  </a:cubicBezTo>
                  <a:cubicBezTo>
                    <a:pt x="0" y="1114"/>
                    <a:pt x="318" y="1432"/>
                    <a:pt x="719" y="1432"/>
                  </a:cubicBezTo>
                  <a:cubicBezTo>
                    <a:pt x="1353" y="1432"/>
                    <a:pt x="1688" y="663"/>
                    <a:pt x="1237" y="212"/>
                  </a:cubicBezTo>
                  <a:cubicBezTo>
                    <a:pt x="1085" y="66"/>
                    <a:pt x="901" y="0"/>
                    <a:pt x="72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4"/>
            <p:cNvSpPr/>
            <p:nvPr/>
          </p:nvSpPr>
          <p:spPr>
            <a:xfrm>
              <a:off x="1147110" y="2675102"/>
              <a:ext cx="53613" cy="45949"/>
            </a:xfrm>
            <a:custGeom>
              <a:avLst/>
              <a:gdLst/>
              <a:ahLst/>
              <a:cxnLst/>
              <a:rect l="l" t="t" r="r" b="b"/>
              <a:pathLst>
                <a:path w="1672" h="1433" extrusionOk="0">
                  <a:moveTo>
                    <a:pt x="959" y="480"/>
                  </a:moveTo>
                  <a:cubicBezTo>
                    <a:pt x="1083" y="480"/>
                    <a:pt x="1204" y="574"/>
                    <a:pt x="1204" y="719"/>
                  </a:cubicBezTo>
                  <a:cubicBezTo>
                    <a:pt x="1204" y="853"/>
                    <a:pt x="1087" y="953"/>
                    <a:pt x="953" y="953"/>
                  </a:cubicBezTo>
                  <a:cubicBezTo>
                    <a:pt x="753" y="953"/>
                    <a:pt x="636" y="703"/>
                    <a:pt x="786" y="552"/>
                  </a:cubicBezTo>
                  <a:cubicBezTo>
                    <a:pt x="835" y="503"/>
                    <a:pt x="898" y="480"/>
                    <a:pt x="959" y="480"/>
                  </a:cubicBezTo>
                  <a:close/>
                  <a:moveTo>
                    <a:pt x="953" y="1"/>
                  </a:moveTo>
                  <a:cubicBezTo>
                    <a:pt x="318" y="1"/>
                    <a:pt x="1" y="769"/>
                    <a:pt x="452" y="1221"/>
                  </a:cubicBezTo>
                  <a:cubicBezTo>
                    <a:pt x="598" y="1367"/>
                    <a:pt x="778" y="1432"/>
                    <a:pt x="954" y="1432"/>
                  </a:cubicBezTo>
                  <a:cubicBezTo>
                    <a:pt x="1321" y="1432"/>
                    <a:pt x="1672" y="1148"/>
                    <a:pt x="1672" y="719"/>
                  </a:cubicBezTo>
                  <a:cubicBezTo>
                    <a:pt x="1672" y="318"/>
                    <a:pt x="1354" y="1"/>
                    <a:pt x="953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4"/>
            <p:cNvSpPr/>
            <p:nvPr/>
          </p:nvSpPr>
          <p:spPr>
            <a:xfrm>
              <a:off x="1193188" y="2652079"/>
              <a:ext cx="15584" cy="15552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1" y="0"/>
                  </a:moveTo>
                  <a:lnTo>
                    <a:pt x="1" y="485"/>
                  </a:lnTo>
                  <a:lnTo>
                    <a:pt x="485" y="485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4"/>
            <p:cNvSpPr/>
            <p:nvPr/>
          </p:nvSpPr>
          <p:spPr>
            <a:xfrm>
              <a:off x="1223746" y="2636528"/>
              <a:ext cx="15552" cy="15584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0" y="1"/>
                  </a:moveTo>
                  <a:lnTo>
                    <a:pt x="0" y="485"/>
                  </a:lnTo>
                  <a:lnTo>
                    <a:pt x="485" y="485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4"/>
            <p:cNvSpPr/>
            <p:nvPr/>
          </p:nvSpPr>
          <p:spPr>
            <a:xfrm>
              <a:off x="1277839" y="2698157"/>
              <a:ext cx="15038" cy="15552"/>
            </a:xfrm>
            <a:custGeom>
              <a:avLst/>
              <a:gdLst/>
              <a:ahLst/>
              <a:cxnLst/>
              <a:rect l="l" t="t" r="r" b="b"/>
              <a:pathLst>
                <a:path w="469" h="485" extrusionOk="0">
                  <a:moveTo>
                    <a:pt x="1" y="0"/>
                  </a:moveTo>
                  <a:lnTo>
                    <a:pt x="1" y="485"/>
                  </a:lnTo>
                  <a:lnTo>
                    <a:pt x="468" y="48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4"/>
            <p:cNvSpPr/>
            <p:nvPr/>
          </p:nvSpPr>
          <p:spPr>
            <a:xfrm>
              <a:off x="1292846" y="2667599"/>
              <a:ext cx="15552" cy="15038"/>
            </a:xfrm>
            <a:custGeom>
              <a:avLst/>
              <a:gdLst/>
              <a:ahLst/>
              <a:cxnLst/>
              <a:rect l="l" t="t" r="r" b="b"/>
              <a:pathLst>
                <a:path w="485" h="469" extrusionOk="0">
                  <a:moveTo>
                    <a:pt x="0" y="1"/>
                  </a:moveTo>
                  <a:lnTo>
                    <a:pt x="0" y="469"/>
                  </a:lnTo>
                  <a:lnTo>
                    <a:pt x="485" y="46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4"/>
            <p:cNvSpPr/>
            <p:nvPr/>
          </p:nvSpPr>
          <p:spPr>
            <a:xfrm>
              <a:off x="1262320" y="2652079"/>
              <a:ext cx="15552" cy="15552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0" y="0"/>
                  </a:moveTo>
                  <a:lnTo>
                    <a:pt x="0" y="485"/>
                  </a:lnTo>
                  <a:lnTo>
                    <a:pt x="485" y="485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44"/>
          <p:cNvGrpSpPr/>
          <p:nvPr/>
        </p:nvGrpSpPr>
        <p:grpSpPr>
          <a:xfrm>
            <a:off x="7442306" y="2349642"/>
            <a:ext cx="489729" cy="462506"/>
            <a:chOff x="9268731" y="2349642"/>
            <a:chExt cx="489729" cy="462506"/>
          </a:xfrm>
        </p:grpSpPr>
        <p:sp>
          <p:nvSpPr>
            <p:cNvPr id="753" name="Google Shape;753;p44"/>
            <p:cNvSpPr/>
            <p:nvPr/>
          </p:nvSpPr>
          <p:spPr>
            <a:xfrm>
              <a:off x="9375347" y="2356889"/>
              <a:ext cx="178987" cy="238980"/>
            </a:xfrm>
            <a:custGeom>
              <a:avLst/>
              <a:gdLst/>
              <a:ahLst/>
              <a:cxnLst/>
              <a:rect l="l" t="t" r="r" b="b"/>
              <a:pathLst>
                <a:path w="5582" h="7453" extrusionOk="0">
                  <a:moveTo>
                    <a:pt x="4646" y="0"/>
                  </a:moveTo>
                  <a:lnTo>
                    <a:pt x="4077" y="568"/>
                  </a:lnTo>
                  <a:cubicBezTo>
                    <a:pt x="3242" y="1404"/>
                    <a:pt x="2791" y="2523"/>
                    <a:pt x="2791" y="3693"/>
                  </a:cubicBezTo>
                  <a:cubicBezTo>
                    <a:pt x="2791" y="4277"/>
                    <a:pt x="2423" y="4795"/>
                    <a:pt x="1889" y="4996"/>
                  </a:cubicBezTo>
                  <a:cubicBezTo>
                    <a:pt x="1270" y="5230"/>
                    <a:pt x="769" y="5698"/>
                    <a:pt x="502" y="6299"/>
                  </a:cubicBezTo>
                  <a:lnTo>
                    <a:pt x="1" y="7452"/>
                  </a:lnTo>
                  <a:lnTo>
                    <a:pt x="1" y="7452"/>
                  </a:lnTo>
                  <a:lnTo>
                    <a:pt x="569" y="6867"/>
                  </a:lnTo>
                  <a:cubicBezTo>
                    <a:pt x="953" y="6500"/>
                    <a:pt x="1454" y="6282"/>
                    <a:pt x="1972" y="6282"/>
                  </a:cubicBezTo>
                  <a:lnTo>
                    <a:pt x="2189" y="6282"/>
                  </a:lnTo>
                  <a:cubicBezTo>
                    <a:pt x="3292" y="6282"/>
                    <a:pt x="4178" y="5397"/>
                    <a:pt x="4178" y="4311"/>
                  </a:cubicBezTo>
                  <a:lnTo>
                    <a:pt x="4178" y="3676"/>
                  </a:lnTo>
                  <a:cubicBezTo>
                    <a:pt x="4178" y="2824"/>
                    <a:pt x="4529" y="1988"/>
                    <a:pt x="5130" y="1387"/>
                  </a:cubicBezTo>
                  <a:lnTo>
                    <a:pt x="5581" y="93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4"/>
            <p:cNvSpPr/>
            <p:nvPr/>
          </p:nvSpPr>
          <p:spPr>
            <a:xfrm>
              <a:off x="9268731" y="2349642"/>
              <a:ext cx="489729" cy="462506"/>
            </a:xfrm>
            <a:custGeom>
              <a:avLst/>
              <a:gdLst/>
              <a:ahLst/>
              <a:cxnLst/>
              <a:rect l="l" t="t" r="r" b="b"/>
              <a:pathLst>
                <a:path w="15273" h="14424" extrusionOk="0">
                  <a:moveTo>
                    <a:pt x="4011" y="460"/>
                  </a:moveTo>
                  <a:lnTo>
                    <a:pt x="4011" y="1730"/>
                  </a:lnTo>
                  <a:cubicBezTo>
                    <a:pt x="4011" y="2164"/>
                    <a:pt x="4161" y="2599"/>
                    <a:pt x="4428" y="2933"/>
                  </a:cubicBezTo>
                  <a:lnTo>
                    <a:pt x="4629" y="3167"/>
                  </a:lnTo>
                  <a:cubicBezTo>
                    <a:pt x="5197" y="3902"/>
                    <a:pt x="4963" y="4955"/>
                    <a:pt x="4144" y="5372"/>
                  </a:cubicBezTo>
                  <a:lnTo>
                    <a:pt x="3643" y="5623"/>
                  </a:lnTo>
                  <a:cubicBezTo>
                    <a:pt x="2306" y="6291"/>
                    <a:pt x="1772" y="7895"/>
                    <a:pt x="2440" y="9232"/>
                  </a:cubicBezTo>
                  <a:lnTo>
                    <a:pt x="2574" y="9516"/>
                  </a:lnTo>
                  <a:cubicBezTo>
                    <a:pt x="1321" y="8814"/>
                    <a:pt x="535" y="7494"/>
                    <a:pt x="519" y="6041"/>
                  </a:cubicBezTo>
                  <a:lnTo>
                    <a:pt x="535" y="6041"/>
                  </a:lnTo>
                  <a:cubicBezTo>
                    <a:pt x="519" y="4487"/>
                    <a:pt x="1438" y="3066"/>
                    <a:pt x="2874" y="2448"/>
                  </a:cubicBezTo>
                  <a:lnTo>
                    <a:pt x="2874" y="2448"/>
                  </a:lnTo>
                  <a:cubicBezTo>
                    <a:pt x="2758" y="2933"/>
                    <a:pt x="2607" y="3401"/>
                    <a:pt x="2407" y="3868"/>
                  </a:cubicBezTo>
                  <a:lnTo>
                    <a:pt x="2841" y="4036"/>
                  </a:lnTo>
                  <a:cubicBezTo>
                    <a:pt x="3309" y="2950"/>
                    <a:pt x="3560" y="1763"/>
                    <a:pt x="3543" y="560"/>
                  </a:cubicBezTo>
                  <a:lnTo>
                    <a:pt x="3543" y="460"/>
                  </a:lnTo>
                  <a:close/>
                  <a:moveTo>
                    <a:pt x="7971" y="560"/>
                  </a:moveTo>
                  <a:lnTo>
                    <a:pt x="8572" y="1162"/>
                  </a:lnTo>
                  <a:lnTo>
                    <a:pt x="8288" y="1446"/>
                  </a:lnTo>
                  <a:cubicBezTo>
                    <a:pt x="7636" y="2097"/>
                    <a:pt x="7269" y="2983"/>
                    <a:pt x="7269" y="3902"/>
                  </a:cubicBezTo>
                  <a:lnTo>
                    <a:pt x="7269" y="4537"/>
                  </a:lnTo>
                  <a:cubicBezTo>
                    <a:pt x="7269" y="5489"/>
                    <a:pt x="6484" y="6275"/>
                    <a:pt x="5514" y="6275"/>
                  </a:cubicBezTo>
                  <a:lnTo>
                    <a:pt x="5297" y="6275"/>
                  </a:lnTo>
                  <a:cubicBezTo>
                    <a:pt x="4712" y="6275"/>
                    <a:pt x="4144" y="6508"/>
                    <a:pt x="3743" y="6926"/>
                  </a:cubicBezTo>
                  <a:lnTo>
                    <a:pt x="3159" y="7511"/>
                  </a:lnTo>
                  <a:lnTo>
                    <a:pt x="3476" y="7845"/>
                  </a:lnTo>
                  <a:lnTo>
                    <a:pt x="4061" y="7260"/>
                  </a:lnTo>
                  <a:cubicBezTo>
                    <a:pt x="4395" y="6926"/>
                    <a:pt x="4846" y="6742"/>
                    <a:pt x="5297" y="6742"/>
                  </a:cubicBezTo>
                  <a:lnTo>
                    <a:pt x="5514" y="6742"/>
                  </a:lnTo>
                  <a:cubicBezTo>
                    <a:pt x="5982" y="6742"/>
                    <a:pt x="6433" y="6609"/>
                    <a:pt x="6801" y="6325"/>
                  </a:cubicBezTo>
                  <a:lnTo>
                    <a:pt x="6801" y="6609"/>
                  </a:lnTo>
                  <a:cubicBezTo>
                    <a:pt x="6801" y="6926"/>
                    <a:pt x="6751" y="7260"/>
                    <a:pt x="6617" y="7561"/>
                  </a:cubicBezTo>
                  <a:lnTo>
                    <a:pt x="6600" y="7561"/>
                  </a:lnTo>
                  <a:lnTo>
                    <a:pt x="6617" y="7578"/>
                  </a:lnTo>
                  <a:cubicBezTo>
                    <a:pt x="6550" y="7728"/>
                    <a:pt x="6467" y="7879"/>
                    <a:pt x="6383" y="8012"/>
                  </a:cubicBezTo>
                  <a:cubicBezTo>
                    <a:pt x="6049" y="8513"/>
                    <a:pt x="5882" y="9082"/>
                    <a:pt x="5882" y="9683"/>
                  </a:cubicBezTo>
                  <a:lnTo>
                    <a:pt x="5882" y="10234"/>
                  </a:lnTo>
                  <a:lnTo>
                    <a:pt x="6350" y="10234"/>
                  </a:lnTo>
                  <a:lnTo>
                    <a:pt x="6350" y="9683"/>
                  </a:lnTo>
                  <a:cubicBezTo>
                    <a:pt x="6333" y="9182"/>
                    <a:pt x="6484" y="8681"/>
                    <a:pt x="6768" y="8263"/>
                  </a:cubicBezTo>
                  <a:cubicBezTo>
                    <a:pt x="6818" y="8196"/>
                    <a:pt x="6851" y="8129"/>
                    <a:pt x="6901" y="8062"/>
                  </a:cubicBezTo>
                  <a:cubicBezTo>
                    <a:pt x="7135" y="8497"/>
                    <a:pt x="7269" y="8998"/>
                    <a:pt x="7269" y="9516"/>
                  </a:cubicBezTo>
                  <a:lnTo>
                    <a:pt x="7269" y="9533"/>
                  </a:lnTo>
                  <a:lnTo>
                    <a:pt x="7737" y="9533"/>
                  </a:lnTo>
                  <a:lnTo>
                    <a:pt x="7737" y="9516"/>
                  </a:lnTo>
                  <a:cubicBezTo>
                    <a:pt x="7737" y="8881"/>
                    <a:pt x="7570" y="8263"/>
                    <a:pt x="7235" y="7711"/>
                  </a:cubicBezTo>
                  <a:lnTo>
                    <a:pt x="7135" y="7528"/>
                  </a:lnTo>
                  <a:cubicBezTo>
                    <a:pt x="7219" y="7227"/>
                    <a:pt x="7269" y="6926"/>
                    <a:pt x="7269" y="6609"/>
                  </a:cubicBezTo>
                  <a:lnTo>
                    <a:pt x="7269" y="5890"/>
                  </a:lnTo>
                  <a:cubicBezTo>
                    <a:pt x="7570" y="5489"/>
                    <a:pt x="7737" y="5021"/>
                    <a:pt x="7737" y="4537"/>
                  </a:cubicBezTo>
                  <a:lnTo>
                    <a:pt x="7737" y="3902"/>
                  </a:lnTo>
                  <a:cubicBezTo>
                    <a:pt x="7737" y="3601"/>
                    <a:pt x="7787" y="3317"/>
                    <a:pt x="7870" y="3033"/>
                  </a:cubicBezTo>
                  <a:lnTo>
                    <a:pt x="8438" y="3033"/>
                  </a:lnTo>
                  <a:cubicBezTo>
                    <a:pt x="9073" y="3033"/>
                    <a:pt x="9591" y="3551"/>
                    <a:pt x="9591" y="4186"/>
                  </a:cubicBezTo>
                  <a:lnTo>
                    <a:pt x="9591" y="4303"/>
                  </a:lnTo>
                  <a:cubicBezTo>
                    <a:pt x="9591" y="4620"/>
                    <a:pt x="9474" y="4904"/>
                    <a:pt x="9257" y="5138"/>
                  </a:cubicBezTo>
                  <a:lnTo>
                    <a:pt x="8505" y="5890"/>
                  </a:lnTo>
                  <a:lnTo>
                    <a:pt x="8839" y="6208"/>
                  </a:lnTo>
                  <a:lnTo>
                    <a:pt x="9558" y="5489"/>
                  </a:lnTo>
                  <a:lnTo>
                    <a:pt x="9892" y="6057"/>
                  </a:lnTo>
                  <a:cubicBezTo>
                    <a:pt x="10226" y="6609"/>
                    <a:pt x="10059" y="7327"/>
                    <a:pt x="9524" y="7678"/>
                  </a:cubicBezTo>
                  <a:lnTo>
                    <a:pt x="9274" y="7845"/>
                  </a:lnTo>
                  <a:cubicBezTo>
                    <a:pt x="8890" y="8096"/>
                    <a:pt x="8639" y="8480"/>
                    <a:pt x="8555" y="8914"/>
                  </a:cubicBezTo>
                  <a:lnTo>
                    <a:pt x="8438" y="9499"/>
                  </a:lnTo>
                  <a:lnTo>
                    <a:pt x="8890" y="9583"/>
                  </a:lnTo>
                  <a:lnTo>
                    <a:pt x="9007" y="8998"/>
                  </a:lnTo>
                  <a:cubicBezTo>
                    <a:pt x="9073" y="8697"/>
                    <a:pt x="9257" y="8413"/>
                    <a:pt x="9524" y="8246"/>
                  </a:cubicBezTo>
                  <a:lnTo>
                    <a:pt x="9792" y="8062"/>
                  </a:lnTo>
                  <a:cubicBezTo>
                    <a:pt x="9892" y="7995"/>
                    <a:pt x="9976" y="7912"/>
                    <a:pt x="10059" y="7828"/>
                  </a:cubicBezTo>
                  <a:lnTo>
                    <a:pt x="10059" y="8229"/>
                  </a:lnTo>
                  <a:cubicBezTo>
                    <a:pt x="10059" y="8731"/>
                    <a:pt x="9909" y="9232"/>
                    <a:pt x="9641" y="9650"/>
                  </a:cubicBezTo>
                  <a:cubicBezTo>
                    <a:pt x="9307" y="10134"/>
                    <a:pt x="9140" y="10719"/>
                    <a:pt x="9140" y="11304"/>
                  </a:cubicBezTo>
                  <a:lnTo>
                    <a:pt x="9140" y="12089"/>
                  </a:lnTo>
                  <a:lnTo>
                    <a:pt x="9591" y="12089"/>
                  </a:lnTo>
                  <a:lnTo>
                    <a:pt x="9591" y="11304"/>
                  </a:lnTo>
                  <a:cubicBezTo>
                    <a:pt x="9591" y="10803"/>
                    <a:pt x="9742" y="10318"/>
                    <a:pt x="10026" y="9900"/>
                  </a:cubicBezTo>
                  <a:cubicBezTo>
                    <a:pt x="10159" y="9683"/>
                    <a:pt x="10276" y="9466"/>
                    <a:pt x="10360" y="9215"/>
                  </a:cubicBezTo>
                  <a:cubicBezTo>
                    <a:pt x="10527" y="9549"/>
                    <a:pt x="10744" y="9850"/>
                    <a:pt x="10995" y="10101"/>
                  </a:cubicBezTo>
                  <a:lnTo>
                    <a:pt x="11062" y="10168"/>
                  </a:lnTo>
                  <a:lnTo>
                    <a:pt x="11396" y="9833"/>
                  </a:lnTo>
                  <a:lnTo>
                    <a:pt x="11329" y="9783"/>
                  </a:lnTo>
                  <a:cubicBezTo>
                    <a:pt x="10945" y="9399"/>
                    <a:pt x="10661" y="8898"/>
                    <a:pt x="10544" y="8380"/>
                  </a:cubicBezTo>
                  <a:lnTo>
                    <a:pt x="10527" y="8330"/>
                  </a:lnTo>
                  <a:cubicBezTo>
                    <a:pt x="10527" y="8296"/>
                    <a:pt x="10527" y="8263"/>
                    <a:pt x="10527" y="8229"/>
                  </a:cubicBezTo>
                  <a:lnTo>
                    <a:pt x="10527" y="6742"/>
                  </a:lnTo>
                  <a:cubicBezTo>
                    <a:pt x="10527" y="6726"/>
                    <a:pt x="10527" y="6709"/>
                    <a:pt x="10527" y="6676"/>
                  </a:cubicBezTo>
                  <a:cubicBezTo>
                    <a:pt x="10527" y="6375"/>
                    <a:pt x="10443" y="6074"/>
                    <a:pt x="10293" y="5823"/>
                  </a:cubicBezTo>
                  <a:lnTo>
                    <a:pt x="9859" y="5105"/>
                  </a:lnTo>
                  <a:cubicBezTo>
                    <a:pt x="9992" y="4854"/>
                    <a:pt x="10059" y="4587"/>
                    <a:pt x="10059" y="4303"/>
                  </a:cubicBezTo>
                  <a:lnTo>
                    <a:pt x="10059" y="4186"/>
                  </a:lnTo>
                  <a:cubicBezTo>
                    <a:pt x="10059" y="4119"/>
                    <a:pt x="10059" y="4036"/>
                    <a:pt x="10042" y="3952"/>
                  </a:cubicBezTo>
                  <a:lnTo>
                    <a:pt x="10260" y="3952"/>
                  </a:lnTo>
                  <a:cubicBezTo>
                    <a:pt x="10844" y="3952"/>
                    <a:pt x="11413" y="4136"/>
                    <a:pt x="11897" y="4470"/>
                  </a:cubicBezTo>
                  <a:cubicBezTo>
                    <a:pt x="14320" y="6141"/>
                    <a:pt x="14738" y="9566"/>
                    <a:pt x="12799" y="11772"/>
                  </a:cubicBezTo>
                  <a:lnTo>
                    <a:pt x="11763" y="12958"/>
                  </a:lnTo>
                  <a:cubicBezTo>
                    <a:pt x="11197" y="13603"/>
                    <a:pt x="10386" y="13957"/>
                    <a:pt x="9558" y="13957"/>
                  </a:cubicBezTo>
                  <a:cubicBezTo>
                    <a:pt x="9163" y="13957"/>
                    <a:pt x="8765" y="13877"/>
                    <a:pt x="8388" y="13710"/>
                  </a:cubicBezTo>
                  <a:lnTo>
                    <a:pt x="8171" y="13610"/>
                  </a:lnTo>
                  <a:cubicBezTo>
                    <a:pt x="6534" y="12891"/>
                    <a:pt x="5080" y="11805"/>
                    <a:pt x="3944" y="10435"/>
                  </a:cubicBezTo>
                  <a:lnTo>
                    <a:pt x="3944" y="10435"/>
                  </a:lnTo>
                  <a:cubicBezTo>
                    <a:pt x="4128" y="10452"/>
                    <a:pt x="4295" y="10468"/>
                    <a:pt x="4478" y="10468"/>
                  </a:cubicBezTo>
                  <a:lnTo>
                    <a:pt x="4478" y="10001"/>
                  </a:lnTo>
                  <a:cubicBezTo>
                    <a:pt x="4161" y="10001"/>
                    <a:pt x="3827" y="9967"/>
                    <a:pt x="3509" y="9884"/>
                  </a:cubicBezTo>
                  <a:cubicBezTo>
                    <a:pt x="3509" y="9867"/>
                    <a:pt x="3509" y="9867"/>
                    <a:pt x="3509" y="9867"/>
                  </a:cubicBezTo>
                  <a:lnTo>
                    <a:pt x="3493" y="9867"/>
                  </a:lnTo>
                  <a:cubicBezTo>
                    <a:pt x="3409" y="9850"/>
                    <a:pt x="3326" y="9833"/>
                    <a:pt x="3242" y="9800"/>
                  </a:cubicBezTo>
                  <a:lnTo>
                    <a:pt x="2858" y="9015"/>
                  </a:lnTo>
                  <a:cubicBezTo>
                    <a:pt x="2306" y="7929"/>
                    <a:pt x="2758" y="6592"/>
                    <a:pt x="3844" y="6041"/>
                  </a:cubicBezTo>
                  <a:lnTo>
                    <a:pt x="4362" y="5790"/>
                  </a:lnTo>
                  <a:cubicBezTo>
                    <a:pt x="5448" y="5239"/>
                    <a:pt x="5748" y="3835"/>
                    <a:pt x="4996" y="2883"/>
                  </a:cubicBezTo>
                  <a:lnTo>
                    <a:pt x="4796" y="2649"/>
                  </a:lnTo>
                  <a:cubicBezTo>
                    <a:pt x="4646" y="2448"/>
                    <a:pt x="4529" y="2198"/>
                    <a:pt x="4495" y="1947"/>
                  </a:cubicBezTo>
                  <a:cubicBezTo>
                    <a:pt x="4629" y="1813"/>
                    <a:pt x="4779" y="1696"/>
                    <a:pt x="4946" y="1596"/>
                  </a:cubicBezTo>
                  <a:lnTo>
                    <a:pt x="4946" y="1863"/>
                  </a:lnTo>
                  <a:lnTo>
                    <a:pt x="5414" y="1863"/>
                  </a:lnTo>
                  <a:lnTo>
                    <a:pt x="5414" y="1362"/>
                  </a:lnTo>
                  <a:cubicBezTo>
                    <a:pt x="5565" y="1295"/>
                    <a:pt x="5715" y="1245"/>
                    <a:pt x="5882" y="1212"/>
                  </a:cubicBezTo>
                  <a:cubicBezTo>
                    <a:pt x="5882" y="1262"/>
                    <a:pt x="5882" y="1312"/>
                    <a:pt x="5882" y="1362"/>
                  </a:cubicBezTo>
                  <a:lnTo>
                    <a:pt x="5882" y="1863"/>
                  </a:lnTo>
                  <a:lnTo>
                    <a:pt x="6350" y="1863"/>
                  </a:lnTo>
                  <a:lnTo>
                    <a:pt x="6350" y="1362"/>
                  </a:lnTo>
                  <a:cubicBezTo>
                    <a:pt x="6350" y="1295"/>
                    <a:pt x="6350" y="1229"/>
                    <a:pt x="6350" y="1162"/>
                  </a:cubicBezTo>
                  <a:lnTo>
                    <a:pt x="6784" y="1162"/>
                  </a:lnTo>
                  <a:cubicBezTo>
                    <a:pt x="6199" y="1964"/>
                    <a:pt x="5882" y="2933"/>
                    <a:pt x="5882" y="3919"/>
                  </a:cubicBezTo>
                  <a:lnTo>
                    <a:pt x="5882" y="3952"/>
                  </a:lnTo>
                  <a:lnTo>
                    <a:pt x="6350" y="3952"/>
                  </a:lnTo>
                  <a:lnTo>
                    <a:pt x="6350" y="3919"/>
                  </a:lnTo>
                  <a:cubicBezTo>
                    <a:pt x="6333" y="2816"/>
                    <a:pt x="6784" y="1747"/>
                    <a:pt x="7570" y="961"/>
                  </a:cubicBezTo>
                  <a:lnTo>
                    <a:pt x="7971" y="560"/>
                  </a:lnTo>
                  <a:close/>
                  <a:moveTo>
                    <a:pt x="7971" y="0"/>
                  </a:moveTo>
                  <a:cubicBezTo>
                    <a:pt x="7912" y="0"/>
                    <a:pt x="7854" y="26"/>
                    <a:pt x="7804" y="76"/>
                  </a:cubicBezTo>
                  <a:lnTo>
                    <a:pt x="7235" y="644"/>
                  </a:lnTo>
                  <a:cubicBezTo>
                    <a:pt x="7219" y="660"/>
                    <a:pt x="7202" y="677"/>
                    <a:pt x="7185" y="694"/>
                  </a:cubicBezTo>
                  <a:lnTo>
                    <a:pt x="6517" y="694"/>
                  </a:lnTo>
                  <a:cubicBezTo>
                    <a:pt x="6567" y="594"/>
                    <a:pt x="6651" y="493"/>
                    <a:pt x="6734" y="393"/>
                  </a:cubicBezTo>
                  <a:lnTo>
                    <a:pt x="6417" y="76"/>
                  </a:lnTo>
                  <a:cubicBezTo>
                    <a:pt x="6216" y="259"/>
                    <a:pt x="6083" y="477"/>
                    <a:pt x="5982" y="727"/>
                  </a:cubicBezTo>
                  <a:cubicBezTo>
                    <a:pt x="5765" y="761"/>
                    <a:pt x="5565" y="811"/>
                    <a:pt x="5347" y="894"/>
                  </a:cubicBezTo>
                  <a:cubicBezTo>
                    <a:pt x="5264" y="577"/>
                    <a:pt x="5113" y="293"/>
                    <a:pt x="4880" y="76"/>
                  </a:cubicBezTo>
                  <a:lnTo>
                    <a:pt x="4545" y="393"/>
                  </a:lnTo>
                  <a:cubicBezTo>
                    <a:pt x="4729" y="577"/>
                    <a:pt x="4863" y="811"/>
                    <a:pt x="4913" y="1078"/>
                  </a:cubicBezTo>
                  <a:cubicBezTo>
                    <a:pt x="4763" y="1145"/>
                    <a:pt x="4612" y="1245"/>
                    <a:pt x="4478" y="1346"/>
                  </a:cubicBezTo>
                  <a:lnTo>
                    <a:pt x="4478" y="226"/>
                  </a:lnTo>
                  <a:cubicBezTo>
                    <a:pt x="4478" y="109"/>
                    <a:pt x="4378" y="9"/>
                    <a:pt x="4245" y="9"/>
                  </a:cubicBezTo>
                  <a:lnTo>
                    <a:pt x="3326" y="9"/>
                  </a:lnTo>
                  <a:cubicBezTo>
                    <a:pt x="3192" y="9"/>
                    <a:pt x="3092" y="109"/>
                    <a:pt x="3092" y="226"/>
                  </a:cubicBezTo>
                  <a:lnTo>
                    <a:pt x="3092" y="560"/>
                  </a:lnTo>
                  <a:cubicBezTo>
                    <a:pt x="3092" y="1011"/>
                    <a:pt x="3042" y="1446"/>
                    <a:pt x="2975" y="1897"/>
                  </a:cubicBezTo>
                  <a:cubicBezTo>
                    <a:pt x="1187" y="2549"/>
                    <a:pt x="1" y="4269"/>
                    <a:pt x="67" y="6191"/>
                  </a:cubicBezTo>
                  <a:cubicBezTo>
                    <a:pt x="134" y="8096"/>
                    <a:pt x="1404" y="9750"/>
                    <a:pt x="3242" y="10285"/>
                  </a:cubicBezTo>
                  <a:cubicBezTo>
                    <a:pt x="4478" y="11922"/>
                    <a:pt x="6116" y="13225"/>
                    <a:pt x="7987" y="14044"/>
                  </a:cubicBezTo>
                  <a:lnTo>
                    <a:pt x="8205" y="14144"/>
                  </a:lnTo>
                  <a:cubicBezTo>
                    <a:pt x="8640" y="14332"/>
                    <a:pt x="9100" y="14424"/>
                    <a:pt x="9555" y="14424"/>
                  </a:cubicBezTo>
                  <a:cubicBezTo>
                    <a:pt x="10515" y="14424"/>
                    <a:pt x="11457" y="14018"/>
                    <a:pt x="12114" y="13259"/>
                  </a:cubicBezTo>
                  <a:lnTo>
                    <a:pt x="13150" y="12089"/>
                  </a:lnTo>
                  <a:cubicBezTo>
                    <a:pt x="15272" y="9650"/>
                    <a:pt x="14804" y="5924"/>
                    <a:pt x="12148" y="4086"/>
                  </a:cubicBezTo>
                  <a:cubicBezTo>
                    <a:pt x="11596" y="3701"/>
                    <a:pt x="10928" y="3484"/>
                    <a:pt x="10260" y="3484"/>
                  </a:cubicBezTo>
                  <a:lnTo>
                    <a:pt x="9909" y="3484"/>
                  </a:lnTo>
                  <a:cubicBezTo>
                    <a:pt x="9859" y="3384"/>
                    <a:pt x="9809" y="3300"/>
                    <a:pt x="9742" y="3217"/>
                  </a:cubicBezTo>
                  <a:cubicBezTo>
                    <a:pt x="9424" y="2799"/>
                    <a:pt x="8940" y="2565"/>
                    <a:pt x="8438" y="2565"/>
                  </a:cubicBezTo>
                  <a:lnTo>
                    <a:pt x="8054" y="2565"/>
                  </a:lnTo>
                  <a:cubicBezTo>
                    <a:pt x="8205" y="2264"/>
                    <a:pt x="8388" y="1997"/>
                    <a:pt x="8622" y="1763"/>
                  </a:cubicBezTo>
                  <a:lnTo>
                    <a:pt x="9057" y="1329"/>
                  </a:lnTo>
                  <a:cubicBezTo>
                    <a:pt x="9157" y="1245"/>
                    <a:pt x="9157" y="1095"/>
                    <a:pt x="9057" y="995"/>
                  </a:cubicBezTo>
                  <a:lnTo>
                    <a:pt x="8138" y="76"/>
                  </a:lnTo>
                  <a:cubicBezTo>
                    <a:pt x="8088" y="26"/>
                    <a:pt x="8029" y="0"/>
                    <a:pt x="797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44"/>
          <p:cNvGrpSpPr/>
          <p:nvPr/>
        </p:nvGrpSpPr>
        <p:grpSpPr>
          <a:xfrm>
            <a:off x="2738153" y="2290431"/>
            <a:ext cx="559727" cy="538468"/>
            <a:chOff x="2397228" y="2263131"/>
            <a:chExt cx="559727" cy="538468"/>
          </a:xfrm>
        </p:grpSpPr>
        <p:sp>
          <p:nvSpPr>
            <p:cNvPr id="756" name="Google Shape;756;p44"/>
            <p:cNvSpPr/>
            <p:nvPr/>
          </p:nvSpPr>
          <p:spPr>
            <a:xfrm>
              <a:off x="2581346" y="2557776"/>
              <a:ext cx="182193" cy="234716"/>
            </a:xfrm>
            <a:custGeom>
              <a:avLst/>
              <a:gdLst/>
              <a:ahLst/>
              <a:cxnLst/>
              <a:rect l="l" t="t" r="r" b="b"/>
              <a:pathLst>
                <a:path w="5682" h="7320" extrusionOk="0">
                  <a:moveTo>
                    <a:pt x="4863" y="1"/>
                  </a:moveTo>
                  <a:cubicBezTo>
                    <a:pt x="3626" y="1939"/>
                    <a:pt x="2975" y="4211"/>
                    <a:pt x="2975" y="6517"/>
                  </a:cubicBezTo>
                  <a:lnTo>
                    <a:pt x="2975" y="5665"/>
                  </a:lnTo>
                  <a:cubicBezTo>
                    <a:pt x="2975" y="3944"/>
                    <a:pt x="2290" y="2307"/>
                    <a:pt x="1070" y="1087"/>
                  </a:cubicBezTo>
                  <a:lnTo>
                    <a:pt x="1" y="1621"/>
                  </a:lnTo>
                  <a:cubicBezTo>
                    <a:pt x="1204" y="2841"/>
                    <a:pt x="1889" y="4479"/>
                    <a:pt x="1889" y="6200"/>
                  </a:cubicBezTo>
                  <a:lnTo>
                    <a:pt x="1889" y="7319"/>
                  </a:lnTo>
                  <a:lnTo>
                    <a:pt x="4061" y="7319"/>
                  </a:lnTo>
                  <a:lnTo>
                    <a:pt x="4061" y="6400"/>
                  </a:lnTo>
                  <a:cubicBezTo>
                    <a:pt x="4061" y="4345"/>
                    <a:pt x="4612" y="2307"/>
                    <a:pt x="5681" y="552"/>
                  </a:cubicBezTo>
                  <a:lnTo>
                    <a:pt x="4863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4"/>
            <p:cNvSpPr/>
            <p:nvPr/>
          </p:nvSpPr>
          <p:spPr>
            <a:xfrm>
              <a:off x="2397228" y="2263131"/>
              <a:ext cx="559727" cy="538468"/>
            </a:xfrm>
            <a:custGeom>
              <a:avLst/>
              <a:gdLst/>
              <a:ahLst/>
              <a:cxnLst/>
              <a:rect l="l" t="t" r="r" b="b"/>
              <a:pathLst>
                <a:path w="17456" h="16793" extrusionOk="0">
                  <a:moveTo>
                    <a:pt x="11591" y="9992"/>
                  </a:moveTo>
                  <a:cubicBezTo>
                    <a:pt x="11707" y="10059"/>
                    <a:pt x="11841" y="10125"/>
                    <a:pt x="11958" y="10209"/>
                  </a:cubicBezTo>
                  <a:cubicBezTo>
                    <a:pt x="11758" y="10326"/>
                    <a:pt x="11540" y="10426"/>
                    <a:pt x="11306" y="10476"/>
                  </a:cubicBezTo>
                  <a:cubicBezTo>
                    <a:pt x="11407" y="10309"/>
                    <a:pt x="11490" y="10159"/>
                    <a:pt x="11591" y="9992"/>
                  </a:cubicBezTo>
                  <a:close/>
                  <a:moveTo>
                    <a:pt x="8115" y="10543"/>
                  </a:moveTo>
                  <a:cubicBezTo>
                    <a:pt x="8017" y="10690"/>
                    <a:pt x="7887" y="10821"/>
                    <a:pt x="7741" y="10936"/>
                  </a:cubicBezTo>
                  <a:lnTo>
                    <a:pt x="7741" y="10936"/>
                  </a:lnTo>
                  <a:cubicBezTo>
                    <a:pt x="7643" y="10805"/>
                    <a:pt x="7545" y="10674"/>
                    <a:pt x="7430" y="10543"/>
                  </a:cubicBezTo>
                  <a:close/>
                  <a:moveTo>
                    <a:pt x="8382" y="11078"/>
                  </a:moveTo>
                  <a:lnTo>
                    <a:pt x="9335" y="11094"/>
                  </a:lnTo>
                  <a:cubicBezTo>
                    <a:pt x="9068" y="11713"/>
                    <a:pt x="8867" y="12364"/>
                    <a:pt x="8717" y="13033"/>
                  </a:cubicBezTo>
                  <a:cubicBezTo>
                    <a:pt x="8566" y="12465"/>
                    <a:pt x="8332" y="11913"/>
                    <a:pt x="8032" y="11412"/>
                  </a:cubicBezTo>
                  <a:cubicBezTo>
                    <a:pt x="8165" y="11312"/>
                    <a:pt x="8266" y="11195"/>
                    <a:pt x="8382" y="11078"/>
                  </a:cubicBezTo>
                  <a:close/>
                  <a:moveTo>
                    <a:pt x="5979" y="5129"/>
                  </a:moveTo>
                  <a:cubicBezTo>
                    <a:pt x="5989" y="5129"/>
                    <a:pt x="6000" y="5129"/>
                    <a:pt x="6010" y="5130"/>
                  </a:cubicBezTo>
                  <a:lnTo>
                    <a:pt x="7464" y="5130"/>
                  </a:lnTo>
                  <a:cubicBezTo>
                    <a:pt x="8149" y="5130"/>
                    <a:pt x="8767" y="5497"/>
                    <a:pt x="9118" y="6082"/>
                  </a:cubicBezTo>
                  <a:lnTo>
                    <a:pt x="9184" y="6199"/>
                  </a:lnTo>
                  <a:cubicBezTo>
                    <a:pt x="9418" y="6617"/>
                    <a:pt x="9535" y="7084"/>
                    <a:pt x="9535" y="7569"/>
                  </a:cubicBezTo>
                  <a:lnTo>
                    <a:pt x="10070" y="7552"/>
                  </a:lnTo>
                  <a:cubicBezTo>
                    <a:pt x="10070" y="6984"/>
                    <a:pt x="9920" y="6433"/>
                    <a:pt x="9652" y="5932"/>
                  </a:cubicBezTo>
                  <a:lnTo>
                    <a:pt x="9586" y="5815"/>
                  </a:lnTo>
                  <a:cubicBezTo>
                    <a:pt x="9502" y="5698"/>
                    <a:pt x="9418" y="5581"/>
                    <a:pt x="9335" y="5464"/>
                  </a:cubicBezTo>
                  <a:cubicBezTo>
                    <a:pt x="9569" y="5247"/>
                    <a:pt x="9886" y="5130"/>
                    <a:pt x="10204" y="5130"/>
                  </a:cubicBezTo>
                  <a:lnTo>
                    <a:pt x="16085" y="5146"/>
                  </a:lnTo>
                  <a:cubicBezTo>
                    <a:pt x="16520" y="5146"/>
                    <a:pt x="16737" y="5681"/>
                    <a:pt x="16419" y="5998"/>
                  </a:cubicBezTo>
                  <a:cubicBezTo>
                    <a:pt x="15918" y="6500"/>
                    <a:pt x="15250" y="6767"/>
                    <a:pt x="14548" y="6767"/>
                  </a:cubicBezTo>
                  <a:cubicBezTo>
                    <a:pt x="13713" y="6767"/>
                    <a:pt x="13044" y="7435"/>
                    <a:pt x="13044" y="8254"/>
                  </a:cubicBezTo>
                  <a:cubicBezTo>
                    <a:pt x="13044" y="8856"/>
                    <a:pt x="12810" y="9440"/>
                    <a:pt x="12393" y="9858"/>
                  </a:cubicBezTo>
                  <a:cubicBezTo>
                    <a:pt x="11557" y="9257"/>
                    <a:pt x="10555" y="8922"/>
                    <a:pt x="9519" y="8922"/>
                  </a:cubicBezTo>
                  <a:lnTo>
                    <a:pt x="9535" y="9457"/>
                  </a:lnTo>
                  <a:cubicBezTo>
                    <a:pt x="9719" y="9457"/>
                    <a:pt x="9920" y="9474"/>
                    <a:pt x="10103" y="9507"/>
                  </a:cubicBezTo>
                  <a:cubicBezTo>
                    <a:pt x="9903" y="9841"/>
                    <a:pt x="9719" y="10192"/>
                    <a:pt x="9552" y="10543"/>
                  </a:cubicBezTo>
                  <a:lnTo>
                    <a:pt x="8733" y="10543"/>
                  </a:lnTo>
                  <a:cubicBezTo>
                    <a:pt x="8900" y="10226"/>
                    <a:pt x="8984" y="9858"/>
                    <a:pt x="8984" y="9507"/>
                  </a:cubicBezTo>
                  <a:lnTo>
                    <a:pt x="8984" y="9140"/>
                  </a:lnTo>
                  <a:cubicBezTo>
                    <a:pt x="8984" y="8054"/>
                    <a:pt x="8700" y="7001"/>
                    <a:pt x="8149" y="6082"/>
                  </a:cubicBezTo>
                  <a:lnTo>
                    <a:pt x="8149" y="6065"/>
                  </a:lnTo>
                  <a:lnTo>
                    <a:pt x="7681" y="6349"/>
                  </a:lnTo>
                  <a:cubicBezTo>
                    <a:pt x="8182" y="7201"/>
                    <a:pt x="8449" y="8154"/>
                    <a:pt x="8433" y="9140"/>
                  </a:cubicBezTo>
                  <a:lnTo>
                    <a:pt x="8433" y="9507"/>
                  </a:lnTo>
                  <a:cubicBezTo>
                    <a:pt x="8433" y="9674"/>
                    <a:pt x="8416" y="9841"/>
                    <a:pt x="8366" y="10008"/>
                  </a:cubicBezTo>
                  <a:lnTo>
                    <a:pt x="7631" y="9992"/>
                  </a:lnTo>
                  <a:cubicBezTo>
                    <a:pt x="6695" y="9992"/>
                    <a:pt x="5776" y="10292"/>
                    <a:pt x="5024" y="10861"/>
                  </a:cubicBezTo>
                  <a:lnTo>
                    <a:pt x="5358" y="11295"/>
                  </a:lnTo>
                  <a:cubicBezTo>
                    <a:pt x="5442" y="11228"/>
                    <a:pt x="5542" y="11161"/>
                    <a:pt x="5626" y="11094"/>
                  </a:cubicBezTo>
                  <a:cubicBezTo>
                    <a:pt x="5726" y="11211"/>
                    <a:pt x="5826" y="11312"/>
                    <a:pt x="5910" y="11412"/>
                  </a:cubicBezTo>
                  <a:cubicBezTo>
                    <a:pt x="5208" y="11562"/>
                    <a:pt x="4556" y="11930"/>
                    <a:pt x="4055" y="12465"/>
                  </a:cubicBezTo>
                  <a:lnTo>
                    <a:pt x="4022" y="12498"/>
                  </a:lnTo>
                  <a:cubicBezTo>
                    <a:pt x="3303" y="13317"/>
                    <a:pt x="2267" y="13768"/>
                    <a:pt x="1198" y="13768"/>
                  </a:cubicBezTo>
                  <a:lnTo>
                    <a:pt x="1098" y="13768"/>
                  </a:lnTo>
                  <a:cubicBezTo>
                    <a:pt x="1089" y="13769"/>
                    <a:pt x="1080" y="13769"/>
                    <a:pt x="1072" y="13769"/>
                  </a:cubicBezTo>
                  <a:cubicBezTo>
                    <a:pt x="949" y="13769"/>
                    <a:pt x="847" y="13659"/>
                    <a:pt x="847" y="13534"/>
                  </a:cubicBezTo>
                  <a:cubicBezTo>
                    <a:pt x="847" y="13450"/>
                    <a:pt x="897" y="13367"/>
                    <a:pt x="981" y="13333"/>
                  </a:cubicBezTo>
                  <a:cubicBezTo>
                    <a:pt x="1900" y="12882"/>
                    <a:pt x="2484" y="11947"/>
                    <a:pt x="2484" y="10911"/>
                  </a:cubicBezTo>
                  <a:lnTo>
                    <a:pt x="2484" y="8638"/>
                  </a:lnTo>
                  <a:cubicBezTo>
                    <a:pt x="2501" y="6694"/>
                    <a:pt x="4055" y="5129"/>
                    <a:pt x="5979" y="5129"/>
                  </a:cubicBezTo>
                  <a:close/>
                  <a:moveTo>
                    <a:pt x="7664" y="0"/>
                  </a:moveTo>
                  <a:lnTo>
                    <a:pt x="7647" y="2323"/>
                  </a:lnTo>
                  <a:cubicBezTo>
                    <a:pt x="7647" y="3175"/>
                    <a:pt x="7313" y="3977"/>
                    <a:pt x="6712" y="4578"/>
                  </a:cubicBezTo>
                  <a:lnTo>
                    <a:pt x="6027" y="4578"/>
                  </a:lnTo>
                  <a:cubicBezTo>
                    <a:pt x="3771" y="4578"/>
                    <a:pt x="1950" y="6383"/>
                    <a:pt x="1950" y="8638"/>
                  </a:cubicBezTo>
                  <a:lnTo>
                    <a:pt x="1950" y="10911"/>
                  </a:lnTo>
                  <a:cubicBezTo>
                    <a:pt x="1950" y="11729"/>
                    <a:pt x="1482" y="12481"/>
                    <a:pt x="747" y="12849"/>
                  </a:cubicBezTo>
                  <a:cubicBezTo>
                    <a:pt x="0" y="13214"/>
                    <a:pt x="275" y="14319"/>
                    <a:pt x="1079" y="14319"/>
                  </a:cubicBezTo>
                  <a:cubicBezTo>
                    <a:pt x="1085" y="14319"/>
                    <a:pt x="1091" y="14319"/>
                    <a:pt x="1098" y="14319"/>
                  </a:cubicBezTo>
                  <a:lnTo>
                    <a:pt x="1198" y="14319"/>
                  </a:lnTo>
                  <a:cubicBezTo>
                    <a:pt x="2434" y="14319"/>
                    <a:pt x="3604" y="13785"/>
                    <a:pt x="4439" y="12866"/>
                  </a:cubicBezTo>
                  <a:lnTo>
                    <a:pt x="4473" y="12832"/>
                  </a:lnTo>
                  <a:cubicBezTo>
                    <a:pt x="4941" y="12314"/>
                    <a:pt x="5592" y="11980"/>
                    <a:pt x="6294" y="11913"/>
                  </a:cubicBezTo>
                  <a:cubicBezTo>
                    <a:pt x="6979" y="12932"/>
                    <a:pt x="7347" y="14152"/>
                    <a:pt x="7347" y="15389"/>
                  </a:cubicBezTo>
                  <a:lnTo>
                    <a:pt x="7347" y="16775"/>
                  </a:lnTo>
                  <a:lnTo>
                    <a:pt x="7881" y="16775"/>
                  </a:lnTo>
                  <a:lnTo>
                    <a:pt x="7881" y="15389"/>
                  </a:lnTo>
                  <a:cubicBezTo>
                    <a:pt x="7898" y="13701"/>
                    <a:pt x="7263" y="12080"/>
                    <a:pt x="6144" y="10844"/>
                  </a:cubicBezTo>
                  <a:cubicBezTo>
                    <a:pt x="6344" y="10760"/>
                    <a:pt x="6561" y="10693"/>
                    <a:pt x="6778" y="10643"/>
                  </a:cubicBezTo>
                  <a:cubicBezTo>
                    <a:pt x="7848" y="11780"/>
                    <a:pt x="8433" y="13283"/>
                    <a:pt x="8433" y="14854"/>
                  </a:cubicBezTo>
                  <a:lnTo>
                    <a:pt x="8416" y="16775"/>
                  </a:lnTo>
                  <a:lnTo>
                    <a:pt x="8967" y="16775"/>
                  </a:lnTo>
                  <a:lnTo>
                    <a:pt x="8967" y="15706"/>
                  </a:lnTo>
                  <a:cubicBezTo>
                    <a:pt x="8967" y="13551"/>
                    <a:pt x="9569" y="11462"/>
                    <a:pt x="10672" y="9624"/>
                  </a:cubicBezTo>
                  <a:cubicBezTo>
                    <a:pt x="10822" y="9658"/>
                    <a:pt x="10956" y="9708"/>
                    <a:pt x="11089" y="9758"/>
                  </a:cubicBezTo>
                  <a:cubicBezTo>
                    <a:pt x="10070" y="11529"/>
                    <a:pt x="9519" y="13551"/>
                    <a:pt x="9502" y="15606"/>
                  </a:cubicBezTo>
                  <a:lnTo>
                    <a:pt x="9502" y="16775"/>
                  </a:lnTo>
                  <a:lnTo>
                    <a:pt x="10053" y="16792"/>
                  </a:lnTo>
                  <a:lnTo>
                    <a:pt x="10053" y="15606"/>
                  </a:lnTo>
                  <a:cubicBezTo>
                    <a:pt x="10053" y="14035"/>
                    <a:pt x="10388" y="12498"/>
                    <a:pt x="11022" y="11078"/>
                  </a:cubicBezTo>
                  <a:cubicBezTo>
                    <a:pt x="12476" y="10927"/>
                    <a:pt x="13579" y="9724"/>
                    <a:pt x="13596" y="8254"/>
                  </a:cubicBezTo>
                  <a:cubicBezTo>
                    <a:pt x="13596" y="7736"/>
                    <a:pt x="14013" y="7318"/>
                    <a:pt x="14548" y="7318"/>
                  </a:cubicBezTo>
                  <a:cubicBezTo>
                    <a:pt x="15383" y="7318"/>
                    <a:pt x="16202" y="6984"/>
                    <a:pt x="16804" y="6383"/>
                  </a:cubicBezTo>
                  <a:cubicBezTo>
                    <a:pt x="17455" y="5731"/>
                    <a:pt x="17004" y="4612"/>
                    <a:pt x="16085" y="4612"/>
                  </a:cubicBezTo>
                  <a:lnTo>
                    <a:pt x="10738" y="4595"/>
                  </a:lnTo>
                  <a:cubicBezTo>
                    <a:pt x="10137" y="3993"/>
                    <a:pt x="9803" y="3175"/>
                    <a:pt x="9819" y="2323"/>
                  </a:cubicBezTo>
                  <a:lnTo>
                    <a:pt x="9819" y="0"/>
                  </a:lnTo>
                  <a:lnTo>
                    <a:pt x="9285" y="0"/>
                  </a:lnTo>
                  <a:lnTo>
                    <a:pt x="9268" y="2323"/>
                  </a:lnTo>
                  <a:cubicBezTo>
                    <a:pt x="9268" y="3141"/>
                    <a:pt x="9535" y="3943"/>
                    <a:pt x="10037" y="4595"/>
                  </a:cubicBezTo>
                  <a:cubicBezTo>
                    <a:pt x="9619" y="4645"/>
                    <a:pt x="9235" y="4812"/>
                    <a:pt x="8934" y="5079"/>
                  </a:cubicBezTo>
                  <a:cubicBezTo>
                    <a:pt x="8516" y="4762"/>
                    <a:pt x="7998" y="4595"/>
                    <a:pt x="7464" y="4595"/>
                  </a:cubicBezTo>
                  <a:lnTo>
                    <a:pt x="7430" y="4595"/>
                  </a:lnTo>
                  <a:cubicBezTo>
                    <a:pt x="7915" y="3927"/>
                    <a:pt x="8182" y="3141"/>
                    <a:pt x="8199" y="2323"/>
                  </a:cubicBezTo>
                  <a:lnTo>
                    <a:pt x="8199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8" name="Google Shape;758;p44"/>
          <p:cNvGrpSpPr/>
          <p:nvPr/>
        </p:nvGrpSpPr>
        <p:grpSpPr>
          <a:xfrm>
            <a:off x="4331705" y="2334629"/>
            <a:ext cx="480590" cy="481167"/>
            <a:chOff x="4365979" y="2379366"/>
            <a:chExt cx="480590" cy="481167"/>
          </a:xfrm>
        </p:grpSpPr>
        <p:sp>
          <p:nvSpPr>
            <p:cNvPr id="759" name="Google Shape;759;p44"/>
            <p:cNvSpPr/>
            <p:nvPr/>
          </p:nvSpPr>
          <p:spPr>
            <a:xfrm>
              <a:off x="4396504" y="2410437"/>
              <a:ext cx="85742" cy="85774"/>
            </a:xfrm>
            <a:custGeom>
              <a:avLst/>
              <a:gdLst/>
              <a:ahLst/>
              <a:cxnLst/>
              <a:rect l="l" t="t" r="r" b="b"/>
              <a:pathLst>
                <a:path w="2674" h="2675" extrusionOk="0">
                  <a:moveTo>
                    <a:pt x="2674" y="1"/>
                  </a:moveTo>
                  <a:cubicBezTo>
                    <a:pt x="1204" y="1"/>
                    <a:pt x="17" y="1204"/>
                    <a:pt x="1" y="2674"/>
                  </a:cubicBezTo>
                  <a:lnTo>
                    <a:pt x="485" y="2674"/>
                  </a:lnTo>
                  <a:cubicBezTo>
                    <a:pt x="502" y="1471"/>
                    <a:pt x="1471" y="485"/>
                    <a:pt x="2674" y="485"/>
                  </a:cubicBezTo>
                  <a:lnTo>
                    <a:pt x="2674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0" name="Google Shape;760;p44"/>
            <p:cNvGrpSpPr/>
            <p:nvPr/>
          </p:nvGrpSpPr>
          <p:grpSpPr>
            <a:xfrm>
              <a:off x="4365979" y="2379366"/>
              <a:ext cx="480590" cy="481167"/>
              <a:chOff x="4365979" y="2379366"/>
              <a:chExt cx="480590" cy="481167"/>
            </a:xfrm>
          </p:grpSpPr>
          <p:sp>
            <p:nvSpPr>
              <p:cNvPr id="761" name="Google Shape;761;p44"/>
              <p:cNvSpPr/>
              <p:nvPr/>
            </p:nvSpPr>
            <p:spPr>
              <a:xfrm>
                <a:off x="4489717" y="2511699"/>
                <a:ext cx="233113" cy="341332"/>
              </a:xfrm>
              <a:custGeom>
                <a:avLst/>
                <a:gdLst/>
                <a:ahLst/>
                <a:cxnLst/>
                <a:rect l="l" t="t" r="r" b="b"/>
                <a:pathLst>
                  <a:path w="7270" h="10645" extrusionOk="0">
                    <a:moveTo>
                      <a:pt x="1" y="1"/>
                    </a:moveTo>
                    <a:lnTo>
                      <a:pt x="51" y="68"/>
                    </a:lnTo>
                    <a:cubicBezTo>
                      <a:pt x="185" y="335"/>
                      <a:pt x="252" y="636"/>
                      <a:pt x="252" y="936"/>
                    </a:cubicBezTo>
                    <a:lnTo>
                      <a:pt x="252" y="987"/>
                    </a:lnTo>
                    <a:cubicBezTo>
                      <a:pt x="252" y="1287"/>
                      <a:pt x="185" y="1588"/>
                      <a:pt x="51" y="1855"/>
                    </a:cubicBezTo>
                    <a:lnTo>
                      <a:pt x="1" y="1922"/>
                    </a:lnTo>
                    <a:lnTo>
                      <a:pt x="970" y="1922"/>
                    </a:lnTo>
                    <a:cubicBezTo>
                      <a:pt x="2173" y="1922"/>
                      <a:pt x="3159" y="2908"/>
                      <a:pt x="3159" y="4111"/>
                    </a:cubicBezTo>
                    <a:lnTo>
                      <a:pt x="3159" y="10644"/>
                    </a:lnTo>
                    <a:lnTo>
                      <a:pt x="4111" y="10644"/>
                    </a:lnTo>
                    <a:lnTo>
                      <a:pt x="4111" y="4111"/>
                    </a:lnTo>
                    <a:cubicBezTo>
                      <a:pt x="4111" y="2908"/>
                      <a:pt x="5097" y="1922"/>
                      <a:pt x="6300" y="1922"/>
                    </a:cubicBezTo>
                    <a:lnTo>
                      <a:pt x="7269" y="1922"/>
                    </a:lnTo>
                    <a:lnTo>
                      <a:pt x="7236" y="1855"/>
                    </a:lnTo>
                    <a:cubicBezTo>
                      <a:pt x="7085" y="1588"/>
                      <a:pt x="7019" y="1287"/>
                      <a:pt x="7019" y="987"/>
                    </a:cubicBezTo>
                    <a:lnTo>
                      <a:pt x="7019" y="936"/>
                    </a:lnTo>
                    <a:cubicBezTo>
                      <a:pt x="7019" y="636"/>
                      <a:pt x="7085" y="335"/>
                      <a:pt x="7236" y="68"/>
                    </a:cubicBezTo>
                    <a:lnTo>
                      <a:pt x="7269" y="1"/>
                    </a:lnTo>
                    <a:lnTo>
                      <a:pt x="6300" y="1"/>
                    </a:lnTo>
                    <a:cubicBezTo>
                      <a:pt x="5214" y="1"/>
                      <a:pt x="4211" y="552"/>
                      <a:pt x="3643" y="1471"/>
                    </a:cubicBezTo>
                    <a:cubicBezTo>
                      <a:pt x="3059" y="552"/>
                      <a:pt x="2056" y="1"/>
                      <a:pt x="970" y="1"/>
                    </a:cubicBezTo>
                    <a:close/>
                  </a:path>
                </a:pathLst>
              </a:custGeom>
              <a:solidFill>
                <a:srgbClr val="62C0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4"/>
              <p:cNvSpPr/>
              <p:nvPr/>
            </p:nvSpPr>
            <p:spPr>
              <a:xfrm>
                <a:off x="4365979" y="2379366"/>
                <a:ext cx="480590" cy="481167"/>
              </a:xfrm>
              <a:custGeom>
                <a:avLst/>
                <a:gdLst/>
                <a:ahLst/>
                <a:cxnLst/>
                <a:rect l="l" t="t" r="r" b="b"/>
                <a:pathLst>
                  <a:path w="14988" h="15006" extrusionOk="0">
                    <a:moveTo>
                      <a:pt x="4679" y="4362"/>
                    </a:moveTo>
                    <a:cubicBezTo>
                      <a:pt x="4779" y="4579"/>
                      <a:pt x="4829" y="4813"/>
                      <a:pt x="4829" y="5063"/>
                    </a:cubicBezTo>
                    <a:lnTo>
                      <a:pt x="4829" y="5114"/>
                    </a:lnTo>
                    <a:cubicBezTo>
                      <a:pt x="4829" y="5364"/>
                      <a:pt x="4779" y="5598"/>
                      <a:pt x="4679" y="5815"/>
                    </a:cubicBezTo>
                    <a:lnTo>
                      <a:pt x="4228" y="5815"/>
                    </a:lnTo>
                    <a:cubicBezTo>
                      <a:pt x="4311" y="5598"/>
                      <a:pt x="4344" y="5348"/>
                      <a:pt x="4344" y="5114"/>
                    </a:cubicBezTo>
                    <a:lnTo>
                      <a:pt x="4344" y="5063"/>
                    </a:lnTo>
                    <a:cubicBezTo>
                      <a:pt x="4344" y="4830"/>
                      <a:pt x="4311" y="4596"/>
                      <a:pt x="4228" y="4362"/>
                    </a:cubicBezTo>
                    <a:close/>
                    <a:moveTo>
                      <a:pt x="10761" y="4362"/>
                    </a:moveTo>
                    <a:cubicBezTo>
                      <a:pt x="10677" y="4596"/>
                      <a:pt x="10644" y="4830"/>
                      <a:pt x="10644" y="5063"/>
                    </a:cubicBezTo>
                    <a:lnTo>
                      <a:pt x="10644" y="5114"/>
                    </a:lnTo>
                    <a:cubicBezTo>
                      <a:pt x="10644" y="5348"/>
                      <a:pt x="10677" y="5598"/>
                      <a:pt x="10761" y="5815"/>
                    </a:cubicBezTo>
                    <a:lnTo>
                      <a:pt x="10309" y="5815"/>
                    </a:lnTo>
                    <a:cubicBezTo>
                      <a:pt x="10209" y="5598"/>
                      <a:pt x="10159" y="5364"/>
                      <a:pt x="10159" y="5114"/>
                    </a:cubicBezTo>
                    <a:lnTo>
                      <a:pt x="10159" y="5063"/>
                    </a:lnTo>
                    <a:cubicBezTo>
                      <a:pt x="10159" y="4813"/>
                      <a:pt x="10209" y="4579"/>
                      <a:pt x="10309" y="4362"/>
                    </a:cubicBezTo>
                    <a:close/>
                    <a:moveTo>
                      <a:pt x="9775" y="4395"/>
                    </a:moveTo>
                    <a:lnTo>
                      <a:pt x="9775" y="4395"/>
                    </a:lnTo>
                    <a:cubicBezTo>
                      <a:pt x="9708" y="4612"/>
                      <a:pt x="9675" y="4830"/>
                      <a:pt x="9675" y="5063"/>
                    </a:cubicBezTo>
                    <a:lnTo>
                      <a:pt x="9675" y="5114"/>
                    </a:lnTo>
                    <a:cubicBezTo>
                      <a:pt x="9675" y="5364"/>
                      <a:pt x="9708" y="5615"/>
                      <a:pt x="9791" y="5849"/>
                    </a:cubicBezTo>
                    <a:cubicBezTo>
                      <a:pt x="9157" y="5949"/>
                      <a:pt x="8572" y="6300"/>
                      <a:pt x="8187" y="6835"/>
                    </a:cubicBezTo>
                    <a:cubicBezTo>
                      <a:pt x="8137" y="6400"/>
                      <a:pt x="7987" y="5982"/>
                      <a:pt x="7786" y="5598"/>
                    </a:cubicBezTo>
                    <a:cubicBezTo>
                      <a:pt x="8238" y="4930"/>
                      <a:pt x="8973" y="4495"/>
                      <a:pt x="9775" y="4395"/>
                    </a:cubicBezTo>
                    <a:close/>
                    <a:moveTo>
                      <a:pt x="3626" y="485"/>
                    </a:moveTo>
                    <a:cubicBezTo>
                      <a:pt x="4829" y="485"/>
                      <a:pt x="5798" y="1471"/>
                      <a:pt x="5798" y="2674"/>
                    </a:cubicBezTo>
                    <a:cubicBezTo>
                      <a:pt x="5798" y="3342"/>
                      <a:pt x="5263" y="3877"/>
                      <a:pt x="4595" y="3877"/>
                    </a:cubicBezTo>
                    <a:lnTo>
                      <a:pt x="4111" y="3877"/>
                    </a:lnTo>
                    <a:cubicBezTo>
                      <a:pt x="3710" y="3877"/>
                      <a:pt x="3375" y="3560"/>
                      <a:pt x="3375" y="3159"/>
                    </a:cubicBezTo>
                    <a:lnTo>
                      <a:pt x="3375" y="2424"/>
                    </a:lnTo>
                    <a:lnTo>
                      <a:pt x="2891" y="2424"/>
                    </a:lnTo>
                    <a:lnTo>
                      <a:pt x="2891" y="3159"/>
                    </a:lnTo>
                    <a:cubicBezTo>
                      <a:pt x="2891" y="3660"/>
                      <a:pt x="3208" y="4094"/>
                      <a:pt x="3676" y="4278"/>
                    </a:cubicBezTo>
                    <a:lnTo>
                      <a:pt x="3693" y="4312"/>
                    </a:lnTo>
                    <a:cubicBezTo>
                      <a:pt x="3810" y="4546"/>
                      <a:pt x="3860" y="4796"/>
                      <a:pt x="3860" y="5063"/>
                    </a:cubicBezTo>
                    <a:lnTo>
                      <a:pt x="3860" y="5114"/>
                    </a:lnTo>
                    <a:cubicBezTo>
                      <a:pt x="3860" y="5381"/>
                      <a:pt x="3810" y="5632"/>
                      <a:pt x="3693" y="5882"/>
                    </a:cubicBezTo>
                    <a:lnTo>
                      <a:pt x="3676" y="5899"/>
                    </a:lnTo>
                    <a:cubicBezTo>
                      <a:pt x="3208" y="6083"/>
                      <a:pt x="2891" y="6517"/>
                      <a:pt x="2891" y="7018"/>
                    </a:cubicBezTo>
                    <a:lnTo>
                      <a:pt x="2891" y="7754"/>
                    </a:lnTo>
                    <a:lnTo>
                      <a:pt x="3375" y="7754"/>
                    </a:lnTo>
                    <a:lnTo>
                      <a:pt x="3375" y="7018"/>
                    </a:lnTo>
                    <a:cubicBezTo>
                      <a:pt x="3375" y="6617"/>
                      <a:pt x="3710" y="6300"/>
                      <a:pt x="4111" y="6300"/>
                    </a:cubicBezTo>
                    <a:lnTo>
                      <a:pt x="4595" y="6300"/>
                    </a:lnTo>
                    <a:cubicBezTo>
                      <a:pt x="5263" y="6300"/>
                      <a:pt x="5798" y="6835"/>
                      <a:pt x="5798" y="7503"/>
                    </a:cubicBezTo>
                    <a:cubicBezTo>
                      <a:pt x="5798" y="8706"/>
                      <a:pt x="4829" y="9692"/>
                      <a:pt x="3626" y="9692"/>
                    </a:cubicBezTo>
                    <a:cubicBezTo>
                      <a:pt x="1888" y="9692"/>
                      <a:pt x="485" y="8272"/>
                      <a:pt x="485" y="6534"/>
                    </a:cubicBezTo>
                    <a:lnTo>
                      <a:pt x="485" y="3643"/>
                    </a:lnTo>
                    <a:cubicBezTo>
                      <a:pt x="485" y="1906"/>
                      <a:pt x="1888" y="502"/>
                      <a:pt x="3626" y="485"/>
                    </a:cubicBezTo>
                    <a:close/>
                    <a:moveTo>
                      <a:pt x="11362" y="485"/>
                    </a:moveTo>
                    <a:cubicBezTo>
                      <a:pt x="13100" y="502"/>
                      <a:pt x="14503" y="1906"/>
                      <a:pt x="14503" y="3643"/>
                    </a:cubicBezTo>
                    <a:lnTo>
                      <a:pt x="14503" y="6534"/>
                    </a:lnTo>
                    <a:cubicBezTo>
                      <a:pt x="14503" y="8272"/>
                      <a:pt x="13100" y="9692"/>
                      <a:pt x="11362" y="9692"/>
                    </a:cubicBezTo>
                    <a:cubicBezTo>
                      <a:pt x="10159" y="9692"/>
                      <a:pt x="9190" y="8706"/>
                      <a:pt x="9190" y="7503"/>
                    </a:cubicBezTo>
                    <a:cubicBezTo>
                      <a:pt x="9190" y="6835"/>
                      <a:pt x="9725" y="6300"/>
                      <a:pt x="10393" y="6300"/>
                    </a:cubicBezTo>
                    <a:lnTo>
                      <a:pt x="10878" y="6300"/>
                    </a:lnTo>
                    <a:cubicBezTo>
                      <a:pt x="11279" y="6300"/>
                      <a:pt x="11613" y="6617"/>
                      <a:pt x="11613" y="7018"/>
                    </a:cubicBezTo>
                    <a:lnTo>
                      <a:pt x="11613" y="7754"/>
                    </a:lnTo>
                    <a:lnTo>
                      <a:pt x="12097" y="7754"/>
                    </a:lnTo>
                    <a:lnTo>
                      <a:pt x="12097" y="7018"/>
                    </a:lnTo>
                    <a:cubicBezTo>
                      <a:pt x="12081" y="6517"/>
                      <a:pt x="11780" y="6083"/>
                      <a:pt x="11312" y="5899"/>
                    </a:cubicBezTo>
                    <a:lnTo>
                      <a:pt x="11295" y="5882"/>
                    </a:lnTo>
                    <a:cubicBezTo>
                      <a:pt x="11178" y="5632"/>
                      <a:pt x="11128" y="5381"/>
                      <a:pt x="11128" y="5114"/>
                    </a:cubicBezTo>
                    <a:lnTo>
                      <a:pt x="11128" y="5063"/>
                    </a:lnTo>
                    <a:cubicBezTo>
                      <a:pt x="11128" y="4796"/>
                      <a:pt x="11178" y="4546"/>
                      <a:pt x="11295" y="4312"/>
                    </a:cubicBezTo>
                    <a:lnTo>
                      <a:pt x="11312" y="4278"/>
                    </a:lnTo>
                    <a:cubicBezTo>
                      <a:pt x="11780" y="4094"/>
                      <a:pt x="12097" y="3660"/>
                      <a:pt x="12097" y="3159"/>
                    </a:cubicBezTo>
                    <a:lnTo>
                      <a:pt x="12097" y="2424"/>
                    </a:lnTo>
                    <a:lnTo>
                      <a:pt x="11613" y="2424"/>
                    </a:lnTo>
                    <a:lnTo>
                      <a:pt x="11613" y="3159"/>
                    </a:lnTo>
                    <a:cubicBezTo>
                      <a:pt x="11613" y="3560"/>
                      <a:pt x="11279" y="3877"/>
                      <a:pt x="10878" y="3877"/>
                    </a:cubicBezTo>
                    <a:lnTo>
                      <a:pt x="10393" y="3877"/>
                    </a:lnTo>
                    <a:cubicBezTo>
                      <a:pt x="9725" y="3877"/>
                      <a:pt x="9190" y="3342"/>
                      <a:pt x="9190" y="2674"/>
                    </a:cubicBezTo>
                    <a:cubicBezTo>
                      <a:pt x="9190" y="1471"/>
                      <a:pt x="10159" y="485"/>
                      <a:pt x="11362" y="485"/>
                    </a:cubicBezTo>
                    <a:close/>
                    <a:moveTo>
                      <a:pt x="3626" y="1"/>
                    </a:moveTo>
                    <a:cubicBezTo>
                      <a:pt x="1621" y="17"/>
                      <a:pt x="0" y="1638"/>
                      <a:pt x="0" y="3643"/>
                    </a:cubicBezTo>
                    <a:lnTo>
                      <a:pt x="0" y="6534"/>
                    </a:lnTo>
                    <a:cubicBezTo>
                      <a:pt x="0" y="8539"/>
                      <a:pt x="1621" y="10160"/>
                      <a:pt x="3626" y="10176"/>
                    </a:cubicBezTo>
                    <a:cubicBezTo>
                      <a:pt x="5096" y="10160"/>
                      <a:pt x="6283" y="8973"/>
                      <a:pt x="6283" y="7503"/>
                    </a:cubicBezTo>
                    <a:cubicBezTo>
                      <a:pt x="6283" y="7269"/>
                      <a:pt x="6233" y="7018"/>
                      <a:pt x="6132" y="6801"/>
                    </a:cubicBezTo>
                    <a:lnTo>
                      <a:pt x="6132" y="6801"/>
                    </a:lnTo>
                    <a:cubicBezTo>
                      <a:pt x="6533" y="7169"/>
                      <a:pt x="6767" y="7687"/>
                      <a:pt x="6767" y="8238"/>
                    </a:cubicBezTo>
                    <a:lnTo>
                      <a:pt x="6767" y="15005"/>
                    </a:lnTo>
                    <a:lnTo>
                      <a:pt x="7252" y="15005"/>
                    </a:lnTo>
                    <a:lnTo>
                      <a:pt x="7252" y="8238"/>
                    </a:lnTo>
                    <a:cubicBezTo>
                      <a:pt x="7252" y="7035"/>
                      <a:pt x="6366" y="6016"/>
                      <a:pt x="5197" y="5849"/>
                    </a:cubicBezTo>
                    <a:cubicBezTo>
                      <a:pt x="5280" y="5615"/>
                      <a:pt x="5314" y="5364"/>
                      <a:pt x="5314" y="5114"/>
                    </a:cubicBezTo>
                    <a:lnTo>
                      <a:pt x="5314" y="5063"/>
                    </a:lnTo>
                    <a:cubicBezTo>
                      <a:pt x="5314" y="4830"/>
                      <a:pt x="5280" y="4612"/>
                      <a:pt x="5213" y="4395"/>
                    </a:cubicBezTo>
                    <a:lnTo>
                      <a:pt x="5213" y="4395"/>
                    </a:lnTo>
                    <a:cubicBezTo>
                      <a:pt x="6650" y="4579"/>
                      <a:pt x="7736" y="5815"/>
                      <a:pt x="7736" y="7269"/>
                    </a:cubicBezTo>
                    <a:lnTo>
                      <a:pt x="7736" y="15005"/>
                    </a:lnTo>
                    <a:lnTo>
                      <a:pt x="8221" y="15005"/>
                    </a:lnTo>
                    <a:lnTo>
                      <a:pt x="8221" y="8238"/>
                    </a:lnTo>
                    <a:cubicBezTo>
                      <a:pt x="8221" y="7687"/>
                      <a:pt x="8455" y="7169"/>
                      <a:pt x="8856" y="6801"/>
                    </a:cubicBezTo>
                    <a:lnTo>
                      <a:pt x="8856" y="6801"/>
                    </a:lnTo>
                    <a:cubicBezTo>
                      <a:pt x="8756" y="7018"/>
                      <a:pt x="8705" y="7269"/>
                      <a:pt x="8705" y="7503"/>
                    </a:cubicBezTo>
                    <a:cubicBezTo>
                      <a:pt x="8705" y="8973"/>
                      <a:pt x="9892" y="10176"/>
                      <a:pt x="11362" y="10176"/>
                    </a:cubicBezTo>
                    <a:cubicBezTo>
                      <a:pt x="13367" y="10176"/>
                      <a:pt x="14988" y="8539"/>
                      <a:pt x="14988" y="6534"/>
                    </a:cubicBezTo>
                    <a:lnTo>
                      <a:pt x="14988" y="3643"/>
                    </a:lnTo>
                    <a:cubicBezTo>
                      <a:pt x="14988" y="1638"/>
                      <a:pt x="13367" y="17"/>
                      <a:pt x="11362" y="1"/>
                    </a:cubicBezTo>
                    <a:cubicBezTo>
                      <a:pt x="9892" y="17"/>
                      <a:pt x="8705" y="1204"/>
                      <a:pt x="8705" y="2674"/>
                    </a:cubicBezTo>
                    <a:cubicBezTo>
                      <a:pt x="8705" y="3175"/>
                      <a:pt x="8939" y="3660"/>
                      <a:pt x="9324" y="3977"/>
                    </a:cubicBezTo>
                    <a:cubicBezTo>
                      <a:pt x="8605" y="4161"/>
                      <a:pt x="7954" y="4579"/>
                      <a:pt x="7486" y="5180"/>
                    </a:cubicBezTo>
                    <a:cubicBezTo>
                      <a:pt x="7035" y="4596"/>
                      <a:pt x="6383" y="4161"/>
                      <a:pt x="5664" y="3977"/>
                    </a:cubicBezTo>
                    <a:cubicBezTo>
                      <a:pt x="6049" y="3660"/>
                      <a:pt x="6283" y="3175"/>
                      <a:pt x="6283" y="2674"/>
                    </a:cubicBezTo>
                    <a:cubicBezTo>
                      <a:pt x="6283" y="1204"/>
                      <a:pt x="5096" y="1"/>
                      <a:pt x="3626" y="1"/>
                    </a:cubicBezTo>
                    <a:close/>
                  </a:path>
                </a:pathLst>
              </a:custGeom>
              <a:solidFill>
                <a:srgbClr val="4AA2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3" name="Google Shape;763;p44"/>
            <p:cNvSpPr/>
            <p:nvPr/>
          </p:nvSpPr>
          <p:spPr>
            <a:xfrm>
              <a:off x="4730301" y="2588847"/>
              <a:ext cx="85197" cy="85774"/>
            </a:xfrm>
            <a:custGeom>
              <a:avLst/>
              <a:gdLst/>
              <a:ahLst/>
              <a:cxnLst/>
              <a:rect l="l" t="t" r="r" b="b"/>
              <a:pathLst>
                <a:path w="2657" h="2675" extrusionOk="0">
                  <a:moveTo>
                    <a:pt x="2189" y="1"/>
                  </a:moveTo>
                  <a:cubicBezTo>
                    <a:pt x="2172" y="1204"/>
                    <a:pt x="1203" y="2190"/>
                    <a:pt x="0" y="2190"/>
                  </a:cubicBezTo>
                  <a:lnTo>
                    <a:pt x="0" y="2674"/>
                  </a:lnTo>
                  <a:cubicBezTo>
                    <a:pt x="1470" y="2674"/>
                    <a:pt x="2657" y="1471"/>
                    <a:pt x="265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44"/>
          <p:cNvGrpSpPr/>
          <p:nvPr/>
        </p:nvGrpSpPr>
        <p:grpSpPr>
          <a:xfrm>
            <a:off x="5879945" y="2360061"/>
            <a:ext cx="539921" cy="441690"/>
            <a:chOff x="604425" y="237200"/>
            <a:chExt cx="6337100" cy="5184150"/>
          </a:xfrm>
        </p:grpSpPr>
        <p:sp>
          <p:nvSpPr>
            <p:cNvPr id="765" name="Google Shape;765;p44"/>
            <p:cNvSpPr/>
            <p:nvPr/>
          </p:nvSpPr>
          <p:spPr>
            <a:xfrm>
              <a:off x="1758300" y="3070375"/>
              <a:ext cx="1147725" cy="982900"/>
            </a:xfrm>
            <a:custGeom>
              <a:avLst/>
              <a:gdLst/>
              <a:ahLst/>
              <a:cxnLst/>
              <a:rect l="l" t="t" r="r" b="b"/>
              <a:pathLst>
                <a:path w="45909" h="39316" extrusionOk="0">
                  <a:moveTo>
                    <a:pt x="26163" y="0"/>
                  </a:moveTo>
                  <a:cubicBezTo>
                    <a:pt x="8886" y="0"/>
                    <a:pt x="1" y="21227"/>
                    <a:pt x="12342" y="33568"/>
                  </a:cubicBezTo>
                  <a:cubicBezTo>
                    <a:pt x="16316" y="37542"/>
                    <a:pt x="21212" y="39315"/>
                    <a:pt x="26024" y="39315"/>
                  </a:cubicBezTo>
                  <a:cubicBezTo>
                    <a:pt x="36153" y="39315"/>
                    <a:pt x="45909" y="31459"/>
                    <a:pt x="45909" y="19746"/>
                  </a:cubicBezTo>
                  <a:cubicBezTo>
                    <a:pt x="45909" y="8886"/>
                    <a:pt x="37023" y="0"/>
                    <a:pt x="26163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4"/>
            <p:cNvSpPr/>
            <p:nvPr/>
          </p:nvSpPr>
          <p:spPr>
            <a:xfrm>
              <a:off x="2153225" y="2292875"/>
              <a:ext cx="1141550" cy="976750"/>
            </a:xfrm>
            <a:custGeom>
              <a:avLst/>
              <a:gdLst/>
              <a:ahLst/>
              <a:cxnLst/>
              <a:rect l="l" t="t" r="r" b="b"/>
              <a:pathLst>
                <a:path w="45662" h="39070" extrusionOk="0">
                  <a:moveTo>
                    <a:pt x="26163" y="1"/>
                  </a:moveTo>
                  <a:cubicBezTo>
                    <a:pt x="8639" y="1"/>
                    <a:pt x="0" y="20981"/>
                    <a:pt x="12341" y="33322"/>
                  </a:cubicBezTo>
                  <a:cubicBezTo>
                    <a:pt x="16315" y="37296"/>
                    <a:pt x="21186" y="39069"/>
                    <a:pt x="25963" y="39069"/>
                  </a:cubicBezTo>
                  <a:cubicBezTo>
                    <a:pt x="36019" y="39069"/>
                    <a:pt x="45662" y="31213"/>
                    <a:pt x="45662" y="19500"/>
                  </a:cubicBezTo>
                  <a:cubicBezTo>
                    <a:pt x="45662" y="8640"/>
                    <a:pt x="36776" y="1"/>
                    <a:pt x="26163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4"/>
            <p:cNvSpPr/>
            <p:nvPr/>
          </p:nvSpPr>
          <p:spPr>
            <a:xfrm>
              <a:off x="604425" y="237200"/>
              <a:ext cx="6337100" cy="5184150"/>
            </a:xfrm>
            <a:custGeom>
              <a:avLst/>
              <a:gdLst/>
              <a:ahLst/>
              <a:cxnLst/>
              <a:rect l="l" t="t" r="r" b="b"/>
              <a:pathLst>
                <a:path w="253484" h="207366" extrusionOk="0">
                  <a:moveTo>
                    <a:pt x="162329" y="1"/>
                  </a:moveTo>
                  <a:cubicBezTo>
                    <a:pt x="157412" y="1"/>
                    <a:pt x="152441" y="1858"/>
                    <a:pt x="148586" y="5714"/>
                  </a:cubicBezTo>
                  <a:cubicBezTo>
                    <a:pt x="144763" y="1891"/>
                    <a:pt x="139813" y="14"/>
                    <a:pt x="134879" y="14"/>
                  </a:cubicBezTo>
                  <a:cubicBezTo>
                    <a:pt x="128983" y="14"/>
                    <a:pt x="123111" y="2694"/>
                    <a:pt x="119214" y="7935"/>
                  </a:cubicBezTo>
                  <a:cubicBezTo>
                    <a:pt x="115681" y="5197"/>
                    <a:pt x="111580" y="3913"/>
                    <a:pt x="107531" y="3913"/>
                  </a:cubicBezTo>
                  <a:cubicBezTo>
                    <a:pt x="100266" y="3913"/>
                    <a:pt x="93171" y="8049"/>
                    <a:pt x="89843" y="15340"/>
                  </a:cubicBezTo>
                  <a:cubicBezTo>
                    <a:pt x="85647" y="13118"/>
                    <a:pt x="80957" y="11884"/>
                    <a:pt x="76268" y="11884"/>
                  </a:cubicBezTo>
                  <a:cubicBezTo>
                    <a:pt x="64173" y="11884"/>
                    <a:pt x="53560" y="19783"/>
                    <a:pt x="50105" y="31383"/>
                  </a:cubicBezTo>
                  <a:lnTo>
                    <a:pt x="48871" y="31383"/>
                  </a:lnTo>
                  <a:cubicBezTo>
                    <a:pt x="38011" y="31383"/>
                    <a:pt x="29372" y="40022"/>
                    <a:pt x="29372" y="50882"/>
                  </a:cubicBezTo>
                  <a:lnTo>
                    <a:pt x="29372" y="51376"/>
                  </a:lnTo>
                  <a:cubicBezTo>
                    <a:pt x="20240" y="53103"/>
                    <a:pt x="13822" y="61248"/>
                    <a:pt x="13822" y="70381"/>
                  </a:cubicBezTo>
                  <a:cubicBezTo>
                    <a:pt x="13822" y="74083"/>
                    <a:pt x="14809" y="77538"/>
                    <a:pt x="16537" y="80500"/>
                  </a:cubicBezTo>
                  <a:cubicBezTo>
                    <a:pt x="0" y="88892"/>
                    <a:pt x="3456" y="113327"/>
                    <a:pt x="21474" y="117030"/>
                  </a:cubicBezTo>
                  <a:lnTo>
                    <a:pt x="21474" y="117276"/>
                  </a:lnTo>
                  <a:cubicBezTo>
                    <a:pt x="21474" y="125175"/>
                    <a:pt x="26163" y="132086"/>
                    <a:pt x="33321" y="135294"/>
                  </a:cubicBezTo>
                  <a:cubicBezTo>
                    <a:pt x="34555" y="156027"/>
                    <a:pt x="51586" y="172070"/>
                    <a:pt x="72318" y="172070"/>
                  </a:cubicBezTo>
                  <a:lnTo>
                    <a:pt x="73553" y="172070"/>
                  </a:lnTo>
                  <a:cubicBezTo>
                    <a:pt x="67629" y="182930"/>
                    <a:pt x="64667" y="195025"/>
                    <a:pt x="64667" y="207366"/>
                  </a:cubicBezTo>
                  <a:lnTo>
                    <a:pt x="72318" y="207366"/>
                  </a:lnTo>
                  <a:cubicBezTo>
                    <a:pt x="72318" y="195271"/>
                    <a:pt x="75774" y="183424"/>
                    <a:pt x="81944" y="173058"/>
                  </a:cubicBezTo>
                  <a:lnTo>
                    <a:pt x="83425" y="170589"/>
                  </a:lnTo>
                  <a:cubicBezTo>
                    <a:pt x="99962" y="165653"/>
                    <a:pt x="111563" y="150350"/>
                    <a:pt x="111563" y="133073"/>
                  </a:cubicBezTo>
                  <a:lnTo>
                    <a:pt x="103664" y="133073"/>
                  </a:lnTo>
                  <a:cubicBezTo>
                    <a:pt x="103911" y="150350"/>
                    <a:pt x="89843" y="164666"/>
                    <a:pt x="72318" y="164666"/>
                  </a:cubicBezTo>
                  <a:cubicBezTo>
                    <a:pt x="55041" y="164666"/>
                    <a:pt x="40972" y="150350"/>
                    <a:pt x="41219" y="133073"/>
                  </a:cubicBezTo>
                  <a:cubicBezTo>
                    <a:pt x="41219" y="132826"/>
                    <a:pt x="41219" y="132579"/>
                    <a:pt x="41219" y="132579"/>
                  </a:cubicBezTo>
                  <a:cubicBezTo>
                    <a:pt x="41219" y="130605"/>
                    <a:pt x="39985" y="129124"/>
                    <a:pt x="38257" y="128630"/>
                  </a:cubicBezTo>
                  <a:cubicBezTo>
                    <a:pt x="33074" y="127396"/>
                    <a:pt x="29372" y="122706"/>
                    <a:pt x="29372" y="117276"/>
                  </a:cubicBezTo>
                  <a:cubicBezTo>
                    <a:pt x="29372" y="116289"/>
                    <a:pt x="29619" y="115302"/>
                    <a:pt x="29865" y="114315"/>
                  </a:cubicBezTo>
                  <a:cubicBezTo>
                    <a:pt x="30112" y="113080"/>
                    <a:pt x="29865" y="111846"/>
                    <a:pt x="29125" y="110859"/>
                  </a:cubicBezTo>
                  <a:cubicBezTo>
                    <a:pt x="28385" y="109872"/>
                    <a:pt x="27150" y="109378"/>
                    <a:pt x="25916" y="109378"/>
                  </a:cubicBezTo>
                  <a:cubicBezTo>
                    <a:pt x="25670" y="109378"/>
                    <a:pt x="25670" y="109378"/>
                    <a:pt x="25423" y="109625"/>
                  </a:cubicBezTo>
                  <a:cubicBezTo>
                    <a:pt x="10860" y="109625"/>
                    <a:pt x="9379" y="88152"/>
                    <a:pt x="23942" y="86177"/>
                  </a:cubicBezTo>
                  <a:cubicBezTo>
                    <a:pt x="27150" y="85683"/>
                    <a:pt x="28385" y="81488"/>
                    <a:pt x="25916" y="79266"/>
                  </a:cubicBezTo>
                  <a:cubicBezTo>
                    <a:pt x="17525" y="72355"/>
                    <a:pt x="22214" y="58780"/>
                    <a:pt x="33074" y="58780"/>
                  </a:cubicBezTo>
                  <a:lnTo>
                    <a:pt x="33815" y="58780"/>
                  </a:lnTo>
                  <a:cubicBezTo>
                    <a:pt x="35049" y="58780"/>
                    <a:pt x="36036" y="58286"/>
                    <a:pt x="37023" y="57299"/>
                  </a:cubicBezTo>
                  <a:cubicBezTo>
                    <a:pt x="37764" y="56312"/>
                    <a:pt x="38011" y="55078"/>
                    <a:pt x="37517" y="53844"/>
                  </a:cubicBezTo>
                  <a:cubicBezTo>
                    <a:pt x="37270" y="52856"/>
                    <a:pt x="37270" y="51869"/>
                    <a:pt x="37270" y="50882"/>
                  </a:cubicBezTo>
                  <a:cubicBezTo>
                    <a:pt x="37270" y="44465"/>
                    <a:pt x="42453" y="39035"/>
                    <a:pt x="48871" y="39035"/>
                  </a:cubicBezTo>
                  <a:cubicBezTo>
                    <a:pt x="49858" y="39281"/>
                    <a:pt x="51092" y="39281"/>
                    <a:pt x="52079" y="39528"/>
                  </a:cubicBezTo>
                  <a:cubicBezTo>
                    <a:pt x="52468" y="39658"/>
                    <a:pt x="52858" y="39719"/>
                    <a:pt x="53237" y="39719"/>
                  </a:cubicBezTo>
                  <a:cubicBezTo>
                    <a:pt x="55026" y="39719"/>
                    <a:pt x="56608" y="38355"/>
                    <a:pt x="57016" y="36320"/>
                  </a:cubicBezTo>
                  <a:cubicBezTo>
                    <a:pt x="58330" y="25968"/>
                    <a:pt x="67192" y="19554"/>
                    <a:pt x="76393" y="19554"/>
                  </a:cubicBezTo>
                  <a:cubicBezTo>
                    <a:pt x="81013" y="19554"/>
                    <a:pt x="85718" y="21171"/>
                    <a:pt x="89596" y="24719"/>
                  </a:cubicBezTo>
                  <a:cubicBezTo>
                    <a:pt x="90326" y="25449"/>
                    <a:pt x="91244" y="25780"/>
                    <a:pt x="92155" y="25780"/>
                  </a:cubicBezTo>
                  <a:cubicBezTo>
                    <a:pt x="94014" y="25780"/>
                    <a:pt x="95847" y="24404"/>
                    <a:pt x="96013" y="22251"/>
                  </a:cubicBezTo>
                  <a:cubicBezTo>
                    <a:pt x="96619" y="15741"/>
                    <a:pt x="102052" y="11831"/>
                    <a:pt x="107588" y="11831"/>
                  </a:cubicBezTo>
                  <a:cubicBezTo>
                    <a:pt x="111077" y="11831"/>
                    <a:pt x="114607" y="13385"/>
                    <a:pt x="116993" y="16821"/>
                  </a:cubicBezTo>
                  <a:cubicBezTo>
                    <a:pt x="117846" y="17888"/>
                    <a:pt x="119069" y="18401"/>
                    <a:pt x="120261" y="18401"/>
                  </a:cubicBezTo>
                  <a:cubicBezTo>
                    <a:pt x="121828" y="18401"/>
                    <a:pt x="123343" y="17515"/>
                    <a:pt x="123904" y="15833"/>
                  </a:cubicBezTo>
                  <a:cubicBezTo>
                    <a:pt x="125767" y="10642"/>
                    <a:pt x="130431" y="7892"/>
                    <a:pt x="135067" y="7892"/>
                  </a:cubicBezTo>
                  <a:cubicBezTo>
                    <a:pt x="139028" y="7892"/>
                    <a:pt x="142970" y="9899"/>
                    <a:pt x="145130" y="14106"/>
                  </a:cubicBezTo>
                  <a:cubicBezTo>
                    <a:pt x="145994" y="15340"/>
                    <a:pt x="147352" y="15957"/>
                    <a:pt x="148678" y="15957"/>
                  </a:cubicBezTo>
                  <a:cubicBezTo>
                    <a:pt x="150005" y="15957"/>
                    <a:pt x="151301" y="15340"/>
                    <a:pt x="152041" y="14106"/>
                  </a:cubicBezTo>
                  <a:cubicBezTo>
                    <a:pt x="154202" y="9899"/>
                    <a:pt x="158195" y="7892"/>
                    <a:pt x="162189" y="7892"/>
                  </a:cubicBezTo>
                  <a:cubicBezTo>
                    <a:pt x="166863" y="7892"/>
                    <a:pt x="171537" y="10642"/>
                    <a:pt x="173268" y="15833"/>
                  </a:cubicBezTo>
                  <a:cubicBezTo>
                    <a:pt x="173961" y="17394"/>
                    <a:pt x="175629" y="18346"/>
                    <a:pt x="177245" y="18346"/>
                  </a:cubicBezTo>
                  <a:cubicBezTo>
                    <a:pt x="177929" y="18346"/>
                    <a:pt x="178604" y="18175"/>
                    <a:pt x="179191" y="17808"/>
                  </a:cubicBezTo>
                  <a:cubicBezTo>
                    <a:pt x="181309" y="16326"/>
                    <a:pt x="183629" y="15651"/>
                    <a:pt x="185885" y="15651"/>
                  </a:cubicBezTo>
                  <a:cubicBezTo>
                    <a:pt x="191517" y="15651"/>
                    <a:pt x="196751" y="19856"/>
                    <a:pt x="197456" y="26200"/>
                  </a:cubicBezTo>
                  <a:cubicBezTo>
                    <a:pt x="197640" y="28228"/>
                    <a:pt x="199478" y="29706"/>
                    <a:pt x="201425" y="29706"/>
                  </a:cubicBezTo>
                  <a:cubicBezTo>
                    <a:pt x="202084" y="29706"/>
                    <a:pt x="202755" y="29536"/>
                    <a:pt x="203380" y="29162"/>
                  </a:cubicBezTo>
                  <a:cubicBezTo>
                    <a:pt x="205107" y="27928"/>
                    <a:pt x="207082" y="27434"/>
                    <a:pt x="209303" y="27434"/>
                  </a:cubicBezTo>
                  <a:cubicBezTo>
                    <a:pt x="215720" y="27434"/>
                    <a:pt x="220904" y="32617"/>
                    <a:pt x="220904" y="39035"/>
                  </a:cubicBezTo>
                  <a:cubicBezTo>
                    <a:pt x="220904" y="41503"/>
                    <a:pt x="220163" y="43971"/>
                    <a:pt x="218929" y="45945"/>
                  </a:cubicBezTo>
                  <a:cubicBezTo>
                    <a:pt x="217448" y="47920"/>
                    <a:pt x="218189" y="50635"/>
                    <a:pt x="220410" y="51622"/>
                  </a:cubicBezTo>
                  <a:cubicBezTo>
                    <a:pt x="221644" y="52363"/>
                    <a:pt x="222878" y="53350"/>
                    <a:pt x="223619" y="54584"/>
                  </a:cubicBezTo>
                  <a:cubicBezTo>
                    <a:pt x="224429" y="55719"/>
                    <a:pt x="225666" y="56321"/>
                    <a:pt x="226909" y="56321"/>
                  </a:cubicBezTo>
                  <a:cubicBezTo>
                    <a:pt x="227558" y="56321"/>
                    <a:pt x="228209" y="56157"/>
                    <a:pt x="228802" y="55818"/>
                  </a:cubicBezTo>
                  <a:cubicBezTo>
                    <a:pt x="230036" y="55078"/>
                    <a:pt x="231270" y="54831"/>
                    <a:pt x="232751" y="54831"/>
                  </a:cubicBezTo>
                  <a:cubicBezTo>
                    <a:pt x="236947" y="54831"/>
                    <a:pt x="240649" y="58286"/>
                    <a:pt x="240649" y="62482"/>
                  </a:cubicBezTo>
                  <a:cubicBezTo>
                    <a:pt x="240649" y="65691"/>
                    <a:pt x="238675" y="68406"/>
                    <a:pt x="235960" y="69640"/>
                  </a:cubicBezTo>
                  <a:cubicBezTo>
                    <a:pt x="233245" y="70874"/>
                    <a:pt x="232998" y="74577"/>
                    <a:pt x="235466" y="76304"/>
                  </a:cubicBezTo>
                  <a:cubicBezTo>
                    <a:pt x="244352" y="82475"/>
                    <a:pt x="240896" y="96544"/>
                    <a:pt x="230036" y="97531"/>
                  </a:cubicBezTo>
                  <a:cubicBezTo>
                    <a:pt x="227321" y="98024"/>
                    <a:pt x="225593" y="100986"/>
                    <a:pt x="227074" y="103454"/>
                  </a:cubicBezTo>
                  <a:cubicBezTo>
                    <a:pt x="228308" y="105429"/>
                    <a:pt x="228802" y="107404"/>
                    <a:pt x="228802" y="109625"/>
                  </a:cubicBezTo>
                  <a:cubicBezTo>
                    <a:pt x="228802" y="116042"/>
                    <a:pt x="223619" y="121226"/>
                    <a:pt x="217201" y="121226"/>
                  </a:cubicBezTo>
                  <a:cubicBezTo>
                    <a:pt x="215967" y="121226"/>
                    <a:pt x="214980" y="120979"/>
                    <a:pt x="213993" y="120732"/>
                  </a:cubicBezTo>
                  <a:cubicBezTo>
                    <a:pt x="213735" y="120680"/>
                    <a:pt x="213478" y="120656"/>
                    <a:pt x="213223" y="120656"/>
                  </a:cubicBezTo>
                  <a:cubicBezTo>
                    <a:pt x="211039" y="120656"/>
                    <a:pt x="209082" y="122470"/>
                    <a:pt x="209303" y="124681"/>
                  </a:cubicBezTo>
                  <a:cubicBezTo>
                    <a:pt x="209303" y="124928"/>
                    <a:pt x="209303" y="124928"/>
                    <a:pt x="209303" y="125175"/>
                  </a:cubicBezTo>
                  <a:cubicBezTo>
                    <a:pt x="209303" y="129371"/>
                    <a:pt x="205848" y="133073"/>
                    <a:pt x="201405" y="133073"/>
                  </a:cubicBezTo>
                  <a:cubicBezTo>
                    <a:pt x="200418" y="133073"/>
                    <a:pt x="199677" y="132826"/>
                    <a:pt x="198690" y="132579"/>
                  </a:cubicBezTo>
                  <a:cubicBezTo>
                    <a:pt x="198249" y="132403"/>
                    <a:pt x="197792" y="132321"/>
                    <a:pt x="197341" y="132321"/>
                  </a:cubicBezTo>
                  <a:cubicBezTo>
                    <a:pt x="195266" y="132321"/>
                    <a:pt x="193304" y="134052"/>
                    <a:pt x="193507" y="136282"/>
                  </a:cubicBezTo>
                  <a:cubicBezTo>
                    <a:pt x="193507" y="136528"/>
                    <a:pt x="193507" y="136775"/>
                    <a:pt x="193507" y="136775"/>
                  </a:cubicBezTo>
                  <a:cubicBezTo>
                    <a:pt x="193507" y="141401"/>
                    <a:pt x="189901" y="144716"/>
                    <a:pt x="185761" y="144716"/>
                  </a:cubicBezTo>
                  <a:cubicBezTo>
                    <a:pt x="184821" y="144716"/>
                    <a:pt x="183853" y="144545"/>
                    <a:pt x="182893" y="144180"/>
                  </a:cubicBezTo>
                  <a:cubicBezTo>
                    <a:pt x="182365" y="143945"/>
                    <a:pt x="181822" y="143836"/>
                    <a:pt x="181296" y="143836"/>
                  </a:cubicBezTo>
                  <a:cubicBezTo>
                    <a:pt x="179609" y="143836"/>
                    <a:pt x="178086" y="144955"/>
                    <a:pt x="177710" y="146648"/>
                  </a:cubicBezTo>
                  <a:cubicBezTo>
                    <a:pt x="176723" y="150103"/>
                    <a:pt x="173761" y="152572"/>
                    <a:pt x="170059" y="152572"/>
                  </a:cubicBezTo>
                  <a:cubicBezTo>
                    <a:pt x="168084" y="152572"/>
                    <a:pt x="165863" y="151584"/>
                    <a:pt x="164382" y="150103"/>
                  </a:cubicBezTo>
                  <a:cubicBezTo>
                    <a:pt x="163588" y="149211"/>
                    <a:pt x="162556" y="148796"/>
                    <a:pt x="161540" y="148796"/>
                  </a:cubicBezTo>
                  <a:cubicBezTo>
                    <a:pt x="160029" y="148796"/>
                    <a:pt x="158555" y="149714"/>
                    <a:pt x="157965" y="151338"/>
                  </a:cubicBezTo>
                  <a:cubicBezTo>
                    <a:pt x="156815" y="154644"/>
                    <a:pt x="153740" y="156443"/>
                    <a:pt x="150640" y="156443"/>
                  </a:cubicBezTo>
                  <a:cubicBezTo>
                    <a:pt x="148418" y="156443"/>
                    <a:pt x="146183" y="155517"/>
                    <a:pt x="144636" y="153559"/>
                  </a:cubicBezTo>
                  <a:cubicBezTo>
                    <a:pt x="143868" y="152662"/>
                    <a:pt x="142832" y="152230"/>
                    <a:pt x="141773" y="152230"/>
                  </a:cubicBezTo>
                  <a:cubicBezTo>
                    <a:pt x="140792" y="152230"/>
                    <a:pt x="139790" y="152600"/>
                    <a:pt x="138960" y="153312"/>
                  </a:cubicBezTo>
                  <a:cubicBezTo>
                    <a:pt x="136711" y="155467"/>
                    <a:pt x="133893" y="156484"/>
                    <a:pt x="131086" y="156484"/>
                  </a:cubicBezTo>
                  <a:cubicBezTo>
                    <a:pt x="126500" y="156484"/>
                    <a:pt x="121945" y="153769"/>
                    <a:pt x="119955" y="148869"/>
                  </a:cubicBezTo>
                  <a:cubicBezTo>
                    <a:pt x="117035" y="141328"/>
                    <a:pt x="122508" y="133068"/>
                    <a:pt x="130701" y="133068"/>
                  </a:cubicBezTo>
                  <a:cubicBezTo>
                    <a:pt x="130820" y="133068"/>
                    <a:pt x="130941" y="133069"/>
                    <a:pt x="131061" y="133073"/>
                  </a:cubicBezTo>
                  <a:lnTo>
                    <a:pt x="131061" y="125175"/>
                  </a:lnTo>
                  <a:cubicBezTo>
                    <a:pt x="120201" y="125175"/>
                    <a:pt x="111563" y="133813"/>
                    <a:pt x="111563" y="144673"/>
                  </a:cubicBezTo>
                  <a:cubicBezTo>
                    <a:pt x="111563" y="149363"/>
                    <a:pt x="113290" y="153806"/>
                    <a:pt x="116252" y="157261"/>
                  </a:cubicBezTo>
                  <a:lnTo>
                    <a:pt x="106626" y="165653"/>
                  </a:lnTo>
                  <a:cubicBezTo>
                    <a:pt x="94779" y="176020"/>
                    <a:pt x="88115" y="191076"/>
                    <a:pt x="88115" y="206872"/>
                  </a:cubicBezTo>
                  <a:lnTo>
                    <a:pt x="88115" y="207366"/>
                  </a:lnTo>
                  <a:lnTo>
                    <a:pt x="95766" y="207366"/>
                  </a:lnTo>
                  <a:lnTo>
                    <a:pt x="95766" y="206872"/>
                  </a:lnTo>
                  <a:cubicBezTo>
                    <a:pt x="95766" y="193297"/>
                    <a:pt x="101690" y="180462"/>
                    <a:pt x="111810" y="171577"/>
                  </a:cubicBezTo>
                  <a:lnTo>
                    <a:pt x="122423" y="162198"/>
                  </a:lnTo>
                  <a:cubicBezTo>
                    <a:pt x="125222" y="163541"/>
                    <a:pt x="128224" y="164224"/>
                    <a:pt x="131199" y="164224"/>
                  </a:cubicBezTo>
                  <a:cubicBezTo>
                    <a:pt x="134782" y="164224"/>
                    <a:pt x="138326" y="163233"/>
                    <a:pt x="141428" y="161210"/>
                  </a:cubicBezTo>
                  <a:cubicBezTo>
                    <a:pt x="144143" y="163185"/>
                    <a:pt x="147352" y="164172"/>
                    <a:pt x="150560" y="164172"/>
                  </a:cubicBezTo>
                  <a:cubicBezTo>
                    <a:pt x="155250" y="164172"/>
                    <a:pt x="159692" y="162198"/>
                    <a:pt x="162654" y="158495"/>
                  </a:cubicBezTo>
                  <a:cubicBezTo>
                    <a:pt x="164589" y="159570"/>
                    <a:pt x="166898" y="160270"/>
                    <a:pt x="169092" y="160270"/>
                  </a:cubicBezTo>
                  <a:cubicBezTo>
                    <a:pt x="169417" y="160270"/>
                    <a:pt x="169740" y="160255"/>
                    <a:pt x="170059" y="160223"/>
                  </a:cubicBezTo>
                  <a:cubicBezTo>
                    <a:pt x="175736" y="160223"/>
                    <a:pt x="180919" y="157261"/>
                    <a:pt x="183634" y="152325"/>
                  </a:cubicBezTo>
                  <a:cubicBezTo>
                    <a:pt x="184308" y="152409"/>
                    <a:pt x="184978" y="152450"/>
                    <a:pt x="185641" y="152450"/>
                  </a:cubicBezTo>
                  <a:cubicBezTo>
                    <a:pt x="192756" y="152450"/>
                    <a:pt x="199105" y="147723"/>
                    <a:pt x="200911" y="140724"/>
                  </a:cubicBezTo>
                  <a:cubicBezTo>
                    <a:pt x="201089" y="140730"/>
                    <a:pt x="201266" y="140733"/>
                    <a:pt x="201442" y="140733"/>
                  </a:cubicBezTo>
                  <a:cubicBezTo>
                    <a:pt x="208621" y="140733"/>
                    <a:pt x="214775" y="135869"/>
                    <a:pt x="216461" y="129124"/>
                  </a:cubicBezTo>
                  <a:cubicBezTo>
                    <a:pt x="216612" y="129127"/>
                    <a:pt x="216762" y="129129"/>
                    <a:pt x="216913" y="129129"/>
                  </a:cubicBezTo>
                  <a:cubicBezTo>
                    <a:pt x="227814" y="129129"/>
                    <a:pt x="236700" y="120338"/>
                    <a:pt x="236700" y="109625"/>
                  </a:cubicBezTo>
                  <a:cubicBezTo>
                    <a:pt x="236700" y="107650"/>
                    <a:pt x="236453" y="105923"/>
                    <a:pt x="235960" y="104195"/>
                  </a:cubicBezTo>
                  <a:cubicBezTo>
                    <a:pt x="248301" y="99505"/>
                    <a:pt x="252497" y="83709"/>
                    <a:pt x="243858" y="73589"/>
                  </a:cubicBezTo>
                  <a:cubicBezTo>
                    <a:pt x="253484" y="63717"/>
                    <a:pt x="246573" y="46933"/>
                    <a:pt x="232751" y="46933"/>
                  </a:cubicBezTo>
                  <a:cubicBezTo>
                    <a:pt x="231023" y="46933"/>
                    <a:pt x="229542" y="47180"/>
                    <a:pt x="228061" y="47673"/>
                  </a:cubicBezTo>
                  <a:cubicBezTo>
                    <a:pt x="227815" y="47426"/>
                    <a:pt x="227568" y="47180"/>
                    <a:pt x="227074" y="46933"/>
                  </a:cubicBezTo>
                  <a:cubicBezTo>
                    <a:pt x="228308" y="44465"/>
                    <a:pt x="228802" y="41750"/>
                    <a:pt x="228802" y="39035"/>
                  </a:cubicBezTo>
                  <a:cubicBezTo>
                    <a:pt x="228802" y="28421"/>
                    <a:pt x="219916" y="19536"/>
                    <a:pt x="209303" y="19536"/>
                  </a:cubicBezTo>
                  <a:cubicBezTo>
                    <a:pt x="207329" y="19536"/>
                    <a:pt x="205601" y="19783"/>
                    <a:pt x="203873" y="20276"/>
                  </a:cubicBezTo>
                  <a:cubicBezTo>
                    <a:pt x="201019" y="12664"/>
                    <a:pt x="193615" y="7840"/>
                    <a:pt x="185736" y="7840"/>
                  </a:cubicBezTo>
                  <a:cubicBezTo>
                    <a:pt x="183396" y="7840"/>
                    <a:pt x="181015" y="8265"/>
                    <a:pt x="178698" y="9169"/>
                  </a:cubicBezTo>
                  <a:cubicBezTo>
                    <a:pt x="175065" y="3162"/>
                    <a:pt x="168743" y="1"/>
                    <a:pt x="16232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4"/>
            <p:cNvSpPr/>
            <p:nvPr/>
          </p:nvSpPr>
          <p:spPr>
            <a:xfrm>
              <a:off x="3683500" y="1410750"/>
              <a:ext cx="2147350" cy="1957825"/>
            </a:xfrm>
            <a:custGeom>
              <a:avLst/>
              <a:gdLst/>
              <a:ahLst/>
              <a:cxnLst/>
              <a:rect l="l" t="t" r="r" b="b"/>
              <a:pathLst>
                <a:path w="85894" h="78313" extrusionOk="0">
                  <a:moveTo>
                    <a:pt x="39038" y="1"/>
                  </a:moveTo>
                  <a:cubicBezTo>
                    <a:pt x="32651" y="1"/>
                    <a:pt x="26248" y="3058"/>
                    <a:pt x="22461" y="9370"/>
                  </a:cubicBezTo>
                  <a:cubicBezTo>
                    <a:pt x="20486" y="8383"/>
                    <a:pt x="18018" y="7889"/>
                    <a:pt x="15797" y="7889"/>
                  </a:cubicBezTo>
                  <a:cubicBezTo>
                    <a:pt x="7158" y="7889"/>
                    <a:pt x="0" y="14800"/>
                    <a:pt x="0" y="23439"/>
                  </a:cubicBezTo>
                  <a:lnTo>
                    <a:pt x="7898" y="23439"/>
                  </a:lnTo>
                  <a:cubicBezTo>
                    <a:pt x="8022" y="18379"/>
                    <a:pt x="11909" y="15849"/>
                    <a:pt x="15766" y="15849"/>
                  </a:cubicBezTo>
                  <a:cubicBezTo>
                    <a:pt x="19622" y="15849"/>
                    <a:pt x="23448" y="18379"/>
                    <a:pt x="23448" y="23439"/>
                  </a:cubicBezTo>
                  <a:lnTo>
                    <a:pt x="31346" y="23439"/>
                  </a:lnTo>
                  <a:cubicBezTo>
                    <a:pt x="31346" y="20230"/>
                    <a:pt x="30359" y="17268"/>
                    <a:pt x="28631" y="14553"/>
                  </a:cubicBezTo>
                  <a:cubicBezTo>
                    <a:pt x="30973" y="9950"/>
                    <a:pt x="34794" y="8042"/>
                    <a:pt x="38617" y="8042"/>
                  </a:cubicBezTo>
                  <a:cubicBezTo>
                    <a:pt x="46478" y="8042"/>
                    <a:pt x="54346" y="16113"/>
                    <a:pt x="49364" y="25413"/>
                  </a:cubicBezTo>
                  <a:lnTo>
                    <a:pt x="56028" y="29362"/>
                  </a:lnTo>
                  <a:cubicBezTo>
                    <a:pt x="57756" y="26400"/>
                    <a:pt x="58743" y="22945"/>
                    <a:pt x="58743" y="19490"/>
                  </a:cubicBezTo>
                  <a:cubicBezTo>
                    <a:pt x="69356" y="19490"/>
                    <a:pt x="74540" y="32324"/>
                    <a:pt x="66888" y="39729"/>
                  </a:cubicBezTo>
                  <a:cubicBezTo>
                    <a:pt x="65407" y="39235"/>
                    <a:pt x="64173" y="39235"/>
                    <a:pt x="62692" y="39235"/>
                  </a:cubicBezTo>
                  <a:lnTo>
                    <a:pt x="58743" y="39235"/>
                  </a:lnTo>
                  <a:lnTo>
                    <a:pt x="58743" y="46887"/>
                  </a:lnTo>
                  <a:lnTo>
                    <a:pt x="62692" y="46887"/>
                  </a:lnTo>
                  <a:cubicBezTo>
                    <a:pt x="73059" y="46887"/>
                    <a:pt x="78242" y="59474"/>
                    <a:pt x="70837" y="66879"/>
                  </a:cubicBezTo>
                  <a:cubicBezTo>
                    <a:pt x="68429" y="69287"/>
                    <a:pt x="65473" y="70364"/>
                    <a:pt x="62579" y="70364"/>
                  </a:cubicBezTo>
                  <a:cubicBezTo>
                    <a:pt x="56576" y="70364"/>
                    <a:pt x="50845" y="65729"/>
                    <a:pt x="50845" y="58734"/>
                  </a:cubicBezTo>
                  <a:lnTo>
                    <a:pt x="43194" y="58734"/>
                  </a:lnTo>
                  <a:cubicBezTo>
                    <a:pt x="43001" y="70103"/>
                    <a:pt x="52286" y="78313"/>
                    <a:pt x="62593" y="78313"/>
                  </a:cubicBezTo>
                  <a:cubicBezTo>
                    <a:pt x="65487" y="78313"/>
                    <a:pt x="68463" y="77665"/>
                    <a:pt x="71331" y="76258"/>
                  </a:cubicBezTo>
                  <a:cubicBezTo>
                    <a:pt x="84412" y="69841"/>
                    <a:pt x="85893" y="51823"/>
                    <a:pt x="74293" y="43184"/>
                  </a:cubicBezTo>
                  <a:cubicBezTo>
                    <a:pt x="84166" y="30103"/>
                    <a:pt x="74786" y="11838"/>
                    <a:pt x="58743" y="11838"/>
                  </a:cubicBezTo>
                  <a:lnTo>
                    <a:pt x="57015" y="11838"/>
                  </a:lnTo>
                  <a:cubicBezTo>
                    <a:pt x="53714" y="4047"/>
                    <a:pt x="46386" y="1"/>
                    <a:pt x="3903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4"/>
            <p:cNvSpPr/>
            <p:nvPr/>
          </p:nvSpPr>
          <p:spPr>
            <a:xfrm>
              <a:off x="3584775" y="2317575"/>
              <a:ext cx="981125" cy="950275"/>
            </a:xfrm>
            <a:custGeom>
              <a:avLst/>
              <a:gdLst/>
              <a:ahLst/>
              <a:cxnLst/>
              <a:rect l="l" t="t" r="r" b="b"/>
              <a:pathLst>
                <a:path w="39245" h="38011" extrusionOk="0">
                  <a:moveTo>
                    <a:pt x="10613" y="0"/>
                  </a:moveTo>
                  <a:lnTo>
                    <a:pt x="5183" y="5677"/>
                  </a:lnTo>
                  <a:cubicBezTo>
                    <a:pt x="9132" y="9379"/>
                    <a:pt x="11354" y="14563"/>
                    <a:pt x="11847" y="20239"/>
                  </a:cubicBezTo>
                  <a:cubicBezTo>
                    <a:pt x="4690" y="23201"/>
                    <a:pt x="0" y="30359"/>
                    <a:pt x="0" y="38011"/>
                  </a:cubicBezTo>
                  <a:lnTo>
                    <a:pt x="7898" y="38011"/>
                  </a:lnTo>
                  <a:cubicBezTo>
                    <a:pt x="7898" y="30236"/>
                    <a:pt x="13760" y="26348"/>
                    <a:pt x="19622" y="26348"/>
                  </a:cubicBezTo>
                  <a:cubicBezTo>
                    <a:pt x="25484" y="26348"/>
                    <a:pt x="31346" y="30236"/>
                    <a:pt x="31346" y="38011"/>
                  </a:cubicBezTo>
                  <a:lnTo>
                    <a:pt x="39244" y="38011"/>
                  </a:lnTo>
                  <a:cubicBezTo>
                    <a:pt x="39244" y="27150"/>
                    <a:pt x="30359" y="18512"/>
                    <a:pt x="19746" y="18512"/>
                  </a:cubicBezTo>
                  <a:lnTo>
                    <a:pt x="19499" y="18512"/>
                  </a:lnTo>
                  <a:cubicBezTo>
                    <a:pt x="18758" y="11601"/>
                    <a:pt x="15550" y="4937"/>
                    <a:pt x="1061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4"/>
            <p:cNvSpPr/>
            <p:nvPr/>
          </p:nvSpPr>
          <p:spPr>
            <a:xfrm>
              <a:off x="1671925" y="2780350"/>
              <a:ext cx="1721575" cy="1368450"/>
            </a:xfrm>
            <a:custGeom>
              <a:avLst/>
              <a:gdLst/>
              <a:ahLst/>
              <a:cxnLst/>
              <a:rect l="l" t="t" r="r" b="b"/>
              <a:pathLst>
                <a:path w="68863" h="54738" extrusionOk="0">
                  <a:moveTo>
                    <a:pt x="21967" y="1"/>
                  </a:moveTo>
                  <a:cubicBezTo>
                    <a:pt x="21967" y="2963"/>
                    <a:pt x="22461" y="5924"/>
                    <a:pt x="23448" y="8639"/>
                  </a:cubicBezTo>
                  <a:cubicBezTo>
                    <a:pt x="4690" y="13823"/>
                    <a:pt x="0" y="38011"/>
                    <a:pt x="15550" y="49858"/>
                  </a:cubicBezTo>
                  <a:cubicBezTo>
                    <a:pt x="19897" y="53224"/>
                    <a:pt x="24803" y="54737"/>
                    <a:pt x="29598" y="54737"/>
                  </a:cubicBezTo>
                  <a:cubicBezTo>
                    <a:pt x="41681" y="54737"/>
                    <a:pt x="53066" y="45129"/>
                    <a:pt x="53066" y="31347"/>
                  </a:cubicBezTo>
                  <a:lnTo>
                    <a:pt x="45415" y="31347"/>
                  </a:lnTo>
                  <a:cubicBezTo>
                    <a:pt x="45415" y="40723"/>
                    <a:pt x="37761" y="47038"/>
                    <a:pt x="29692" y="47038"/>
                  </a:cubicBezTo>
                  <a:cubicBezTo>
                    <a:pt x="26078" y="47038"/>
                    <a:pt x="22382" y="45772"/>
                    <a:pt x="19252" y="42947"/>
                  </a:cubicBezTo>
                  <a:cubicBezTo>
                    <a:pt x="9132" y="33815"/>
                    <a:pt x="14562" y="17278"/>
                    <a:pt x="28137" y="15797"/>
                  </a:cubicBezTo>
                  <a:cubicBezTo>
                    <a:pt x="32956" y="21114"/>
                    <a:pt x="39145" y="23495"/>
                    <a:pt x="45235" y="23495"/>
                  </a:cubicBezTo>
                  <a:cubicBezTo>
                    <a:pt x="57240" y="23495"/>
                    <a:pt x="68863" y="14246"/>
                    <a:pt x="68863" y="1"/>
                  </a:cubicBezTo>
                  <a:lnTo>
                    <a:pt x="60964" y="1"/>
                  </a:lnTo>
                  <a:cubicBezTo>
                    <a:pt x="60964" y="8639"/>
                    <a:pt x="54054" y="15550"/>
                    <a:pt x="45415" y="15550"/>
                  </a:cubicBezTo>
                  <a:cubicBezTo>
                    <a:pt x="36776" y="15550"/>
                    <a:pt x="29618" y="8639"/>
                    <a:pt x="2961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4"/>
            <p:cNvSpPr/>
            <p:nvPr/>
          </p:nvSpPr>
          <p:spPr>
            <a:xfrm>
              <a:off x="1758300" y="1213050"/>
              <a:ext cx="1339025" cy="1468600"/>
            </a:xfrm>
            <a:custGeom>
              <a:avLst/>
              <a:gdLst/>
              <a:ahLst/>
              <a:cxnLst/>
              <a:rect l="l" t="t" r="r" b="b"/>
              <a:pathLst>
                <a:path w="53561" h="58744" extrusionOk="0">
                  <a:moveTo>
                    <a:pt x="45909" y="1"/>
                  </a:moveTo>
                  <a:cubicBezTo>
                    <a:pt x="33321" y="1"/>
                    <a:pt x="23942" y="11601"/>
                    <a:pt x="26657" y="23695"/>
                  </a:cubicBezTo>
                  <a:cubicBezTo>
                    <a:pt x="16784" y="24683"/>
                    <a:pt x="7405" y="29125"/>
                    <a:pt x="247" y="36283"/>
                  </a:cubicBezTo>
                  <a:lnTo>
                    <a:pt x="1" y="36530"/>
                  </a:lnTo>
                  <a:lnTo>
                    <a:pt x="5431" y="41960"/>
                  </a:lnTo>
                  <a:lnTo>
                    <a:pt x="5924" y="41713"/>
                  </a:lnTo>
                  <a:cubicBezTo>
                    <a:pt x="12342" y="35296"/>
                    <a:pt x="20980" y="31593"/>
                    <a:pt x="30359" y="31347"/>
                  </a:cubicBezTo>
                  <a:cubicBezTo>
                    <a:pt x="32581" y="34308"/>
                    <a:pt x="35543" y="36530"/>
                    <a:pt x="38998" y="37764"/>
                  </a:cubicBezTo>
                  <a:cubicBezTo>
                    <a:pt x="38258" y="39492"/>
                    <a:pt x="38011" y="41219"/>
                    <a:pt x="38011" y="43194"/>
                  </a:cubicBezTo>
                  <a:cubicBezTo>
                    <a:pt x="38011" y="51833"/>
                    <a:pt x="44922" y="58744"/>
                    <a:pt x="53560" y="58744"/>
                  </a:cubicBezTo>
                  <a:lnTo>
                    <a:pt x="53560" y="50845"/>
                  </a:lnTo>
                  <a:cubicBezTo>
                    <a:pt x="43441" y="50845"/>
                    <a:pt x="43441" y="35543"/>
                    <a:pt x="53560" y="35296"/>
                  </a:cubicBezTo>
                  <a:lnTo>
                    <a:pt x="53560" y="27398"/>
                  </a:lnTo>
                  <a:cubicBezTo>
                    <a:pt x="49858" y="27398"/>
                    <a:pt x="46403" y="28878"/>
                    <a:pt x="43688" y="31100"/>
                  </a:cubicBezTo>
                  <a:cubicBezTo>
                    <a:pt x="29619" y="28632"/>
                    <a:pt x="31593" y="7899"/>
                    <a:pt x="45909" y="7899"/>
                  </a:cubicBezTo>
                  <a:lnTo>
                    <a:pt x="4590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2" name="Google Shape;772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Examination</a:t>
            </a:r>
            <a:endParaRPr/>
          </a:p>
        </p:txBody>
      </p:sp>
      <p:sp>
        <p:nvSpPr>
          <p:cNvPr id="773" name="Google Shape;773;p44"/>
          <p:cNvSpPr txBox="1">
            <a:spLocks noGrp="1"/>
          </p:cNvSpPr>
          <p:nvPr>
            <p:ph type="subTitle" idx="1"/>
          </p:nvPr>
        </p:nvSpPr>
        <p:spPr>
          <a:xfrm>
            <a:off x="3840150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774" name="Google Shape;774;p44"/>
          <p:cNvSpPr txBox="1">
            <a:spLocks noGrp="1"/>
          </p:cNvSpPr>
          <p:nvPr>
            <p:ph type="title" idx="2"/>
          </p:nvPr>
        </p:nvSpPr>
        <p:spPr>
          <a:xfrm>
            <a:off x="3840150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78%</a:t>
            </a:r>
            <a:endParaRPr/>
          </a:p>
        </p:txBody>
      </p:sp>
      <p:sp>
        <p:nvSpPr>
          <p:cNvPr id="775" name="Google Shape;775;p44"/>
          <p:cNvSpPr txBox="1">
            <a:spLocks noGrp="1"/>
          </p:cNvSpPr>
          <p:nvPr>
            <p:ph type="subTitle" idx="3"/>
          </p:nvPr>
        </p:nvSpPr>
        <p:spPr>
          <a:xfrm>
            <a:off x="3839925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cold place full of iron oxide dust, which gives the planet its reddish cast</a:t>
            </a:r>
            <a:endParaRPr/>
          </a:p>
        </p:txBody>
      </p:sp>
      <p:sp>
        <p:nvSpPr>
          <p:cNvPr id="776" name="Google Shape;776;p44"/>
          <p:cNvSpPr txBox="1">
            <a:spLocks noGrp="1"/>
          </p:cNvSpPr>
          <p:nvPr>
            <p:ph type="subTitle" idx="4"/>
          </p:nvPr>
        </p:nvSpPr>
        <p:spPr>
          <a:xfrm>
            <a:off x="6960000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title" idx="5"/>
          </p:nvPr>
        </p:nvSpPr>
        <p:spPr>
          <a:xfrm>
            <a:off x="6960000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62%</a:t>
            </a:r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6"/>
          </p:nvPr>
        </p:nvSpPr>
        <p:spPr>
          <a:xfrm>
            <a:off x="6960000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our the Solar System</a:t>
            </a:r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7"/>
          </p:nvPr>
        </p:nvSpPr>
        <p:spPr>
          <a:xfrm>
            <a:off x="5400075" y="1451875"/>
            <a:ext cx="1464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title" idx="8"/>
          </p:nvPr>
        </p:nvSpPr>
        <p:spPr>
          <a:xfrm>
            <a:off x="5400075" y="3213250"/>
            <a:ext cx="14640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36%</a:t>
            </a:r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9"/>
          </p:nvPr>
        </p:nvSpPr>
        <p:spPr>
          <a:xfrm>
            <a:off x="5399963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</a:t>
            </a:r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3"/>
          </p:nvPr>
        </p:nvSpPr>
        <p:spPr>
          <a:xfrm>
            <a:off x="2279925" y="1451875"/>
            <a:ext cx="14643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title" idx="14"/>
          </p:nvPr>
        </p:nvSpPr>
        <p:spPr>
          <a:xfrm>
            <a:off x="2279925" y="3213250"/>
            <a:ext cx="14643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12%</a:t>
            </a:r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5"/>
          </p:nvPr>
        </p:nvSpPr>
        <p:spPr>
          <a:xfrm>
            <a:off x="2279888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Saturn is the ringed one. It’s a gas giant, composed mostly of hydrogen and helium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6"/>
          </p:nvPr>
        </p:nvSpPr>
        <p:spPr>
          <a:xfrm>
            <a:off x="719700" y="1451875"/>
            <a:ext cx="14643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title" idx="17"/>
          </p:nvPr>
        </p:nvSpPr>
        <p:spPr>
          <a:xfrm>
            <a:off x="719700" y="3213250"/>
            <a:ext cx="1464300" cy="3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45%</a:t>
            </a:r>
            <a:endParaRPr/>
          </a:p>
        </p:txBody>
      </p:sp>
      <p:sp>
        <p:nvSpPr>
          <p:cNvPr id="787" name="Google Shape;787;p44"/>
          <p:cNvSpPr txBox="1">
            <a:spLocks noGrp="1"/>
          </p:cNvSpPr>
          <p:nvPr>
            <p:ph type="subTitle" idx="18"/>
          </p:nvPr>
        </p:nvSpPr>
        <p:spPr>
          <a:xfrm>
            <a:off x="719850" y="3572600"/>
            <a:ext cx="146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change the size of the graph, click the arc of the circle and drag one of the orange handles</a:t>
            </a:r>
            <a:endParaRPr/>
          </a:p>
        </p:txBody>
      </p:sp>
      <p:sp>
        <p:nvSpPr>
          <p:cNvPr id="788" name="Google Shape;788;p44"/>
          <p:cNvSpPr/>
          <p:nvPr/>
        </p:nvSpPr>
        <p:spPr>
          <a:xfrm>
            <a:off x="5719575" y="2141550"/>
            <a:ext cx="860700" cy="860400"/>
          </a:xfrm>
          <a:prstGeom prst="arc">
            <a:avLst>
              <a:gd name="adj1" fmla="val 16200000"/>
              <a:gd name="adj2" fmla="val 191225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44"/>
          <p:cNvSpPr/>
          <p:nvPr/>
        </p:nvSpPr>
        <p:spPr>
          <a:xfrm>
            <a:off x="7249438" y="2141550"/>
            <a:ext cx="860700" cy="860400"/>
          </a:xfrm>
          <a:prstGeom prst="arc">
            <a:avLst>
              <a:gd name="adj1" fmla="val 16200000"/>
              <a:gd name="adj2" fmla="val 631201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44"/>
          <p:cNvSpPr/>
          <p:nvPr/>
        </p:nvSpPr>
        <p:spPr>
          <a:xfrm>
            <a:off x="2563725" y="2141550"/>
            <a:ext cx="860700" cy="860400"/>
          </a:xfrm>
          <a:prstGeom prst="arc">
            <a:avLst>
              <a:gd name="adj1" fmla="val 16200000"/>
              <a:gd name="adj2" fmla="val 1848340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44"/>
          <p:cNvSpPr/>
          <p:nvPr/>
        </p:nvSpPr>
        <p:spPr>
          <a:xfrm>
            <a:off x="985800" y="2141550"/>
            <a:ext cx="860700" cy="860400"/>
          </a:xfrm>
          <a:prstGeom prst="arc">
            <a:avLst>
              <a:gd name="adj1" fmla="val 16200000"/>
              <a:gd name="adj2" fmla="val 455967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5"/>
          <p:cNvSpPr/>
          <p:nvPr/>
        </p:nvSpPr>
        <p:spPr>
          <a:xfrm>
            <a:off x="1666138" y="1099825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5"/>
          <p:cNvSpPr/>
          <p:nvPr/>
        </p:nvSpPr>
        <p:spPr>
          <a:xfrm>
            <a:off x="1499788" y="1987613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5"/>
          <p:cNvSpPr/>
          <p:nvPr/>
        </p:nvSpPr>
        <p:spPr>
          <a:xfrm>
            <a:off x="1757416" y="2875413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5"/>
          <p:cNvSpPr/>
          <p:nvPr/>
        </p:nvSpPr>
        <p:spPr>
          <a:xfrm>
            <a:off x="2456916" y="3454486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45"/>
          <p:cNvGrpSpPr/>
          <p:nvPr/>
        </p:nvGrpSpPr>
        <p:grpSpPr>
          <a:xfrm>
            <a:off x="2489600" y="934706"/>
            <a:ext cx="2419225" cy="4892225"/>
            <a:chOff x="2489600" y="934706"/>
            <a:chExt cx="2419225" cy="4892225"/>
          </a:xfrm>
        </p:grpSpPr>
        <p:sp>
          <p:nvSpPr>
            <p:cNvPr id="801" name="Google Shape;801;p45"/>
            <p:cNvSpPr/>
            <p:nvPr/>
          </p:nvSpPr>
          <p:spPr>
            <a:xfrm>
              <a:off x="2489600" y="934706"/>
              <a:ext cx="2419225" cy="4892225"/>
            </a:xfrm>
            <a:custGeom>
              <a:avLst/>
              <a:gdLst/>
              <a:ahLst/>
              <a:cxnLst/>
              <a:rect l="l" t="t" r="r" b="b"/>
              <a:pathLst>
                <a:path w="96769" h="195689" extrusionOk="0">
                  <a:moveTo>
                    <a:pt x="48396" y="7631"/>
                  </a:moveTo>
                  <a:cubicBezTo>
                    <a:pt x="53453" y="7653"/>
                    <a:pt x="58488" y="8607"/>
                    <a:pt x="63190" y="10470"/>
                  </a:cubicBezTo>
                  <a:cubicBezTo>
                    <a:pt x="70731" y="13419"/>
                    <a:pt x="77229" y="18543"/>
                    <a:pt x="81842" y="25197"/>
                  </a:cubicBezTo>
                  <a:cubicBezTo>
                    <a:pt x="86589" y="31984"/>
                    <a:pt x="89139" y="40079"/>
                    <a:pt x="89117" y="48374"/>
                  </a:cubicBezTo>
                  <a:cubicBezTo>
                    <a:pt x="89117" y="70842"/>
                    <a:pt x="70864" y="89117"/>
                    <a:pt x="48396" y="89117"/>
                  </a:cubicBezTo>
                  <a:cubicBezTo>
                    <a:pt x="42341" y="89117"/>
                    <a:pt x="36353" y="87764"/>
                    <a:pt x="30897" y="85125"/>
                  </a:cubicBezTo>
                  <a:cubicBezTo>
                    <a:pt x="24065" y="81843"/>
                    <a:pt x="18254" y="76741"/>
                    <a:pt x="14129" y="70376"/>
                  </a:cubicBezTo>
                  <a:cubicBezTo>
                    <a:pt x="9893" y="63811"/>
                    <a:pt x="7653" y="56181"/>
                    <a:pt x="7653" y="48374"/>
                  </a:cubicBezTo>
                  <a:cubicBezTo>
                    <a:pt x="7653" y="25906"/>
                    <a:pt x="25928" y="7631"/>
                    <a:pt x="48396" y="7631"/>
                  </a:cubicBezTo>
                  <a:close/>
                  <a:moveTo>
                    <a:pt x="48396" y="1"/>
                  </a:moveTo>
                  <a:cubicBezTo>
                    <a:pt x="21714" y="1"/>
                    <a:pt x="1" y="21715"/>
                    <a:pt x="1" y="48374"/>
                  </a:cubicBezTo>
                  <a:cubicBezTo>
                    <a:pt x="1" y="67027"/>
                    <a:pt x="10980" y="84216"/>
                    <a:pt x="27969" y="92178"/>
                  </a:cubicBezTo>
                  <a:cubicBezTo>
                    <a:pt x="33115" y="94596"/>
                    <a:pt x="38637" y="96082"/>
                    <a:pt x="44293" y="96592"/>
                  </a:cubicBezTo>
                  <a:lnTo>
                    <a:pt x="45690" y="96703"/>
                  </a:lnTo>
                  <a:lnTo>
                    <a:pt x="45690" y="109256"/>
                  </a:lnTo>
                  <a:lnTo>
                    <a:pt x="43494" y="109256"/>
                  </a:lnTo>
                  <a:cubicBezTo>
                    <a:pt x="42363" y="109256"/>
                    <a:pt x="41454" y="110166"/>
                    <a:pt x="41454" y="111297"/>
                  </a:cubicBezTo>
                  <a:lnTo>
                    <a:pt x="41454" y="193648"/>
                  </a:lnTo>
                  <a:cubicBezTo>
                    <a:pt x="41454" y="194780"/>
                    <a:pt x="42363" y="195689"/>
                    <a:pt x="43494" y="195689"/>
                  </a:cubicBezTo>
                  <a:lnTo>
                    <a:pt x="53298" y="195689"/>
                  </a:lnTo>
                  <a:cubicBezTo>
                    <a:pt x="54407" y="195689"/>
                    <a:pt x="55338" y="194780"/>
                    <a:pt x="55338" y="193648"/>
                  </a:cubicBezTo>
                  <a:lnTo>
                    <a:pt x="55338" y="111297"/>
                  </a:lnTo>
                  <a:cubicBezTo>
                    <a:pt x="55338" y="110166"/>
                    <a:pt x="54407" y="109256"/>
                    <a:pt x="53298" y="109256"/>
                  </a:cubicBezTo>
                  <a:lnTo>
                    <a:pt x="51102" y="109256"/>
                  </a:lnTo>
                  <a:lnTo>
                    <a:pt x="51102" y="96703"/>
                  </a:lnTo>
                  <a:lnTo>
                    <a:pt x="52499" y="96592"/>
                  </a:lnTo>
                  <a:cubicBezTo>
                    <a:pt x="77318" y="94485"/>
                    <a:pt x="96769" y="73326"/>
                    <a:pt x="96769" y="48374"/>
                  </a:cubicBezTo>
                  <a:cubicBezTo>
                    <a:pt x="96769" y="28524"/>
                    <a:pt x="84814" y="10891"/>
                    <a:pt x="66317" y="3483"/>
                  </a:cubicBezTo>
                  <a:cubicBezTo>
                    <a:pt x="60617" y="1199"/>
                    <a:pt x="54540" y="1"/>
                    <a:pt x="4839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5"/>
            <p:cNvSpPr/>
            <p:nvPr/>
          </p:nvSpPr>
          <p:spPr>
            <a:xfrm>
              <a:off x="3604125" y="3280731"/>
              <a:ext cx="187425" cy="429750"/>
            </a:xfrm>
            <a:custGeom>
              <a:avLst/>
              <a:gdLst/>
              <a:ahLst/>
              <a:cxnLst/>
              <a:rect l="l" t="t" r="r" b="b"/>
              <a:pathLst>
                <a:path w="7497" h="17190" extrusionOk="0">
                  <a:moveTo>
                    <a:pt x="0" y="1"/>
                  </a:moveTo>
                  <a:lnTo>
                    <a:pt x="0" y="17190"/>
                  </a:lnTo>
                  <a:lnTo>
                    <a:pt x="7497" y="17190"/>
                  </a:lnTo>
                  <a:lnTo>
                    <a:pt x="7497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5"/>
          <p:cNvSpPr txBox="1">
            <a:spLocks noGrp="1"/>
          </p:cNvSpPr>
          <p:nvPr>
            <p:ph type="title"/>
          </p:nvPr>
        </p:nvSpPr>
        <p:spPr>
          <a:xfrm>
            <a:off x="5443200" y="1767600"/>
            <a:ext cx="2980800" cy="8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804" name="Google Shape;804;p45"/>
          <p:cNvSpPr txBox="1">
            <a:spLocks noGrp="1"/>
          </p:cNvSpPr>
          <p:nvPr>
            <p:ph type="subTitle" idx="1"/>
          </p:nvPr>
        </p:nvSpPr>
        <p:spPr>
          <a:xfrm>
            <a:off x="5443050" y="2571750"/>
            <a:ext cx="2980800" cy="20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Mercury is the closest planet to the Sun and the smallest one in the Solar System—it’s only a bit larger than our Moon. The planet’s name has nothing to do with the liquid metal, since it was named after the Roman messenger god</a:t>
            </a:r>
            <a:endParaRPr sz="1200"/>
          </a:p>
        </p:txBody>
      </p:sp>
      <p:grpSp>
        <p:nvGrpSpPr>
          <p:cNvPr id="805" name="Google Shape;805;p45"/>
          <p:cNvGrpSpPr/>
          <p:nvPr/>
        </p:nvGrpSpPr>
        <p:grpSpPr>
          <a:xfrm>
            <a:off x="2621535" y="3641144"/>
            <a:ext cx="462161" cy="462161"/>
            <a:chOff x="2494029" y="3641144"/>
            <a:chExt cx="462161" cy="462161"/>
          </a:xfrm>
        </p:grpSpPr>
        <p:sp>
          <p:nvSpPr>
            <p:cNvPr id="806" name="Google Shape;806;p45"/>
            <p:cNvSpPr/>
            <p:nvPr/>
          </p:nvSpPr>
          <p:spPr>
            <a:xfrm>
              <a:off x="2650369" y="3715564"/>
              <a:ext cx="149449" cy="218517"/>
            </a:xfrm>
            <a:custGeom>
              <a:avLst/>
              <a:gdLst/>
              <a:ahLst/>
              <a:cxnLst/>
              <a:rect l="l" t="t" r="r" b="b"/>
              <a:pathLst>
                <a:path w="4663" h="6818" extrusionOk="0">
                  <a:moveTo>
                    <a:pt x="1" y="1"/>
                  </a:moveTo>
                  <a:lnTo>
                    <a:pt x="486" y="1304"/>
                  </a:lnTo>
                  <a:cubicBezTo>
                    <a:pt x="636" y="1671"/>
                    <a:pt x="703" y="2056"/>
                    <a:pt x="703" y="2457"/>
                  </a:cubicBezTo>
                  <a:lnTo>
                    <a:pt x="703" y="2490"/>
                  </a:lnTo>
                  <a:cubicBezTo>
                    <a:pt x="703" y="3275"/>
                    <a:pt x="987" y="4044"/>
                    <a:pt x="1521" y="4646"/>
                  </a:cubicBezTo>
                  <a:cubicBezTo>
                    <a:pt x="2039" y="5247"/>
                    <a:pt x="2323" y="6016"/>
                    <a:pt x="2323" y="6818"/>
                  </a:cubicBezTo>
                  <a:cubicBezTo>
                    <a:pt x="2340" y="6016"/>
                    <a:pt x="2624" y="5247"/>
                    <a:pt x="3142" y="4646"/>
                  </a:cubicBezTo>
                  <a:cubicBezTo>
                    <a:pt x="3677" y="4044"/>
                    <a:pt x="3961" y="3275"/>
                    <a:pt x="3961" y="2490"/>
                  </a:cubicBezTo>
                  <a:lnTo>
                    <a:pt x="3961" y="2457"/>
                  </a:lnTo>
                  <a:cubicBezTo>
                    <a:pt x="3961" y="2056"/>
                    <a:pt x="4028" y="1671"/>
                    <a:pt x="4161" y="1304"/>
                  </a:cubicBezTo>
                  <a:lnTo>
                    <a:pt x="4663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5"/>
            <p:cNvSpPr/>
            <p:nvPr/>
          </p:nvSpPr>
          <p:spPr>
            <a:xfrm>
              <a:off x="2494029" y="3641144"/>
              <a:ext cx="462161" cy="462161"/>
            </a:xfrm>
            <a:custGeom>
              <a:avLst/>
              <a:gdLst/>
              <a:ahLst/>
              <a:cxnLst/>
              <a:rect l="l" t="t" r="r" b="b"/>
              <a:pathLst>
                <a:path w="14420" h="14420" extrusionOk="0">
                  <a:moveTo>
                    <a:pt x="2161" y="2088"/>
                  </a:moveTo>
                  <a:cubicBezTo>
                    <a:pt x="2345" y="2088"/>
                    <a:pt x="2534" y="2155"/>
                    <a:pt x="2690" y="2306"/>
                  </a:cubicBezTo>
                  <a:lnTo>
                    <a:pt x="3308" y="2941"/>
                  </a:lnTo>
                  <a:lnTo>
                    <a:pt x="3609" y="3342"/>
                  </a:lnTo>
                  <a:cubicBezTo>
                    <a:pt x="4127" y="4094"/>
                    <a:pt x="4428" y="4979"/>
                    <a:pt x="4411" y="5898"/>
                  </a:cubicBezTo>
                  <a:cubicBezTo>
                    <a:pt x="4411" y="6166"/>
                    <a:pt x="4445" y="6433"/>
                    <a:pt x="4495" y="6700"/>
                  </a:cubicBezTo>
                  <a:cubicBezTo>
                    <a:pt x="4094" y="6617"/>
                    <a:pt x="3726" y="6433"/>
                    <a:pt x="3425" y="6149"/>
                  </a:cubicBezTo>
                  <a:cubicBezTo>
                    <a:pt x="4060" y="5798"/>
                    <a:pt x="4144" y="4912"/>
                    <a:pt x="3576" y="4461"/>
                  </a:cubicBezTo>
                  <a:lnTo>
                    <a:pt x="2991" y="3993"/>
                  </a:lnTo>
                  <a:cubicBezTo>
                    <a:pt x="2757" y="3810"/>
                    <a:pt x="2490" y="3709"/>
                    <a:pt x="2206" y="3709"/>
                  </a:cubicBezTo>
                  <a:cubicBezTo>
                    <a:pt x="1754" y="3709"/>
                    <a:pt x="1404" y="3358"/>
                    <a:pt x="1404" y="2924"/>
                  </a:cubicBezTo>
                  <a:lnTo>
                    <a:pt x="1404" y="2841"/>
                  </a:lnTo>
                  <a:cubicBezTo>
                    <a:pt x="1404" y="2387"/>
                    <a:pt x="1772" y="2088"/>
                    <a:pt x="2161" y="2088"/>
                  </a:cubicBezTo>
                  <a:close/>
                  <a:moveTo>
                    <a:pt x="12259" y="2088"/>
                  </a:moveTo>
                  <a:cubicBezTo>
                    <a:pt x="12647" y="2088"/>
                    <a:pt x="13016" y="2387"/>
                    <a:pt x="13016" y="2841"/>
                  </a:cubicBezTo>
                  <a:lnTo>
                    <a:pt x="13016" y="2924"/>
                  </a:lnTo>
                  <a:cubicBezTo>
                    <a:pt x="13016" y="3358"/>
                    <a:pt x="12665" y="3709"/>
                    <a:pt x="12214" y="3709"/>
                  </a:cubicBezTo>
                  <a:cubicBezTo>
                    <a:pt x="11930" y="3709"/>
                    <a:pt x="11663" y="3810"/>
                    <a:pt x="11429" y="3993"/>
                  </a:cubicBezTo>
                  <a:lnTo>
                    <a:pt x="10844" y="4461"/>
                  </a:lnTo>
                  <a:cubicBezTo>
                    <a:pt x="10276" y="4912"/>
                    <a:pt x="10359" y="5798"/>
                    <a:pt x="10994" y="6149"/>
                  </a:cubicBezTo>
                  <a:cubicBezTo>
                    <a:pt x="10694" y="6433"/>
                    <a:pt x="10326" y="6617"/>
                    <a:pt x="9925" y="6700"/>
                  </a:cubicBezTo>
                  <a:cubicBezTo>
                    <a:pt x="9975" y="6433"/>
                    <a:pt x="9992" y="6166"/>
                    <a:pt x="9992" y="5898"/>
                  </a:cubicBezTo>
                  <a:cubicBezTo>
                    <a:pt x="9992" y="4979"/>
                    <a:pt x="10276" y="4094"/>
                    <a:pt x="10811" y="3342"/>
                  </a:cubicBezTo>
                  <a:lnTo>
                    <a:pt x="11111" y="2941"/>
                  </a:lnTo>
                  <a:lnTo>
                    <a:pt x="11729" y="2306"/>
                  </a:lnTo>
                  <a:cubicBezTo>
                    <a:pt x="11885" y="2155"/>
                    <a:pt x="12074" y="2088"/>
                    <a:pt x="12259" y="2088"/>
                  </a:cubicBezTo>
                  <a:close/>
                  <a:moveTo>
                    <a:pt x="3008" y="0"/>
                  </a:moveTo>
                  <a:cubicBezTo>
                    <a:pt x="1353" y="0"/>
                    <a:pt x="0" y="1353"/>
                    <a:pt x="0" y="3008"/>
                  </a:cubicBezTo>
                  <a:cubicBezTo>
                    <a:pt x="0" y="3826"/>
                    <a:pt x="318" y="4612"/>
                    <a:pt x="902" y="5180"/>
                  </a:cubicBezTo>
                  <a:lnTo>
                    <a:pt x="1337" y="5614"/>
                  </a:lnTo>
                  <a:cubicBezTo>
                    <a:pt x="1754" y="6032"/>
                    <a:pt x="2323" y="6266"/>
                    <a:pt x="2924" y="6266"/>
                  </a:cubicBezTo>
                  <a:cubicBezTo>
                    <a:pt x="3342" y="6784"/>
                    <a:pt x="3943" y="7118"/>
                    <a:pt x="4595" y="7185"/>
                  </a:cubicBezTo>
                  <a:cubicBezTo>
                    <a:pt x="4762" y="7770"/>
                    <a:pt x="5029" y="8321"/>
                    <a:pt x="5397" y="8805"/>
                  </a:cubicBezTo>
                  <a:lnTo>
                    <a:pt x="5631" y="9140"/>
                  </a:lnTo>
                  <a:cubicBezTo>
                    <a:pt x="6199" y="9892"/>
                    <a:pt x="6516" y="10810"/>
                    <a:pt x="6516" y="11763"/>
                  </a:cubicBezTo>
                  <a:lnTo>
                    <a:pt x="6516" y="14403"/>
                  </a:lnTo>
                  <a:lnTo>
                    <a:pt x="6968" y="14403"/>
                  </a:lnTo>
                  <a:lnTo>
                    <a:pt x="6968" y="11763"/>
                  </a:lnTo>
                  <a:cubicBezTo>
                    <a:pt x="6968" y="10710"/>
                    <a:pt x="6633" y="9691"/>
                    <a:pt x="5998" y="8856"/>
                  </a:cubicBezTo>
                  <a:lnTo>
                    <a:pt x="5765" y="8521"/>
                  </a:lnTo>
                  <a:cubicBezTo>
                    <a:pt x="5196" y="7770"/>
                    <a:pt x="4879" y="6851"/>
                    <a:pt x="4879" y="5898"/>
                  </a:cubicBezTo>
                  <a:cubicBezTo>
                    <a:pt x="4879" y="4879"/>
                    <a:pt x="4562" y="3893"/>
                    <a:pt x="3977" y="3074"/>
                  </a:cubicBezTo>
                  <a:lnTo>
                    <a:pt x="3676" y="2657"/>
                  </a:lnTo>
                  <a:cubicBezTo>
                    <a:pt x="3676" y="2640"/>
                    <a:pt x="3659" y="2623"/>
                    <a:pt x="3659" y="2623"/>
                  </a:cubicBezTo>
                  <a:lnTo>
                    <a:pt x="3008" y="1988"/>
                  </a:lnTo>
                  <a:cubicBezTo>
                    <a:pt x="2758" y="1738"/>
                    <a:pt x="2451" y="1626"/>
                    <a:pt x="2151" y="1626"/>
                  </a:cubicBezTo>
                  <a:cubicBezTo>
                    <a:pt x="1529" y="1626"/>
                    <a:pt x="936" y="2108"/>
                    <a:pt x="936" y="2841"/>
                  </a:cubicBezTo>
                  <a:lnTo>
                    <a:pt x="936" y="2924"/>
                  </a:lnTo>
                  <a:cubicBezTo>
                    <a:pt x="936" y="3609"/>
                    <a:pt x="1504" y="4177"/>
                    <a:pt x="2189" y="4177"/>
                  </a:cubicBezTo>
                  <a:cubicBezTo>
                    <a:pt x="2373" y="4177"/>
                    <a:pt x="2556" y="4244"/>
                    <a:pt x="2690" y="4361"/>
                  </a:cubicBezTo>
                  <a:lnTo>
                    <a:pt x="3275" y="4829"/>
                  </a:lnTo>
                  <a:cubicBezTo>
                    <a:pt x="3693" y="5146"/>
                    <a:pt x="3459" y="5815"/>
                    <a:pt x="2941" y="5815"/>
                  </a:cubicBezTo>
                  <a:cubicBezTo>
                    <a:pt x="2456" y="5815"/>
                    <a:pt x="2005" y="5614"/>
                    <a:pt x="1654" y="5280"/>
                  </a:cubicBezTo>
                  <a:lnTo>
                    <a:pt x="1220" y="4846"/>
                  </a:lnTo>
                  <a:cubicBezTo>
                    <a:pt x="735" y="4361"/>
                    <a:pt x="468" y="3693"/>
                    <a:pt x="468" y="3008"/>
                  </a:cubicBezTo>
                  <a:cubicBezTo>
                    <a:pt x="468" y="1604"/>
                    <a:pt x="1604" y="468"/>
                    <a:pt x="3008" y="468"/>
                  </a:cubicBezTo>
                  <a:lnTo>
                    <a:pt x="3158" y="468"/>
                  </a:lnTo>
                  <a:cubicBezTo>
                    <a:pt x="3626" y="468"/>
                    <a:pt x="4094" y="602"/>
                    <a:pt x="4511" y="852"/>
                  </a:cubicBezTo>
                  <a:cubicBezTo>
                    <a:pt x="5338" y="1370"/>
                    <a:pt x="6274" y="1629"/>
                    <a:pt x="7210" y="1629"/>
                  </a:cubicBezTo>
                  <a:cubicBezTo>
                    <a:pt x="8146" y="1629"/>
                    <a:pt x="9081" y="1370"/>
                    <a:pt x="9908" y="852"/>
                  </a:cubicBezTo>
                  <a:cubicBezTo>
                    <a:pt x="10309" y="602"/>
                    <a:pt x="10777" y="468"/>
                    <a:pt x="11262" y="468"/>
                  </a:cubicBezTo>
                  <a:lnTo>
                    <a:pt x="11412" y="468"/>
                  </a:lnTo>
                  <a:cubicBezTo>
                    <a:pt x="12816" y="468"/>
                    <a:pt x="13952" y="1604"/>
                    <a:pt x="13952" y="3008"/>
                  </a:cubicBezTo>
                  <a:cubicBezTo>
                    <a:pt x="13952" y="3693"/>
                    <a:pt x="13684" y="4361"/>
                    <a:pt x="13183" y="4846"/>
                  </a:cubicBezTo>
                  <a:lnTo>
                    <a:pt x="12749" y="5280"/>
                  </a:lnTo>
                  <a:cubicBezTo>
                    <a:pt x="12415" y="5614"/>
                    <a:pt x="11963" y="5815"/>
                    <a:pt x="11479" y="5815"/>
                  </a:cubicBezTo>
                  <a:cubicBezTo>
                    <a:pt x="10961" y="5815"/>
                    <a:pt x="10727" y="5146"/>
                    <a:pt x="11128" y="4829"/>
                  </a:cubicBezTo>
                  <a:lnTo>
                    <a:pt x="11713" y="4361"/>
                  </a:lnTo>
                  <a:cubicBezTo>
                    <a:pt x="11863" y="4244"/>
                    <a:pt x="12030" y="4177"/>
                    <a:pt x="12214" y="4177"/>
                  </a:cubicBezTo>
                  <a:cubicBezTo>
                    <a:pt x="12916" y="4177"/>
                    <a:pt x="13484" y="3609"/>
                    <a:pt x="13484" y="2924"/>
                  </a:cubicBezTo>
                  <a:lnTo>
                    <a:pt x="13484" y="2841"/>
                  </a:lnTo>
                  <a:cubicBezTo>
                    <a:pt x="13484" y="2108"/>
                    <a:pt x="12883" y="1626"/>
                    <a:pt x="12256" y="1626"/>
                  </a:cubicBezTo>
                  <a:cubicBezTo>
                    <a:pt x="11954" y="1626"/>
                    <a:pt x="11645" y="1738"/>
                    <a:pt x="11395" y="1988"/>
                  </a:cubicBezTo>
                  <a:lnTo>
                    <a:pt x="10760" y="2623"/>
                  </a:lnTo>
                  <a:cubicBezTo>
                    <a:pt x="10760" y="2640"/>
                    <a:pt x="10744" y="2640"/>
                    <a:pt x="10744" y="2657"/>
                  </a:cubicBezTo>
                  <a:lnTo>
                    <a:pt x="10443" y="3074"/>
                  </a:lnTo>
                  <a:cubicBezTo>
                    <a:pt x="9841" y="3893"/>
                    <a:pt x="9524" y="4879"/>
                    <a:pt x="9524" y="5898"/>
                  </a:cubicBezTo>
                  <a:cubicBezTo>
                    <a:pt x="9524" y="6851"/>
                    <a:pt x="9223" y="7770"/>
                    <a:pt x="8655" y="8538"/>
                  </a:cubicBezTo>
                  <a:lnTo>
                    <a:pt x="8404" y="8856"/>
                  </a:lnTo>
                  <a:cubicBezTo>
                    <a:pt x="7786" y="9691"/>
                    <a:pt x="7435" y="10710"/>
                    <a:pt x="7435" y="11763"/>
                  </a:cubicBezTo>
                  <a:lnTo>
                    <a:pt x="7435" y="14420"/>
                  </a:lnTo>
                  <a:lnTo>
                    <a:pt x="7903" y="14420"/>
                  </a:lnTo>
                  <a:lnTo>
                    <a:pt x="7903" y="11763"/>
                  </a:lnTo>
                  <a:cubicBezTo>
                    <a:pt x="7903" y="10810"/>
                    <a:pt x="8221" y="9892"/>
                    <a:pt x="8789" y="9140"/>
                  </a:cubicBezTo>
                  <a:lnTo>
                    <a:pt x="9023" y="8805"/>
                  </a:lnTo>
                  <a:cubicBezTo>
                    <a:pt x="9390" y="8321"/>
                    <a:pt x="9658" y="7770"/>
                    <a:pt x="9825" y="7185"/>
                  </a:cubicBezTo>
                  <a:cubicBezTo>
                    <a:pt x="10476" y="7118"/>
                    <a:pt x="11078" y="6784"/>
                    <a:pt x="11496" y="6266"/>
                  </a:cubicBezTo>
                  <a:cubicBezTo>
                    <a:pt x="12097" y="6266"/>
                    <a:pt x="12665" y="6032"/>
                    <a:pt x="13083" y="5614"/>
                  </a:cubicBezTo>
                  <a:lnTo>
                    <a:pt x="13517" y="5180"/>
                  </a:lnTo>
                  <a:cubicBezTo>
                    <a:pt x="14085" y="4595"/>
                    <a:pt x="14420" y="3826"/>
                    <a:pt x="14420" y="3008"/>
                  </a:cubicBezTo>
                  <a:cubicBezTo>
                    <a:pt x="14420" y="1337"/>
                    <a:pt x="13066" y="0"/>
                    <a:pt x="11395" y="0"/>
                  </a:cubicBezTo>
                  <a:lnTo>
                    <a:pt x="11262" y="0"/>
                  </a:lnTo>
                  <a:cubicBezTo>
                    <a:pt x="10694" y="0"/>
                    <a:pt x="10142" y="150"/>
                    <a:pt x="9658" y="451"/>
                  </a:cubicBezTo>
                  <a:cubicBezTo>
                    <a:pt x="8906" y="927"/>
                    <a:pt x="8054" y="1165"/>
                    <a:pt x="7201" y="1165"/>
                  </a:cubicBezTo>
                  <a:cubicBezTo>
                    <a:pt x="6349" y="1165"/>
                    <a:pt x="5497" y="927"/>
                    <a:pt x="4745" y="451"/>
                  </a:cubicBezTo>
                  <a:cubicBezTo>
                    <a:pt x="4277" y="150"/>
                    <a:pt x="3726" y="0"/>
                    <a:pt x="315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5"/>
            <p:cNvSpPr/>
            <p:nvPr/>
          </p:nvSpPr>
          <p:spPr>
            <a:xfrm>
              <a:off x="2643414" y="3712904"/>
              <a:ext cx="163359" cy="225985"/>
            </a:xfrm>
            <a:custGeom>
              <a:avLst/>
              <a:gdLst/>
              <a:ahLst/>
              <a:cxnLst/>
              <a:rect l="l" t="t" r="r" b="b"/>
              <a:pathLst>
                <a:path w="5097" h="7051" extrusionOk="0">
                  <a:moveTo>
                    <a:pt x="435" y="0"/>
                  </a:moveTo>
                  <a:lnTo>
                    <a:pt x="1" y="167"/>
                  </a:lnTo>
                  <a:lnTo>
                    <a:pt x="485" y="1470"/>
                  </a:lnTo>
                  <a:cubicBezTo>
                    <a:pt x="619" y="1805"/>
                    <a:pt x="686" y="2172"/>
                    <a:pt x="686" y="2540"/>
                  </a:cubicBezTo>
                  <a:lnTo>
                    <a:pt x="686" y="2573"/>
                  </a:lnTo>
                  <a:cubicBezTo>
                    <a:pt x="686" y="3425"/>
                    <a:pt x="1003" y="4244"/>
                    <a:pt x="1555" y="4879"/>
                  </a:cubicBezTo>
                  <a:cubicBezTo>
                    <a:pt x="2039" y="5447"/>
                    <a:pt x="2323" y="6165"/>
                    <a:pt x="2323" y="6901"/>
                  </a:cubicBezTo>
                  <a:lnTo>
                    <a:pt x="2323" y="7051"/>
                  </a:lnTo>
                  <a:lnTo>
                    <a:pt x="2774" y="7051"/>
                  </a:lnTo>
                  <a:lnTo>
                    <a:pt x="2774" y="6901"/>
                  </a:lnTo>
                  <a:cubicBezTo>
                    <a:pt x="2774" y="6165"/>
                    <a:pt x="3042" y="5447"/>
                    <a:pt x="3543" y="4879"/>
                  </a:cubicBezTo>
                  <a:cubicBezTo>
                    <a:pt x="4094" y="4244"/>
                    <a:pt x="4412" y="3425"/>
                    <a:pt x="4412" y="2573"/>
                  </a:cubicBezTo>
                  <a:lnTo>
                    <a:pt x="4412" y="2540"/>
                  </a:lnTo>
                  <a:cubicBezTo>
                    <a:pt x="4412" y="2172"/>
                    <a:pt x="4479" y="1805"/>
                    <a:pt x="4596" y="1470"/>
                  </a:cubicBezTo>
                  <a:lnTo>
                    <a:pt x="5097" y="167"/>
                  </a:lnTo>
                  <a:lnTo>
                    <a:pt x="4662" y="0"/>
                  </a:lnTo>
                  <a:lnTo>
                    <a:pt x="4161" y="1303"/>
                  </a:lnTo>
                  <a:cubicBezTo>
                    <a:pt x="4011" y="1704"/>
                    <a:pt x="3944" y="2122"/>
                    <a:pt x="3944" y="2540"/>
                  </a:cubicBezTo>
                  <a:lnTo>
                    <a:pt x="3944" y="2573"/>
                  </a:lnTo>
                  <a:cubicBezTo>
                    <a:pt x="3944" y="3308"/>
                    <a:pt x="3677" y="4027"/>
                    <a:pt x="3192" y="4578"/>
                  </a:cubicBezTo>
                  <a:cubicBezTo>
                    <a:pt x="2908" y="4896"/>
                    <a:pt x="2691" y="5246"/>
                    <a:pt x="2540" y="5647"/>
                  </a:cubicBezTo>
                  <a:cubicBezTo>
                    <a:pt x="2407" y="5246"/>
                    <a:pt x="2190" y="4896"/>
                    <a:pt x="1906" y="4578"/>
                  </a:cubicBezTo>
                  <a:cubicBezTo>
                    <a:pt x="1421" y="4027"/>
                    <a:pt x="1154" y="3308"/>
                    <a:pt x="1154" y="2573"/>
                  </a:cubicBezTo>
                  <a:lnTo>
                    <a:pt x="1154" y="2540"/>
                  </a:lnTo>
                  <a:cubicBezTo>
                    <a:pt x="1154" y="2122"/>
                    <a:pt x="1070" y="1704"/>
                    <a:pt x="936" y="1303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45"/>
          <p:cNvGrpSpPr/>
          <p:nvPr/>
        </p:nvGrpSpPr>
        <p:grpSpPr>
          <a:xfrm>
            <a:off x="3098884" y="1501750"/>
            <a:ext cx="1200657" cy="1165851"/>
            <a:chOff x="2984009" y="1618500"/>
            <a:chExt cx="1200657" cy="1165851"/>
          </a:xfrm>
        </p:grpSpPr>
        <p:sp>
          <p:nvSpPr>
            <p:cNvPr id="810" name="Google Shape;810;p45"/>
            <p:cNvSpPr/>
            <p:nvPr/>
          </p:nvSpPr>
          <p:spPr>
            <a:xfrm>
              <a:off x="3470240" y="1630840"/>
              <a:ext cx="228164" cy="532318"/>
            </a:xfrm>
            <a:custGeom>
              <a:avLst/>
              <a:gdLst/>
              <a:ahLst/>
              <a:cxnLst/>
              <a:rect l="l" t="t" r="r" b="b"/>
              <a:pathLst>
                <a:path w="7119" h="16609" extrusionOk="0">
                  <a:moveTo>
                    <a:pt x="2373" y="0"/>
                  </a:moveTo>
                  <a:lnTo>
                    <a:pt x="2373" y="10677"/>
                  </a:lnTo>
                  <a:lnTo>
                    <a:pt x="1" y="13651"/>
                  </a:lnTo>
                  <a:lnTo>
                    <a:pt x="586" y="16609"/>
                  </a:lnTo>
                  <a:lnTo>
                    <a:pt x="3560" y="13050"/>
                  </a:lnTo>
                  <a:lnTo>
                    <a:pt x="6517" y="16609"/>
                  </a:lnTo>
                  <a:lnTo>
                    <a:pt x="7119" y="13651"/>
                  </a:lnTo>
                  <a:lnTo>
                    <a:pt x="4746" y="10677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5"/>
            <p:cNvSpPr/>
            <p:nvPr/>
          </p:nvSpPr>
          <p:spPr>
            <a:xfrm>
              <a:off x="2984009" y="1618500"/>
              <a:ext cx="1200657" cy="1165851"/>
            </a:xfrm>
            <a:custGeom>
              <a:avLst/>
              <a:gdLst/>
              <a:ahLst/>
              <a:cxnLst/>
              <a:rect l="l" t="t" r="r" b="b"/>
              <a:pathLst>
                <a:path w="37462" h="36376" extrusionOk="0">
                  <a:moveTo>
                    <a:pt x="19533" y="4930"/>
                  </a:moveTo>
                  <a:lnTo>
                    <a:pt x="19533" y="6534"/>
                  </a:lnTo>
                  <a:lnTo>
                    <a:pt x="17929" y="6534"/>
                  </a:lnTo>
                  <a:lnTo>
                    <a:pt x="17929" y="4930"/>
                  </a:lnTo>
                  <a:close/>
                  <a:moveTo>
                    <a:pt x="19533" y="7303"/>
                  </a:moveTo>
                  <a:lnTo>
                    <a:pt x="19533" y="8907"/>
                  </a:lnTo>
                  <a:lnTo>
                    <a:pt x="17929" y="8907"/>
                  </a:lnTo>
                  <a:lnTo>
                    <a:pt x="17929" y="7303"/>
                  </a:lnTo>
                  <a:close/>
                  <a:moveTo>
                    <a:pt x="19533" y="9675"/>
                  </a:moveTo>
                  <a:lnTo>
                    <a:pt x="19533" y="11079"/>
                  </a:lnTo>
                  <a:cubicBezTo>
                    <a:pt x="19533" y="11162"/>
                    <a:pt x="19566" y="11246"/>
                    <a:pt x="19616" y="11313"/>
                  </a:cubicBezTo>
                  <a:lnTo>
                    <a:pt x="21705" y="13936"/>
                  </a:lnTo>
                  <a:lnTo>
                    <a:pt x="21321" y="15958"/>
                  </a:lnTo>
                  <a:lnTo>
                    <a:pt x="19031" y="13201"/>
                  </a:lnTo>
                  <a:cubicBezTo>
                    <a:pt x="18948" y="13117"/>
                    <a:pt x="18839" y="13075"/>
                    <a:pt x="18731" y="13075"/>
                  </a:cubicBezTo>
                  <a:cubicBezTo>
                    <a:pt x="18622" y="13075"/>
                    <a:pt x="18514" y="13117"/>
                    <a:pt x="18430" y="13201"/>
                  </a:cubicBezTo>
                  <a:lnTo>
                    <a:pt x="16141" y="15958"/>
                  </a:lnTo>
                  <a:lnTo>
                    <a:pt x="15740" y="13936"/>
                  </a:lnTo>
                  <a:lnTo>
                    <a:pt x="17845" y="11313"/>
                  </a:lnTo>
                  <a:cubicBezTo>
                    <a:pt x="17895" y="11246"/>
                    <a:pt x="17929" y="11162"/>
                    <a:pt x="17929" y="11062"/>
                  </a:cubicBezTo>
                  <a:lnTo>
                    <a:pt x="17929" y="9675"/>
                  </a:lnTo>
                  <a:close/>
                  <a:moveTo>
                    <a:pt x="11730" y="10260"/>
                  </a:moveTo>
                  <a:lnTo>
                    <a:pt x="11546" y="11045"/>
                  </a:lnTo>
                  <a:cubicBezTo>
                    <a:pt x="10995" y="13585"/>
                    <a:pt x="9742" y="15907"/>
                    <a:pt x="7920" y="17762"/>
                  </a:cubicBezTo>
                  <a:lnTo>
                    <a:pt x="8472" y="18314"/>
                  </a:lnTo>
                  <a:cubicBezTo>
                    <a:pt x="8990" y="17779"/>
                    <a:pt x="9457" y="17211"/>
                    <a:pt x="9892" y="16609"/>
                  </a:cubicBezTo>
                  <a:lnTo>
                    <a:pt x="10009" y="16425"/>
                  </a:lnTo>
                  <a:lnTo>
                    <a:pt x="11813" y="17779"/>
                  </a:lnTo>
                  <a:lnTo>
                    <a:pt x="12265" y="17161"/>
                  </a:lnTo>
                  <a:lnTo>
                    <a:pt x="10427" y="15791"/>
                  </a:lnTo>
                  <a:lnTo>
                    <a:pt x="10527" y="15623"/>
                  </a:lnTo>
                  <a:cubicBezTo>
                    <a:pt x="11362" y="14253"/>
                    <a:pt x="11947" y="12766"/>
                    <a:pt x="12298" y="11212"/>
                  </a:cubicBezTo>
                  <a:lnTo>
                    <a:pt x="12498" y="10327"/>
                  </a:lnTo>
                  <a:lnTo>
                    <a:pt x="12716" y="10377"/>
                  </a:lnTo>
                  <a:cubicBezTo>
                    <a:pt x="13735" y="10661"/>
                    <a:pt x="14503" y="11496"/>
                    <a:pt x="14687" y="12516"/>
                  </a:cubicBezTo>
                  <a:lnTo>
                    <a:pt x="15974" y="19182"/>
                  </a:lnTo>
                  <a:lnTo>
                    <a:pt x="14771" y="20034"/>
                  </a:lnTo>
                  <a:cubicBezTo>
                    <a:pt x="13050" y="21271"/>
                    <a:pt x="10978" y="21939"/>
                    <a:pt x="8856" y="21956"/>
                  </a:cubicBezTo>
                  <a:lnTo>
                    <a:pt x="8856" y="22725"/>
                  </a:lnTo>
                  <a:cubicBezTo>
                    <a:pt x="9625" y="22725"/>
                    <a:pt x="10393" y="22624"/>
                    <a:pt x="11145" y="22474"/>
                  </a:cubicBezTo>
                  <a:lnTo>
                    <a:pt x="11529" y="22390"/>
                  </a:lnTo>
                  <a:lnTo>
                    <a:pt x="10744" y="24379"/>
                  </a:lnTo>
                  <a:lnTo>
                    <a:pt x="11446" y="24663"/>
                  </a:lnTo>
                  <a:lnTo>
                    <a:pt x="12482" y="22090"/>
                  </a:lnTo>
                  <a:lnTo>
                    <a:pt x="12565" y="22056"/>
                  </a:lnTo>
                  <a:cubicBezTo>
                    <a:pt x="13501" y="21705"/>
                    <a:pt x="14403" y="21238"/>
                    <a:pt x="15205" y="20669"/>
                  </a:cubicBezTo>
                  <a:lnTo>
                    <a:pt x="16124" y="20001"/>
                  </a:lnTo>
                  <a:lnTo>
                    <a:pt x="16759" y="23309"/>
                  </a:lnTo>
                  <a:cubicBezTo>
                    <a:pt x="17026" y="24663"/>
                    <a:pt x="17160" y="26050"/>
                    <a:pt x="17160" y="27420"/>
                  </a:cubicBezTo>
                  <a:cubicBezTo>
                    <a:pt x="17160" y="29324"/>
                    <a:pt x="15623" y="30862"/>
                    <a:pt x="13718" y="30862"/>
                  </a:cubicBezTo>
                  <a:cubicBezTo>
                    <a:pt x="12281" y="30862"/>
                    <a:pt x="10928" y="31597"/>
                    <a:pt x="10159" y="32833"/>
                  </a:cubicBezTo>
                  <a:lnTo>
                    <a:pt x="9441" y="33986"/>
                  </a:lnTo>
                  <a:cubicBezTo>
                    <a:pt x="8806" y="35005"/>
                    <a:pt x="7720" y="35607"/>
                    <a:pt x="6533" y="35607"/>
                  </a:cubicBezTo>
                  <a:lnTo>
                    <a:pt x="5197" y="35607"/>
                  </a:lnTo>
                  <a:cubicBezTo>
                    <a:pt x="2707" y="35607"/>
                    <a:pt x="853" y="33284"/>
                    <a:pt x="1404" y="30862"/>
                  </a:cubicBezTo>
                  <a:lnTo>
                    <a:pt x="1738" y="29408"/>
                  </a:lnTo>
                  <a:lnTo>
                    <a:pt x="3793" y="30444"/>
                  </a:lnTo>
                  <a:cubicBezTo>
                    <a:pt x="5180" y="31129"/>
                    <a:pt x="6300" y="32232"/>
                    <a:pt x="7018" y="33602"/>
                  </a:cubicBezTo>
                  <a:lnTo>
                    <a:pt x="7703" y="33251"/>
                  </a:lnTo>
                  <a:cubicBezTo>
                    <a:pt x="7419" y="32700"/>
                    <a:pt x="7068" y="32182"/>
                    <a:pt x="6650" y="31714"/>
                  </a:cubicBezTo>
                  <a:lnTo>
                    <a:pt x="6517" y="31547"/>
                  </a:lnTo>
                  <a:lnTo>
                    <a:pt x="8706" y="29893"/>
                  </a:lnTo>
                  <a:lnTo>
                    <a:pt x="8238" y="29274"/>
                  </a:lnTo>
                  <a:lnTo>
                    <a:pt x="5965" y="30995"/>
                  </a:lnTo>
                  <a:lnTo>
                    <a:pt x="5832" y="30878"/>
                  </a:lnTo>
                  <a:cubicBezTo>
                    <a:pt x="5314" y="30444"/>
                    <a:pt x="4746" y="30060"/>
                    <a:pt x="4144" y="29742"/>
                  </a:cubicBezTo>
                  <a:lnTo>
                    <a:pt x="1922" y="28639"/>
                  </a:lnTo>
                  <a:lnTo>
                    <a:pt x="2273" y="27069"/>
                  </a:lnTo>
                  <a:cubicBezTo>
                    <a:pt x="3576" y="21338"/>
                    <a:pt x="6149" y="15958"/>
                    <a:pt x="9775" y="11329"/>
                  </a:cubicBezTo>
                  <a:cubicBezTo>
                    <a:pt x="10193" y="10811"/>
                    <a:pt x="10761" y="10461"/>
                    <a:pt x="11412" y="10327"/>
                  </a:cubicBezTo>
                  <a:lnTo>
                    <a:pt x="11730" y="10260"/>
                  </a:lnTo>
                  <a:close/>
                  <a:moveTo>
                    <a:pt x="25732" y="10260"/>
                  </a:moveTo>
                  <a:lnTo>
                    <a:pt x="26049" y="10327"/>
                  </a:lnTo>
                  <a:cubicBezTo>
                    <a:pt x="26701" y="10461"/>
                    <a:pt x="27286" y="10811"/>
                    <a:pt x="27687" y="11329"/>
                  </a:cubicBezTo>
                  <a:cubicBezTo>
                    <a:pt x="31312" y="15958"/>
                    <a:pt x="33885" y="21338"/>
                    <a:pt x="35189" y="27069"/>
                  </a:cubicBezTo>
                  <a:lnTo>
                    <a:pt x="35540" y="28639"/>
                  </a:lnTo>
                  <a:lnTo>
                    <a:pt x="33317" y="29742"/>
                  </a:lnTo>
                  <a:cubicBezTo>
                    <a:pt x="32716" y="30060"/>
                    <a:pt x="32148" y="30444"/>
                    <a:pt x="31630" y="30878"/>
                  </a:cubicBezTo>
                  <a:lnTo>
                    <a:pt x="31496" y="30995"/>
                  </a:lnTo>
                  <a:lnTo>
                    <a:pt x="29224" y="29274"/>
                  </a:lnTo>
                  <a:lnTo>
                    <a:pt x="28756" y="29893"/>
                  </a:lnTo>
                  <a:lnTo>
                    <a:pt x="30945" y="31547"/>
                  </a:lnTo>
                  <a:lnTo>
                    <a:pt x="30811" y="31714"/>
                  </a:lnTo>
                  <a:cubicBezTo>
                    <a:pt x="30393" y="32182"/>
                    <a:pt x="30042" y="32700"/>
                    <a:pt x="29758" y="33251"/>
                  </a:cubicBezTo>
                  <a:lnTo>
                    <a:pt x="30443" y="33602"/>
                  </a:lnTo>
                  <a:cubicBezTo>
                    <a:pt x="31162" y="32232"/>
                    <a:pt x="32281" y="31129"/>
                    <a:pt x="33668" y="30444"/>
                  </a:cubicBezTo>
                  <a:lnTo>
                    <a:pt x="35723" y="29408"/>
                  </a:lnTo>
                  <a:lnTo>
                    <a:pt x="36058" y="30862"/>
                  </a:lnTo>
                  <a:cubicBezTo>
                    <a:pt x="36609" y="33284"/>
                    <a:pt x="34754" y="35607"/>
                    <a:pt x="32265" y="35607"/>
                  </a:cubicBezTo>
                  <a:lnTo>
                    <a:pt x="30928" y="35607"/>
                  </a:lnTo>
                  <a:cubicBezTo>
                    <a:pt x="29742" y="35607"/>
                    <a:pt x="28639" y="35005"/>
                    <a:pt x="28021" y="33986"/>
                  </a:cubicBezTo>
                  <a:lnTo>
                    <a:pt x="27302" y="32833"/>
                  </a:lnTo>
                  <a:cubicBezTo>
                    <a:pt x="26534" y="31597"/>
                    <a:pt x="25180" y="30862"/>
                    <a:pt x="23727" y="30862"/>
                  </a:cubicBezTo>
                  <a:cubicBezTo>
                    <a:pt x="21839" y="30862"/>
                    <a:pt x="20301" y="29324"/>
                    <a:pt x="20301" y="27420"/>
                  </a:cubicBezTo>
                  <a:cubicBezTo>
                    <a:pt x="20301" y="26050"/>
                    <a:pt x="20435" y="24663"/>
                    <a:pt x="20686" y="23309"/>
                  </a:cubicBezTo>
                  <a:lnTo>
                    <a:pt x="21321" y="20001"/>
                  </a:lnTo>
                  <a:lnTo>
                    <a:pt x="22256" y="20669"/>
                  </a:lnTo>
                  <a:cubicBezTo>
                    <a:pt x="23058" y="21238"/>
                    <a:pt x="23944" y="21705"/>
                    <a:pt x="24896" y="22056"/>
                  </a:cubicBezTo>
                  <a:lnTo>
                    <a:pt x="24980" y="22090"/>
                  </a:lnTo>
                  <a:lnTo>
                    <a:pt x="26016" y="24663"/>
                  </a:lnTo>
                  <a:lnTo>
                    <a:pt x="26717" y="24379"/>
                  </a:lnTo>
                  <a:lnTo>
                    <a:pt x="25932" y="22390"/>
                  </a:lnTo>
                  <a:lnTo>
                    <a:pt x="26316" y="22474"/>
                  </a:lnTo>
                  <a:cubicBezTo>
                    <a:pt x="27068" y="22641"/>
                    <a:pt x="27837" y="22725"/>
                    <a:pt x="28605" y="22725"/>
                  </a:cubicBezTo>
                  <a:lnTo>
                    <a:pt x="28605" y="21956"/>
                  </a:lnTo>
                  <a:cubicBezTo>
                    <a:pt x="26484" y="21939"/>
                    <a:pt x="24412" y="21271"/>
                    <a:pt x="22691" y="20034"/>
                  </a:cubicBezTo>
                  <a:lnTo>
                    <a:pt x="21488" y="19182"/>
                  </a:lnTo>
                  <a:lnTo>
                    <a:pt x="22774" y="12516"/>
                  </a:lnTo>
                  <a:cubicBezTo>
                    <a:pt x="22975" y="11496"/>
                    <a:pt x="23727" y="10661"/>
                    <a:pt x="24746" y="10377"/>
                  </a:cubicBezTo>
                  <a:lnTo>
                    <a:pt x="24963" y="10327"/>
                  </a:lnTo>
                  <a:lnTo>
                    <a:pt x="25164" y="11212"/>
                  </a:lnTo>
                  <a:cubicBezTo>
                    <a:pt x="25514" y="12766"/>
                    <a:pt x="26099" y="14253"/>
                    <a:pt x="26935" y="15623"/>
                  </a:cubicBezTo>
                  <a:lnTo>
                    <a:pt x="27035" y="15791"/>
                  </a:lnTo>
                  <a:lnTo>
                    <a:pt x="25197" y="17161"/>
                  </a:lnTo>
                  <a:lnTo>
                    <a:pt x="25648" y="17779"/>
                  </a:lnTo>
                  <a:lnTo>
                    <a:pt x="27453" y="16425"/>
                  </a:lnTo>
                  <a:lnTo>
                    <a:pt x="27570" y="16609"/>
                  </a:lnTo>
                  <a:cubicBezTo>
                    <a:pt x="28004" y="17211"/>
                    <a:pt x="28472" y="17779"/>
                    <a:pt x="28990" y="18314"/>
                  </a:cubicBezTo>
                  <a:lnTo>
                    <a:pt x="29541" y="17762"/>
                  </a:lnTo>
                  <a:cubicBezTo>
                    <a:pt x="27720" y="15907"/>
                    <a:pt x="26467" y="13585"/>
                    <a:pt x="25915" y="11045"/>
                  </a:cubicBezTo>
                  <a:lnTo>
                    <a:pt x="25732" y="10260"/>
                  </a:lnTo>
                  <a:close/>
                  <a:moveTo>
                    <a:pt x="17160" y="1"/>
                  </a:moveTo>
                  <a:lnTo>
                    <a:pt x="17160" y="10928"/>
                  </a:lnTo>
                  <a:lnTo>
                    <a:pt x="15556" y="12933"/>
                  </a:lnTo>
                  <a:lnTo>
                    <a:pt x="15439" y="12382"/>
                  </a:lnTo>
                  <a:cubicBezTo>
                    <a:pt x="15092" y="10555"/>
                    <a:pt x="13529" y="9495"/>
                    <a:pt x="11939" y="9495"/>
                  </a:cubicBezTo>
                  <a:cubicBezTo>
                    <a:pt x="10926" y="9495"/>
                    <a:pt x="9902" y="9925"/>
                    <a:pt x="9173" y="10862"/>
                  </a:cubicBezTo>
                  <a:cubicBezTo>
                    <a:pt x="5464" y="15573"/>
                    <a:pt x="2858" y="21054"/>
                    <a:pt x="1521" y="26902"/>
                  </a:cubicBezTo>
                  <a:lnTo>
                    <a:pt x="652" y="30695"/>
                  </a:lnTo>
                  <a:cubicBezTo>
                    <a:pt x="0" y="33602"/>
                    <a:pt x="2206" y="36375"/>
                    <a:pt x="5197" y="36375"/>
                  </a:cubicBezTo>
                  <a:lnTo>
                    <a:pt x="6533" y="36375"/>
                  </a:lnTo>
                  <a:cubicBezTo>
                    <a:pt x="7970" y="36375"/>
                    <a:pt x="9324" y="35640"/>
                    <a:pt x="10092" y="34404"/>
                  </a:cubicBezTo>
                  <a:lnTo>
                    <a:pt x="10811" y="33234"/>
                  </a:lnTo>
                  <a:cubicBezTo>
                    <a:pt x="11446" y="32232"/>
                    <a:pt x="12549" y="31630"/>
                    <a:pt x="13718" y="31630"/>
                  </a:cubicBezTo>
                  <a:cubicBezTo>
                    <a:pt x="16041" y="31630"/>
                    <a:pt x="17929" y="29742"/>
                    <a:pt x="17929" y="27420"/>
                  </a:cubicBezTo>
                  <a:cubicBezTo>
                    <a:pt x="17929" y="25999"/>
                    <a:pt x="17795" y="24563"/>
                    <a:pt x="17528" y="23159"/>
                  </a:cubicBezTo>
                  <a:lnTo>
                    <a:pt x="16325" y="16927"/>
                  </a:lnTo>
                  <a:lnTo>
                    <a:pt x="18731" y="14036"/>
                  </a:lnTo>
                  <a:lnTo>
                    <a:pt x="21137" y="16927"/>
                  </a:lnTo>
                  <a:lnTo>
                    <a:pt x="19934" y="23159"/>
                  </a:lnTo>
                  <a:cubicBezTo>
                    <a:pt x="19666" y="24563"/>
                    <a:pt x="19533" y="25999"/>
                    <a:pt x="19533" y="27420"/>
                  </a:cubicBezTo>
                  <a:cubicBezTo>
                    <a:pt x="19533" y="29742"/>
                    <a:pt x="21421" y="31630"/>
                    <a:pt x="23727" y="31630"/>
                  </a:cubicBezTo>
                  <a:cubicBezTo>
                    <a:pt x="24913" y="31630"/>
                    <a:pt x="26016" y="32232"/>
                    <a:pt x="26651" y="33234"/>
                  </a:cubicBezTo>
                  <a:lnTo>
                    <a:pt x="27369" y="34404"/>
                  </a:lnTo>
                  <a:cubicBezTo>
                    <a:pt x="28138" y="35624"/>
                    <a:pt x="29474" y="36375"/>
                    <a:pt x="30928" y="36375"/>
                  </a:cubicBezTo>
                  <a:lnTo>
                    <a:pt x="32265" y="36375"/>
                  </a:lnTo>
                  <a:cubicBezTo>
                    <a:pt x="35256" y="36375"/>
                    <a:pt x="37461" y="33602"/>
                    <a:pt x="36793" y="30695"/>
                  </a:cubicBezTo>
                  <a:lnTo>
                    <a:pt x="35941" y="26902"/>
                  </a:lnTo>
                  <a:cubicBezTo>
                    <a:pt x="34604" y="21054"/>
                    <a:pt x="31981" y="15573"/>
                    <a:pt x="28288" y="10862"/>
                  </a:cubicBezTo>
                  <a:cubicBezTo>
                    <a:pt x="27553" y="9931"/>
                    <a:pt x="26526" y="9502"/>
                    <a:pt x="25512" y="9502"/>
                  </a:cubicBezTo>
                  <a:cubicBezTo>
                    <a:pt x="23922" y="9502"/>
                    <a:pt x="22363" y="10556"/>
                    <a:pt x="22006" y="12382"/>
                  </a:cubicBezTo>
                  <a:lnTo>
                    <a:pt x="21905" y="12933"/>
                  </a:lnTo>
                  <a:lnTo>
                    <a:pt x="20301" y="10928"/>
                  </a:lnTo>
                  <a:lnTo>
                    <a:pt x="20301" y="1"/>
                  </a:lnTo>
                  <a:lnTo>
                    <a:pt x="19533" y="1"/>
                  </a:lnTo>
                  <a:lnTo>
                    <a:pt x="19533" y="4161"/>
                  </a:lnTo>
                  <a:lnTo>
                    <a:pt x="17929" y="4161"/>
                  </a:lnTo>
                  <a:lnTo>
                    <a:pt x="17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5"/>
          <p:cNvGrpSpPr/>
          <p:nvPr/>
        </p:nvGrpSpPr>
        <p:grpSpPr>
          <a:xfrm>
            <a:off x="1663878" y="2151847"/>
            <a:ext cx="463219" cy="462930"/>
            <a:chOff x="1612045" y="2241104"/>
            <a:chExt cx="463219" cy="462930"/>
          </a:xfrm>
        </p:grpSpPr>
        <p:sp>
          <p:nvSpPr>
            <p:cNvPr id="813" name="Google Shape;813;p45"/>
            <p:cNvSpPr/>
            <p:nvPr/>
          </p:nvSpPr>
          <p:spPr>
            <a:xfrm>
              <a:off x="1977800" y="2495132"/>
              <a:ext cx="59998" cy="134450"/>
            </a:xfrm>
            <a:custGeom>
              <a:avLst/>
              <a:gdLst/>
              <a:ahLst/>
              <a:cxnLst/>
              <a:rect l="l" t="t" r="r" b="b"/>
              <a:pathLst>
                <a:path w="1872" h="4195" extrusionOk="0">
                  <a:moveTo>
                    <a:pt x="936" y="1"/>
                  </a:moveTo>
                  <a:lnTo>
                    <a:pt x="0" y="452"/>
                  </a:lnTo>
                  <a:cubicBezTo>
                    <a:pt x="618" y="1221"/>
                    <a:pt x="936" y="2156"/>
                    <a:pt x="936" y="3109"/>
                  </a:cubicBezTo>
                  <a:lnTo>
                    <a:pt x="936" y="4195"/>
                  </a:lnTo>
                  <a:lnTo>
                    <a:pt x="1871" y="4195"/>
                  </a:lnTo>
                  <a:lnTo>
                    <a:pt x="1871" y="2657"/>
                  </a:lnTo>
                  <a:cubicBezTo>
                    <a:pt x="1871" y="1688"/>
                    <a:pt x="1537" y="753"/>
                    <a:pt x="936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1716464" y="2248283"/>
              <a:ext cx="59998" cy="149417"/>
            </a:xfrm>
            <a:custGeom>
              <a:avLst/>
              <a:gdLst/>
              <a:ahLst/>
              <a:cxnLst/>
              <a:rect l="l" t="t" r="r" b="b"/>
              <a:pathLst>
                <a:path w="1872" h="4662" extrusionOk="0">
                  <a:moveTo>
                    <a:pt x="936" y="0"/>
                  </a:moveTo>
                  <a:cubicBezTo>
                    <a:pt x="334" y="752"/>
                    <a:pt x="0" y="1704"/>
                    <a:pt x="0" y="2657"/>
                  </a:cubicBezTo>
                  <a:lnTo>
                    <a:pt x="0" y="4662"/>
                  </a:lnTo>
                  <a:lnTo>
                    <a:pt x="936" y="4662"/>
                  </a:lnTo>
                  <a:lnTo>
                    <a:pt x="936" y="3125"/>
                  </a:lnTo>
                  <a:cubicBezTo>
                    <a:pt x="936" y="2156"/>
                    <a:pt x="1270" y="1220"/>
                    <a:pt x="1872" y="468"/>
                  </a:cubicBezTo>
                  <a:lnTo>
                    <a:pt x="936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1612045" y="2241104"/>
              <a:ext cx="463219" cy="462930"/>
            </a:xfrm>
            <a:custGeom>
              <a:avLst/>
              <a:gdLst/>
              <a:ahLst/>
              <a:cxnLst/>
              <a:rect l="l" t="t" r="r" b="b"/>
              <a:pathLst>
                <a:path w="14453" h="14444" extrusionOk="0">
                  <a:moveTo>
                    <a:pt x="9724" y="525"/>
                  </a:moveTo>
                  <a:cubicBezTo>
                    <a:pt x="10226" y="1210"/>
                    <a:pt x="10493" y="2045"/>
                    <a:pt x="10493" y="2881"/>
                  </a:cubicBezTo>
                  <a:lnTo>
                    <a:pt x="10493" y="4184"/>
                  </a:lnTo>
                  <a:lnTo>
                    <a:pt x="10025" y="4184"/>
                  </a:lnTo>
                  <a:lnTo>
                    <a:pt x="10025" y="3349"/>
                  </a:lnTo>
                  <a:cubicBezTo>
                    <a:pt x="10025" y="2430"/>
                    <a:pt x="9741" y="1527"/>
                    <a:pt x="9206" y="776"/>
                  </a:cubicBezTo>
                  <a:lnTo>
                    <a:pt x="9724" y="525"/>
                  </a:lnTo>
                  <a:close/>
                  <a:moveTo>
                    <a:pt x="4261" y="525"/>
                  </a:moveTo>
                  <a:lnTo>
                    <a:pt x="4779" y="776"/>
                  </a:lnTo>
                  <a:cubicBezTo>
                    <a:pt x="4244" y="1527"/>
                    <a:pt x="3960" y="2430"/>
                    <a:pt x="3960" y="3349"/>
                  </a:cubicBezTo>
                  <a:lnTo>
                    <a:pt x="3960" y="4652"/>
                  </a:lnTo>
                  <a:lnTo>
                    <a:pt x="3492" y="4652"/>
                  </a:lnTo>
                  <a:lnTo>
                    <a:pt x="3492" y="2881"/>
                  </a:lnTo>
                  <a:cubicBezTo>
                    <a:pt x="3492" y="2045"/>
                    <a:pt x="3759" y="1210"/>
                    <a:pt x="4261" y="525"/>
                  </a:cubicBezTo>
                  <a:close/>
                  <a:moveTo>
                    <a:pt x="4992" y="3498"/>
                  </a:moveTo>
                  <a:cubicBezTo>
                    <a:pt x="5729" y="3498"/>
                    <a:pt x="6462" y="3680"/>
                    <a:pt x="7118" y="4000"/>
                  </a:cubicBezTo>
                  <a:cubicBezTo>
                    <a:pt x="7151" y="4017"/>
                    <a:pt x="7185" y="4034"/>
                    <a:pt x="7218" y="4034"/>
                  </a:cubicBezTo>
                  <a:cubicBezTo>
                    <a:pt x="7268" y="4034"/>
                    <a:pt x="7302" y="4017"/>
                    <a:pt x="7335" y="4000"/>
                  </a:cubicBezTo>
                  <a:cubicBezTo>
                    <a:pt x="8020" y="3666"/>
                    <a:pt x="8789" y="3499"/>
                    <a:pt x="9557" y="3499"/>
                  </a:cubicBezTo>
                  <a:lnTo>
                    <a:pt x="9557" y="4418"/>
                  </a:lnTo>
                  <a:cubicBezTo>
                    <a:pt x="9557" y="4552"/>
                    <a:pt x="9658" y="4652"/>
                    <a:pt x="9791" y="4652"/>
                  </a:cubicBezTo>
                  <a:lnTo>
                    <a:pt x="10727" y="4652"/>
                  </a:lnTo>
                  <a:cubicBezTo>
                    <a:pt x="10844" y="4652"/>
                    <a:pt x="10961" y="4552"/>
                    <a:pt x="10961" y="4418"/>
                  </a:cubicBezTo>
                  <a:lnTo>
                    <a:pt x="10961" y="3683"/>
                  </a:lnTo>
                  <a:cubicBezTo>
                    <a:pt x="12749" y="4184"/>
                    <a:pt x="13985" y="5604"/>
                    <a:pt x="13985" y="7225"/>
                  </a:cubicBezTo>
                  <a:cubicBezTo>
                    <a:pt x="13985" y="7944"/>
                    <a:pt x="13735" y="8645"/>
                    <a:pt x="13300" y="9213"/>
                  </a:cubicBezTo>
                  <a:cubicBezTo>
                    <a:pt x="13133" y="8679"/>
                    <a:pt x="12866" y="8194"/>
                    <a:pt x="12531" y="7776"/>
                  </a:cubicBezTo>
                  <a:cubicBezTo>
                    <a:pt x="12486" y="7720"/>
                    <a:pt x="12418" y="7686"/>
                    <a:pt x="12347" y="7686"/>
                  </a:cubicBezTo>
                  <a:cubicBezTo>
                    <a:pt x="12313" y="7686"/>
                    <a:pt x="12280" y="7694"/>
                    <a:pt x="12247" y="7710"/>
                  </a:cubicBezTo>
                  <a:lnTo>
                    <a:pt x="11312" y="8177"/>
                  </a:lnTo>
                  <a:cubicBezTo>
                    <a:pt x="11178" y="8244"/>
                    <a:pt x="11145" y="8411"/>
                    <a:pt x="11245" y="8528"/>
                  </a:cubicBezTo>
                  <a:cubicBezTo>
                    <a:pt x="11646" y="9046"/>
                    <a:pt x="11930" y="9648"/>
                    <a:pt x="12047" y="10299"/>
                  </a:cubicBezTo>
                  <a:cubicBezTo>
                    <a:pt x="11295" y="10734"/>
                    <a:pt x="10426" y="10951"/>
                    <a:pt x="9557" y="10951"/>
                  </a:cubicBezTo>
                  <a:cubicBezTo>
                    <a:pt x="8789" y="10951"/>
                    <a:pt x="8020" y="10767"/>
                    <a:pt x="7335" y="10433"/>
                  </a:cubicBezTo>
                  <a:cubicBezTo>
                    <a:pt x="7302" y="10416"/>
                    <a:pt x="7264" y="10408"/>
                    <a:pt x="7227" y="10408"/>
                  </a:cubicBezTo>
                  <a:cubicBezTo>
                    <a:pt x="7189" y="10408"/>
                    <a:pt x="7151" y="10416"/>
                    <a:pt x="7118" y="10433"/>
                  </a:cubicBezTo>
                  <a:cubicBezTo>
                    <a:pt x="6516" y="10734"/>
                    <a:pt x="5848" y="10901"/>
                    <a:pt x="5180" y="10934"/>
                  </a:cubicBezTo>
                  <a:cubicBezTo>
                    <a:pt x="5280" y="10233"/>
                    <a:pt x="5564" y="9564"/>
                    <a:pt x="6015" y="8996"/>
                  </a:cubicBezTo>
                  <a:cubicBezTo>
                    <a:pt x="6099" y="8879"/>
                    <a:pt x="6065" y="8712"/>
                    <a:pt x="5932" y="8645"/>
                  </a:cubicBezTo>
                  <a:lnTo>
                    <a:pt x="4996" y="8177"/>
                  </a:lnTo>
                  <a:cubicBezTo>
                    <a:pt x="4964" y="8161"/>
                    <a:pt x="4930" y="8154"/>
                    <a:pt x="4897" y="8154"/>
                  </a:cubicBezTo>
                  <a:cubicBezTo>
                    <a:pt x="4826" y="8154"/>
                    <a:pt x="4757" y="8188"/>
                    <a:pt x="4712" y="8244"/>
                  </a:cubicBezTo>
                  <a:cubicBezTo>
                    <a:pt x="4127" y="8979"/>
                    <a:pt x="3793" y="9882"/>
                    <a:pt x="3743" y="10817"/>
                  </a:cubicBezTo>
                  <a:cubicBezTo>
                    <a:pt x="3041" y="10667"/>
                    <a:pt x="2389" y="10350"/>
                    <a:pt x="1838" y="9915"/>
                  </a:cubicBezTo>
                  <a:cubicBezTo>
                    <a:pt x="2005" y="9581"/>
                    <a:pt x="2222" y="9280"/>
                    <a:pt x="2490" y="9030"/>
                  </a:cubicBezTo>
                  <a:lnTo>
                    <a:pt x="2957" y="8545"/>
                  </a:lnTo>
                  <a:cubicBezTo>
                    <a:pt x="3074" y="8445"/>
                    <a:pt x="3041" y="8244"/>
                    <a:pt x="2907" y="8177"/>
                  </a:cubicBezTo>
                  <a:lnTo>
                    <a:pt x="1972" y="7710"/>
                  </a:lnTo>
                  <a:cubicBezTo>
                    <a:pt x="1940" y="7691"/>
                    <a:pt x="1904" y="7681"/>
                    <a:pt x="1868" y="7681"/>
                  </a:cubicBezTo>
                  <a:cubicBezTo>
                    <a:pt x="1807" y="7681"/>
                    <a:pt x="1746" y="7708"/>
                    <a:pt x="1704" y="7760"/>
                  </a:cubicBezTo>
                  <a:lnTo>
                    <a:pt x="1220" y="8228"/>
                  </a:lnTo>
                  <a:cubicBezTo>
                    <a:pt x="1086" y="8378"/>
                    <a:pt x="952" y="8528"/>
                    <a:pt x="835" y="8695"/>
                  </a:cubicBezTo>
                  <a:cubicBezTo>
                    <a:pt x="602" y="8244"/>
                    <a:pt x="468" y="7726"/>
                    <a:pt x="468" y="7225"/>
                  </a:cubicBezTo>
                  <a:cubicBezTo>
                    <a:pt x="468" y="5771"/>
                    <a:pt x="1487" y="4451"/>
                    <a:pt x="3024" y="3833"/>
                  </a:cubicBezTo>
                  <a:lnTo>
                    <a:pt x="3024" y="4886"/>
                  </a:lnTo>
                  <a:cubicBezTo>
                    <a:pt x="3024" y="5020"/>
                    <a:pt x="3141" y="5120"/>
                    <a:pt x="3258" y="5120"/>
                  </a:cubicBezTo>
                  <a:lnTo>
                    <a:pt x="4194" y="5120"/>
                  </a:lnTo>
                  <a:cubicBezTo>
                    <a:pt x="4328" y="5120"/>
                    <a:pt x="4428" y="5020"/>
                    <a:pt x="4428" y="4886"/>
                  </a:cubicBezTo>
                  <a:lnTo>
                    <a:pt x="4428" y="3516"/>
                  </a:lnTo>
                  <a:cubicBezTo>
                    <a:pt x="4578" y="3499"/>
                    <a:pt x="4745" y="3499"/>
                    <a:pt x="4896" y="3499"/>
                  </a:cubicBezTo>
                  <a:cubicBezTo>
                    <a:pt x="4928" y="3498"/>
                    <a:pt x="4960" y="3498"/>
                    <a:pt x="4992" y="3498"/>
                  </a:cubicBezTo>
                  <a:close/>
                  <a:moveTo>
                    <a:pt x="1922" y="8194"/>
                  </a:moveTo>
                  <a:lnTo>
                    <a:pt x="2406" y="8445"/>
                  </a:lnTo>
                  <a:lnTo>
                    <a:pt x="2155" y="8695"/>
                  </a:lnTo>
                  <a:cubicBezTo>
                    <a:pt x="1437" y="9414"/>
                    <a:pt x="1003" y="10383"/>
                    <a:pt x="936" y="11419"/>
                  </a:cubicBezTo>
                  <a:lnTo>
                    <a:pt x="468" y="11419"/>
                  </a:lnTo>
                  <a:lnTo>
                    <a:pt x="468" y="11185"/>
                  </a:lnTo>
                  <a:cubicBezTo>
                    <a:pt x="468" y="10199"/>
                    <a:pt x="852" y="9247"/>
                    <a:pt x="1554" y="8562"/>
                  </a:cubicBezTo>
                  <a:lnTo>
                    <a:pt x="1922" y="8194"/>
                  </a:lnTo>
                  <a:close/>
                  <a:moveTo>
                    <a:pt x="12281" y="8211"/>
                  </a:moveTo>
                  <a:cubicBezTo>
                    <a:pt x="12782" y="8896"/>
                    <a:pt x="13049" y="9731"/>
                    <a:pt x="13049" y="10583"/>
                  </a:cubicBezTo>
                  <a:lnTo>
                    <a:pt x="13049" y="11887"/>
                  </a:lnTo>
                  <a:lnTo>
                    <a:pt x="12582" y="11887"/>
                  </a:lnTo>
                  <a:lnTo>
                    <a:pt x="12582" y="11035"/>
                  </a:lnTo>
                  <a:cubicBezTo>
                    <a:pt x="12582" y="10116"/>
                    <a:pt x="12298" y="9230"/>
                    <a:pt x="11780" y="8462"/>
                  </a:cubicBezTo>
                  <a:lnTo>
                    <a:pt x="12281" y="8211"/>
                  </a:lnTo>
                  <a:close/>
                  <a:moveTo>
                    <a:pt x="4963" y="8679"/>
                  </a:moveTo>
                  <a:lnTo>
                    <a:pt x="5480" y="8929"/>
                  </a:lnTo>
                  <a:cubicBezTo>
                    <a:pt x="4946" y="9698"/>
                    <a:pt x="4662" y="10583"/>
                    <a:pt x="4662" y="11502"/>
                  </a:cubicBezTo>
                  <a:lnTo>
                    <a:pt x="4662" y="12355"/>
                  </a:lnTo>
                  <a:lnTo>
                    <a:pt x="4194" y="12355"/>
                  </a:lnTo>
                  <a:lnTo>
                    <a:pt x="4194" y="11035"/>
                  </a:lnTo>
                  <a:cubicBezTo>
                    <a:pt x="4194" y="10199"/>
                    <a:pt x="4461" y="9364"/>
                    <a:pt x="4963" y="8679"/>
                  </a:cubicBezTo>
                  <a:close/>
                  <a:moveTo>
                    <a:pt x="4202" y="0"/>
                  </a:moveTo>
                  <a:cubicBezTo>
                    <a:pt x="4132" y="0"/>
                    <a:pt x="4056" y="34"/>
                    <a:pt x="4010" y="91"/>
                  </a:cubicBezTo>
                  <a:cubicBezTo>
                    <a:pt x="3375" y="876"/>
                    <a:pt x="3041" y="1862"/>
                    <a:pt x="3041" y="2881"/>
                  </a:cubicBezTo>
                  <a:lnTo>
                    <a:pt x="3041" y="3349"/>
                  </a:lnTo>
                  <a:cubicBezTo>
                    <a:pt x="1220" y="3984"/>
                    <a:pt x="0" y="5521"/>
                    <a:pt x="0" y="7225"/>
                  </a:cubicBezTo>
                  <a:cubicBezTo>
                    <a:pt x="0" y="7893"/>
                    <a:pt x="201" y="8562"/>
                    <a:pt x="551" y="9130"/>
                  </a:cubicBezTo>
                  <a:cubicBezTo>
                    <a:pt x="184" y="9765"/>
                    <a:pt x="0" y="10467"/>
                    <a:pt x="0" y="11185"/>
                  </a:cubicBezTo>
                  <a:lnTo>
                    <a:pt x="0" y="11653"/>
                  </a:lnTo>
                  <a:cubicBezTo>
                    <a:pt x="0" y="11770"/>
                    <a:pt x="117" y="11887"/>
                    <a:pt x="234" y="11887"/>
                  </a:cubicBezTo>
                  <a:lnTo>
                    <a:pt x="1170" y="11887"/>
                  </a:lnTo>
                  <a:cubicBezTo>
                    <a:pt x="1303" y="11887"/>
                    <a:pt x="1404" y="11770"/>
                    <a:pt x="1404" y="11653"/>
                  </a:cubicBezTo>
                  <a:cubicBezTo>
                    <a:pt x="1404" y="11202"/>
                    <a:pt x="1487" y="10767"/>
                    <a:pt x="1637" y="10350"/>
                  </a:cubicBezTo>
                  <a:cubicBezTo>
                    <a:pt x="2256" y="10817"/>
                    <a:pt x="2974" y="11135"/>
                    <a:pt x="3726" y="11285"/>
                  </a:cubicBezTo>
                  <a:lnTo>
                    <a:pt x="3726" y="12572"/>
                  </a:lnTo>
                  <a:cubicBezTo>
                    <a:pt x="3726" y="12705"/>
                    <a:pt x="3843" y="12806"/>
                    <a:pt x="3960" y="12806"/>
                  </a:cubicBezTo>
                  <a:lnTo>
                    <a:pt x="4896" y="12806"/>
                  </a:lnTo>
                  <a:cubicBezTo>
                    <a:pt x="5029" y="12806"/>
                    <a:pt x="5130" y="12705"/>
                    <a:pt x="5130" y="12572"/>
                  </a:cubicBezTo>
                  <a:lnTo>
                    <a:pt x="5130" y="11502"/>
                  </a:lnTo>
                  <a:cubicBezTo>
                    <a:pt x="5130" y="11469"/>
                    <a:pt x="5130" y="11436"/>
                    <a:pt x="5130" y="11402"/>
                  </a:cubicBezTo>
                  <a:cubicBezTo>
                    <a:pt x="5397" y="11402"/>
                    <a:pt x="5664" y="11369"/>
                    <a:pt x="5932" y="11319"/>
                  </a:cubicBezTo>
                  <a:cubicBezTo>
                    <a:pt x="6182" y="12121"/>
                    <a:pt x="6299" y="12956"/>
                    <a:pt x="6299" y="13792"/>
                  </a:cubicBezTo>
                  <a:lnTo>
                    <a:pt x="6299" y="14443"/>
                  </a:lnTo>
                  <a:lnTo>
                    <a:pt x="6767" y="14443"/>
                  </a:lnTo>
                  <a:lnTo>
                    <a:pt x="6767" y="13792"/>
                  </a:lnTo>
                  <a:cubicBezTo>
                    <a:pt x="6767" y="12906"/>
                    <a:pt x="6633" y="12054"/>
                    <a:pt x="6383" y="11218"/>
                  </a:cubicBezTo>
                  <a:cubicBezTo>
                    <a:pt x="6683" y="11135"/>
                    <a:pt x="6951" y="11035"/>
                    <a:pt x="7235" y="10901"/>
                  </a:cubicBezTo>
                  <a:cubicBezTo>
                    <a:pt x="7502" y="11035"/>
                    <a:pt x="7786" y="11135"/>
                    <a:pt x="8070" y="11218"/>
                  </a:cubicBezTo>
                  <a:cubicBezTo>
                    <a:pt x="7820" y="12054"/>
                    <a:pt x="7686" y="12906"/>
                    <a:pt x="7686" y="13792"/>
                  </a:cubicBezTo>
                  <a:lnTo>
                    <a:pt x="7686" y="14443"/>
                  </a:lnTo>
                  <a:lnTo>
                    <a:pt x="8154" y="14443"/>
                  </a:lnTo>
                  <a:lnTo>
                    <a:pt x="8154" y="13792"/>
                  </a:lnTo>
                  <a:cubicBezTo>
                    <a:pt x="8154" y="12956"/>
                    <a:pt x="8288" y="12121"/>
                    <a:pt x="8521" y="11319"/>
                  </a:cubicBezTo>
                  <a:cubicBezTo>
                    <a:pt x="8856" y="11385"/>
                    <a:pt x="9206" y="11419"/>
                    <a:pt x="9557" y="11419"/>
                  </a:cubicBezTo>
                  <a:cubicBezTo>
                    <a:pt x="10443" y="11419"/>
                    <a:pt x="11328" y="11202"/>
                    <a:pt x="12114" y="10801"/>
                  </a:cubicBezTo>
                  <a:cubicBezTo>
                    <a:pt x="12114" y="10884"/>
                    <a:pt x="12114" y="10968"/>
                    <a:pt x="12114" y="11035"/>
                  </a:cubicBezTo>
                  <a:lnTo>
                    <a:pt x="12114" y="12121"/>
                  </a:lnTo>
                  <a:cubicBezTo>
                    <a:pt x="12114" y="12238"/>
                    <a:pt x="12231" y="12355"/>
                    <a:pt x="12348" y="12355"/>
                  </a:cubicBezTo>
                  <a:lnTo>
                    <a:pt x="13283" y="12355"/>
                  </a:lnTo>
                  <a:cubicBezTo>
                    <a:pt x="13417" y="12338"/>
                    <a:pt x="13517" y="12238"/>
                    <a:pt x="13517" y="12121"/>
                  </a:cubicBezTo>
                  <a:lnTo>
                    <a:pt x="13517" y="10583"/>
                  </a:lnTo>
                  <a:cubicBezTo>
                    <a:pt x="13517" y="10299"/>
                    <a:pt x="13484" y="10032"/>
                    <a:pt x="13434" y="9765"/>
                  </a:cubicBezTo>
                  <a:cubicBezTo>
                    <a:pt x="14085" y="9063"/>
                    <a:pt x="14436" y="8161"/>
                    <a:pt x="14453" y="7225"/>
                  </a:cubicBezTo>
                  <a:cubicBezTo>
                    <a:pt x="14453" y="5354"/>
                    <a:pt x="13016" y="3733"/>
                    <a:pt x="10961" y="3198"/>
                  </a:cubicBezTo>
                  <a:lnTo>
                    <a:pt x="10961" y="2881"/>
                  </a:lnTo>
                  <a:cubicBezTo>
                    <a:pt x="10944" y="1862"/>
                    <a:pt x="10610" y="876"/>
                    <a:pt x="9975" y="91"/>
                  </a:cubicBezTo>
                  <a:cubicBezTo>
                    <a:pt x="9930" y="34"/>
                    <a:pt x="9853" y="0"/>
                    <a:pt x="9783" y="0"/>
                  </a:cubicBezTo>
                  <a:cubicBezTo>
                    <a:pt x="9750" y="0"/>
                    <a:pt x="9718" y="8"/>
                    <a:pt x="9691" y="24"/>
                  </a:cubicBezTo>
                  <a:lnTo>
                    <a:pt x="8755" y="492"/>
                  </a:lnTo>
                  <a:cubicBezTo>
                    <a:pt x="8622" y="558"/>
                    <a:pt x="8588" y="725"/>
                    <a:pt x="8672" y="842"/>
                  </a:cubicBezTo>
                  <a:cubicBezTo>
                    <a:pt x="9173" y="1477"/>
                    <a:pt x="9474" y="2229"/>
                    <a:pt x="9541" y="3031"/>
                  </a:cubicBezTo>
                  <a:cubicBezTo>
                    <a:pt x="8739" y="3031"/>
                    <a:pt x="7953" y="3198"/>
                    <a:pt x="7218" y="3532"/>
                  </a:cubicBezTo>
                  <a:cubicBezTo>
                    <a:pt x="6488" y="3209"/>
                    <a:pt x="5698" y="3028"/>
                    <a:pt x="4900" y="3028"/>
                  </a:cubicBezTo>
                  <a:cubicBezTo>
                    <a:pt x="4748" y="3028"/>
                    <a:pt x="4596" y="3035"/>
                    <a:pt x="4445" y="3048"/>
                  </a:cubicBezTo>
                  <a:cubicBezTo>
                    <a:pt x="4511" y="2246"/>
                    <a:pt x="4812" y="1477"/>
                    <a:pt x="5313" y="842"/>
                  </a:cubicBezTo>
                  <a:cubicBezTo>
                    <a:pt x="5397" y="725"/>
                    <a:pt x="5364" y="558"/>
                    <a:pt x="5230" y="492"/>
                  </a:cubicBezTo>
                  <a:lnTo>
                    <a:pt x="4294" y="24"/>
                  </a:lnTo>
                  <a:cubicBezTo>
                    <a:pt x="4267" y="8"/>
                    <a:pt x="4235" y="0"/>
                    <a:pt x="420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1838542" y="2407315"/>
              <a:ext cx="144642" cy="102304"/>
            </a:xfrm>
            <a:custGeom>
              <a:avLst/>
              <a:gdLst/>
              <a:ahLst/>
              <a:cxnLst/>
              <a:rect l="l" t="t" r="r" b="b"/>
              <a:pathLst>
                <a:path w="4513" h="3192" extrusionOk="0">
                  <a:moveTo>
                    <a:pt x="318" y="1"/>
                  </a:moveTo>
                  <a:lnTo>
                    <a:pt x="1" y="335"/>
                  </a:lnTo>
                  <a:lnTo>
                    <a:pt x="235" y="585"/>
                  </a:lnTo>
                  <a:cubicBezTo>
                    <a:pt x="936" y="1270"/>
                    <a:pt x="1321" y="2223"/>
                    <a:pt x="1321" y="3192"/>
                  </a:cubicBezTo>
                  <a:lnTo>
                    <a:pt x="1789" y="3192"/>
                  </a:lnTo>
                  <a:cubicBezTo>
                    <a:pt x="1789" y="2808"/>
                    <a:pt x="1738" y="2407"/>
                    <a:pt x="1622" y="2022"/>
                  </a:cubicBezTo>
                  <a:cubicBezTo>
                    <a:pt x="2708" y="2006"/>
                    <a:pt x="3744" y="1571"/>
                    <a:pt x="4512" y="803"/>
                  </a:cubicBezTo>
                  <a:lnTo>
                    <a:pt x="4178" y="468"/>
                  </a:lnTo>
                  <a:cubicBezTo>
                    <a:pt x="3493" y="1170"/>
                    <a:pt x="2540" y="1571"/>
                    <a:pt x="1555" y="1571"/>
                  </a:cubicBezTo>
                  <a:lnTo>
                    <a:pt x="1454" y="1571"/>
                  </a:lnTo>
                  <a:cubicBezTo>
                    <a:pt x="1254" y="1070"/>
                    <a:pt x="953" y="636"/>
                    <a:pt x="569" y="251"/>
                  </a:cubicBezTo>
                  <a:lnTo>
                    <a:pt x="31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7" name="Google Shape;817;p45"/>
          <p:cNvGrpSpPr/>
          <p:nvPr/>
        </p:nvGrpSpPr>
        <p:grpSpPr>
          <a:xfrm>
            <a:off x="1951489" y="3039599"/>
            <a:ext cx="403253" cy="463026"/>
            <a:chOff x="1872291" y="3077769"/>
            <a:chExt cx="403253" cy="463026"/>
          </a:xfrm>
        </p:grpSpPr>
        <p:sp>
          <p:nvSpPr>
            <p:cNvPr id="818" name="Google Shape;818;p45"/>
            <p:cNvSpPr/>
            <p:nvPr/>
          </p:nvSpPr>
          <p:spPr>
            <a:xfrm>
              <a:off x="1988504" y="3369103"/>
              <a:ext cx="170859" cy="96951"/>
            </a:xfrm>
            <a:custGeom>
              <a:avLst/>
              <a:gdLst/>
              <a:ahLst/>
              <a:cxnLst/>
              <a:rect l="l" t="t" r="r" b="b"/>
              <a:pathLst>
                <a:path w="5331" h="3025" extrusionOk="0">
                  <a:moveTo>
                    <a:pt x="568" y="0"/>
                  </a:moveTo>
                  <a:lnTo>
                    <a:pt x="435" y="134"/>
                  </a:lnTo>
                  <a:cubicBezTo>
                    <a:pt x="0" y="568"/>
                    <a:pt x="0" y="1287"/>
                    <a:pt x="435" y="1721"/>
                  </a:cubicBezTo>
                  <a:lnTo>
                    <a:pt x="702" y="1988"/>
                  </a:lnTo>
                  <a:cubicBezTo>
                    <a:pt x="919" y="2206"/>
                    <a:pt x="1203" y="2323"/>
                    <a:pt x="1504" y="2323"/>
                  </a:cubicBezTo>
                  <a:cubicBezTo>
                    <a:pt x="1888" y="2323"/>
                    <a:pt x="2206" y="2640"/>
                    <a:pt x="2206" y="3024"/>
                  </a:cubicBezTo>
                  <a:lnTo>
                    <a:pt x="3125" y="3024"/>
                  </a:lnTo>
                  <a:cubicBezTo>
                    <a:pt x="3125" y="2640"/>
                    <a:pt x="3442" y="2323"/>
                    <a:pt x="3826" y="2323"/>
                  </a:cubicBezTo>
                  <a:cubicBezTo>
                    <a:pt x="4127" y="2323"/>
                    <a:pt x="4411" y="2206"/>
                    <a:pt x="4628" y="1988"/>
                  </a:cubicBezTo>
                  <a:lnTo>
                    <a:pt x="4896" y="1721"/>
                  </a:lnTo>
                  <a:cubicBezTo>
                    <a:pt x="5330" y="1287"/>
                    <a:pt x="5330" y="568"/>
                    <a:pt x="4896" y="134"/>
                  </a:cubicBezTo>
                  <a:lnTo>
                    <a:pt x="4762" y="0"/>
                  </a:lnTo>
                  <a:lnTo>
                    <a:pt x="4528" y="0"/>
                  </a:lnTo>
                  <a:cubicBezTo>
                    <a:pt x="4278" y="0"/>
                    <a:pt x="4060" y="201"/>
                    <a:pt x="4060" y="468"/>
                  </a:cubicBezTo>
                  <a:cubicBezTo>
                    <a:pt x="4060" y="602"/>
                    <a:pt x="3994" y="752"/>
                    <a:pt x="3877" y="836"/>
                  </a:cubicBezTo>
                  <a:lnTo>
                    <a:pt x="3325" y="1253"/>
                  </a:lnTo>
                  <a:cubicBezTo>
                    <a:pt x="3208" y="1337"/>
                    <a:pt x="3125" y="1487"/>
                    <a:pt x="3125" y="1621"/>
                  </a:cubicBezTo>
                  <a:lnTo>
                    <a:pt x="3125" y="1855"/>
                  </a:lnTo>
                  <a:lnTo>
                    <a:pt x="2206" y="1855"/>
                  </a:lnTo>
                  <a:lnTo>
                    <a:pt x="2206" y="1621"/>
                  </a:lnTo>
                  <a:cubicBezTo>
                    <a:pt x="2206" y="1487"/>
                    <a:pt x="2122" y="1337"/>
                    <a:pt x="2005" y="1253"/>
                  </a:cubicBezTo>
                  <a:lnTo>
                    <a:pt x="1454" y="836"/>
                  </a:lnTo>
                  <a:cubicBezTo>
                    <a:pt x="1337" y="752"/>
                    <a:pt x="1270" y="602"/>
                    <a:pt x="1270" y="468"/>
                  </a:cubicBezTo>
                  <a:cubicBezTo>
                    <a:pt x="1270" y="201"/>
                    <a:pt x="1053" y="0"/>
                    <a:pt x="80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5"/>
            <p:cNvSpPr/>
            <p:nvPr/>
          </p:nvSpPr>
          <p:spPr>
            <a:xfrm>
              <a:off x="1872291" y="3077769"/>
              <a:ext cx="403253" cy="463026"/>
            </a:xfrm>
            <a:custGeom>
              <a:avLst/>
              <a:gdLst/>
              <a:ahLst/>
              <a:cxnLst/>
              <a:rect l="l" t="t" r="r" b="b"/>
              <a:pathLst>
                <a:path w="12582" h="14447" extrusionOk="0">
                  <a:moveTo>
                    <a:pt x="7319" y="936"/>
                  </a:moveTo>
                  <a:lnTo>
                    <a:pt x="7018" y="1521"/>
                  </a:lnTo>
                  <a:cubicBezTo>
                    <a:pt x="6934" y="1688"/>
                    <a:pt x="7051" y="1872"/>
                    <a:pt x="7219" y="1872"/>
                  </a:cubicBezTo>
                  <a:lnTo>
                    <a:pt x="8154" y="1872"/>
                  </a:lnTo>
                  <a:cubicBezTo>
                    <a:pt x="7937" y="2156"/>
                    <a:pt x="7586" y="2323"/>
                    <a:pt x="7219" y="2323"/>
                  </a:cubicBezTo>
                  <a:cubicBezTo>
                    <a:pt x="7102" y="2323"/>
                    <a:pt x="6985" y="2440"/>
                    <a:pt x="6985" y="2557"/>
                  </a:cubicBezTo>
                  <a:lnTo>
                    <a:pt x="6985" y="3259"/>
                  </a:lnTo>
                  <a:lnTo>
                    <a:pt x="5598" y="3259"/>
                  </a:lnTo>
                  <a:lnTo>
                    <a:pt x="5598" y="2557"/>
                  </a:lnTo>
                  <a:cubicBezTo>
                    <a:pt x="5598" y="2440"/>
                    <a:pt x="5481" y="2323"/>
                    <a:pt x="5364" y="2323"/>
                  </a:cubicBezTo>
                  <a:cubicBezTo>
                    <a:pt x="4996" y="2323"/>
                    <a:pt x="4645" y="2156"/>
                    <a:pt x="4428" y="1872"/>
                  </a:cubicBezTo>
                  <a:lnTo>
                    <a:pt x="5364" y="1872"/>
                  </a:lnTo>
                  <a:cubicBezTo>
                    <a:pt x="5531" y="1872"/>
                    <a:pt x="5648" y="1688"/>
                    <a:pt x="5564" y="1521"/>
                  </a:cubicBezTo>
                  <a:lnTo>
                    <a:pt x="5264" y="936"/>
                  </a:lnTo>
                  <a:close/>
                  <a:moveTo>
                    <a:pt x="7319" y="3727"/>
                  </a:moveTo>
                  <a:lnTo>
                    <a:pt x="7018" y="4328"/>
                  </a:lnTo>
                  <a:cubicBezTo>
                    <a:pt x="6934" y="4479"/>
                    <a:pt x="7051" y="4662"/>
                    <a:pt x="7219" y="4662"/>
                  </a:cubicBezTo>
                  <a:lnTo>
                    <a:pt x="8154" y="4662"/>
                  </a:lnTo>
                  <a:cubicBezTo>
                    <a:pt x="7937" y="4946"/>
                    <a:pt x="7586" y="5130"/>
                    <a:pt x="7219" y="5130"/>
                  </a:cubicBezTo>
                  <a:cubicBezTo>
                    <a:pt x="7102" y="5130"/>
                    <a:pt x="6985" y="5230"/>
                    <a:pt x="6985" y="5364"/>
                  </a:cubicBezTo>
                  <a:lnTo>
                    <a:pt x="6985" y="6200"/>
                  </a:lnTo>
                  <a:cubicBezTo>
                    <a:pt x="6985" y="6200"/>
                    <a:pt x="6968" y="6216"/>
                    <a:pt x="6968" y="6216"/>
                  </a:cubicBezTo>
                  <a:lnTo>
                    <a:pt x="6918" y="6266"/>
                  </a:lnTo>
                  <a:cubicBezTo>
                    <a:pt x="6742" y="6433"/>
                    <a:pt x="6517" y="6517"/>
                    <a:pt x="6291" y="6517"/>
                  </a:cubicBezTo>
                  <a:cubicBezTo>
                    <a:pt x="6066" y="6517"/>
                    <a:pt x="5840" y="6433"/>
                    <a:pt x="5665" y="6266"/>
                  </a:cubicBezTo>
                  <a:lnTo>
                    <a:pt x="5615" y="6216"/>
                  </a:lnTo>
                  <a:cubicBezTo>
                    <a:pt x="5615" y="6216"/>
                    <a:pt x="5598" y="6200"/>
                    <a:pt x="5598" y="6200"/>
                  </a:cubicBezTo>
                  <a:lnTo>
                    <a:pt x="5598" y="5364"/>
                  </a:lnTo>
                  <a:cubicBezTo>
                    <a:pt x="5598" y="5230"/>
                    <a:pt x="5481" y="5130"/>
                    <a:pt x="5364" y="5130"/>
                  </a:cubicBezTo>
                  <a:cubicBezTo>
                    <a:pt x="4996" y="5130"/>
                    <a:pt x="4645" y="4946"/>
                    <a:pt x="4428" y="4662"/>
                  </a:cubicBezTo>
                  <a:lnTo>
                    <a:pt x="5364" y="4662"/>
                  </a:lnTo>
                  <a:cubicBezTo>
                    <a:pt x="5531" y="4662"/>
                    <a:pt x="5648" y="4479"/>
                    <a:pt x="5564" y="4328"/>
                  </a:cubicBezTo>
                  <a:lnTo>
                    <a:pt x="5264" y="3727"/>
                  </a:lnTo>
                  <a:close/>
                  <a:moveTo>
                    <a:pt x="4428" y="12348"/>
                  </a:moveTo>
                  <a:cubicBezTo>
                    <a:pt x="4629" y="12348"/>
                    <a:pt x="4746" y="12599"/>
                    <a:pt x="4595" y="12749"/>
                  </a:cubicBezTo>
                  <a:cubicBezTo>
                    <a:pt x="4548" y="12797"/>
                    <a:pt x="4490" y="12818"/>
                    <a:pt x="4434" y="12818"/>
                  </a:cubicBezTo>
                  <a:cubicBezTo>
                    <a:pt x="4312" y="12818"/>
                    <a:pt x="4194" y="12719"/>
                    <a:pt x="4194" y="12582"/>
                  </a:cubicBezTo>
                  <a:cubicBezTo>
                    <a:pt x="4194" y="12449"/>
                    <a:pt x="4295" y="12348"/>
                    <a:pt x="4428" y="12348"/>
                  </a:cubicBezTo>
                  <a:close/>
                  <a:moveTo>
                    <a:pt x="8154" y="12348"/>
                  </a:moveTo>
                  <a:cubicBezTo>
                    <a:pt x="8288" y="12348"/>
                    <a:pt x="8388" y="12449"/>
                    <a:pt x="8388" y="12582"/>
                  </a:cubicBezTo>
                  <a:cubicBezTo>
                    <a:pt x="8388" y="12719"/>
                    <a:pt x="8271" y="12818"/>
                    <a:pt x="8148" y="12818"/>
                  </a:cubicBezTo>
                  <a:cubicBezTo>
                    <a:pt x="8092" y="12818"/>
                    <a:pt x="8035" y="12797"/>
                    <a:pt x="7987" y="12749"/>
                  </a:cubicBezTo>
                  <a:cubicBezTo>
                    <a:pt x="7837" y="12599"/>
                    <a:pt x="7954" y="12348"/>
                    <a:pt x="8154" y="12348"/>
                  </a:cubicBezTo>
                  <a:close/>
                  <a:moveTo>
                    <a:pt x="10730" y="4888"/>
                  </a:moveTo>
                  <a:cubicBezTo>
                    <a:pt x="11436" y="4888"/>
                    <a:pt x="12114" y="5427"/>
                    <a:pt x="12114" y="6266"/>
                  </a:cubicBezTo>
                  <a:lnTo>
                    <a:pt x="12114" y="6550"/>
                  </a:lnTo>
                  <a:cubicBezTo>
                    <a:pt x="12114" y="6918"/>
                    <a:pt x="11980" y="7269"/>
                    <a:pt x="11713" y="7536"/>
                  </a:cubicBezTo>
                  <a:lnTo>
                    <a:pt x="11045" y="8188"/>
                  </a:lnTo>
                  <a:cubicBezTo>
                    <a:pt x="10694" y="8555"/>
                    <a:pt x="10477" y="9040"/>
                    <a:pt x="10493" y="9558"/>
                  </a:cubicBezTo>
                  <a:cubicBezTo>
                    <a:pt x="10493" y="9942"/>
                    <a:pt x="10326" y="10310"/>
                    <a:pt x="10059" y="10577"/>
                  </a:cubicBezTo>
                  <a:lnTo>
                    <a:pt x="9875" y="10761"/>
                  </a:lnTo>
                  <a:cubicBezTo>
                    <a:pt x="9691" y="10945"/>
                    <a:pt x="9558" y="11162"/>
                    <a:pt x="9457" y="11396"/>
                  </a:cubicBezTo>
                  <a:cubicBezTo>
                    <a:pt x="9090" y="11713"/>
                    <a:pt x="8639" y="11880"/>
                    <a:pt x="8154" y="11880"/>
                  </a:cubicBezTo>
                  <a:cubicBezTo>
                    <a:pt x="7536" y="11880"/>
                    <a:pt x="7219" y="12632"/>
                    <a:pt x="7653" y="13083"/>
                  </a:cubicBezTo>
                  <a:cubicBezTo>
                    <a:pt x="7797" y="13222"/>
                    <a:pt x="7972" y="13284"/>
                    <a:pt x="8143" y="13284"/>
                  </a:cubicBezTo>
                  <a:cubicBezTo>
                    <a:pt x="8508" y="13284"/>
                    <a:pt x="8856" y="13003"/>
                    <a:pt x="8856" y="12582"/>
                  </a:cubicBezTo>
                  <a:cubicBezTo>
                    <a:pt x="8856" y="12465"/>
                    <a:pt x="8823" y="12365"/>
                    <a:pt x="8772" y="12265"/>
                  </a:cubicBezTo>
                  <a:cubicBezTo>
                    <a:pt x="8973" y="12215"/>
                    <a:pt x="9157" y="12148"/>
                    <a:pt x="9324" y="12048"/>
                  </a:cubicBezTo>
                  <a:cubicBezTo>
                    <a:pt x="9324" y="12081"/>
                    <a:pt x="9324" y="12098"/>
                    <a:pt x="9324" y="12114"/>
                  </a:cubicBezTo>
                  <a:lnTo>
                    <a:pt x="9324" y="13100"/>
                  </a:lnTo>
                  <a:cubicBezTo>
                    <a:pt x="9324" y="13636"/>
                    <a:pt x="8881" y="13978"/>
                    <a:pt x="8429" y="13978"/>
                  </a:cubicBezTo>
                  <a:cubicBezTo>
                    <a:pt x="8190" y="13978"/>
                    <a:pt x="7949" y="13882"/>
                    <a:pt x="7770" y="13668"/>
                  </a:cubicBezTo>
                  <a:lnTo>
                    <a:pt x="7235" y="13017"/>
                  </a:lnTo>
                  <a:cubicBezTo>
                    <a:pt x="6993" y="12724"/>
                    <a:pt x="6642" y="12578"/>
                    <a:pt x="6291" y="12578"/>
                  </a:cubicBezTo>
                  <a:cubicBezTo>
                    <a:pt x="5940" y="12578"/>
                    <a:pt x="5589" y="12724"/>
                    <a:pt x="5347" y="13017"/>
                  </a:cubicBezTo>
                  <a:lnTo>
                    <a:pt x="4812" y="13668"/>
                  </a:lnTo>
                  <a:cubicBezTo>
                    <a:pt x="4633" y="13882"/>
                    <a:pt x="4392" y="13978"/>
                    <a:pt x="4153" y="13978"/>
                  </a:cubicBezTo>
                  <a:cubicBezTo>
                    <a:pt x="3702" y="13978"/>
                    <a:pt x="3259" y="13636"/>
                    <a:pt x="3259" y="13100"/>
                  </a:cubicBezTo>
                  <a:lnTo>
                    <a:pt x="3259" y="12114"/>
                  </a:lnTo>
                  <a:cubicBezTo>
                    <a:pt x="3259" y="12098"/>
                    <a:pt x="3259" y="12081"/>
                    <a:pt x="3259" y="12048"/>
                  </a:cubicBezTo>
                  <a:cubicBezTo>
                    <a:pt x="3426" y="12148"/>
                    <a:pt x="3609" y="12215"/>
                    <a:pt x="3810" y="12265"/>
                  </a:cubicBezTo>
                  <a:cubicBezTo>
                    <a:pt x="3557" y="12770"/>
                    <a:pt x="3950" y="13275"/>
                    <a:pt x="4424" y="13275"/>
                  </a:cubicBezTo>
                  <a:cubicBezTo>
                    <a:pt x="4546" y="13275"/>
                    <a:pt x="4673" y="13242"/>
                    <a:pt x="4796" y="13167"/>
                  </a:cubicBezTo>
                  <a:cubicBezTo>
                    <a:pt x="5397" y="12799"/>
                    <a:pt x="5130" y="11880"/>
                    <a:pt x="4428" y="11880"/>
                  </a:cubicBezTo>
                  <a:cubicBezTo>
                    <a:pt x="3944" y="11880"/>
                    <a:pt x="3493" y="11713"/>
                    <a:pt x="3125" y="11396"/>
                  </a:cubicBezTo>
                  <a:cubicBezTo>
                    <a:pt x="3025" y="11162"/>
                    <a:pt x="2891" y="10945"/>
                    <a:pt x="2707" y="10761"/>
                  </a:cubicBezTo>
                  <a:lnTo>
                    <a:pt x="2523" y="10577"/>
                  </a:lnTo>
                  <a:cubicBezTo>
                    <a:pt x="2256" y="10310"/>
                    <a:pt x="2089" y="9942"/>
                    <a:pt x="2106" y="9558"/>
                  </a:cubicBezTo>
                  <a:cubicBezTo>
                    <a:pt x="2106" y="9040"/>
                    <a:pt x="1888" y="8555"/>
                    <a:pt x="1538" y="8188"/>
                  </a:cubicBezTo>
                  <a:lnTo>
                    <a:pt x="869" y="7520"/>
                  </a:lnTo>
                  <a:cubicBezTo>
                    <a:pt x="619" y="7269"/>
                    <a:pt x="468" y="6918"/>
                    <a:pt x="468" y="6550"/>
                  </a:cubicBezTo>
                  <a:lnTo>
                    <a:pt x="468" y="6266"/>
                  </a:lnTo>
                  <a:cubicBezTo>
                    <a:pt x="468" y="5427"/>
                    <a:pt x="1147" y="4888"/>
                    <a:pt x="1853" y="4888"/>
                  </a:cubicBezTo>
                  <a:cubicBezTo>
                    <a:pt x="2215" y="4888"/>
                    <a:pt x="2585" y="5030"/>
                    <a:pt x="2874" y="5347"/>
                  </a:cubicBezTo>
                  <a:lnTo>
                    <a:pt x="3994" y="6617"/>
                  </a:lnTo>
                  <a:cubicBezTo>
                    <a:pt x="3543" y="6784"/>
                    <a:pt x="3259" y="7219"/>
                    <a:pt x="3259" y="7687"/>
                  </a:cubicBezTo>
                  <a:cubicBezTo>
                    <a:pt x="3259" y="8188"/>
                    <a:pt x="3409" y="8672"/>
                    <a:pt x="3693" y="9090"/>
                  </a:cubicBezTo>
                  <a:lnTo>
                    <a:pt x="3760" y="9207"/>
                  </a:lnTo>
                  <a:cubicBezTo>
                    <a:pt x="3359" y="9742"/>
                    <a:pt x="3409" y="10510"/>
                    <a:pt x="3894" y="10978"/>
                  </a:cubicBezTo>
                  <a:lnTo>
                    <a:pt x="4161" y="11246"/>
                  </a:lnTo>
                  <a:cubicBezTo>
                    <a:pt x="4428" y="11513"/>
                    <a:pt x="4762" y="11647"/>
                    <a:pt x="5130" y="11647"/>
                  </a:cubicBezTo>
                  <a:cubicBezTo>
                    <a:pt x="5381" y="11647"/>
                    <a:pt x="5598" y="11864"/>
                    <a:pt x="5598" y="12114"/>
                  </a:cubicBezTo>
                  <a:lnTo>
                    <a:pt x="6066" y="12114"/>
                  </a:lnTo>
                  <a:cubicBezTo>
                    <a:pt x="6066" y="11596"/>
                    <a:pt x="5648" y="11179"/>
                    <a:pt x="5130" y="11179"/>
                  </a:cubicBezTo>
                  <a:cubicBezTo>
                    <a:pt x="4896" y="11179"/>
                    <a:pt x="4662" y="11095"/>
                    <a:pt x="4495" y="10928"/>
                  </a:cubicBezTo>
                  <a:lnTo>
                    <a:pt x="4228" y="10644"/>
                  </a:lnTo>
                  <a:cubicBezTo>
                    <a:pt x="3877" y="10293"/>
                    <a:pt x="3877" y="9742"/>
                    <a:pt x="4228" y="9391"/>
                  </a:cubicBezTo>
                  <a:lnTo>
                    <a:pt x="4295" y="9324"/>
                  </a:lnTo>
                  <a:lnTo>
                    <a:pt x="4428" y="9324"/>
                  </a:lnTo>
                  <a:cubicBezTo>
                    <a:pt x="4562" y="9324"/>
                    <a:pt x="4662" y="9424"/>
                    <a:pt x="4662" y="9558"/>
                  </a:cubicBezTo>
                  <a:cubicBezTo>
                    <a:pt x="4662" y="9775"/>
                    <a:pt x="4762" y="9976"/>
                    <a:pt x="4946" y="10109"/>
                  </a:cubicBezTo>
                  <a:lnTo>
                    <a:pt x="5498" y="10527"/>
                  </a:lnTo>
                  <a:cubicBezTo>
                    <a:pt x="5564" y="10577"/>
                    <a:pt x="5598" y="10644"/>
                    <a:pt x="5598" y="10711"/>
                  </a:cubicBezTo>
                  <a:lnTo>
                    <a:pt x="5598" y="10945"/>
                  </a:lnTo>
                  <a:lnTo>
                    <a:pt x="6066" y="10945"/>
                  </a:lnTo>
                  <a:lnTo>
                    <a:pt x="6066" y="10711"/>
                  </a:lnTo>
                  <a:cubicBezTo>
                    <a:pt x="6066" y="10494"/>
                    <a:pt x="5949" y="10293"/>
                    <a:pt x="5782" y="10159"/>
                  </a:cubicBezTo>
                  <a:lnTo>
                    <a:pt x="5213" y="9742"/>
                  </a:lnTo>
                  <a:cubicBezTo>
                    <a:pt x="5163" y="9692"/>
                    <a:pt x="5130" y="9625"/>
                    <a:pt x="5130" y="9558"/>
                  </a:cubicBezTo>
                  <a:cubicBezTo>
                    <a:pt x="5130" y="9157"/>
                    <a:pt x="4812" y="8856"/>
                    <a:pt x="4428" y="8856"/>
                  </a:cubicBezTo>
                  <a:lnTo>
                    <a:pt x="4194" y="8856"/>
                  </a:lnTo>
                  <a:cubicBezTo>
                    <a:pt x="4161" y="8856"/>
                    <a:pt x="4127" y="8856"/>
                    <a:pt x="4094" y="8873"/>
                  </a:cubicBezTo>
                  <a:lnTo>
                    <a:pt x="4077" y="8840"/>
                  </a:lnTo>
                  <a:cubicBezTo>
                    <a:pt x="3843" y="8505"/>
                    <a:pt x="3726" y="8104"/>
                    <a:pt x="3726" y="7687"/>
                  </a:cubicBezTo>
                  <a:cubicBezTo>
                    <a:pt x="3726" y="7319"/>
                    <a:pt x="4010" y="7018"/>
                    <a:pt x="4378" y="6985"/>
                  </a:cubicBezTo>
                  <a:lnTo>
                    <a:pt x="4796" y="7202"/>
                  </a:lnTo>
                  <a:cubicBezTo>
                    <a:pt x="4828" y="7216"/>
                    <a:pt x="4861" y="7223"/>
                    <a:pt x="4893" y="7223"/>
                  </a:cubicBezTo>
                  <a:cubicBezTo>
                    <a:pt x="5016" y="7223"/>
                    <a:pt x="5130" y="7130"/>
                    <a:pt x="5130" y="6985"/>
                  </a:cubicBezTo>
                  <a:lnTo>
                    <a:pt x="5130" y="6617"/>
                  </a:lnTo>
                  <a:cubicBezTo>
                    <a:pt x="5130" y="6561"/>
                    <a:pt x="5176" y="6527"/>
                    <a:pt x="5227" y="6527"/>
                  </a:cubicBezTo>
                  <a:cubicBezTo>
                    <a:pt x="5251" y="6527"/>
                    <a:pt x="5276" y="6534"/>
                    <a:pt x="5297" y="6550"/>
                  </a:cubicBezTo>
                  <a:lnTo>
                    <a:pt x="5330" y="6584"/>
                  </a:lnTo>
                  <a:cubicBezTo>
                    <a:pt x="5598" y="6851"/>
                    <a:pt x="5944" y="6985"/>
                    <a:pt x="6291" y="6985"/>
                  </a:cubicBezTo>
                  <a:cubicBezTo>
                    <a:pt x="6638" y="6985"/>
                    <a:pt x="6985" y="6851"/>
                    <a:pt x="7252" y="6584"/>
                  </a:cubicBezTo>
                  <a:lnTo>
                    <a:pt x="7285" y="6550"/>
                  </a:lnTo>
                  <a:cubicBezTo>
                    <a:pt x="7307" y="6534"/>
                    <a:pt x="7332" y="6527"/>
                    <a:pt x="7356" y="6527"/>
                  </a:cubicBezTo>
                  <a:cubicBezTo>
                    <a:pt x="7406" y="6527"/>
                    <a:pt x="7452" y="6561"/>
                    <a:pt x="7452" y="6617"/>
                  </a:cubicBezTo>
                  <a:lnTo>
                    <a:pt x="7452" y="6985"/>
                  </a:lnTo>
                  <a:cubicBezTo>
                    <a:pt x="7452" y="7130"/>
                    <a:pt x="7567" y="7223"/>
                    <a:pt x="7689" y="7223"/>
                  </a:cubicBezTo>
                  <a:cubicBezTo>
                    <a:pt x="7722" y="7223"/>
                    <a:pt x="7755" y="7216"/>
                    <a:pt x="7787" y="7202"/>
                  </a:cubicBezTo>
                  <a:lnTo>
                    <a:pt x="8204" y="6985"/>
                  </a:lnTo>
                  <a:cubicBezTo>
                    <a:pt x="8572" y="7018"/>
                    <a:pt x="8856" y="7319"/>
                    <a:pt x="8856" y="7687"/>
                  </a:cubicBezTo>
                  <a:cubicBezTo>
                    <a:pt x="8856" y="8104"/>
                    <a:pt x="8739" y="8505"/>
                    <a:pt x="8505" y="8840"/>
                  </a:cubicBezTo>
                  <a:lnTo>
                    <a:pt x="8488" y="8873"/>
                  </a:lnTo>
                  <a:cubicBezTo>
                    <a:pt x="8455" y="8856"/>
                    <a:pt x="8422" y="8856"/>
                    <a:pt x="8388" y="8856"/>
                  </a:cubicBezTo>
                  <a:lnTo>
                    <a:pt x="8154" y="8856"/>
                  </a:lnTo>
                  <a:cubicBezTo>
                    <a:pt x="7770" y="8856"/>
                    <a:pt x="7452" y="9174"/>
                    <a:pt x="7452" y="9558"/>
                  </a:cubicBezTo>
                  <a:cubicBezTo>
                    <a:pt x="7452" y="9625"/>
                    <a:pt x="7419" y="9692"/>
                    <a:pt x="7369" y="9742"/>
                  </a:cubicBezTo>
                  <a:lnTo>
                    <a:pt x="6801" y="10159"/>
                  </a:lnTo>
                  <a:cubicBezTo>
                    <a:pt x="6634" y="10293"/>
                    <a:pt x="6517" y="10494"/>
                    <a:pt x="6517" y="10711"/>
                  </a:cubicBezTo>
                  <a:lnTo>
                    <a:pt x="6517" y="10945"/>
                  </a:lnTo>
                  <a:lnTo>
                    <a:pt x="6985" y="10945"/>
                  </a:lnTo>
                  <a:lnTo>
                    <a:pt x="6985" y="10711"/>
                  </a:lnTo>
                  <a:cubicBezTo>
                    <a:pt x="6985" y="10644"/>
                    <a:pt x="7018" y="10577"/>
                    <a:pt x="7085" y="10527"/>
                  </a:cubicBezTo>
                  <a:lnTo>
                    <a:pt x="7636" y="10109"/>
                  </a:lnTo>
                  <a:cubicBezTo>
                    <a:pt x="7820" y="9976"/>
                    <a:pt x="7920" y="9775"/>
                    <a:pt x="7920" y="9558"/>
                  </a:cubicBezTo>
                  <a:cubicBezTo>
                    <a:pt x="7920" y="9424"/>
                    <a:pt x="8021" y="9324"/>
                    <a:pt x="8154" y="9324"/>
                  </a:cubicBezTo>
                  <a:lnTo>
                    <a:pt x="8288" y="9324"/>
                  </a:lnTo>
                  <a:lnTo>
                    <a:pt x="8355" y="9391"/>
                  </a:lnTo>
                  <a:cubicBezTo>
                    <a:pt x="8706" y="9742"/>
                    <a:pt x="8706" y="10293"/>
                    <a:pt x="8355" y="10644"/>
                  </a:cubicBezTo>
                  <a:lnTo>
                    <a:pt x="8087" y="10928"/>
                  </a:lnTo>
                  <a:cubicBezTo>
                    <a:pt x="7920" y="11095"/>
                    <a:pt x="7686" y="11179"/>
                    <a:pt x="7452" y="11179"/>
                  </a:cubicBezTo>
                  <a:cubicBezTo>
                    <a:pt x="6934" y="11179"/>
                    <a:pt x="6533" y="11596"/>
                    <a:pt x="6517" y="12114"/>
                  </a:cubicBezTo>
                  <a:lnTo>
                    <a:pt x="6985" y="12114"/>
                  </a:lnTo>
                  <a:cubicBezTo>
                    <a:pt x="6985" y="11864"/>
                    <a:pt x="7202" y="11647"/>
                    <a:pt x="7452" y="11647"/>
                  </a:cubicBezTo>
                  <a:cubicBezTo>
                    <a:pt x="7820" y="11647"/>
                    <a:pt x="8171" y="11513"/>
                    <a:pt x="8422" y="11246"/>
                  </a:cubicBezTo>
                  <a:lnTo>
                    <a:pt x="8689" y="10978"/>
                  </a:lnTo>
                  <a:cubicBezTo>
                    <a:pt x="9173" y="10510"/>
                    <a:pt x="9224" y="9742"/>
                    <a:pt x="8823" y="9207"/>
                  </a:cubicBezTo>
                  <a:lnTo>
                    <a:pt x="8889" y="9090"/>
                  </a:lnTo>
                  <a:cubicBezTo>
                    <a:pt x="9173" y="8672"/>
                    <a:pt x="9324" y="8188"/>
                    <a:pt x="9324" y="7687"/>
                  </a:cubicBezTo>
                  <a:cubicBezTo>
                    <a:pt x="9324" y="7219"/>
                    <a:pt x="9040" y="6784"/>
                    <a:pt x="8605" y="6617"/>
                  </a:cubicBezTo>
                  <a:lnTo>
                    <a:pt x="9708" y="5347"/>
                  </a:lnTo>
                  <a:cubicBezTo>
                    <a:pt x="9997" y="5030"/>
                    <a:pt x="10367" y="4888"/>
                    <a:pt x="10730" y="4888"/>
                  </a:cubicBezTo>
                  <a:close/>
                  <a:moveTo>
                    <a:pt x="5130" y="1"/>
                  </a:moveTo>
                  <a:lnTo>
                    <a:pt x="5130" y="469"/>
                  </a:lnTo>
                  <a:lnTo>
                    <a:pt x="4896" y="469"/>
                  </a:lnTo>
                  <a:cubicBezTo>
                    <a:pt x="4712" y="469"/>
                    <a:pt x="4612" y="652"/>
                    <a:pt x="4679" y="803"/>
                  </a:cubicBezTo>
                  <a:lnTo>
                    <a:pt x="4980" y="1404"/>
                  </a:lnTo>
                  <a:lnTo>
                    <a:pt x="3960" y="1404"/>
                  </a:lnTo>
                  <a:cubicBezTo>
                    <a:pt x="3760" y="1404"/>
                    <a:pt x="3660" y="1621"/>
                    <a:pt x="3777" y="1772"/>
                  </a:cubicBezTo>
                  <a:lnTo>
                    <a:pt x="4061" y="2139"/>
                  </a:lnTo>
                  <a:cubicBezTo>
                    <a:pt x="4311" y="2490"/>
                    <a:pt x="4696" y="2707"/>
                    <a:pt x="5130" y="2774"/>
                  </a:cubicBezTo>
                  <a:lnTo>
                    <a:pt x="5130" y="3259"/>
                  </a:lnTo>
                  <a:lnTo>
                    <a:pt x="4896" y="3259"/>
                  </a:lnTo>
                  <a:cubicBezTo>
                    <a:pt x="4712" y="3259"/>
                    <a:pt x="4612" y="3443"/>
                    <a:pt x="4679" y="3593"/>
                  </a:cubicBezTo>
                  <a:lnTo>
                    <a:pt x="4980" y="4195"/>
                  </a:lnTo>
                  <a:lnTo>
                    <a:pt x="3960" y="4195"/>
                  </a:lnTo>
                  <a:cubicBezTo>
                    <a:pt x="3760" y="4195"/>
                    <a:pt x="3660" y="4412"/>
                    <a:pt x="3777" y="4562"/>
                  </a:cubicBezTo>
                  <a:lnTo>
                    <a:pt x="4061" y="4930"/>
                  </a:lnTo>
                  <a:cubicBezTo>
                    <a:pt x="4311" y="5281"/>
                    <a:pt x="4696" y="5515"/>
                    <a:pt x="5130" y="5581"/>
                  </a:cubicBezTo>
                  <a:lnTo>
                    <a:pt x="5130" y="6066"/>
                  </a:lnTo>
                  <a:cubicBezTo>
                    <a:pt x="4863" y="6116"/>
                    <a:pt x="4662" y="6333"/>
                    <a:pt x="4662" y="6617"/>
                  </a:cubicBezTo>
                  <a:lnTo>
                    <a:pt x="4562" y="6567"/>
                  </a:lnTo>
                  <a:lnTo>
                    <a:pt x="3208" y="5047"/>
                  </a:lnTo>
                  <a:cubicBezTo>
                    <a:pt x="2828" y="4616"/>
                    <a:pt x="2337" y="4423"/>
                    <a:pt x="1853" y="4423"/>
                  </a:cubicBezTo>
                  <a:cubicBezTo>
                    <a:pt x="912" y="4423"/>
                    <a:pt x="0" y="5152"/>
                    <a:pt x="0" y="6266"/>
                  </a:cubicBezTo>
                  <a:lnTo>
                    <a:pt x="0" y="6550"/>
                  </a:lnTo>
                  <a:cubicBezTo>
                    <a:pt x="0" y="7052"/>
                    <a:pt x="184" y="7520"/>
                    <a:pt x="535" y="7854"/>
                  </a:cubicBezTo>
                  <a:lnTo>
                    <a:pt x="1203" y="8522"/>
                  </a:lnTo>
                  <a:cubicBezTo>
                    <a:pt x="1471" y="8789"/>
                    <a:pt x="1638" y="9157"/>
                    <a:pt x="1638" y="9558"/>
                  </a:cubicBezTo>
                  <a:cubicBezTo>
                    <a:pt x="1621" y="10059"/>
                    <a:pt x="1838" y="10544"/>
                    <a:pt x="2189" y="10911"/>
                  </a:cubicBezTo>
                  <a:lnTo>
                    <a:pt x="2373" y="11078"/>
                  </a:lnTo>
                  <a:cubicBezTo>
                    <a:pt x="2640" y="11362"/>
                    <a:pt x="2791" y="11730"/>
                    <a:pt x="2791" y="12114"/>
                  </a:cubicBezTo>
                  <a:lnTo>
                    <a:pt x="2791" y="13100"/>
                  </a:lnTo>
                  <a:cubicBezTo>
                    <a:pt x="2791" y="13916"/>
                    <a:pt x="3456" y="14441"/>
                    <a:pt x="4142" y="14441"/>
                  </a:cubicBezTo>
                  <a:cubicBezTo>
                    <a:pt x="4510" y="14441"/>
                    <a:pt x="4883" y="14291"/>
                    <a:pt x="5163" y="13952"/>
                  </a:cubicBezTo>
                  <a:lnTo>
                    <a:pt x="5698" y="13317"/>
                  </a:lnTo>
                  <a:cubicBezTo>
                    <a:pt x="5857" y="13134"/>
                    <a:pt x="6074" y="13042"/>
                    <a:pt x="6289" y="13042"/>
                  </a:cubicBezTo>
                  <a:cubicBezTo>
                    <a:pt x="6504" y="13042"/>
                    <a:pt x="6717" y="13134"/>
                    <a:pt x="6868" y="13317"/>
                  </a:cubicBezTo>
                  <a:lnTo>
                    <a:pt x="7402" y="13969"/>
                  </a:lnTo>
                  <a:cubicBezTo>
                    <a:pt x="7686" y="14299"/>
                    <a:pt x="8059" y="14446"/>
                    <a:pt x="8426" y="14446"/>
                  </a:cubicBezTo>
                  <a:cubicBezTo>
                    <a:pt x="9120" y="14446"/>
                    <a:pt x="9792" y="13920"/>
                    <a:pt x="9792" y="13100"/>
                  </a:cubicBezTo>
                  <a:lnTo>
                    <a:pt x="9792" y="12114"/>
                  </a:lnTo>
                  <a:cubicBezTo>
                    <a:pt x="9775" y="11730"/>
                    <a:pt x="9942" y="11362"/>
                    <a:pt x="10209" y="11078"/>
                  </a:cubicBezTo>
                  <a:lnTo>
                    <a:pt x="10393" y="10911"/>
                  </a:lnTo>
                  <a:cubicBezTo>
                    <a:pt x="10744" y="10544"/>
                    <a:pt x="10945" y="10059"/>
                    <a:pt x="10945" y="9558"/>
                  </a:cubicBezTo>
                  <a:cubicBezTo>
                    <a:pt x="10945" y="9174"/>
                    <a:pt x="11095" y="8789"/>
                    <a:pt x="11379" y="8522"/>
                  </a:cubicBezTo>
                  <a:lnTo>
                    <a:pt x="12047" y="7854"/>
                  </a:lnTo>
                  <a:cubicBezTo>
                    <a:pt x="12381" y="7520"/>
                    <a:pt x="12582" y="7052"/>
                    <a:pt x="12582" y="6550"/>
                  </a:cubicBezTo>
                  <a:lnTo>
                    <a:pt x="12582" y="6266"/>
                  </a:lnTo>
                  <a:cubicBezTo>
                    <a:pt x="12582" y="5247"/>
                    <a:pt x="11763" y="4428"/>
                    <a:pt x="10744" y="4428"/>
                  </a:cubicBezTo>
                  <a:cubicBezTo>
                    <a:pt x="10209" y="4428"/>
                    <a:pt x="9708" y="4646"/>
                    <a:pt x="9374" y="5047"/>
                  </a:cubicBezTo>
                  <a:lnTo>
                    <a:pt x="8004" y="6567"/>
                  </a:lnTo>
                  <a:lnTo>
                    <a:pt x="7920" y="6617"/>
                  </a:lnTo>
                  <a:cubicBezTo>
                    <a:pt x="7920" y="6350"/>
                    <a:pt x="7720" y="6116"/>
                    <a:pt x="7452" y="6066"/>
                  </a:cubicBezTo>
                  <a:lnTo>
                    <a:pt x="7452" y="5581"/>
                  </a:lnTo>
                  <a:cubicBezTo>
                    <a:pt x="7887" y="5515"/>
                    <a:pt x="8271" y="5281"/>
                    <a:pt x="8522" y="4946"/>
                  </a:cubicBezTo>
                  <a:lnTo>
                    <a:pt x="8806" y="4562"/>
                  </a:lnTo>
                  <a:cubicBezTo>
                    <a:pt x="8923" y="4412"/>
                    <a:pt x="8806" y="4195"/>
                    <a:pt x="8622" y="4195"/>
                  </a:cubicBezTo>
                  <a:lnTo>
                    <a:pt x="7603" y="4195"/>
                  </a:lnTo>
                  <a:lnTo>
                    <a:pt x="7904" y="3593"/>
                  </a:lnTo>
                  <a:cubicBezTo>
                    <a:pt x="7970" y="3443"/>
                    <a:pt x="7870" y="3259"/>
                    <a:pt x="7686" y="3259"/>
                  </a:cubicBezTo>
                  <a:lnTo>
                    <a:pt x="7452" y="3259"/>
                  </a:lnTo>
                  <a:lnTo>
                    <a:pt x="7452" y="2774"/>
                  </a:lnTo>
                  <a:cubicBezTo>
                    <a:pt x="7887" y="2707"/>
                    <a:pt x="8271" y="2490"/>
                    <a:pt x="8522" y="2139"/>
                  </a:cubicBezTo>
                  <a:lnTo>
                    <a:pt x="8806" y="1772"/>
                  </a:lnTo>
                  <a:cubicBezTo>
                    <a:pt x="8923" y="1621"/>
                    <a:pt x="8806" y="1404"/>
                    <a:pt x="8622" y="1404"/>
                  </a:cubicBezTo>
                  <a:lnTo>
                    <a:pt x="7603" y="1404"/>
                  </a:lnTo>
                  <a:lnTo>
                    <a:pt x="7904" y="803"/>
                  </a:lnTo>
                  <a:cubicBezTo>
                    <a:pt x="7970" y="652"/>
                    <a:pt x="7853" y="469"/>
                    <a:pt x="7686" y="469"/>
                  </a:cubicBezTo>
                  <a:lnTo>
                    <a:pt x="7452" y="469"/>
                  </a:lnTo>
                  <a:lnTo>
                    <a:pt x="7452" y="1"/>
                  </a:lnTo>
                  <a:lnTo>
                    <a:pt x="6985" y="1"/>
                  </a:lnTo>
                  <a:lnTo>
                    <a:pt x="6985" y="469"/>
                  </a:lnTo>
                  <a:lnTo>
                    <a:pt x="5598" y="469"/>
                  </a:lnTo>
                  <a:lnTo>
                    <a:pt x="559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45"/>
          <p:cNvGrpSpPr/>
          <p:nvPr/>
        </p:nvGrpSpPr>
        <p:grpSpPr>
          <a:xfrm>
            <a:off x="1825716" y="1257474"/>
            <a:ext cx="422547" cy="476103"/>
            <a:chOff x="1728771" y="1371106"/>
            <a:chExt cx="422547" cy="476103"/>
          </a:xfrm>
        </p:grpSpPr>
        <p:sp>
          <p:nvSpPr>
            <p:cNvPr id="821" name="Google Shape;821;p45"/>
            <p:cNvSpPr/>
            <p:nvPr/>
          </p:nvSpPr>
          <p:spPr>
            <a:xfrm>
              <a:off x="1728771" y="1493730"/>
              <a:ext cx="283867" cy="207299"/>
            </a:xfrm>
            <a:custGeom>
              <a:avLst/>
              <a:gdLst/>
              <a:ahLst/>
              <a:cxnLst/>
              <a:rect l="l" t="t" r="r" b="b"/>
              <a:pathLst>
                <a:path w="8857" h="6468" extrusionOk="0">
                  <a:moveTo>
                    <a:pt x="6951" y="1"/>
                  </a:moveTo>
                  <a:lnTo>
                    <a:pt x="6617" y="135"/>
                  </a:lnTo>
                  <a:cubicBezTo>
                    <a:pt x="5782" y="502"/>
                    <a:pt x="5147" y="1254"/>
                    <a:pt x="4946" y="2156"/>
                  </a:cubicBezTo>
                  <a:lnTo>
                    <a:pt x="4796" y="2875"/>
                  </a:lnTo>
                  <a:lnTo>
                    <a:pt x="4779" y="2958"/>
                  </a:lnTo>
                  <a:cubicBezTo>
                    <a:pt x="4612" y="3008"/>
                    <a:pt x="4462" y="3059"/>
                    <a:pt x="4311" y="3125"/>
                  </a:cubicBezTo>
                  <a:cubicBezTo>
                    <a:pt x="3526" y="3443"/>
                    <a:pt x="2674" y="3593"/>
                    <a:pt x="1822" y="3593"/>
                  </a:cubicBezTo>
                  <a:lnTo>
                    <a:pt x="1" y="3593"/>
                  </a:lnTo>
                  <a:lnTo>
                    <a:pt x="1" y="4562"/>
                  </a:lnTo>
                  <a:lnTo>
                    <a:pt x="2390" y="4562"/>
                  </a:lnTo>
                  <a:lnTo>
                    <a:pt x="3877" y="5398"/>
                  </a:lnTo>
                  <a:cubicBezTo>
                    <a:pt x="5097" y="6100"/>
                    <a:pt x="6500" y="6467"/>
                    <a:pt x="7920" y="6467"/>
                  </a:cubicBezTo>
                  <a:lnTo>
                    <a:pt x="8856" y="6467"/>
                  </a:lnTo>
                  <a:lnTo>
                    <a:pt x="8856" y="5515"/>
                  </a:lnTo>
                  <a:lnTo>
                    <a:pt x="8405" y="5515"/>
                  </a:lnTo>
                  <a:cubicBezTo>
                    <a:pt x="6834" y="5515"/>
                    <a:pt x="5297" y="5114"/>
                    <a:pt x="3910" y="4362"/>
                  </a:cubicBezTo>
                  <a:cubicBezTo>
                    <a:pt x="4194" y="4295"/>
                    <a:pt x="4478" y="4211"/>
                    <a:pt x="4746" y="4094"/>
                  </a:cubicBezTo>
                  <a:lnTo>
                    <a:pt x="4829" y="4061"/>
                  </a:lnTo>
                  <a:cubicBezTo>
                    <a:pt x="5598" y="3760"/>
                    <a:pt x="6417" y="3593"/>
                    <a:pt x="7235" y="3593"/>
                  </a:cubicBezTo>
                  <a:lnTo>
                    <a:pt x="7904" y="3593"/>
                  </a:lnTo>
                  <a:lnTo>
                    <a:pt x="7185" y="2641"/>
                  </a:lnTo>
                  <a:lnTo>
                    <a:pt x="6801" y="2641"/>
                  </a:lnTo>
                  <a:cubicBezTo>
                    <a:pt x="6450" y="2641"/>
                    <a:pt x="6082" y="2674"/>
                    <a:pt x="5732" y="2724"/>
                  </a:cubicBezTo>
                  <a:lnTo>
                    <a:pt x="5748" y="2641"/>
                  </a:lnTo>
                  <a:lnTo>
                    <a:pt x="5782" y="2474"/>
                  </a:lnTo>
                  <a:cubicBezTo>
                    <a:pt x="5915" y="1822"/>
                    <a:pt x="6333" y="1271"/>
                    <a:pt x="6935" y="970"/>
                  </a:cubicBezTo>
                  <a:lnTo>
                    <a:pt x="6951" y="970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5"/>
            <p:cNvSpPr/>
            <p:nvPr/>
          </p:nvSpPr>
          <p:spPr>
            <a:xfrm>
              <a:off x="2012606" y="1401650"/>
              <a:ext cx="107656" cy="107656"/>
            </a:xfrm>
            <a:custGeom>
              <a:avLst/>
              <a:gdLst/>
              <a:ahLst/>
              <a:cxnLst/>
              <a:rect l="l" t="t" r="r" b="b"/>
              <a:pathLst>
                <a:path w="3359" h="3359" extrusionOk="0">
                  <a:moveTo>
                    <a:pt x="0" y="0"/>
                  </a:moveTo>
                  <a:lnTo>
                    <a:pt x="0" y="485"/>
                  </a:lnTo>
                  <a:cubicBezTo>
                    <a:pt x="1587" y="485"/>
                    <a:pt x="2874" y="1771"/>
                    <a:pt x="2891" y="3358"/>
                  </a:cubicBezTo>
                  <a:lnTo>
                    <a:pt x="3358" y="3358"/>
                  </a:lnTo>
                  <a:cubicBezTo>
                    <a:pt x="3358" y="1504"/>
                    <a:pt x="1855" y="0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5"/>
            <p:cNvSpPr/>
            <p:nvPr/>
          </p:nvSpPr>
          <p:spPr>
            <a:xfrm>
              <a:off x="1979915" y="1402708"/>
              <a:ext cx="18781" cy="18781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519" y="0"/>
                  </a:moveTo>
                  <a:cubicBezTo>
                    <a:pt x="335" y="34"/>
                    <a:pt x="168" y="84"/>
                    <a:pt x="1" y="134"/>
                  </a:cubicBezTo>
                  <a:lnTo>
                    <a:pt x="135" y="585"/>
                  </a:lnTo>
                  <a:cubicBezTo>
                    <a:pt x="285" y="535"/>
                    <a:pt x="435" y="502"/>
                    <a:pt x="586" y="485"/>
                  </a:cubicBezTo>
                  <a:lnTo>
                    <a:pt x="519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5"/>
            <p:cNvSpPr/>
            <p:nvPr/>
          </p:nvSpPr>
          <p:spPr>
            <a:xfrm>
              <a:off x="1728771" y="1371106"/>
              <a:ext cx="422547" cy="476103"/>
            </a:xfrm>
            <a:custGeom>
              <a:avLst/>
              <a:gdLst/>
              <a:ahLst/>
              <a:cxnLst/>
              <a:rect l="l" t="t" r="r" b="b"/>
              <a:pathLst>
                <a:path w="13184" h="14855" extrusionOk="0">
                  <a:moveTo>
                    <a:pt x="6717" y="5230"/>
                  </a:moveTo>
                  <a:cubicBezTo>
                    <a:pt x="6717" y="5565"/>
                    <a:pt x="6767" y="5899"/>
                    <a:pt x="6884" y="6233"/>
                  </a:cubicBezTo>
                  <a:lnTo>
                    <a:pt x="6801" y="6233"/>
                  </a:lnTo>
                  <a:cubicBezTo>
                    <a:pt x="6550" y="6233"/>
                    <a:pt x="6283" y="6250"/>
                    <a:pt x="6032" y="6266"/>
                  </a:cubicBezTo>
                  <a:cubicBezTo>
                    <a:pt x="6133" y="5849"/>
                    <a:pt x="6366" y="5481"/>
                    <a:pt x="6717" y="5230"/>
                  </a:cubicBezTo>
                  <a:close/>
                  <a:moveTo>
                    <a:pt x="6701" y="4194"/>
                  </a:moveTo>
                  <a:lnTo>
                    <a:pt x="6701" y="4646"/>
                  </a:lnTo>
                  <a:cubicBezTo>
                    <a:pt x="6099" y="4996"/>
                    <a:pt x="5681" y="5581"/>
                    <a:pt x="5548" y="6250"/>
                  </a:cubicBezTo>
                  <a:lnTo>
                    <a:pt x="5531" y="6350"/>
                  </a:lnTo>
                  <a:cubicBezTo>
                    <a:pt x="5381" y="6367"/>
                    <a:pt x="5230" y="6400"/>
                    <a:pt x="5097" y="6433"/>
                  </a:cubicBezTo>
                  <a:lnTo>
                    <a:pt x="5180" y="6032"/>
                  </a:lnTo>
                  <a:cubicBezTo>
                    <a:pt x="5364" y="5214"/>
                    <a:pt x="5932" y="4529"/>
                    <a:pt x="6701" y="4194"/>
                  </a:cubicBezTo>
                  <a:close/>
                  <a:moveTo>
                    <a:pt x="5648" y="7870"/>
                  </a:moveTo>
                  <a:cubicBezTo>
                    <a:pt x="5732" y="7971"/>
                    <a:pt x="5798" y="8054"/>
                    <a:pt x="5882" y="8138"/>
                  </a:cubicBezTo>
                  <a:lnTo>
                    <a:pt x="5999" y="8255"/>
                  </a:lnTo>
                  <a:cubicBezTo>
                    <a:pt x="6183" y="8455"/>
                    <a:pt x="6366" y="8672"/>
                    <a:pt x="6517" y="8906"/>
                  </a:cubicBezTo>
                  <a:cubicBezTo>
                    <a:pt x="5849" y="8756"/>
                    <a:pt x="5180" y="8539"/>
                    <a:pt x="4562" y="8255"/>
                  </a:cubicBezTo>
                  <a:cubicBezTo>
                    <a:pt x="4646" y="8221"/>
                    <a:pt x="4746" y="8188"/>
                    <a:pt x="4846" y="8138"/>
                  </a:cubicBezTo>
                  <a:lnTo>
                    <a:pt x="4913" y="8104"/>
                  </a:lnTo>
                  <a:cubicBezTo>
                    <a:pt x="5163" y="8021"/>
                    <a:pt x="5397" y="7937"/>
                    <a:pt x="5648" y="7870"/>
                  </a:cubicBezTo>
                  <a:close/>
                  <a:moveTo>
                    <a:pt x="7803" y="7670"/>
                  </a:moveTo>
                  <a:cubicBezTo>
                    <a:pt x="8188" y="8054"/>
                    <a:pt x="8455" y="8555"/>
                    <a:pt x="8572" y="9107"/>
                  </a:cubicBezTo>
                  <a:lnTo>
                    <a:pt x="8405" y="9107"/>
                  </a:lnTo>
                  <a:cubicBezTo>
                    <a:pt x="7987" y="9107"/>
                    <a:pt x="7553" y="9073"/>
                    <a:pt x="7135" y="9007"/>
                  </a:cubicBezTo>
                  <a:cubicBezTo>
                    <a:pt x="6935" y="8606"/>
                    <a:pt x="6651" y="8238"/>
                    <a:pt x="6333" y="7904"/>
                  </a:cubicBezTo>
                  <a:lnTo>
                    <a:pt x="6216" y="7804"/>
                  </a:lnTo>
                  <a:cubicBezTo>
                    <a:pt x="6216" y="7787"/>
                    <a:pt x="6199" y="7770"/>
                    <a:pt x="6183" y="7753"/>
                  </a:cubicBezTo>
                  <a:cubicBezTo>
                    <a:pt x="6534" y="7703"/>
                    <a:pt x="6884" y="7670"/>
                    <a:pt x="7235" y="7670"/>
                  </a:cubicBezTo>
                  <a:close/>
                  <a:moveTo>
                    <a:pt x="3894" y="8438"/>
                  </a:moveTo>
                  <a:cubicBezTo>
                    <a:pt x="5280" y="9190"/>
                    <a:pt x="6834" y="9575"/>
                    <a:pt x="8405" y="9575"/>
                  </a:cubicBezTo>
                  <a:lnTo>
                    <a:pt x="8622" y="9575"/>
                  </a:lnTo>
                  <a:cubicBezTo>
                    <a:pt x="8622" y="9608"/>
                    <a:pt x="8622" y="9641"/>
                    <a:pt x="8622" y="9675"/>
                  </a:cubicBezTo>
                  <a:lnTo>
                    <a:pt x="8622" y="10059"/>
                  </a:lnTo>
                  <a:lnTo>
                    <a:pt x="7920" y="10059"/>
                  </a:lnTo>
                  <a:cubicBezTo>
                    <a:pt x="6534" y="10059"/>
                    <a:pt x="5180" y="9708"/>
                    <a:pt x="3994" y="9023"/>
                  </a:cubicBezTo>
                  <a:lnTo>
                    <a:pt x="3192" y="8572"/>
                  </a:lnTo>
                  <a:cubicBezTo>
                    <a:pt x="3426" y="8539"/>
                    <a:pt x="3660" y="8489"/>
                    <a:pt x="3894" y="8438"/>
                  </a:cubicBezTo>
                  <a:close/>
                  <a:moveTo>
                    <a:pt x="8876" y="485"/>
                  </a:moveTo>
                  <a:cubicBezTo>
                    <a:pt x="8897" y="485"/>
                    <a:pt x="8918" y="485"/>
                    <a:pt x="8940" y="485"/>
                  </a:cubicBezTo>
                  <a:cubicBezTo>
                    <a:pt x="11028" y="519"/>
                    <a:pt x="12682" y="2223"/>
                    <a:pt x="12699" y="4311"/>
                  </a:cubicBezTo>
                  <a:lnTo>
                    <a:pt x="12699" y="9107"/>
                  </a:lnTo>
                  <a:cubicBezTo>
                    <a:pt x="12699" y="10878"/>
                    <a:pt x="11997" y="12582"/>
                    <a:pt x="10727" y="13852"/>
                  </a:cubicBezTo>
                  <a:lnTo>
                    <a:pt x="10694" y="13885"/>
                  </a:lnTo>
                  <a:cubicBezTo>
                    <a:pt x="10377" y="14203"/>
                    <a:pt x="9959" y="14370"/>
                    <a:pt x="9508" y="14370"/>
                  </a:cubicBezTo>
                  <a:lnTo>
                    <a:pt x="9341" y="14370"/>
                  </a:lnTo>
                  <a:cubicBezTo>
                    <a:pt x="8422" y="14370"/>
                    <a:pt x="7670" y="13618"/>
                    <a:pt x="7670" y="12699"/>
                  </a:cubicBezTo>
                  <a:lnTo>
                    <a:pt x="7670" y="11129"/>
                  </a:lnTo>
                  <a:cubicBezTo>
                    <a:pt x="7670" y="10928"/>
                    <a:pt x="7653" y="10728"/>
                    <a:pt x="7620" y="10527"/>
                  </a:cubicBezTo>
                  <a:cubicBezTo>
                    <a:pt x="7720" y="10527"/>
                    <a:pt x="7820" y="10544"/>
                    <a:pt x="7920" y="10544"/>
                  </a:cubicBezTo>
                  <a:lnTo>
                    <a:pt x="8622" y="10544"/>
                  </a:lnTo>
                  <a:lnTo>
                    <a:pt x="8622" y="11012"/>
                  </a:lnTo>
                  <a:lnTo>
                    <a:pt x="9107" y="11012"/>
                  </a:lnTo>
                  <a:lnTo>
                    <a:pt x="9107" y="9675"/>
                  </a:lnTo>
                  <a:cubicBezTo>
                    <a:pt x="9107" y="8789"/>
                    <a:pt x="8756" y="7937"/>
                    <a:pt x="8121" y="7302"/>
                  </a:cubicBezTo>
                  <a:lnTo>
                    <a:pt x="8021" y="7202"/>
                  </a:lnTo>
                  <a:cubicBezTo>
                    <a:pt x="7486" y="6667"/>
                    <a:pt x="7185" y="5932"/>
                    <a:pt x="7185" y="5180"/>
                  </a:cubicBezTo>
                  <a:lnTo>
                    <a:pt x="7185" y="3359"/>
                  </a:lnTo>
                  <a:lnTo>
                    <a:pt x="6701" y="3359"/>
                  </a:lnTo>
                  <a:lnTo>
                    <a:pt x="6701" y="3677"/>
                  </a:lnTo>
                  <a:lnTo>
                    <a:pt x="6534" y="3743"/>
                  </a:lnTo>
                  <a:cubicBezTo>
                    <a:pt x="5899" y="4027"/>
                    <a:pt x="5364" y="4495"/>
                    <a:pt x="5030" y="5113"/>
                  </a:cubicBezTo>
                  <a:cubicBezTo>
                    <a:pt x="5030" y="5047"/>
                    <a:pt x="5030" y="4980"/>
                    <a:pt x="5030" y="4913"/>
                  </a:cubicBezTo>
                  <a:lnTo>
                    <a:pt x="5030" y="4412"/>
                  </a:lnTo>
                  <a:cubicBezTo>
                    <a:pt x="5030" y="3342"/>
                    <a:pt x="5464" y="2323"/>
                    <a:pt x="6233" y="1571"/>
                  </a:cubicBezTo>
                  <a:cubicBezTo>
                    <a:pt x="6936" y="868"/>
                    <a:pt x="7880" y="485"/>
                    <a:pt x="8876" y="485"/>
                  </a:cubicBezTo>
                  <a:close/>
                  <a:moveTo>
                    <a:pt x="8873" y="1"/>
                  </a:moveTo>
                  <a:cubicBezTo>
                    <a:pt x="7753" y="1"/>
                    <a:pt x="6684" y="435"/>
                    <a:pt x="5899" y="1237"/>
                  </a:cubicBezTo>
                  <a:cubicBezTo>
                    <a:pt x="5047" y="2073"/>
                    <a:pt x="4562" y="3225"/>
                    <a:pt x="4545" y="4412"/>
                  </a:cubicBezTo>
                  <a:lnTo>
                    <a:pt x="4545" y="4913"/>
                  </a:lnTo>
                  <a:cubicBezTo>
                    <a:pt x="4545" y="5297"/>
                    <a:pt x="4595" y="5682"/>
                    <a:pt x="4696" y="6049"/>
                  </a:cubicBezTo>
                  <a:lnTo>
                    <a:pt x="4562" y="6601"/>
                  </a:lnTo>
                  <a:cubicBezTo>
                    <a:pt x="4445" y="6634"/>
                    <a:pt x="4328" y="6684"/>
                    <a:pt x="4228" y="6717"/>
                  </a:cubicBezTo>
                  <a:cubicBezTo>
                    <a:pt x="3459" y="7035"/>
                    <a:pt x="2640" y="7185"/>
                    <a:pt x="1822" y="7185"/>
                  </a:cubicBezTo>
                  <a:lnTo>
                    <a:pt x="1" y="7185"/>
                  </a:lnTo>
                  <a:lnTo>
                    <a:pt x="1" y="7670"/>
                  </a:lnTo>
                  <a:lnTo>
                    <a:pt x="1822" y="7670"/>
                  </a:lnTo>
                  <a:cubicBezTo>
                    <a:pt x="2707" y="7670"/>
                    <a:pt x="3576" y="7503"/>
                    <a:pt x="4395" y="7169"/>
                  </a:cubicBezTo>
                  <a:cubicBezTo>
                    <a:pt x="5163" y="6868"/>
                    <a:pt x="5982" y="6701"/>
                    <a:pt x="6801" y="6701"/>
                  </a:cubicBezTo>
                  <a:lnTo>
                    <a:pt x="7068" y="6701"/>
                  </a:lnTo>
                  <a:cubicBezTo>
                    <a:pt x="7169" y="6868"/>
                    <a:pt x="7269" y="7035"/>
                    <a:pt x="7386" y="7185"/>
                  </a:cubicBezTo>
                  <a:lnTo>
                    <a:pt x="7235" y="7185"/>
                  </a:lnTo>
                  <a:cubicBezTo>
                    <a:pt x="6383" y="7185"/>
                    <a:pt x="5531" y="7352"/>
                    <a:pt x="4746" y="7670"/>
                  </a:cubicBezTo>
                  <a:lnTo>
                    <a:pt x="4662" y="7703"/>
                  </a:lnTo>
                  <a:cubicBezTo>
                    <a:pt x="3927" y="7987"/>
                    <a:pt x="3142" y="8138"/>
                    <a:pt x="2340" y="8138"/>
                  </a:cubicBezTo>
                  <a:lnTo>
                    <a:pt x="1" y="8138"/>
                  </a:lnTo>
                  <a:lnTo>
                    <a:pt x="1" y="8622"/>
                  </a:lnTo>
                  <a:lnTo>
                    <a:pt x="2323" y="8622"/>
                  </a:lnTo>
                  <a:lnTo>
                    <a:pt x="3743" y="9441"/>
                  </a:lnTo>
                  <a:cubicBezTo>
                    <a:pt x="4796" y="10026"/>
                    <a:pt x="5949" y="10393"/>
                    <a:pt x="7135" y="10494"/>
                  </a:cubicBezTo>
                  <a:cubicBezTo>
                    <a:pt x="7169" y="10711"/>
                    <a:pt x="7185" y="10911"/>
                    <a:pt x="7185" y="11129"/>
                  </a:cubicBezTo>
                  <a:lnTo>
                    <a:pt x="7185" y="12699"/>
                  </a:lnTo>
                  <a:cubicBezTo>
                    <a:pt x="7185" y="13885"/>
                    <a:pt x="8154" y="14855"/>
                    <a:pt x="9341" y="14855"/>
                  </a:cubicBezTo>
                  <a:lnTo>
                    <a:pt x="9508" y="14855"/>
                  </a:lnTo>
                  <a:cubicBezTo>
                    <a:pt x="10076" y="14855"/>
                    <a:pt x="10627" y="14637"/>
                    <a:pt x="11028" y="14220"/>
                  </a:cubicBezTo>
                  <a:lnTo>
                    <a:pt x="11078" y="14186"/>
                  </a:lnTo>
                  <a:cubicBezTo>
                    <a:pt x="12432" y="12833"/>
                    <a:pt x="13184" y="11012"/>
                    <a:pt x="13184" y="9107"/>
                  </a:cubicBezTo>
                  <a:lnTo>
                    <a:pt x="13184" y="4311"/>
                  </a:lnTo>
                  <a:cubicBezTo>
                    <a:pt x="13167" y="1972"/>
                    <a:pt x="11296" y="51"/>
                    <a:pt x="894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6"/>
          <p:cNvSpPr txBox="1">
            <a:spLocks noGrp="1"/>
          </p:cNvSpPr>
          <p:nvPr>
            <p:ph type="title"/>
          </p:nvPr>
        </p:nvSpPr>
        <p:spPr>
          <a:xfrm>
            <a:off x="920925" y="908575"/>
            <a:ext cx="5006400" cy="2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4,497,374</a:t>
            </a:r>
            <a:endParaRPr/>
          </a:p>
        </p:txBody>
      </p:sp>
      <p:sp>
        <p:nvSpPr>
          <p:cNvPr id="830" name="Google Shape;830;p46"/>
          <p:cNvSpPr txBox="1">
            <a:spLocks noGrp="1"/>
          </p:cNvSpPr>
          <p:nvPr>
            <p:ph type="body" idx="1"/>
          </p:nvPr>
        </p:nvSpPr>
        <p:spPr>
          <a:xfrm>
            <a:off x="920925" y="2937600"/>
            <a:ext cx="5006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831" name="Google Shape;831;p46"/>
          <p:cNvGrpSpPr/>
          <p:nvPr/>
        </p:nvGrpSpPr>
        <p:grpSpPr>
          <a:xfrm>
            <a:off x="6559896" y="501193"/>
            <a:ext cx="1484973" cy="4332819"/>
            <a:chOff x="2908125" y="238100"/>
            <a:chExt cx="1790850" cy="5225300"/>
          </a:xfrm>
        </p:grpSpPr>
        <p:sp>
          <p:nvSpPr>
            <p:cNvPr id="832" name="Google Shape;832;p46"/>
            <p:cNvSpPr/>
            <p:nvPr/>
          </p:nvSpPr>
          <p:spPr>
            <a:xfrm>
              <a:off x="3192700" y="5133000"/>
              <a:ext cx="744050" cy="330400"/>
            </a:xfrm>
            <a:custGeom>
              <a:avLst/>
              <a:gdLst/>
              <a:ahLst/>
              <a:cxnLst/>
              <a:rect l="l" t="t" r="r" b="b"/>
              <a:pathLst>
                <a:path w="29762" h="13216" extrusionOk="0">
                  <a:moveTo>
                    <a:pt x="17698" y="1"/>
                  </a:moveTo>
                  <a:cubicBezTo>
                    <a:pt x="17698" y="1"/>
                    <a:pt x="17979" y="3123"/>
                    <a:pt x="12299" y="5986"/>
                  </a:cubicBezTo>
                  <a:cubicBezTo>
                    <a:pt x="10398" y="6925"/>
                    <a:pt x="8403" y="7653"/>
                    <a:pt x="6361" y="8169"/>
                  </a:cubicBezTo>
                  <a:cubicBezTo>
                    <a:pt x="1550" y="9460"/>
                    <a:pt x="1" y="13215"/>
                    <a:pt x="1" y="13215"/>
                  </a:cubicBezTo>
                  <a:lnTo>
                    <a:pt x="29762" y="11901"/>
                  </a:lnTo>
                  <a:lnTo>
                    <a:pt x="29738" y="6315"/>
                  </a:lnTo>
                  <a:lnTo>
                    <a:pt x="29691" y="400"/>
                  </a:lnTo>
                  <a:lnTo>
                    <a:pt x="17698" y="1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192700" y="5282650"/>
              <a:ext cx="744050" cy="180750"/>
            </a:xfrm>
            <a:custGeom>
              <a:avLst/>
              <a:gdLst/>
              <a:ahLst/>
              <a:cxnLst/>
              <a:rect l="l" t="t" r="r" b="b"/>
              <a:pathLst>
                <a:path w="29762" h="7230" extrusionOk="0">
                  <a:moveTo>
                    <a:pt x="12299" y="0"/>
                  </a:moveTo>
                  <a:cubicBezTo>
                    <a:pt x="10398" y="939"/>
                    <a:pt x="8403" y="1667"/>
                    <a:pt x="6361" y="2183"/>
                  </a:cubicBezTo>
                  <a:cubicBezTo>
                    <a:pt x="1550" y="3474"/>
                    <a:pt x="1" y="7229"/>
                    <a:pt x="1" y="7229"/>
                  </a:cubicBezTo>
                  <a:lnTo>
                    <a:pt x="29762" y="5915"/>
                  </a:lnTo>
                  <a:lnTo>
                    <a:pt x="29738" y="329"/>
                  </a:lnTo>
                  <a:cubicBezTo>
                    <a:pt x="27039" y="1268"/>
                    <a:pt x="22932" y="3309"/>
                    <a:pt x="15890" y="4248"/>
                  </a:cubicBezTo>
                  <a:cubicBezTo>
                    <a:pt x="15092" y="2723"/>
                    <a:pt x="13661" y="1221"/>
                    <a:pt x="1229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520700" y="2446150"/>
              <a:ext cx="587400" cy="2779600"/>
            </a:xfrm>
            <a:custGeom>
              <a:avLst/>
              <a:gdLst/>
              <a:ahLst/>
              <a:cxnLst/>
              <a:rect l="l" t="t" r="r" b="b"/>
              <a:pathLst>
                <a:path w="23496" h="111184" extrusionOk="0">
                  <a:moveTo>
                    <a:pt x="23495" y="1"/>
                  </a:moveTo>
                  <a:lnTo>
                    <a:pt x="3545" y="1503"/>
                  </a:lnTo>
                  <a:cubicBezTo>
                    <a:pt x="3545" y="1503"/>
                    <a:pt x="3005" y="6197"/>
                    <a:pt x="2277" y="12886"/>
                  </a:cubicBezTo>
                  <a:cubicBezTo>
                    <a:pt x="822" y="26124"/>
                    <a:pt x="1" y="48163"/>
                    <a:pt x="142" y="56144"/>
                  </a:cubicBezTo>
                  <a:cubicBezTo>
                    <a:pt x="376" y="68161"/>
                    <a:pt x="2019" y="107850"/>
                    <a:pt x="2019" y="107850"/>
                  </a:cubicBezTo>
                  <a:lnTo>
                    <a:pt x="19810" y="111183"/>
                  </a:lnTo>
                  <a:cubicBezTo>
                    <a:pt x="19810" y="111183"/>
                    <a:pt x="19670" y="67222"/>
                    <a:pt x="19224" y="57129"/>
                  </a:cubicBezTo>
                  <a:cubicBezTo>
                    <a:pt x="19716" y="50065"/>
                    <a:pt x="21477" y="26547"/>
                    <a:pt x="22580" y="11994"/>
                  </a:cubicBezTo>
                  <a:cubicBezTo>
                    <a:pt x="23120" y="4953"/>
                    <a:pt x="23495" y="1"/>
                    <a:pt x="2349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871600" y="5104850"/>
              <a:ext cx="744050" cy="328625"/>
            </a:xfrm>
            <a:custGeom>
              <a:avLst/>
              <a:gdLst/>
              <a:ahLst/>
              <a:cxnLst/>
              <a:rect l="l" t="t" r="r" b="b"/>
              <a:pathLst>
                <a:path w="29762" h="13145" extrusionOk="0">
                  <a:moveTo>
                    <a:pt x="16571" y="0"/>
                  </a:moveTo>
                  <a:lnTo>
                    <a:pt x="16571" y="0"/>
                  </a:lnTo>
                  <a:cubicBezTo>
                    <a:pt x="16571" y="0"/>
                    <a:pt x="17134" y="3099"/>
                    <a:pt x="11689" y="5962"/>
                  </a:cubicBezTo>
                  <a:cubicBezTo>
                    <a:pt x="9858" y="6901"/>
                    <a:pt x="7910" y="7628"/>
                    <a:pt x="5915" y="8145"/>
                  </a:cubicBezTo>
                  <a:cubicBezTo>
                    <a:pt x="1221" y="9412"/>
                    <a:pt x="0" y="13144"/>
                    <a:pt x="0" y="13144"/>
                  </a:cubicBezTo>
                  <a:lnTo>
                    <a:pt x="29762" y="11853"/>
                  </a:lnTo>
                  <a:lnTo>
                    <a:pt x="29222" y="6291"/>
                  </a:lnTo>
                  <a:lnTo>
                    <a:pt x="28659" y="399"/>
                  </a:lnTo>
                  <a:lnTo>
                    <a:pt x="16571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871600" y="5253875"/>
              <a:ext cx="744050" cy="179600"/>
            </a:xfrm>
            <a:custGeom>
              <a:avLst/>
              <a:gdLst/>
              <a:ahLst/>
              <a:cxnLst/>
              <a:rect l="l" t="t" r="r" b="b"/>
              <a:pathLst>
                <a:path w="29762" h="7184" extrusionOk="0">
                  <a:moveTo>
                    <a:pt x="11689" y="1"/>
                  </a:moveTo>
                  <a:cubicBezTo>
                    <a:pt x="9858" y="940"/>
                    <a:pt x="7910" y="1667"/>
                    <a:pt x="5915" y="2184"/>
                  </a:cubicBezTo>
                  <a:cubicBezTo>
                    <a:pt x="1221" y="3451"/>
                    <a:pt x="0" y="7183"/>
                    <a:pt x="0" y="7183"/>
                  </a:cubicBezTo>
                  <a:lnTo>
                    <a:pt x="29762" y="5892"/>
                  </a:lnTo>
                  <a:lnTo>
                    <a:pt x="29222" y="330"/>
                  </a:lnTo>
                  <a:cubicBezTo>
                    <a:pt x="26593" y="1245"/>
                    <a:pt x="22673" y="3287"/>
                    <a:pt x="15679" y="4226"/>
                  </a:cubicBezTo>
                  <a:cubicBezTo>
                    <a:pt x="14740" y="2700"/>
                    <a:pt x="13168" y="1198"/>
                    <a:pt x="1168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4002450" y="2427975"/>
              <a:ext cx="674225" cy="2769025"/>
            </a:xfrm>
            <a:custGeom>
              <a:avLst/>
              <a:gdLst/>
              <a:ahLst/>
              <a:cxnLst/>
              <a:rect l="l" t="t" r="r" b="b"/>
              <a:pathLst>
                <a:path w="26969" h="110761" extrusionOk="0">
                  <a:moveTo>
                    <a:pt x="20655" y="0"/>
                  </a:moveTo>
                  <a:lnTo>
                    <a:pt x="775" y="1502"/>
                  </a:lnTo>
                  <a:cubicBezTo>
                    <a:pt x="775" y="1502"/>
                    <a:pt x="634" y="6173"/>
                    <a:pt x="517" y="12839"/>
                  </a:cubicBezTo>
                  <a:cubicBezTo>
                    <a:pt x="235" y="26030"/>
                    <a:pt x="0" y="47013"/>
                    <a:pt x="869" y="54969"/>
                  </a:cubicBezTo>
                  <a:cubicBezTo>
                    <a:pt x="2183" y="66916"/>
                    <a:pt x="8802" y="107451"/>
                    <a:pt x="8802" y="107451"/>
                  </a:cubicBezTo>
                  <a:lnTo>
                    <a:pt x="26969" y="110760"/>
                  </a:lnTo>
                  <a:cubicBezTo>
                    <a:pt x="26969" y="110760"/>
                    <a:pt x="22861" y="66963"/>
                    <a:pt x="21500" y="56894"/>
                  </a:cubicBezTo>
                  <a:cubicBezTo>
                    <a:pt x="21359" y="49876"/>
                    <a:pt x="21031" y="26452"/>
                    <a:pt x="20819" y="11947"/>
                  </a:cubicBezTo>
                  <a:cubicBezTo>
                    <a:pt x="20725" y="4929"/>
                    <a:pt x="20655" y="0"/>
                    <a:pt x="206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4005975" y="3086325"/>
              <a:ext cx="528125" cy="305750"/>
            </a:xfrm>
            <a:custGeom>
              <a:avLst/>
              <a:gdLst/>
              <a:ahLst/>
              <a:cxnLst/>
              <a:rect l="l" t="t" r="r" b="b"/>
              <a:pathLst>
                <a:path w="21125" h="12230" extrusionOk="0">
                  <a:moveTo>
                    <a:pt x="20983" y="1"/>
                  </a:moveTo>
                  <a:lnTo>
                    <a:pt x="0" y="494"/>
                  </a:lnTo>
                  <a:lnTo>
                    <a:pt x="0" y="12229"/>
                  </a:lnTo>
                  <a:lnTo>
                    <a:pt x="21124" y="11948"/>
                  </a:lnTo>
                  <a:cubicBezTo>
                    <a:pt x="21124" y="4906"/>
                    <a:pt x="20983" y="1"/>
                    <a:pt x="20983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752475" y="319075"/>
              <a:ext cx="624950" cy="1124375"/>
            </a:xfrm>
            <a:custGeom>
              <a:avLst/>
              <a:gdLst/>
              <a:ahLst/>
              <a:cxnLst/>
              <a:rect l="l" t="t" r="r" b="b"/>
              <a:pathLst>
                <a:path w="24998" h="44975" extrusionOk="0">
                  <a:moveTo>
                    <a:pt x="11317" y="0"/>
                  </a:moveTo>
                  <a:cubicBezTo>
                    <a:pt x="6609" y="0"/>
                    <a:pt x="3498" y="1785"/>
                    <a:pt x="1691" y="5446"/>
                  </a:cubicBezTo>
                  <a:cubicBezTo>
                    <a:pt x="564" y="7723"/>
                    <a:pt x="1" y="10234"/>
                    <a:pt x="48" y="12769"/>
                  </a:cubicBezTo>
                  <a:cubicBezTo>
                    <a:pt x="24" y="15234"/>
                    <a:pt x="329" y="17675"/>
                    <a:pt x="893" y="20092"/>
                  </a:cubicBezTo>
                  <a:cubicBezTo>
                    <a:pt x="1268" y="21524"/>
                    <a:pt x="1714" y="22956"/>
                    <a:pt x="2630" y="24200"/>
                  </a:cubicBezTo>
                  <a:cubicBezTo>
                    <a:pt x="3874" y="25913"/>
                    <a:pt x="5540" y="26899"/>
                    <a:pt x="7770" y="26922"/>
                  </a:cubicBezTo>
                  <a:cubicBezTo>
                    <a:pt x="8263" y="26922"/>
                    <a:pt x="8756" y="26946"/>
                    <a:pt x="9225" y="26969"/>
                  </a:cubicBezTo>
                  <a:cubicBezTo>
                    <a:pt x="9240" y="26968"/>
                    <a:pt x="9255" y="26967"/>
                    <a:pt x="9269" y="26967"/>
                  </a:cubicBezTo>
                  <a:cubicBezTo>
                    <a:pt x="9483" y="26967"/>
                    <a:pt x="9649" y="27125"/>
                    <a:pt x="9671" y="27345"/>
                  </a:cubicBezTo>
                  <a:cubicBezTo>
                    <a:pt x="9812" y="28565"/>
                    <a:pt x="9929" y="29786"/>
                    <a:pt x="10046" y="31006"/>
                  </a:cubicBezTo>
                  <a:cubicBezTo>
                    <a:pt x="10093" y="31335"/>
                    <a:pt x="9859" y="31640"/>
                    <a:pt x="9530" y="31664"/>
                  </a:cubicBezTo>
                  <a:cubicBezTo>
                    <a:pt x="8896" y="31804"/>
                    <a:pt x="8263" y="31922"/>
                    <a:pt x="7629" y="32086"/>
                  </a:cubicBezTo>
                  <a:cubicBezTo>
                    <a:pt x="7371" y="32133"/>
                    <a:pt x="7183" y="32391"/>
                    <a:pt x="7253" y="32673"/>
                  </a:cubicBezTo>
                  <a:cubicBezTo>
                    <a:pt x="7324" y="33072"/>
                    <a:pt x="7418" y="33471"/>
                    <a:pt x="7535" y="33870"/>
                  </a:cubicBezTo>
                  <a:cubicBezTo>
                    <a:pt x="8427" y="36733"/>
                    <a:pt x="9600" y="39503"/>
                    <a:pt x="11032" y="42132"/>
                  </a:cubicBezTo>
                  <a:cubicBezTo>
                    <a:pt x="11502" y="42953"/>
                    <a:pt x="12088" y="43704"/>
                    <a:pt x="12769" y="44338"/>
                  </a:cubicBezTo>
                  <a:cubicBezTo>
                    <a:pt x="13199" y="44757"/>
                    <a:pt x="13448" y="44974"/>
                    <a:pt x="13667" y="44974"/>
                  </a:cubicBezTo>
                  <a:cubicBezTo>
                    <a:pt x="13913" y="44974"/>
                    <a:pt x="14120" y="44699"/>
                    <a:pt x="14506" y="44127"/>
                  </a:cubicBezTo>
                  <a:cubicBezTo>
                    <a:pt x="14741" y="43775"/>
                    <a:pt x="14975" y="43423"/>
                    <a:pt x="15187" y="43070"/>
                  </a:cubicBezTo>
                  <a:cubicBezTo>
                    <a:pt x="17815" y="38916"/>
                    <a:pt x="21007" y="35137"/>
                    <a:pt x="24645" y="31828"/>
                  </a:cubicBezTo>
                  <a:cubicBezTo>
                    <a:pt x="24716" y="31757"/>
                    <a:pt x="24786" y="31687"/>
                    <a:pt x="24857" y="31593"/>
                  </a:cubicBezTo>
                  <a:cubicBezTo>
                    <a:pt x="24997" y="31382"/>
                    <a:pt x="24927" y="31147"/>
                    <a:pt x="24692" y="31124"/>
                  </a:cubicBezTo>
                  <a:cubicBezTo>
                    <a:pt x="23824" y="30983"/>
                    <a:pt x="23589" y="30396"/>
                    <a:pt x="23495" y="29692"/>
                  </a:cubicBezTo>
                  <a:cubicBezTo>
                    <a:pt x="23378" y="28941"/>
                    <a:pt x="23308" y="28166"/>
                    <a:pt x="23214" y="27415"/>
                  </a:cubicBezTo>
                  <a:cubicBezTo>
                    <a:pt x="22768" y="24059"/>
                    <a:pt x="22322" y="20703"/>
                    <a:pt x="21852" y="17346"/>
                  </a:cubicBezTo>
                  <a:cubicBezTo>
                    <a:pt x="21477" y="14717"/>
                    <a:pt x="21148" y="12065"/>
                    <a:pt x="20468" y="9483"/>
                  </a:cubicBezTo>
                  <a:cubicBezTo>
                    <a:pt x="19951" y="7371"/>
                    <a:pt x="19106" y="5352"/>
                    <a:pt x="17980" y="3498"/>
                  </a:cubicBezTo>
                  <a:cubicBezTo>
                    <a:pt x="17088" y="2090"/>
                    <a:pt x="15726" y="1057"/>
                    <a:pt x="14154" y="541"/>
                  </a:cubicBezTo>
                  <a:cubicBezTo>
                    <a:pt x="13309" y="236"/>
                    <a:pt x="12417" y="48"/>
                    <a:pt x="11502" y="1"/>
                  </a:cubicBezTo>
                  <a:cubicBezTo>
                    <a:pt x="11440" y="0"/>
                    <a:pt x="11379" y="0"/>
                    <a:pt x="11317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737225" y="304500"/>
              <a:ext cx="581525" cy="481375"/>
            </a:xfrm>
            <a:custGeom>
              <a:avLst/>
              <a:gdLst/>
              <a:ahLst/>
              <a:cxnLst/>
              <a:rect l="l" t="t" r="r" b="b"/>
              <a:pathLst>
                <a:path w="23261" h="19255" extrusionOk="0">
                  <a:moveTo>
                    <a:pt x="10978" y="1"/>
                  </a:moveTo>
                  <a:cubicBezTo>
                    <a:pt x="9800" y="1"/>
                    <a:pt x="8624" y="121"/>
                    <a:pt x="7464" y="349"/>
                  </a:cubicBezTo>
                  <a:cubicBezTo>
                    <a:pt x="5563" y="748"/>
                    <a:pt x="3756" y="1406"/>
                    <a:pt x="2207" y="2579"/>
                  </a:cubicBezTo>
                  <a:cubicBezTo>
                    <a:pt x="705" y="3706"/>
                    <a:pt x="1" y="5184"/>
                    <a:pt x="353" y="7039"/>
                  </a:cubicBezTo>
                  <a:cubicBezTo>
                    <a:pt x="611" y="8470"/>
                    <a:pt x="1503" y="9292"/>
                    <a:pt x="3028" y="9480"/>
                  </a:cubicBezTo>
                  <a:cubicBezTo>
                    <a:pt x="3714" y="9559"/>
                    <a:pt x="4411" y="9607"/>
                    <a:pt x="5111" y="9607"/>
                  </a:cubicBezTo>
                  <a:cubicBezTo>
                    <a:pt x="5441" y="9607"/>
                    <a:pt x="5772" y="9596"/>
                    <a:pt x="6103" y="9573"/>
                  </a:cubicBezTo>
                  <a:cubicBezTo>
                    <a:pt x="6690" y="9527"/>
                    <a:pt x="7277" y="9527"/>
                    <a:pt x="7863" y="9503"/>
                  </a:cubicBezTo>
                  <a:cubicBezTo>
                    <a:pt x="7923" y="9501"/>
                    <a:pt x="7981" y="9500"/>
                    <a:pt x="8039" y="9500"/>
                  </a:cubicBezTo>
                  <a:cubicBezTo>
                    <a:pt x="9179" y="9500"/>
                    <a:pt x="10099" y="9951"/>
                    <a:pt x="10680" y="11381"/>
                  </a:cubicBezTo>
                  <a:cubicBezTo>
                    <a:pt x="10844" y="11803"/>
                    <a:pt x="10915" y="12273"/>
                    <a:pt x="11055" y="12719"/>
                  </a:cubicBezTo>
                  <a:cubicBezTo>
                    <a:pt x="11102" y="12859"/>
                    <a:pt x="11220" y="12977"/>
                    <a:pt x="11337" y="13047"/>
                  </a:cubicBezTo>
                  <a:cubicBezTo>
                    <a:pt x="11484" y="13104"/>
                    <a:pt x="11635" y="13130"/>
                    <a:pt x="11783" y="13130"/>
                  </a:cubicBezTo>
                  <a:cubicBezTo>
                    <a:pt x="12252" y="13130"/>
                    <a:pt x="12696" y="12865"/>
                    <a:pt x="12910" y="12437"/>
                  </a:cubicBezTo>
                  <a:cubicBezTo>
                    <a:pt x="13027" y="12132"/>
                    <a:pt x="13144" y="11850"/>
                    <a:pt x="13285" y="11592"/>
                  </a:cubicBezTo>
                  <a:cubicBezTo>
                    <a:pt x="13488" y="11165"/>
                    <a:pt x="13927" y="10910"/>
                    <a:pt x="14397" y="10910"/>
                  </a:cubicBezTo>
                  <a:cubicBezTo>
                    <a:pt x="14417" y="10910"/>
                    <a:pt x="14438" y="10910"/>
                    <a:pt x="14459" y="10911"/>
                  </a:cubicBezTo>
                  <a:cubicBezTo>
                    <a:pt x="14999" y="10911"/>
                    <a:pt x="15468" y="11310"/>
                    <a:pt x="15609" y="11827"/>
                  </a:cubicBezTo>
                  <a:cubicBezTo>
                    <a:pt x="15703" y="12179"/>
                    <a:pt x="15773" y="12531"/>
                    <a:pt x="15773" y="12883"/>
                  </a:cubicBezTo>
                  <a:cubicBezTo>
                    <a:pt x="15797" y="13235"/>
                    <a:pt x="15773" y="13610"/>
                    <a:pt x="15773" y="13963"/>
                  </a:cubicBezTo>
                  <a:cubicBezTo>
                    <a:pt x="15632" y="14972"/>
                    <a:pt x="15703" y="16028"/>
                    <a:pt x="15984" y="17014"/>
                  </a:cubicBezTo>
                  <a:cubicBezTo>
                    <a:pt x="16424" y="18463"/>
                    <a:pt x="17541" y="19255"/>
                    <a:pt x="19066" y="19255"/>
                  </a:cubicBezTo>
                  <a:cubicBezTo>
                    <a:pt x="19172" y="19255"/>
                    <a:pt x="19279" y="19251"/>
                    <a:pt x="19388" y="19244"/>
                  </a:cubicBezTo>
                  <a:cubicBezTo>
                    <a:pt x="19974" y="19197"/>
                    <a:pt x="20538" y="19032"/>
                    <a:pt x="21078" y="18798"/>
                  </a:cubicBezTo>
                  <a:cubicBezTo>
                    <a:pt x="21993" y="18469"/>
                    <a:pt x="22650" y="17718"/>
                    <a:pt x="22885" y="16779"/>
                  </a:cubicBezTo>
                  <a:cubicBezTo>
                    <a:pt x="23166" y="15723"/>
                    <a:pt x="23260" y="14643"/>
                    <a:pt x="23166" y="13587"/>
                  </a:cubicBezTo>
                  <a:cubicBezTo>
                    <a:pt x="23026" y="11005"/>
                    <a:pt x="22345" y="8494"/>
                    <a:pt x="21148" y="6194"/>
                  </a:cubicBezTo>
                  <a:cubicBezTo>
                    <a:pt x="20655" y="5278"/>
                    <a:pt x="20068" y="4410"/>
                    <a:pt x="19364" y="3635"/>
                  </a:cubicBezTo>
                  <a:cubicBezTo>
                    <a:pt x="17369" y="1452"/>
                    <a:pt x="14905" y="162"/>
                    <a:pt x="11807" y="21"/>
                  </a:cubicBezTo>
                  <a:cubicBezTo>
                    <a:pt x="11530" y="7"/>
                    <a:pt x="11254" y="1"/>
                    <a:pt x="109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747800" y="541275"/>
              <a:ext cx="420725" cy="468150"/>
            </a:xfrm>
            <a:custGeom>
              <a:avLst/>
              <a:gdLst/>
              <a:ahLst/>
              <a:cxnLst/>
              <a:rect l="l" t="t" r="r" b="b"/>
              <a:pathLst>
                <a:path w="16829" h="18726" extrusionOk="0">
                  <a:moveTo>
                    <a:pt x="13941" y="793"/>
                  </a:moveTo>
                  <a:cubicBezTo>
                    <a:pt x="14700" y="793"/>
                    <a:pt x="15439" y="1272"/>
                    <a:pt x="15679" y="2097"/>
                  </a:cubicBezTo>
                  <a:cubicBezTo>
                    <a:pt x="15960" y="2989"/>
                    <a:pt x="16054" y="3905"/>
                    <a:pt x="15960" y="4820"/>
                  </a:cubicBezTo>
                  <a:cubicBezTo>
                    <a:pt x="15773" y="6604"/>
                    <a:pt x="15467" y="8364"/>
                    <a:pt x="15022" y="10101"/>
                  </a:cubicBezTo>
                  <a:cubicBezTo>
                    <a:pt x="14857" y="10852"/>
                    <a:pt x="14646" y="11580"/>
                    <a:pt x="14411" y="12307"/>
                  </a:cubicBezTo>
                  <a:cubicBezTo>
                    <a:pt x="14304" y="12616"/>
                    <a:pt x="14166" y="12763"/>
                    <a:pt x="13976" y="12763"/>
                  </a:cubicBezTo>
                  <a:cubicBezTo>
                    <a:pt x="13833" y="12763"/>
                    <a:pt x="13660" y="12680"/>
                    <a:pt x="13449" y="12519"/>
                  </a:cubicBezTo>
                  <a:cubicBezTo>
                    <a:pt x="12604" y="11908"/>
                    <a:pt x="11994" y="11017"/>
                    <a:pt x="11712" y="10007"/>
                  </a:cubicBezTo>
                  <a:cubicBezTo>
                    <a:pt x="11430" y="9021"/>
                    <a:pt x="11430" y="7989"/>
                    <a:pt x="11407" y="6862"/>
                  </a:cubicBezTo>
                  <a:cubicBezTo>
                    <a:pt x="11360" y="6228"/>
                    <a:pt x="11618" y="5430"/>
                    <a:pt x="11219" y="4726"/>
                  </a:cubicBezTo>
                  <a:cubicBezTo>
                    <a:pt x="11407" y="3459"/>
                    <a:pt x="11642" y="2168"/>
                    <a:pt x="12721" y="1276"/>
                  </a:cubicBezTo>
                  <a:cubicBezTo>
                    <a:pt x="13077" y="946"/>
                    <a:pt x="13512" y="793"/>
                    <a:pt x="13941" y="793"/>
                  </a:cubicBezTo>
                  <a:close/>
                  <a:moveTo>
                    <a:pt x="13940" y="1"/>
                  </a:moveTo>
                  <a:cubicBezTo>
                    <a:pt x="13523" y="1"/>
                    <a:pt x="13098" y="100"/>
                    <a:pt x="12698" y="314"/>
                  </a:cubicBezTo>
                  <a:cubicBezTo>
                    <a:pt x="12064" y="595"/>
                    <a:pt x="11571" y="1088"/>
                    <a:pt x="11266" y="1722"/>
                  </a:cubicBezTo>
                  <a:cubicBezTo>
                    <a:pt x="11008" y="2215"/>
                    <a:pt x="10797" y="2731"/>
                    <a:pt x="10632" y="3271"/>
                  </a:cubicBezTo>
                  <a:cubicBezTo>
                    <a:pt x="10140" y="4914"/>
                    <a:pt x="10726" y="5923"/>
                    <a:pt x="8849" y="6064"/>
                  </a:cubicBezTo>
                  <a:cubicBezTo>
                    <a:pt x="8802" y="6064"/>
                    <a:pt x="3568" y="7097"/>
                    <a:pt x="1033" y="7308"/>
                  </a:cubicBezTo>
                  <a:cubicBezTo>
                    <a:pt x="188" y="7355"/>
                    <a:pt x="0" y="7543"/>
                    <a:pt x="47" y="8341"/>
                  </a:cubicBezTo>
                  <a:cubicBezTo>
                    <a:pt x="188" y="10805"/>
                    <a:pt x="329" y="11462"/>
                    <a:pt x="1385" y="13763"/>
                  </a:cubicBezTo>
                  <a:cubicBezTo>
                    <a:pt x="2629" y="16462"/>
                    <a:pt x="4694" y="18034"/>
                    <a:pt x="7769" y="18621"/>
                  </a:cubicBezTo>
                  <a:cubicBezTo>
                    <a:pt x="8145" y="18690"/>
                    <a:pt x="8502" y="18726"/>
                    <a:pt x="8844" y="18726"/>
                  </a:cubicBezTo>
                  <a:cubicBezTo>
                    <a:pt x="9891" y="18726"/>
                    <a:pt x="10798" y="18396"/>
                    <a:pt x="11665" y="17706"/>
                  </a:cubicBezTo>
                  <a:cubicBezTo>
                    <a:pt x="12721" y="16837"/>
                    <a:pt x="13707" y="15898"/>
                    <a:pt x="14623" y="14889"/>
                  </a:cubicBezTo>
                  <a:cubicBezTo>
                    <a:pt x="15022" y="14467"/>
                    <a:pt x="15467" y="14068"/>
                    <a:pt x="15045" y="13411"/>
                  </a:cubicBezTo>
                  <a:cubicBezTo>
                    <a:pt x="14857" y="13129"/>
                    <a:pt x="15162" y="12824"/>
                    <a:pt x="15256" y="12542"/>
                  </a:cubicBezTo>
                  <a:cubicBezTo>
                    <a:pt x="16031" y="10078"/>
                    <a:pt x="16524" y="7519"/>
                    <a:pt x="16782" y="4937"/>
                  </a:cubicBezTo>
                  <a:cubicBezTo>
                    <a:pt x="16782" y="3694"/>
                    <a:pt x="16829" y="2661"/>
                    <a:pt x="16430" y="1675"/>
                  </a:cubicBezTo>
                  <a:cubicBezTo>
                    <a:pt x="15993" y="633"/>
                    <a:pt x="14991" y="1"/>
                    <a:pt x="13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736050" y="238100"/>
              <a:ext cx="559225" cy="339200"/>
            </a:xfrm>
            <a:custGeom>
              <a:avLst/>
              <a:gdLst/>
              <a:ahLst/>
              <a:cxnLst/>
              <a:rect l="l" t="t" r="r" b="b"/>
              <a:pathLst>
                <a:path w="22369" h="13568" extrusionOk="0">
                  <a:moveTo>
                    <a:pt x="17893" y="1"/>
                  </a:moveTo>
                  <a:cubicBezTo>
                    <a:pt x="17683" y="1"/>
                    <a:pt x="17447" y="10"/>
                    <a:pt x="17181" y="24"/>
                  </a:cubicBezTo>
                  <a:cubicBezTo>
                    <a:pt x="15351" y="118"/>
                    <a:pt x="13520" y="283"/>
                    <a:pt x="11689" y="470"/>
                  </a:cubicBezTo>
                  <a:cubicBezTo>
                    <a:pt x="9694" y="635"/>
                    <a:pt x="7723" y="869"/>
                    <a:pt x="5728" y="1081"/>
                  </a:cubicBezTo>
                  <a:cubicBezTo>
                    <a:pt x="4601" y="1175"/>
                    <a:pt x="3474" y="1362"/>
                    <a:pt x="2371" y="1621"/>
                  </a:cubicBezTo>
                  <a:cubicBezTo>
                    <a:pt x="1644" y="1761"/>
                    <a:pt x="1057" y="2348"/>
                    <a:pt x="893" y="3099"/>
                  </a:cubicBezTo>
                  <a:cubicBezTo>
                    <a:pt x="822" y="3381"/>
                    <a:pt x="799" y="3686"/>
                    <a:pt x="728" y="3991"/>
                  </a:cubicBezTo>
                  <a:cubicBezTo>
                    <a:pt x="376" y="5704"/>
                    <a:pt x="400" y="7465"/>
                    <a:pt x="188" y="9178"/>
                  </a:cubicBezTo>
                  <a:cubicBezTo>
                    <a:pt x="118" y="10352"/>
                    <a:pt x="48" y="11525"/>
                    <a:pt x="24" y="12722"/>
                  </a:cubicBezTo>
                  <a:cubicBezTo>
                    <a:pt x="1" y="13403"/>
                    <a:pt x="165" y="13567"/>
                    <a:pt x="846" y="13567"/>
                  </a:cubicBezTo>
                  <a:cubicBezTo>
                    <a:pt x="1550" y="13567"/>
                    <a:pt x="2254" y="13520"/>
                    <a:pt x="2935" y="13473"/>
                  </a:cubicBezTo>
                  <a:cubicBezTo>
                    <a:pt x="5422" y="13262"/>
                    <a:pt x="7887" y="13051"/>
                    <a:pt x="10375" y="12816"/>
                  </a:cubicBezTo>
                  <a:cubicBezTo>
                    <a:pt x="13755" y="12535"/>
                    <a:pt x="17134" y="12065"/>
                    <a:pt x="20467" y="11408"/>
                  </a:cubicBezTo>
                  <a:cubicBezTo>
                    <a:pt x="22369" y="11009"/>
                    <a:pt x="22275" y="11267"/>
                    <a:pt x="21758" y="9483"/>
                  </a:cubicBezTo>
                  <a:cubicBezTo>
                    <a:pt x="21688" y="9178"/>
                    <a:pt x="21594" y="8897"/>
                    <a:pt x="21524" y="8591"/>
                  </a:cubicBezTo>
                  <a:cubicBezTo>
                    <a:pt x="21007" y="6456"/>
                    <a:pt x="20491" y="4296"/>
                    <a:pt x="19998" y="2160"/>
                  </a:cubicBezTo>
                  <a:cubicBezTo>
                    <a:pt x="19588" y="419"/>
                    <a:pt x="19339" y="1"/>
                    <a:pt x="17893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081225" y="1082900"/>
              <a:ext cx="1605425" cy="2088875"/>
            </a:xfrm>
            <a:custGeom>
              <a:avLst/>
              <a:gdLst/>
              <a:ahLst/>
              <a:cxnLst/>
              <a:rect l="l" t="t" r="r" b="b"/>
              <a:pathLst>
                <a:path w="64217" h="83555" extrusionOk="0">
                  <a:moveTo>
                    <a:pt x="50869" y="0"/>
                  </a:moveTo>
                  <a:cubicBezTo>
                    <a:pt x="50437" y="0"/>
                    <a:pt x="50160" y="296"/>
                    <a:pt x="49242" y="1134"/>
                  </a:cubicBezTo>
                  <a:cubicBezTo>
                    <a:pt x="46355" y="3857"/>
                    <a:pt x="43727" y="6861"/>
                    <a:pt x="41426" y="10100"/>
                  </a:cubicBezTo>
                  <a:cubicBezTo>
                    <a:pt x="41004" y="10687"/>
                    <a:pt x="40652" y="11344"/>
                    <a:pt x="40088" y="11837"/>
                  </a:cubicBezTo>
                  <a:cubicBezTo>
                    <a:pt x="39643" y="11626"/>
                    <a:pt x="39502" y="11203"/>
                    <a:pt x="39267" y="10875"/>
                  </a:cubicBezTo>
                  <a:cubicBezTo>
                    <a:pt x="37648" y="8340"/>
                    <a:pt x="36357" y="5617"/>
                    <a:pt x="35418" y="2754"/>
                  </a:cubicBezTo>
                  <a:cubicBezTo>
                    <a:pt x="34967" y="1381"/>
                    <a:pt x="34832" y="1093"/>
                    <a:pt x="33843" y="1093"/>
                  </a:cubicBezTo>
                  <a:cubicBezTo>
                    <a:pt x="33597" y="1093"/>
                    <a:pt x="33299" y="1111"/>
                    <a:pt x="32930" y="1134"/>
                  </a:cubicBezTo>
                  <a:cubicBezTo>
                    <a:pt x="32719" y="1157"/>
                    <a:pt x="32507" y="1157"/>
                    <a:pt x="32296" y="1204"/>
                  </a:cubicBezTo>
                  <a:cubicBezTo>
                    <a:pt x="29949" y="1510"/>
                    <a:pt x="27672" y="2143"/>
                    <a:pt x="25490" y="3082"/>
                  </a:cubicBezTo>
                  <a:cubicBezTo>
                    <a:pt x="22743" y="4326"/>
                    <a:pt x="20162" y="5969"/>
                    <a:pt x="17861" y="7941"/>
                  </a:cubicBezTo>
                  <a:cubicBezTo>
                    <a:pt x="12979" y="11978"/>
                    <a:pt x="8426" y="16320"/>
                    <a:pt x="3779" y="20615"/>
                  </a:cubicBezTo>
                  <a:cubicBezTo>
                    <a:pt x="3615" y="20756"/>
                    <a:pt x="3474" y="20897"/>
                    <a:pt x="3333" y="21061"/>
                  </a:cubicBezTo>
                  <a:cubicBezTo>
                    <a:pt x="2746" y="21648"/>
                    <a:pt x="2394" y="22446"/>
                    <a:pt x="2371" y="23267"/>
                  </a:cubicBezTo>
                  <a:cubicBezTo>
                    <a:pt x="2371" y="24089"/>
                    <a:pt x="2371" y="24910"/>
                    <a:pt x="2371" y="25732"/>
                  </a:cubicBezTo>
                  <a:cubicBezTo>
                    <a:pt x="2371" y="27422"/>
                    <a:pt x="2441" y="29135"/>
                    <a:pt x="2371" y="30801"/>
                  </a:cubicBezTo>
                  <a:cubicBezTo>
                    <a:pt x="2300" y="32280"/>
                    <a:pt x="1925" y="33665"/>
                    <a:pt x="188" y="34228"/>
                  </a:cubicBezTo>
                  <a:cubicBezTo>
                    <a:pt x="0" y="34275"/>
                    <a:pt x="23" y="34627"/>
                    <a:pt x="211" y="34721"/>
                  </a:cubicBezTo>
                  <a:cubicBezTo>
                    <a:pt x="446" y="34839"/>
                    <a:pt x="704" y="34932"/>
                    <a:pt x="962" y="35003"/>
                  </a:cubicBezTo>
                  <a:cubicBezTo>
                    <a:pt x="1585" y="35098"/>
                    <a:pt x="2213" y="35145"/>
                    <a:pt x="2842" y="35145"/>
                  </a:cubicBezTo>
                  <a:cubicBezTo>
                    <a:pt x="3610" y="35145"/>
                    <a:pt x="4379" y="35074"/>
                    <a:pt x="5140" y="34932"/>
                  </a:cubicBezTo>
                  <a:cubicBezTo>
                    <a:pt x="6572" y="34627"/>
                    <a:pt x="7957" y="34228"/>
                    <a:pt x="9318" y="33735"/>
                  </a:cubicBezTo>
                  <a:cubicBezTo>
                    <a:pt x="12158" y="32656"/>
                    <a:pt x="14928" y="31365"/>
                    <a:pt x="17556" y="29863"/>
                  </a:cubicBezTo>
                  <a:cubicBezTo>
                    <a:pt x="17932" y="29651"/>
                    <a:pt x="18307" y="29464"/>
                    <a:pt x="18683" y="29276"/>
                  </a:cubicBezTo>
                  <a:cubicBezTo>
                    <a:pt x="18740" y="29244"/>
                    <a:pt x="18798" y="29230"/>
                    <a:pt x="18853" y="29230"/>
                  </a:cubicBezTo>
                  <a:cubicBezTo>
                    <a:pt x="19005" y="29230"/>
                    <a:pt x="19135" y="29339"/>
                    <a:pt x="19152" y="29511"/>
                  </a:cubicBezTo>
                  <a:cubicBezTo>
                    <a:pt x="19152" y="29816"/>
                    <a:pt x="19129" y="30121"/>
                    <a:pt x="19105" y="30426"/>
                  </a:cubicBezTo>
                  <a:cubicBezTo>
                    <a:pt x="18706" y="33853"/>
                    <a:pt x="18613" y="37280"/>
                    <a:pt x="18049" y="40683"/>
                  </a:cubicBezTo>
                  <a:cubicBezTo>
                    <a:pt x="17650" y="43265"/>
                    <a:pt x="17392" y="45870"/>
                    <a:pt x="17110" y="48475"/>
                  </a:cubicBezTo>
                  <a:cubicBezTo>
                    <a:pt x="16735" y="51879"/>
                    <a:pt x="16383" y="55305"/>
                    <a:pt x="16031" y="58709"/>
                  </a:cubicBezTo>
                  <a:cubicBezTo>
                    <a:pt x="15843" y="60492"/>
                    <a:pt x="15726" y="62276"/>
                    <a:pt x="15538" y="64083"/>
                  </a:cubicBezTo>
                  <a:cubicBezTo>
                    <a:pt x="15092" y="68707"/>
                    <a:pt x="14646" y="73355"/>
                    <a:pt x="14200" y="78002"/>
                  </a:cubicBezTo>
                  <a:cubicBezTo>
                    <a:pt x="14130" y="78612"/>
                    <a:pt x="14083" y="79222"/>
                    <a:pt x="14059" y="79833"/>
                  </a:cubicBezTo>
                  <a:cubicBezTo>
                    <a:pt x="14036" y="80372"/>
                    <a:pt x="14177" y="80560"/>
                    <a:pt x="14763" y="80701"/>
                  </a:cubicBezTo>
                  <a:cubicBezTo>
                    <a:pt x="15444" y="80865"/>
                    <a:pt x="16125" y="81006"/>
                    <a:pt x="16805" y="81124"/>
                  </a:cubicBezTo>
                  <a:cubicBezTo>
                    <a:pt x="20302" y="81781"/>
                    <a:pt x="23847" y="82133"/>
                    <a:pt x="27391" y="82461"/>
                  </a:cubicBezTo>
                  <a:cubicBezTo>
                    <a:pt x="30606" y="82766"/>
                    <a:pt x="33822" y="83142"/>
                    <a:pt x="37061" y="83306"/>
                  </a:cubicBezTo>
                  <a:cubicBezTo>
                    <a:pt x="39770" y="83472"/>
                    <a:pt x="42487" y="83554"/>
                    <a:pt x="45205" y="83554"/>
                  </a:cubicBezTo>
                  <a:cubicBezTo>
                    <a:pt x="49433" y="83554"/>
                    <a:pt x="53665" y="83354"/>
                    <a:pt x="57880" y="82954"/>
                  </a:cubicBezTo>
                  <a:cubicBezTo>
                    <a:pt x="59170" y="82837"/>
                    <a:pt x="60461" y="82766"/>
                    <a:pt x="61752" y="82555"/>
                  </a:cubicBezTo>
                  <a:cubicBezTo>
                    <a:pt x="64146" y="82180"/>
                    <a:pt x="63935" y="82438"/>
                    <a:pt x="63865" y="80208"/>
                  </a:cubicBezTo>
                  <a:cubicBezTo>
                    <a:pt x="63747" y="76429"/>
                    <a:pt x="63513" y="72627"/>
                    <a:pt x="63325" y="68848"/>
                  </a:cubicBezTo>
                  <a:cubicBezTo>
                    <a:pt x="63137" y="64248"/>
                    <a:pt x="62668" y="59647"/>
                    <a:pt x="62715" y="55024"/>
                  </a:cubicBezTo>
                  <a:cubicBezTo>
                    <a:pt x="62715" y="54296"/>
                    <a:pt x="62668" y="53592"/>
                    <a:pt x="62644" y="52864"/>
                  </a:cubicBezTo>
                  <a:cubicBezTo>
                    <a:pt x="62550" y="50095"/>
                    <a:pt x="62386" y="47349"/>
                    <a:pt x="62339" y="44579"/>
                  </a:cubicBezTo>
                  <a:cubicBezTo>
                    <a:pt x="62269" y="40378"/>
                    <a:pt x="62480" y="36176"/>
                    <a:pt x="62715" y="31975"/>
                  </a:cubicBezTo>
                  <a:cubicBezTo>
                    <a:pt x="62949" y="27562"/>
                    <a:pt x="63560" y="23197"/>
                    <a:pt x="63888" y="18808"/>
                  </a:cubicBezTo>
                  <a:cubicBezTo>
                    <a:pt x="64123" y="16202"/>
                    <a:pt x="64217" y="13574"/>
                    <a:pt x="64170" y="10968"/>
                  </a:cubicBezTo>
                  <a:cubicBezTo>
                    <a:pt x="64123" y="10311"/>
                    <a:pt x="64052" y="9631"/>
                    <a:pt x="63935" y="8997"/>
                  </a:cubicBezTo>
                  <a:cubicBezTo>
                    <a:pt x="63653" y="7002"/>
                    <a:pt x="62480" y="5241"/>
                    <a:pt x="60766" y="4185"/>
                  </a:cubicBezTo>
                  <a:cubicBezTo>
                    <a:pt x="58232" y="2495"/>
                    <a:pt x="55439" y="1228"/>
                    <a:pt x="52481" y="406"/>
                  </a:cubicBezTo>
                  <a:cubicBezTo>
                    <a:pt x="51617" y="173"/>
                    <a:pt x="51198" y="0"/>
                    <a:pt x="50869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2927475" y="1162275"/>
              <a:ext cx="792175" cy="865525"/>
            </a:xfrm>
            <a:custGeom>
              <a:avLst/>
              <a:gdLst/>
              <a:ahLst/>
              <a:cxnLst/>
              <a:rect l="l" t="t" r="r" b="b"/>
              <a:pathLst>
                <a:path w="31687" h="34621" extrusionOk="0">
                  <a:moveTo>
                    <a:pt x="25232" y="26124"/>
                  </a:moveTo>
                  <a:cubicBezTo>
                    <a:pt x="25232" y="26124"/>
                    <a:pt x="24645" y="5000"/>
                    <a:pt x="31686" y="1"/>
                  </a:cubicBezTo>
                  <a:cubicBezTo>
                    <a:pt x="31686" y="1"/>
                    <a:pt x="24011" y="2911"/>
                    <a:pt x="12605" y="14952"/>
                  </a:cubicBezTo>
                  <a:cubicBezTo>
                    <a:pt x="12605" y="14952"/>
                    <a:pt x="1" y="28166"/>
                    <a:pt x="6173" y="31405"/>
                  </a:cubicBezTo>
                  <a:cubicBezTo>
                    <a:pt x="12323" y="34621"/>
                    <a:pt x="25232" y="26124"/>
                    <a:pt x="25232" y="26124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911500" y="1135900"/>
              <a:ext cx="787475" cy="912575"/>
            </a:xfrm>
            <a:custGeom>
              <a:avLst/>
              <a:gdLst/>
              <a:ahLst/>
              <a:cxnLst/>
              <a:rect l="l" t="t" r="r" b="b"/>
              <a:pathLst>
                <a:path w="31499" h="36503" extrusionOk="0">
                  <a:moveTo>
                    <a:pt x="24366" y="1"/>
                  </a:moveTo>
                  <a:cubicBezTo>
                    <a:pt x="23501" y="1"/>
                    <a:pt x="22637" y="204"/>
                    <a:pt x="21852" y="610"/>
                  </a:cubicBezTo>
                  <a:cubicBezTo>
                    <a:pt x="20608" y="1197"/>
                    <a:pt x="19458" y="2018"/>
                    <a:pt x="18496" y="3004"/>
                  </a:cubicBezTo>
                  <a:cubicBezTo>
                    <a:pt x="17745" y="3779"/>
                    <a:pt x="17017" y="4624"/>
                    <a:pt x="16313" y="5469"/>
                  </a:cubicBezTo>
                  <a:cubicBezTo>
                    <a:pt x="14553" y="7675"/>
                    <a:pt x="12956" y="9998"/>
                    <a:pt x="11525" y="12416"/>
                  </a:cubicBezTo>
                  <a:cubicBezTo>
                    <a:pt x="8826" y="16922"/>
                    <a:pt x="6103" y="21429"/>
                    <a:pt x="3286" y="25865"/>
                  </a:cubicBezTo>
                  <a:cubicBezTo>
                    <a:pt x="2395" y="27273"/>
                    <a:pt x="1573" y="28705"/>
                    <a:pt x="728" y="30137"/>
                  </a:cubicBezTo>
                  <a:cubicBezTo>
                    <a:pt x="540" y="30465"/>
                    <a:pt x="376" y="30770"/>
                    <a:pt x="235" y="31122"/>
                  </a:cubicBezTo>
                  <a:cubicBezTo>
                    <a:pt x="0" y="31545"/>
                    <a:pt x="71" y="32061"/>
                    <a:pt x="376" y="32413"/>
                  </a:cubicBezTo>
                  <a:cubicBezTo>
                    <a:pt x="564" y="32672"/>
                    <a:pt x="799" y="32883"/>
                    <a:pt x="1033" y="33094"/>
                  </a:cubicBezTo>
                  <a:cubicBezTo>
                    <a:pt x="2911" y="34690"/>
                    <a:pt x="5141" y="35793"/>
                    <a:pt x="7535" y="36333"/>
                  </a:cubicBezTo>
                  <a:cubicBezTo>
                    <a:pt x="7994" y="36446"/>
                    <a:pt x="8458" y="36502"/>
                    <a:pt x="8917" y="36502"/>
                  </a:cubicBezTo>
                  <a:cubicBezTo>
                    <a:pt x="10173" y="36502"/>
                    <a:pt x="11397" y="36084"/>
                    <a:pt x="12393" y="35277"/>
                  </a:cubicBezTo>
                  <a:cubicBezTo>
                    <a:pt x="13355" y="34526"/>
                    <a:pt x="14271" y="33728"/>
                    <a:pt x="15139" y="32883"/>
                  </a:cubicBezTo>
                  <a:cubicBezTo>
                    <a:pt x="16430" y="31592"/>
                    <a:pt x="17627" y="30184"/>
                    <a:pt x="18707" y="28705"/>
                  </a:cubicBezTo>
                  <a:cubicBezTo>
                    <a:pt x="21195" y="25325"/>
                    <a:pt x="23659" y="21969"/>
                    <a:pt x="26077" y="18565"/>
                  </a:cubicBezTo>
                  <a:cubicBezTo>
                    <a:pt x="27931" y="15984"/>
                    <a:pt x="29480" y="13214"/>
                    <a:pt x="30724" y="10304"/>
                  </a:cubicBezTo>
                  <a:cubicBezTo>
                    <a:pt x="31217" y="9154"/>
                    <a:pt x="31499" y="7933"/>
                    <a:pt x="31499" y="6689"/>
                  </a:cubicBezTo>
                  <a:cubicBezTo>
                    <a:pt x="31499" y="5985"/>
                    <a:pt x="31358" y="5257"/>
                    <a:pt x="31053" y="4600"/>
                  </a:cubicBezTo>
                  <a:cubicBezTo>
                    <a:pt x="30114" y="2582"/>
                    <a:pt x="28377" y="1033"/>
                    <a:pt x="26241" y="328"/>
                  </a:cubicBezTo>
                  <a:cubicBezTo>
                    <a:pt x="25635" y="110"/>
                    <a:pt x="25000" y="1"/>
                    <a:pt x="2436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2953875" y="921125"/>
              <a:ext cx="305150" cy="1028925"/>
            </a:xfrm>
            <a:custGeom>
              <a:avLst/>
              <a:gdLst/>
              <a:ahLst/>
              <a:cxnLst/>
              <a:rect l="l" t="t" r="r" b="b"/>
              <a:pathLst>
                <a:path w="12206" h="41157" extrusionOk="0">
                  <a:moveTo>
                    <a:pt x="3310" y="0"/>
                  </a:moveTo>
                  <a:cubicBezTo>
                    <a:pt x="3029" y="0"/>
                    <a:pt x="2817" y="235"/>
                    <a:pt x="2794" y="517"/>
                  </a:cubicBezTo>
                  <a:cubicBezTo>
                    <a:pt x="2723" y="1221"/>
                    <a:pt x="2630" y="1948"/>
                    <a:pt x="2630" y="2653"/>
                  </a:cubicBezTo>
                  <a:cubicBezTo>
                    <a:pt x="2536" y="5117"/>
                    <a:pt x="2324" y="7558"/>
                    <a:pt x="1972" y="9999"/>
                  </a:cubicBezTo>
                  <a:cubicBezTo>
                    <a:pt x="1433" y="14318"/>
                    <a:pt x="775" y="18636"/>
                    <a:pt x="423" y="22979"/>
                  </a:cubicBezTo>
                  <a:cubicBezTo>
                    <a:pt x="165" y="26147"/>
                    <a:pt x="1" y="29316"/>
                    <a:pt x="470" y="32484"/>
                  </a:cubicBezTo>
                  <a:cubicBezTo>
                    <a:pt x="728" y="34573"/>
                    <a:pt x="1409" y="36592"/>
                    <a:pt x="2489" y="38423"/>
                  </a:cubicBezTo>
                  <a:cubicBezTo>
                    <a:pt x="3052" y="39385"/>
                    <a:pt x="3850" y="40159"/>
                    <a:pt x="4836" y="40699"/>
                  </a:cubicBezTo>
                  <a:cubicBezTo>
                    <a:pt x="5367" y="41003"/>
                    <a:pt x="5966" y="41156"/>
                    <a:pt x="6568" y="41156"/>
                  </a:cubicBezTo>
                  <a:cubicBezTo>
                    <a:pt x="7082" y="41156"/>
                    <a:pt x="7599" y="41044"/>
                    <a:pt x="8075" y="40817"/>
                  </a:cubicBezTo>
                  <a:cubicBezTo>
                    <a:pt x="8990" y="40394"/>
                    <a:pt x="9765" y="39737"/>
                    <a:pt x="10305" y="38892"/>
                  </a:cubicBezTo>
                  <a:cubicBezTo>
                    <a:pt x="11337" y="37202"/>
                    <a:pt x="11924" y="35301"/>
                    <a:pt x="12018" y="33353"/>
                  </a:cubicBezTo>
                  <a:cubicBezTo>
                    <a:pt x="12206" y="30161"/>
                    <a:pt x="11994" y="26992"/>
                    <a:pt x="11408" y="23847"/>
                  </a:cubicBezTo>
                  <a:cubicBezTo>
                    <a:pt x="11079" y="21875"/>
                    <a:pt x="10657" y="19927"/>
                    <a:pt x="10422" y="17956"/>
                  </a:cubicBezTo>
                  <a:cubicBezTo>
                    <a:pt x="10046" y="14834"/>
                    <a:pt x="9859" y="11712"/>
                    <a:pt x="9882" y="8591"/>
                  </a:cubicBezTo>
                  <a:cubicBezTo>
                    <a:pt x="9882" y="6032"/>
                    <a:pt x="9788" y="3474"/>
                    <a:pt x="9741" y="916"/>
                  </a:cubicBezTo>
                  <a:cubicBezTo>
                    <a:pt x="9718" y="681"/>
                    <a:pt x="9671" y="470"/>
                    <a:pt x="9600" y="235"/>
                  </a:cubicBezTo>
                  <a:cubicBezTo>
                    <a:pt x="7512" y="0"/>
                    <a:pt x="5399" y="94"/>
                    <a:pt x="3310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425075" y="1193375"/>
              <a:ext cx="789225" cy="818550"/>
            </a:xfrm>
            <a:custGeom>
              <a:avLst/>
              <a:gdLst/>
              <a:ahLst/>
              <a:cxnLst/>
              <a:rect l="l" t="t" r="r" b="b"/>
              <a:pathLst>
                <a:path w="31569" h="32742" extrusionOk="0">
                  <a:moveTo>
                    <a:pt x="5218" y="0"/>
                  </a:moveTo>
                  <a:cubicBezTo>
                    <a:pt x="5079" y="0"/>
                    <a:pt x="4931" y="72"/>
                    <a:pt x="4741" y="212"/>
                  </a:cubicBezTo>
                  <a:cubicBezTo>
                    <a:pt x="3192" y="1339"/>
                    <a:pt x="1666" y="2465"/>
                    <a:pt x="0" y="3709"/>
                  </a:cubicBezTo>
                  <a:cubicBezTo>
                    <a:pt x="516" y="4414"/>
                    <a:pt x="1901" y="5728"/>
                    <a:pt x="2371" y="6268"/>
                  </a:cubicBezTo>
                  <a:cubicBezTo>
                    <a:pt x="4788" y="9155"/>
                    <a:pt x="5962" y="11549"/>
                    <a:pt x="8074" y="14623"/>
                  </a:cubicBezTo>
                  <a:cubicBezTo>
                    <a:pt x="11008" y="18872"/>
                    <a:pt x="13989" y="23073"/>
                    <a:pt x="17486" y="26922"/>
                  </a:cubicBezTo>
                  <a:cubicBezTo>
                    <a:pt x="19199" y="28870"/>
                    <a:pt x="21265" y="30490"/>
                    <a:pt x="23565" y="31663"/>
                  </a:cubicBezTo>
                  <a:cubicBezTo>
                    <a:pt x="24668" y="32227"/>
                    <a:pt x="25865" y="32579"/>
                    <a:pt x="27109" y="32720"/>
                  </a:cubicBezTo>
                  <a:cubicBezTo>
                    <a:pt x="27274" y="32734"/>
                    <a:pt x="27437" y="32741"/>
                    <a:pt x="27598" y="32741"/>
                  </a:cubicBezTo>
                  <a:cubicBezTo>
                    <a:pt x="28770" y="32741"/>
                    <a:pt x="29834" y="32354"/>
                    <a:pt x="30536" y="31405"/>
                  </a:cubicBezTo>
                  <a:cubicBezTo>
                    <a:pt x="31287" y="30443"/>
                    <a:pt x="31569" y="29222"/>
                    <a:pt x="31334" y="28049"/>
                  </a:cubicBezTo>
                  <a:cubicBezTo>
                    <a:pt x="31005" y="26312"/>
                    <a:pt x="30278" y="24669"/>
                    <a:pt x="29174" y="23308"/>
                  </a:cubicBezTo>
                  <a:cubicBezTo>
                    <a:pt x="28283" y="22205"/>
                    <a:pt x="27414" y="21078"/>
                    <a:pt x="26428" y="20069"/>
                  </a:cubicBezTo>
                  <a:cubicBezTo>
                    <a:pt x="24574" y="18191"/>
                    <a:pt x="22579" y="16478"/>
                    <a:pt x="20467" y="14882"/>
                  </a:cubicBezTo>
                  <a:cubicBezTo>
                    <a:pt x="16735" y="12065"/>
                    <a:pt x="13519" y="8756"/>
                    <a:pt x="10398" y="5376"/>
                  </a:cubicBezTo>
                  <a:cubicBezTo>
                    <a:pt x="8849" y="3709"/>
                    <a:pt x="7346" y="2043"/>
                    <a:pt x="5821" y="400"/>
                  </a:cubicBezTo>
                  <a:cubicBezTo>
                    <a:pt x="5578" y="131"/>
                    <a:pt x="5406" y="0"/>
                    <a:pt x="5218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913500" y="1072200"/>
              <a:ext cx="480950" cy="384125"/>
            </a:xfrm>
            <a:custGeom>
              <a:avLst/>
              <a:gdLst/>
              <a:ahLst/>
              <a:cxnLst/>
              <a:rect l="l" t="t" r="r" b="b"/>
              <a:pathLst>
                <a:path w="19238" h="15365" extrusionOk="0">
                  <a:moveTo>
                    <a:pt x="17860" y="0"/>
                  </a:moveTo>
                  <a:cubicBezTo>
                    <a:pt x="17461" y="0"/>
                    <a:pt x="17072" y="174"/>
                    <a:pt x="16796" y="482"/>
                  </a:cubicBezTo>
                  <a:cubicBezTo>
                    <a:pt x="16421" y="858"/>
                    <a:pt x="16022" y="1210"/>
                    <a:pt x="15646" y="1562"/>
                  </a:cubicBezTo>
                  <a:cubicBezTo>
                    <a:pt x="12783" y="4308"/>
                    <a:pt x="10177" y="7336"/>
                    <a:pt x="7877" y="10575"/>
                  </a:cubicBezTo>
                  <a:cubicBezTo>
                    <a:pt x="7549" y="11138"/>
                    <a:pt x="7126" y="11608"/>
                    <a:pt x="6633" y="12007"/>
                  </a:cubicBezTo>
                  <a:cubicBezTo>
                    <a:pt x="6375" y="11584"/>
                    <a:pt x="6164" y="11303"/>
                    <a:pt x="6023" y="10974"/>
                  </a:cubicBezTo>
                  <a:cubicBezTo>
                    <a:pt x="5272" y="9425"/>
                    <a:pt x="4521" y="7899"/>
                    <a:pt x="3840" y="6350"/>
                  </a:cubicBezTo>
                  <a:cubicBezTo>
                    <a:pt x="3206" y="4918"/>
                    <a:pt x="2596" y="3510"/>
                    <a:pt x="2033" y="2055"/>
                  </a:cubicBezTo>
                  <a:cubicBezTo>
                    <a:pt x="1879" y="1571"/>
                    <a:pt x="1437" y="1252"/>
                    <a:pt x="938" y="1252"/>
                  </a:cubicBezTo>
                  <a:cubicBezTo>
                    <a:pt x="904" y="1252"/>
                    <a:pt x="870" y="1254"/>
                    <a:pt x="836" y="1257"/>
                  </a:cubicBezTo>
                  <a:cubicBezTo>
                    <a:pt x="803" y="1256"/>
                    <a:pt x="770" y="1255"/>
                    <a:pt x="740" y="1255"/>
                  </a:cubicBezTo>
                  <a:cubicBezTo>
                    <a:pt x="140" y="1255"/>
                    <a:pt x="0" y="1477"/>
                    <a:pt x="179" y="2102"/>
                  </a:cubicBezTo>
                  <a:cubicBezTo>
                    <a:pt x="273" y="2430"/>
                    <a:pt x="413" y="2782"/>
                    <a:pt x="531" y="3111"/>
                  </a:cubicBezTo>
                  <a:cubicBezTo>
                    <a:pt x="2009" y="7101"/>
                    <a:pt x="3864" y="10927"/>
                    <a:pt x="6046" y="14565"/>
                  </a:cubicBezTo>
                  <a:cubicBezTo>
                    <a:pt x="6117" y="14706"/>
                    <a:pt x="6187" y="14847"/>
                    <a:pt x="6281" y="14964"/>
                  </a:cubicBezTo>
                  <a:cubicBezTo>
                    <a:pt x="6470" y="15229"/>
                    <a:pt x="6639" y="15365"/>
                    <a:pt x="6810" y="15365"/>
                  </a:cubicBezTo>
                  <a:cubicBezTo>
                    <a:pt x="6956" y="15365"/>
                    <a:pt x="7104" y="15264"/>
                    <a:pt x="7267" y="15058"/>
                  </a:cubicBezTo>
                  <a:cubicBezTo>
                    <a:pt x="8041" y="14072"/>
                    <a:pt x="8769" y="13063"/>
                    <a:pt x="9497" y="12030"/>
                  </a:cubicBezTo>
                  <a:cubicBezTo>
                    <a:pt x="11985" y="8416"/>
                    <a:pt x="14848" y="5059"/>
                    <a:pt x="17993" y="2008"/>
                  </a:cubicBezTo>
                  <a:cubicBezTo>
                    <a:pt x="18251" y="1750"/>
                    <a:pt x="18510" y="1492"/>
                    <a:pt x="18768" y="1210"/>
                  </a:cubicBezTo>
                  <a:cubicBezTo>
                    <a:pt x="19237" y="670"/>
                    <a:pt x="19120" y="342"/>
                    <a:pt x="18392" y="107"/>
                  </a:cubicBezTo>
                  <a:cubicBezTo>
                    <a:pt x="18219" y="34"/>
                    <a:pt x="18038" y="0"/>
                    <a:pt x="1786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2908125" y="425475"/>
              <a:ext cx="322150" cy="571950"/>
            </a:xfrm>
            <a:custGeom>
              <a:avLst/>
              <a:gdLst/>
              <a:ahLst/>
              <a:cxnLst/>
              <a:rect l="l" t="t" r="r" b="b"/>
              <a:pathLst>
                <a:path w="12886" h="22878" extrusionOk="0">
                  <a:moveTo>
                    <a:pt x="5231" y="1"/>
                  </a:moveTo>
                  <a:cubicBezTo>
                    <a:pt x="5099" y="1"/>
                    <a:pt x="4965" y="51"/>
                    <a:pt x="4859" y="158"/>
                  </a:cubicBezTo>
                  <a:cubicBezTo>
                    <a:pt x="4718" y="298"/>
                    <a:pt x="4600" y="486"/>
                    <a:pt x="4530" y="697"/>
                  </a:cubicBezTo>
                  <a:cubicBezTo>
                    <a:pt x="4342" y="1542"/>
                    <a:pt x="4037" y="2364"/>
                    <a:pt x="4061" y="3256"/>
                  </a:cubicBezTo>
                  <a:cubicBezTo>
                    <a:pt x="4084" y="4077"/>
                    <a:pt x="4037" y="4875"/>
                    <a:pt x="4014" y="5697"/>
                  </a:cubicBezTo>
                  <a:lnTo>
                    <a:pt x="3708" y="5650"/>
                  </a:lnTo>
                  <a:cubicBezTo>
                    <a:pt x="3732" y="4570"/>
                    <a:pt x="3755" y="3490"/>
                    <a:pt x="3755" y="2411"/>
                  </a:cubicBezTo>
                  <a:cubicBezTo>
                    <a:pt x="3755" y="1965"/>
                    <a:pt x="3708" y="1542"/>
                    <a:pt x="3638" y="1120"/>
                  </a:cubicBezTo>
                  <a:cubicBezTo>
                    <a:pt x="3615" y="885"/>
                    <a:pt x="3403" y="721"/>
                    <a:pt x="3169" y="721"/>
                  </a:cubicBezTo>
                  <a:cubicBezTo>
                    <a:pt x="2934" y="721"/>
                    <a:pt x="2746" y="885"/>
                    <a:pt x="2676" y="1096"/>
                  </a:cubicBezTo>
                  <a:cubicBezTo>
                    <a:pt x="2582" y="1284"/>
                    <a:pt x="2488" y="1495"/>
                    <a:pt x="2441" y="1707"/>
                  </a:cubicBezTo>
                  <a:cubicBezTo>
                    <a:pt x="2230" y="2927"/>
                    <a:pt x="1901" y="4148"/>
                    <a:pt x="1972" y="5415"/>
                  </a:cubicBezTo>
                  <a:cubicBezTo>
                    <a:pt x="1995" y="5955"/>
                    <a:pt x="2066" y="6495"/>
                    <a:pt x="1784" y="7058"/>
                  </a:cubicBezTo>
                  <a:cubicBezTo>
                    <a:pt x="1620" y="6706"/>
                    <a:pt x="1549" y="6330"/>
                    <a:pt x="1620" y="5931"/>
                  </a:cubicBezTo>
                  <a:cubicBezTo>
                    <a:pt x="1620" y="5227"/>
                    <a:pt x="1643" y="4523"/>
                    <a:pt x="1643" y="3819"/>
                  </a:cubicBezTo>
                  <a:cubicBezTo>
                    <a:pt x="1643" y="3537"/>
                    <a:pt x="1596" y="3279"/>
                    <a:pt x="1502" y="3021"/>
                  </a:cubicBezTo>
                  <a:cubicBezTo>
                    <a:pt x="1432" y="2880"/>
                    <a:pt x="1291" y="2786"/>
                    <a:pt x="1127" y="2763"/>
                  </a:cubicBezTo>
                  <a:cubicBezTo>
                    <a:pt x="962" y="2763"/>
                    <a:pt x="822" y="2857"/>
                    <a:pt x="728" y="2974"/>
                  </a:cubicBezTo>
                  <a:cubicBezTo>
                    <a:pt x="587" y="3279"/>
                    <a:pt x="469" y="3584"/>
                    <a:pt x="399" y="3913"/>
                  </a:cubicBezTo>
                  <a:cubicBezTo>
                    <a:pt x="188" y="5180"/>
                    <a:pt x="47" y="6495"/>
                    <a:pt x="47" y="7786"/>
                  </a:cubicBezTo>
                  <a:cubicBezTo>
                    <a:pt x="0" y="9499"/>
                    <a:pt x="423" y="11166"/>
                    <a:pt x="1267" y="12644"/>
                  </a:cubicBezTo>
                  <a:cubicBezTo>
                    <a:pt x="1620" y="13278"/>
                    <a:pt x="1995" y="13888"/>
                    <a:pt x="2347" y="14498"/>
                  </a:cubicBezTo>
                  <a:cubicBezTo>
                    <a:pt x="3474" y="16493"/>
                    <a:pt x="4272" y="18559"/>
                    <a:pt x="4037" y="20883"/>
                  </a:cubicBezTo>
                  <a:cubicBezTo>
                    <a:pt x="4014" y="21305"/>
                    <a:pt x="4037" y="21751"/>
                    <a:pt x="4061" y="22173"/>
                  </a:cubicBezTo>
                  <a:cubicBezTo>
                    <a:pt x="4107" y="22643"/>
                    <a:pt x="4342" y="22878"/>
                    <a:pt x="4835" y="22878"/>
                  </a:cubicBezTo>
                  <a:cubicBezTo>
                    <a:pt x="5398" y="22878"/>
                    <a:pt x="5962" y="22878"/>
                    <a:pt x="6548" y="22854"/>
                  </a:cubicBezTo>
                  <a:cubicBezTo>
                    <a:pt x="8074" y="22807"/>
                    <a:pt x="9623" y="22784"/>
                    <a:pt x="11172" y="22737"/>
                  </a:cubicBezTo>
                  <a:cubicBezTo>
                    <a:pt x="11783" y="22713"/>
                    <a:pt x="11994" y="22502"/>
                    <a:pt x="12111" y="21962"/>
                  </a:cubicBezTo>
                  <a:cubicBezTo>
                    <a:pt x="12182" y="21657"/>
                    <a:pt x="12228" y="21329"/>
                    <a:pt x="12228" y="21000"/>
                  </a:cubicBezTo>
                  <a:cubicBezTo>
                    <a:pt x="12322" y="19803"/>
                    <a:pt x="12463" y="18629"/>
                    <a:pt x="12581" y="17432"/>
                  </a:cubicBezTo>
                  <a:cubicBezTo>
                    <a:pt x="12792" y="15390"/>
                    <a:pt x="12886" y="13325"/>
                    <a:pt x="12064" y="11330"/>
                  </a:cubicBezTo>
                  <a:cubicBezTo>
                    <a:pt x="11900" y="10813"/>
                    <a:pt x="11759" y="10274"/>
                    <a:pt x="11642" y="9757"/>
                  </a:cubicBezTo>
                  <a:cubicBezTo>
                    <a:pt x="11407" y="8959"/>
                    <a:pt x="11172" y="8185"/>
                    <a:pt x="10938" y="7410"/>
                  </a:cubicBezTo>
                  <a:cubicBezTo>
                    <a:pt x="10773" y="6941"/>
                    <a:pt x="10679" y="6424"/>
                    <a:pt x="10069" y="6307"/>
                  </a:cubicBezTo>
                  <a:cubicBezTo>
                    <a:pt x="10053" y="6305"/>
                    <a:pt x="10037" y="6304"/>
                    <a:pt x="10021" y="6304"/>
                  </a:cubicBezTo>
                  <a:cubicBezTo>
                    <a:pt x="9671" y="6304"/>
                    <a:pt x="9433" y="6792"/>
                    <a:pt x="9388" y="7645"/>
                  </a:cubicBezTo>
                  <a:cubicBezTo>
                    <a:pt x="9365" y="8396"/>
                    <a:pt x="9365" y="9124"/>
                    <a:pt x="9342" y="9922"/>
                  </a:cubicBezTo>
                  <a:cubicBezTo>
                    <a:pt x="8637" y="9194"/>
                    <a:pt x="8497" y="8959"/>
                    <a:pt x="8426" y="8091"/>
                  </a:cubicBezTo>
                  <a:cubicBezTo>
                    <a:pt x="8309" y="6612"/>
                    <a:pt x="8215" y="5157"/>
                    <a:pt x="8168" y="3702"/>
                  </a:cubicBezTo>
                  <a:cubicBezTo>
                    <a:pt x="8168" y="2998"/>
                    <a:pt x="8074" y="2293"/>
                    <a:pt x="7910" y="1589"/>
                  </a:cubicBezTo>
                  <a:cubicBezTo>
                    <a:pt x="7816" y="1167"/>
                    <a:pt x="7722" y="721"/>
                    <a:pt x="7182" y="604"/>
                  </a:cubicBezTo>
                  <a:cubicBezTo>
                    <a:pt x="7155" y="598"/>
                    <a:pt x="7127" y="595"/>
                    <a:pt x="7101" y="595"/>
                  </a:cubicBezTo>
                  <a:cubicBezTo>
                    <a:pt x="6811" y="595"/>
                    <a:pt x="6586" y="942"/>
                    <a:pt x="6478" y="1566"/>
                  </a:cubicBezTo>
                  <a:cubicBezTo>
                    <a:pt x="6431" y="1941"/>
                    <a:pt x="6408" y="2317"/>
                    <a:pt x="6337" y="2692"/>
                  </a:cubicBezTo>
                  <a:cubicBezTo>
                    <a:pt x="6314" y="2904"/>
                    <a:pt x="6408" y="3162"/>
                    <a:pt x="5962" y="3162"/>
                  </a:cubicBezTo>
                  <a:cubicBezTo>
                    <a:pt x="5938" y="2481"/>
                    <a:pt x="5891" y="1777"/>
                    <a:pt x="5844" y="1096"/>
                  </a:cubicBezTo>
                  <a:cubicBezTo>
                    <a:pt x="5821" y="815"/>
                    <a:pt x="5774" y="557"/>
                    <a:pt x="5704" y="298"/>
                  </a:cubicBezTo>
                  <a:cubicBezTo>
                    <a:pt x="5607" y="105"/>
                    <a:pt x="5420" y="1"/>
                    <a:pt x="5231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6"/>
            <p:cNvSpPr/>
            <p:nvPr/>
          </p:nvSpPr>
          <p:spPr>
            <a:xfrm>
              <a:off x="3249025" y="1063150"/>
              <a:ext cx="160800" cy="205375"/>
            </a:xfrm>
            <a:custGeom>
              <a:avLst/>
              <a:gdLst/>
              <a:ahLst/>
              <a:cxnLst/>
              <a:rect l="l" t="t" r="r" b="b"/>
              <a:pathLst>
                <a:path w="6432" h="8215" extrusionOk="0">
                  <a:moveTo>
                    <a:pt x="624" y="1"/>
                  </a:moveTo>
                  <a:cubicBezTo>
                    <a:pt x="487" y="1"/>
                    <a:pt x="350" y="42"/>
                    <a:pt x="235" y="140"/>
                  </a:cubicBezTo>
                  <a:cubicBezTo>
                    <a:pt x="71" y="258"/>
                    <a:pt x="1" y="469"/>
                    <a:pt x="48" y="657"/>
                  </a:cubicBezTo>
                  <a:cubicBezTo>
                    <a:pt x="188" y="1103"/>
                    <a:pt x="400" y="1478"/>
                    <a:pt x="681" y="1830"/>
                  </a:cubicBezTo>
                  <a:cubicBezTo>
                    <a:pt x="1174" y="2464"/>
                    <a:pt x="1691" y="3074"/>
                    <a:pt x="2137" y="3731"/>
                  </a:cubicBezTo>
                  <a:cubicBezTo>
                    <a:pt x="2841" y="4811"/>
                    <a:pt x="3709" y="5797"/>
                    <a:pt x="4695" y="6665"/>
                  </a:cubicBezTo>
                  <a:cubicBezTo>
                    <a:pt x="5282" y="7158"/>
                    <a:pt x="5868" y="7674"/>
                    <a:pt x="6432" y="8214"/>
                  </a:cubicBezTo>
                  <a:cubicBezTo>
                    <a:pt x="6244" y="7933"/>
                    <a:pt x="6080" y="7627"/>
                    <a:pt x="5939" y="7322"/>
                  </a:cubicBezTo>
                  <a:cubicBezTo>
                    <a:pt x="5587" y="6571"/>
                    <a:pt x="5282" y="5820"/>
                    <a:pt x="5000" y="5069"/>
                  </a:cubicBezTo>
                  <a:cubicBezTo>
                    <a:pt x="4625" y="4013"/>
                    <a:pt x="4437" y="2792"/>
                    <a:pt x="3850" y="1807"/>
                  </a:cubicBezTo>
                  <a:lnTo>
                    <a:pt x="3850" y="1807"/>
                  </a:lnTo>
                  <a:cubicBezTo>
                    <a:pt x="3920" y="1994"/>
                    <a:pt x="3944" y="2182"/>
                    <a:pt x="3967" y="2370"/>
                  </a:cubicBezTo>
                  <a:cubicBezTo>
                    <a:pt x="3925" y="2381"/>
                    <a:pt x="3885" y="2387"/>
                    <a:pt x="3848" y="2387"/>
                  </a:cubicBezTo>
                  <a:cubicBezTo>
                    <a:pt x="3655" y="2387"/>
                    <a:pt x="3514" y="2249"/>
                    <a:pt x="3357" y="2112"/>
                  </a:cubicBezTo>
                  <a:cubicBezTo>
                    <a:pt x="2817" y="1595"/>
                    <a:pt x="2277" y="1079"/>
                    <a:pt x="1714" y="563"/>
                  </a:cubicBezTo>
                  <a:cubicBezTo>
                    <a:pt x="1456" y="304"/>
                    <a:pt x="1151" y="117"/>
                    <a:pt x="799" y="23"/>
                  </a:cubicBezTo>
                  <a:cubicBezTo>
                    <a:pt x="742" y="9"/>
                    <a:pt x="683" y="1"/>
                    <a:pt x="624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6"/>
            <p:cNvSpPr/>
            <p:nvPr/>
          </p:nvSpPr>
          <p:spPr>
            <a:xfrm>
              <a:off x="3185075" y="967825"/>
              <a:ext cx="461825" cy="408375"/>
            </a:xfrm>
            <a:custGeom>
              <a:avLst/>
              <a:gdLst/>
              <a:ahLst/>
              <a:cxnLst/>
              <a:rect l="l" t="t" r="r" b="b"/>
              <a:pathLst>
                <a:path w="18473" h="16335" extrusionOk="0">
                  <a:moveTo>
                    <a:pt x="7087" y="0"/>
                  </a:moveTo>
                  <a:cubicBezTo>
                    <a:pt x="6619" y="0"/>
                    <a:pt x="6165" y="86"/>
                    <a:pt x="5751" y="362"/>
                  </a:cubicBezTo>
                  <a:cubicBezTo>
                    <a:pt x="5505" y="485"/>
                    <a:pt x="5241" y="554"/>
                    <a:pt x="4959" y="554"/>
                  </a:cubicBezTo>
                  <a:cubicBezTo>
                    <a:pt x="4919" y="554"/>
                    <a:pt x="4877" y="553"/>
                    <a:pt x="4835" y="550"/>
                  </a:cubicBezTo>
                  <a:cubicBezTo>
                    <a:pt x="4796" y="548"/>
                    <a:pt x="4755" y="546"/>
                    <a:pt x="4715" y="546"/>
                  </a:cubicBezTo>
                  <a:cubicBezTo>
                    <a:pt x="4353" y="546"/>
                    <a:pt x="3979" y="641"/>
                    <a:pt x="3662" y="832"/>
                  </a:cubicBezTo>
                  <a:cubicBezTo>
                    <a:pt x="3286" y="1082"/>
                    <a:pt x="2890" y="1144"/>
                    <a:pt x="2480" y="1144"/>
                  </a:cubicBezTo>
                  <a:cubicBezTo>
                    <a:pt x="2274" y="1144"/>
                    <a:pt x="2066" y="1129"/>
                    <a:pt x="1855" y="1113"/>
                  </a:cubicBezTo>
                  <a:cubicBezTo>
                    <a:pt x="1701" y="1089"/>
                    <a:pt x="1541" y="1076"/>
                    <a:pt x="1380" y="1076"/>
                  </a:cubicBezTo>
                  <a:cubicBezTo>
                    <a:pt x="1074" y="1076"/>
                    <a:pt x="762" y="1123"/>
                    <a:pt x="470" y="1231"/>
                  </a:cubicBezTo>
                  <a:cubicBezTo>
                    <a:pt x="71" y="1395"/>
                    <a:pt x="0" y="1935"/>
                    <a:pt x="352" y="2193"/>
                  </a:cubicBezTo>
                  <a:cubicBezTo>
                    <a:pt x="634" y="2404"/>
                    <a:pt x="986" y="2545"/>
                    <a:pt x="1338" y="2592"/>
                  </a:cubicBezTo>
                  <a:cubicBezTo>
                    <a:pt x="2254" y="2803"/>
                    <a:pt x="3122" y="3061"/>
                    <a:pt x="3990" y="3413"/>
                  </a:cubicBezTo>
                  <a:cubicBezTo>
                    <a:pt x="4976" y="3836"/>
                    <a:pt x="5704" y="4446"/>
                    <a:pt x="6056" y="5338"/>
                  </a:cubicBezTo>
                  <a:cubicBezTo>
                    <a:pt x="6690" y="6253"/>
                    <a:pt x="6877" y="7450"/>
                    <a:pt x="7253" y="8507"/>
                  </a:cubicBezTo>
                  <a:cubicBezTo>
                    <a:pt x="7535" y="9352"/>
                    <a:pt x="7887" y="10197"/>
                    <a:pt x="8262" y="11018"/>
                  </a:cubicBezTo>
                  <a:cubicBezTo>
                    <a:pt x="8450" y="11417"/>
                    <a:pt x="8661" y="11793"/>
                    <a:pt x="8896" y="12168"/>
                  </a:cubicBezTo>
                  <a:cubicBezTo>
                    <a:pt x="9882" y="13553"/>
                    <a:pt x="11407" y="14726"/>
                    <a:pt x="12182" y="15689"/>
                  </a:cubicBezTo>
                  <a:cubicBezTo>
                    <a:pt x="12547" y="16130"/>
                    <a:pt x="12737" y="16334"/>
                    <a:pt x="12969" y="16334"/>
                  </a:cubicBezTo>
                  <a:cubicBezTo>
                    <a:pt x="13168" y="16334"/>
                    <a:pt x="13399" y="16182"/>
                    <a:pt x="13801" y="15900"/>
                  </a:cubicBezTo>
                  <a:cubicBezTo>
                    <a:pt x="14459" y="15454"/>
                    <a:pt x="15116" y="14985"/>
                    <a:pt x="15773" y="14492"/>
                  </a:cubicBezTo>
                  <a:cubicBezTo>
                    <a:pt x="16477" y="13975"/>
                    <a:pt x="17158" y="13482"/>
                    <a:pt x="17815" y="12943"/>
                  </a:cubicBezTo>
                  <a:cubicBezTo>
                    <a:pt x="18472" y="12403"/>
                    <a:pt x="18472" y="12309"/>
                    <a:pt x="17909" y="11605"/>
                  </a:cubicBezTo>
                  <a:lnTo>
                    <a:pt x="17932" y="11605"/>
                  </a:lnTo>
                  <a:cubicBezTo>
                    <a:pt x="17345" y="10854"/>
                    <a:pt x="16759" y="10103"/>
                    <a:pt x="16101" y="9398"/>
                  </a:cubicBezTo>
                  <a:cubicBezTo>
                    <a:pt x="15045" y="8295"/>
                    <a:pt x="14341" y="6887"/>
                    <a:pt x="14036" y="5385"/>
                  </a:cubicBezTo>
                  <a:cubicBezTo>
                    <a:pt x="13848" y="4470"/>
                    <a:pt x="13567" y="3578"/>
                    <a:pt x="13332" y="2686"/>
                  </a:cubicBezTo>
                  <a:cubicBezTo>
                    <a:pt x="13121" y="1911"/>
                    <a:pt x="12534" y="1277"/>
                    <a:pt x="11759" y="1019"/>
                  </a:cubicBezTo>
                  <a:cubicBezTo>
                    <a:pt x="10492" y="526"/>
                    <a:pt x="9178" y="198"/>
                    <a:pt x="7840" y="57"/>
                  </a:cubicBezTo>
                  <a:cubicBezTo>
                    <a:pt x="7588" y="24"/>
                    <a:pt x="7335" y="0"/>
                    <a:pt x="7087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6"/>
            <p:cNvSpPr/>
            <p:nvPr/>
          </p:nvSpPr>
          <p:spPr>
            <a:xfrm>
              <a:off x="3811150" y="643575"/>
              <a:ext cx="41700" cy="41675"/>
            </a:xfrm>
            <a:custGeom>
              <a:avLst/>
              <a:gdLst/>
              <a:ahLst/>
              <a:cxnLst/>
              <a:rect l="l" t="t" r="r" b="b"/>
              <a:pathLst>
                <a:path w="1668" h="1667" extrusionOk="0">
                  <a:moveTo>
                    <a:pt x="822" y="1"/>
                  </a:moveTo>
                  <a:cubicBezTo>
                    <a:pt x="611" y="24"/>
                    <a:pt x="400" y="118"/>
                    <a:pt x="236" y="259"/>
                  </a:cubicBezTo>
                  <a:cubicBezTo>
                    <a:pt x="165" y="353"/>
                    <a:pt x="118" y="446"/>
                    <a:pt x="71" y="540"/>
                  </a:cubicBezTo>
                  <a:cubicBezTo>
                    <a:pt x="24" y="634"/>
                    <a:pt x="1" y="752"/>
                    <a:pt x="24" y="845"/>
                  </a:cubicBezTo>
                  <a:lnTo>
                    <a:pt x="48" y="1057"/>
                  </a:lnTo>
                  <a:cubicBezTo>
                    <a:pt x="95" y="1198"/>
                    <a:pt x="165" y="1338"/>
                    <a:pt x="283" y="1432"/>
                  </a:cubicBezTo>
                  <a:lnTo>
                    <a:pt x="447" y="1573"/>
                  </a:lnTo>
                  <a:cubicBezTo>
                    <a:pt x="588" y="1620"/>
                    <a:pt x="729" y="1667"/>
                    <a:pt x="869" y="1667"/>
                  </a:cubicBezTo>
                  <a:cubicBezTo>
                    <a:pt x="963" y="1667"/>
                    <a:pt x="1081" y="1644"/>
                    <a:pt x="1175" y="1597"/>
                  </a:cubicBezTo>
                  <a:cubicBezTo>
                    <a:pt x="1268" y="1550"/>
                    <a:pt x="1362" y="1479"/>
                    <a:pt x="1433" y="1409"/>
                  </a:cubicBezTo>
                  <a:cubicBezTo>
                    <a:pt x="1574" y="1245"/>
                    <a:pt x="1667" y="1033"/>
                    <a:pt x="1667" y="822"/>
                  </a:cubicBezTo>
                  <a:lnTo>
                    <a:pt x="1644" y="611"/>
                  </a:lnTo>
                  <a:cubicBezTo>
                    <a:pt x="1597" y="470"/>
                    <a:pt x="1527" y="353"/>
                    <a:pt x="1409" y="235"/>
                  </a:cubicBezTo>
                  <a:lnTo>
                    <a:pt x="1245" y="118"/>
                  </a:lnTo>
                  <a:cubicBezTo>
                    <a:pt x="1104" y="47"/>
                    <a:pt x="963" y="1"/>
                    <a:pt x="822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6"/>
            <p:cNvSpPr/>
            <p:nvPr/>
          </p:nvSpPr>
          <p:spPr>
            <a:xfrm>
              <a:off x="3807050" y="602500"/>
              <a:ext cx="66325" cy="32300"/>
            </a:xfrm>
            <a:custGeom>
              <a:avLst/>
              <a:gdLst/>
              <a:ahLst/>
              <a:cxnLst/>
              <a:rect l="l" t="t" r="r" b="b"/>
              <a:pathLst>
                <a:path w="2653" h="1292" extrusionOk="0">
                  <a:moveTo>
                    <a:pt x="1339" y="1"/>
                  </a:moveTo>
                  <a:cubicBezTo>
                    <a:pt x="611" y="1"/>
                    <a:pt x="1" y="869"/>
                    <a:pt x="1" y="869"/>
                  </a:cubicBezTo>
                  <a:cubicBezTo>
                    <a:pt x="277" y="761"/>
                    <a:pt x="574" y="714"/>
                    <a:pt x="871" y="714"/>
                  </a:cubicBezTo>
                  <a:cubicBezTo>
                    <a:pt x="1028" y="714"/>
                    <a:pt x="1185" y="727"/>
                    <a:pt x="1339" y="752"/>
                  </a:cubicBezTo>
                  <a:cubicBezTo>
                    <a:pt x="1784" y="869"/>
                    <a:pt x="2230" y="1033"/>
                    <a:pt x="2653" y="1291"/>
                  </a:cubicBezTo>
                  <a:cubicBezTo>
                    <a:pt x="2653" y="1291"/>
                    <a:pt x="2254" y="24"/>
                    <a:pt x="1339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6"/>
            <p:cNvSpPr/>
            <p:nvPr/>
          </p:nvSpPr>
          <p:spPr>
            <a:xfrm>
              <a:off x="3249025" y="1063150"/>
              <a:ext cx="160800" cy="205375"/>
            </a:xfrm>
            <a:custGeom>
              <a:avLst/>
              <a:gdLst/>
              <a:ahLst/>
              <a:cxnLst/>
              <a:rect l="l" t="t" r="r" b="b"/>
              <a:pathLst>
                <a:path w="6432" h="8215" extrusionOk="0">
                  <a:moveTo>
                    <a:pt x="624" y="1"/>
                  </a:moveTo>
                  <a:cubicBezTo>
                    <a:pt x="487" y="1"/>
                    <a:pt x="350" y="42"/>
                    <a:pt x="235" y="140"/>
                  </a:cubicBezTo>
                  <a:cubicBezTo>
                    <a:pt x="71" y="258"/>
                    <a:pt x="1" y="469"/>
                    <a:pt x="48" y="657"/>
                  </a:cubicBezTo>
                  <a:cubicBezTo>
                    <a:pt x="188" y="1103"/>
                    <a:pt x="400" y="1478"/>
                    <a:pt x="681" y="1830"/>
                  </a:cubicBezTo>
                  <a:cubicBezTo>
                    <a:pt x="1174" y="2464"/>
                    <a:pt x="1691" y="3074"/>
                    <a:pt x="2137" y="3731"/>
                  </a:cubicBezTo>
                  <a:cubicBezTo>
                    <a:pt x="2841" y="4811"/>
                    <a:pt x="3709" y="5797"/>
                    <a:pt x="4695" y="6665"/>
                  </a:cubicBezTo>
                  <a:cubicBezTo>
                    <a:pt x="5282" y="7158"/>
                    <a:pt x="5868" y="7674"/>
                    <a:pt x="6432" y="8214"/>
                  </a:cubicBezTo>
                  <a:cubicBezTo>
                    <a:pt x="6244" y="7933"/>
                    <a:pt x="6080" y="7627"/>
                    <a:pt x="5939" y="7322"/>
                  </a:cubicBezTo>
                  <a:cubicBezTo>
                    <a:pt x="5587" y="6571"/>
                    <a:pt x="5282" y="5820"/>
                    <a:pt x="5000" y="5069"/>
                  </a:cubicBezTo>
                  <a:cubicBezTo>
                    <a:pt x="4625" y="4013"/>
                    <a:pt x="4437" y="2792"/>
                    <a:pt x="3850" y="1807"/>
                  </a:cubicBezTo>
                  <a:lnTo>
                    <a:pt x="3850" y="1807"/>
                  </a:lnTo>
                  <a:cubicBezTo>
                    <a:pt x="3920" y="1994"/>
                    <a:pt x="3944" y="2182"/>
                    <a:pt x="3967" y="2370"/>
                  </a:cubicBezTo>
                  <a:cubicBezTo>
                    <a:pt x="3925" y="2381"/>
                    <a:pt x="3885" y="2387"/>
                    <a:pt x="3848" y="2387"/>
                  </a:cubicBezTo>
                  <a:cubicBezTo>
                    <a:pt x="3655" y="2387"/>
                    <a:pt x="3514" y="2249"/>
                    <a:pt x="3357" y="2112"/>
                  </a:cubicBezTo>
                  <a:cubicBezTo>
                    <a:pt x="2817" y="1595"/>
                    <a:pt x="2277" y="1079"/>
                    <a:pt x="1714" y="563"/>
                  </a:cubicBezTo>
                  <a:cubicBezTo>
                    <a:pt x="1456" y="304"/>
                    <a:pt x="1151" y="117"/>
                    <a:pt x="799" y="23"/>
                  </a:cubicBezTo>
                  <a:cubicBezTo>
                    <a:pt x="742" y="9"/>
                    <a:pt x="683" y="1"/>
                    <a:pt x="624" y="1"/>
                  </a:cubicBezTo>
                  <a:close/>
                </a:path>
              </a:pathLst>
            </a:custGeom>
            <a:solidFill>
              <a:srgbClr val="000000">
                <a:alpha val="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6"/>
            <p:cNvSpPr/>
            <p:nvPr/>
          </p:nvSpPr>
          <p:spPr>
            <a:xfrm>
              <a:off x="3747800" y="541275"/>
              <a:ext cx="420725" cy="468150"/>
            </a:xfrm>
            <a:custGeom>
              <a:avLst/>
              <a:gdLst/>
              <a:ahLst/>
              <a:cxnLst/>
              <a:rect l="l" t="t" r="r" b="b"/>
              <a:pathLst>
                <a:path w="16829" h="18726" extrusionOk="0">
                  <a:moveTo>
                    <a:pt x="13941" y="793"/>
                  </a:moveTo>
                  <a:cubicBezTo>
                    <a:pt x="14700" y="793"/>
                    <a:pt x="15439" y="1272"/>
                    <a:pt x="15679" y="2097"/>
                  </a:cubicBezTo>
                  <a:cubicBezTo>
                    <a:pt x="15960" y="2989"/>
                    <a:pt x="16054" y="3905"/>
                    <a:pt x="15960" y="4820"/>
                  </a:cubicBezTo>
                  <a:cubicBezTo>
                    <a:pt x="15773" y="6604"/>
                    <a:pt x="15467" y="8364"/>
                    <a:pt x="15022" y="10101"/>
                  </a:cubicBezTo>
                  <a:cubicBezTo>
                    <a:pt x="14857" y="10852"/>
                    <a:pt x="14646" y="11580"/>
                    <a:pt x="14411" y="12307"/>
                  </a:cubicBezTo>
                  <a:cubicBezTo>
                    <a:pt x="14304" y="12616"/>
                    <a:pt x="14166" y="12763"/>
                    <a:pt x="13976" y="12763"/>
                  </a:cubicBezTo>
                  <a:cubicBezTo>
                    <a:pt x="13833" y="12763"/>
                    <a:pt x="13660" y="12680"/>
                    <a:pt x="13449" y="12519"/>
                  </a:cubicBezTo>
                  <a:cubicBezTo>
                    <a:pt x="12604" y="11908"/>
                    <a:pt x="11994" y="11017"/>
                    <a:pt x="11712" y="10007"/>
                  </a:cubicBezTo>
                  <a:cubicBezTo>
                    <a:pt x="11430" y="9021"/>
                    <a:pt x="11430" y="7989"/>
                    <a:pt x="11407" y="6862"/>
                  </a:cubicBezTo>
                  <a:cubicBezTo>
                    <a:pt x="11360" y="6228"/>
                    <a:pt x="11618" y="5430"/>
                    <a:pt x="11219" y="4726"/>
                  </a:cubicBezTo>
                  <a:cubicBezTo>
                    <a:pt x="11407" y="3459"/>
                    <a:pt x="11642" y="2168"/>
                    <a:pt x="12721" y="1276"/>
                  </a:cubicBezTo>
                  <a:cubicBezTo>
                    <a:pt x="13077" y="946"/>
                    <a:pt x="13512" y="793"/>
                    <a:pt x="13941" y="793"/>
                  </a:cubicBezTo>
                  <a:close/>
                  <a:moveTo>
                    <a:pt x="13940" y="1"/>
                  </a:moveTo>
                  <a:cubicBezTo>
                    <a:pt x="13523" y="1"/>
                    <a:pt x="13098" y="100"/>
                    <a:pt x="12698" y="314"/>
                  </a:cubicBezTo>
                  <a:cubicBezTo>
                    <a:pt x="12064" y="595"/>
                    <a:pt x="11571" y="1088"/>
                    <a:pt x="11266" y="1722"/>
                  </a:cubicBezTo>
                  <a:cubicBezTo>
                    <a:pt x="11008" y="2215"/>
                    <a:pt x="10797" y="2731"/>
                    <a:pt x="10632" y="3271"/>
                  </a:cubicBezTo>
                  <a:cubicBezTo>
                    <a:pt x="10140" y="4914"/>
                    <a:pt x="10726" y="5923"/>
                    <a:pt x="8849" y="6064"/>
                  </a:cubicBezTo>
                  <a:cubicBezTo>
                    <a:pt x="8802" y="6064"/>
                    <a:pt x="3568" y="7097"/>
                    <a:pt x="1033" y="7308"/>
                  </a:cubicBezTo>
                  <a:cubicBezTo>
                    <a:pt x="188" y="7355"/>
                    <a:pt x="0" y="7543"/>
                    <a:pt x="47" y="8341"/>
                  </a:cubicBezTo>
                  <a:cubicBezTo>
                    <a:pt x="188" y="10805"/>
                    <a:pt x="329" y="11462"/>
                    <a:pt x="1385" y="13763"/>
                  </a:cubicBezTo>
                  <a:cubicBezTo>
                    <a:pt x="2629" y="16462"/>
                    <a:pt x="4694" y="18034"/>
                    <a:pt x="7769" y="18621"/>
                  </a:cubicBezTo>
                  <a:cubicBezTo>
                    <a:pt x="8145" y="18690"/>
                    <a:pt x="8502" y="18726"/>
                    <a:pt x="8844" y="18726"/>
                  </a:cubicBezTo>
                  <a:cubicBezTo>
                    <a:pt x="9891" y="18726"/>
                    <a:pt x="10798" y="18396"/>
                    <a:pt x="11665" y="17706"/>
                  </a:cubicBezTo>
                  <a:cubicBezTo>
                    <a:pt x="12721" y="16837"/>
                    <a:pt x="13707" y="15898"/>
                    <a:pt x="14623" y="14889"/>
                  </a:cubicBezTo>
                  <a:cubicBezTo>
                    <a:pt x="15022" y="14467"/>
                    <a:pt x="15467" y="14068"/>
                    <a:pt x="15045" y="13411"/>
                  </a:cubicBezTo>
                  <a:cubicBezTo>
                    <a:pt x="14857" y="13129"/>
                    <a:pt x="15162" y="12824"/>
                    <a:pt x="15256" y="12542"/>
                  </a:cubicBezTo>
                  <a:cubicBezTo>
                    <a:pt x="16031" y="10078"/>
                    <a:pt x="16524" y="7519"/>
                    <a:pt x="16782" y="4937"/>
                  </a:cubicBezTo>
                  <a:cubicBezTo>
                    <a:pt x="16782" y="3694"/>
                    <a:pt x="16829" y="2661"/>
                    <a:pt x="16430" y="1675"/>
                  </a:cubicBezTo>
                  <a:cubicBezTo>
                    <a:pt x="15993" y="633"/>
                    <a:pt x="14991" y="1"/>
                    <a:pt x="13940" y="1"/>
                  </a:cubicBezTo>
                  <a:close/>
                </a:path>
              </a:pathLst>
            </a:custGeom>
            <a:solidFill>
              <a:srgbClr val="000000">
                <a:alpha val="84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7"/>
          <p:cNvSpPr/>
          <p:nvPr/>
        </p:nvSpPr>
        <p:spPr>
          <a:xfrm>
            <a:off x="1762088" y="1958425"/>
            <a:ext cx="1566600" cy="15666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1" name="Google Shape;861;p47" title="Points scor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782" y="1957100"/>
            <a:ext cx="2533590" cy="156659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863" name="Google Shape;863;p47"/>
          <p:cNvSpPr txBox="1">
            <a:spLocks noGrp="1"/>
          </p:cNvSpPr>
          <p:nvPr>
            <p:ph type="subTitle" idx="4294967295"/>
          </p:nvPr>
        </p:nvSpPr>
        <p:spPr>
          <a:xfrm>
            <a:off x="1338975" y="1172350"/>
            <a:ext cx="24504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Evolution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864" name="Google Shape;864;p47"/>
          <p:cNvSpPr txBox="1">
            <a:spLocks noGrp="1"/>
          </p:cNvSpPr>
          <p:nvPr>
            <p:ph type="subTitle" idx="4294967295"/>
          </p:nvPr>
        </p:nvSpPr>
        <p:spPr>
          <a:xfrm>
            <a:off x="5354600" y="1172350"/>
            <a:ext cx="24504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Prevalence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865" name="Google Shape;865;p47"/>
          <p:cNvSpPr txBox="1">
            <a:spLocks noGrp="1"/>
          </p:cNvSpPr>
          <p:nvPr>
            <p:ph type="subTitle" idx="4294967295"/>
          </p:nvPr>
        </p:nvSpPr>
        <p:spPr>
          <a:xfrm>
            <a:off x="5367000" y="3958967"/>
            <a:ext cx="2450400" cy="2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200,000,000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866" name="Google Shape;866;p47"/>
          <p:cNvSpPr txBox="1">
            <a:spLocks noGrp="1"/>
          </p:cNvSpPr>
          <p:nvPr>
            <p:ph type="subTitle" idx="4294967295"/>
          </p:nvPr>
        </p:nvSpPr>
        <p:spPr>
          <a:xfrm>
            <a:off x="5367000" y="4261024"/>
            <a:ext cx="24504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Big number</a:t>
            </a:r>
            <a:endParaRPr sz="1100"/>
          </a:p>
        </p:txBody>
      </p:sp>
      <p:sp>
        <p:nvSpPr>
          <p:cNvPr id="867" name="Google Shape;867;p47"/>
          <p:cNvSpPr txBox="1">
            <a:spLocks noGrp="1"/>
          </p:cNvSpPr>
          <p:nvPr>
            <p:ph type="subTitle" idx="4294967295"/>
          </p:nvPr>
        </p:nvSpPr>
        <p:spPr>
          <a:xfrm>
            <a:off x="1061225" y="3868351"/>
            <a:ext cx="2930700" cy="7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If you want to modify this graph, click on it, follow the link, change the data and replace it</a:t>
            </a:r>
            <a:endParaRPr sz="1100"/>
          </a:p>
        </p:txBody>
      </p:sp>
      <p:sp>
        <p:nvSpPr>
          <p:cNvPr id="868" name="Google Shape;868;p47"/>
          <p:cNvSpPr txBox="1"/>
          <p:nvPr/>
        </p:nvSpPr>
        <p:spPr>
          <a:xfrm>
            <a:off x="1041575" y="3132825"/>
            <a:ext cx="126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Saturn</a:t>
            </a:r>
            <a:endParaRPr sz="10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69" name="Google Shape;869;p47"/>
          <p:cNvSpPr txBox="1">
            <a:spLocks noGrp="1"/>
          </p:cNvSpPr>
          <p:nvPr>
            <p:ph type="subTitle" idx="4294967295"/>
          </p:nvPr>
        </p:nvSpPr>
        <p:spPr>
          <a:xfrm>
            <a:off x="1041625" y="3030300"/>
            <a:ext cx="1260000" cy="1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latin typeface="Pompiere"/>
                <a:ea typeface="Pompiere"/>
                <a:cs typeface="Pompiere"/>
                <a:sym typeface="Pompiere"/>
              </a:rPr>
              <a:t>12%</a:t>
            </a:r>
            <a:endParaRPr sz="1900">
              <a:latin typeface="Pompiere"/>
              <a:ea typeface="Pompiere"/>
              <a:cs typeface="Pompiere"/>
              <a:sym typeface="Pompiere"/>
            </a:endParaRPr>
          </a:p>
        </p:txBody>
      </p:sp>
      <p:cxnSp>
        <p:nvCxnSpPr>
          <p:cNvPr id="870" name="Google Shape;870;p47"/>
          <p:cNvCxnSpPr/>
          <p:nvPr/>
        </p:nvCxnSpPr>
        <p:spPr>
          <a:xfrm>
            <a:off x="1136425" y="3132825"/>
            <a:ext cx="1165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47"/>
          <p:cNvSpPr txBox="1"/>
          <p:nvPr/>
        </p:nvSpPr>
        <p:spPr>
          <a:xfrm>
            <a:off x="1041575" y="2425884"/>
            <a:ext cx="126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Pluto</a:t>
            </a:r>
            <a:endParaRPr sz="10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72" name="Google Shape;872;p47"/>
          <p:cNvSpPr txBox="1">
            <a:spLocks noGrp="1"/>
          </p:cNvSpPr>
          <p:nvPr>
            <p:ph type="subTitle" idx="4294967295"/>
          </p:nvPr>
        </p:nvSpPr>
        <p:spPr>
          <a:xfrm>
            <a:off x="1041625" y="2323355"/>
            <a:ext cx="1260000" cy="1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latin typeface="Pompiere"/>
                <a:ea typeface="Pompiere"/>
                <a:cs typeface="Pompiere"/>
                <a:sym typeface="Pompiere"/>
              </a:rPr>
              <a:t>32%</a:t>
            </a:r>
            <a:endParaRPr sz="1900">
              <a:latin typeface="Pompiere"/>
              <a:ea typeface="Pompiere"/>
              <a:cs typeface="Pompiere"/>
              <a:sym typeface="Pompiere"/>
            </a:endParaRPr>
          </a:p>
        </p:txBody>
      </p:sp>
      <p:cxnSp>
        <p:nvCxnSpPr>
          <p:cNvPr id="873" name="Google Shape;873;p47"/>
          <p:cNvCxnSpPr/>
          <p:nvPr/>
        </p:nvCxnSpPr>
        <p:spPr>
          <a:xfrm>
            <a:off x="1136425" y="2425884"/>
            <a:ext cx="1165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4" name="Google Shape;874;p47"/>
          <p:cNvSpPr txBox="1"/>
          <p:nvPr/>
        </p:nvSpPr>
        <p:spPr>
          <a:xfrm>
            <a:off x="2826825" y="3133013"/>
            <a:ext cx="126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Mars</a:t>
            </a:r>
            <a:endParaRPr sz="10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75" name="Google Shape;875;p47"/>
          <p:cNvSpPr txBox="1">
            <a:spLocks noGrp="1"/>
          </p:cNvSpPr>
          <p:nvPr>
            <p:ph type="subTitle" idx="4294967295"/>
          </p:nvPr>
        </p:nvSpPr>
        <p:spPr>
          <a:xfrm>
            <a:off x="2826825" y="3030288"/>
            <a:ext cx="1260000" cy="1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latin typeface="Pompiere"/>
                <a:ea typeface="Pompiere"/>
                <a:cs typeface="Pompiere"/>
                <a:sym typeface="Pompiere"/>
              </a:rPr>
              <a:t>32%</a:t>
            </a:r>
            <a:endParaRPr sz="1900">
              <a:latin typeface="Pompiere"/>
              <a:ea typeface="Pompiere"/>
              <a:cs typeface="Pompiere"/>
              <a:sym typeface="Pompiere"/>
            </a:endParaRPr>
          </a:p>
        </p:txBody>
      </p:sp>
      <p:cxnSp>
        <p:nvCxnSpPr>
          <p:cNvPr id="876" name="Google Shape;876;p47"/>
          <p:cNvCxnSpPr/>
          <p:nvPr/>
        </p:nvCxnSpPr>
        <p:spPr>
          <a:xfrm>
            <a:off x="2826825" y="3133013"/>
            <a:ext cx="1165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7" name="Google Shape;877;p47"/>
          <p:cNvSpPr txBox="1"/>
          <p:nvPr/>
        </p:nvSpPr>
        <p:spPr>
          <a:xfrm>
            <a:off x="2826775" y="2425875"/>
            <a:ext cx="126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Venus</a:t>
            </a:r>
            <a:endParaRPr sz="10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78" name="Google Shape;878;p47"/>
          <p:cNvSpPr txBox="1">
            <a:spLocks noGrp="1"/>
          </p:cNvSpPr>
          <p:nvPr>
            <p:ph type="subTitle" idx="4294967295"/>
          </p:nvPr>
        </p:nvSpPr>
        <p:spPr>
          <a:xfrm>
            <a:off x="2826825" y="2323350"/>
            <a:ext cx="1260000" cy="1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latin typeface="Pompiere"/>
                <a:ea typeface="Pompiere"/>
                <a:cs typeface="Pompiere"/>
                <a:sym typeface="Pompiere"/>
              </a:rPr>
              <a:t>24%</a:t>
            </a:r>
            <a:endParaRPr sz="1900">
              <a:latin typeface="Pompiere"/>
              <a:ea typeface="Pompiere"/>
              <a:cs typeface="Pompiere"/>
              <a:sym typeface="Pompiere"/>
            </a:endParaRPr>
          </a:p>
        </p:txBody>
      </p:sp>
      <p:cxnSp>
        <p:nvCxnSpPr>
          <p:cNvPr id="879" name="Google Shape;879;p47"/>
          <p:cNvCxnSpPr/>
          <p:nvPr/>
        </p:nvCxnSpPr>
        <p:spPr>
          <a:xfrm>
            <a:off x="2826825" y="2425884"/>
            <a:ext cx="1165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0" name="Google Shape;880;p47"/>
          <p:cNvGrpSpPr/>
          <p:nvPr/>
        </p:nvGrpSpPr>
        <p:grpSpPr>
          <a:xfrm>
            <a:off x="1893914" y="2091065"/>
            <a:ext cx="1301320" cy="1298645"/>
            <a:chOff x="1867639" y="2091065"/>
            <a:chExt cx="1301320" cy="1298645"/>
          </a:xfrm>
        </p:grpSpPr>
        <p:sp>
          <p:nvSpPr>
            <p:cNvPr id="881" name="Google Shape;881;p47"/>
            <p:cNvSpPr/>
            <p:nvPr/>
          </p:nvSpPr>
          <p:spPr>
            <a:xfrm>
              <a:off x="2434888" y="2183521"/>
              <a:ext cx="50355" cy="123369"/>
            </a:xfrm>
            <a:custGeom>
              <a:avLst/>
              <a:gdLst/>
              <a:ahLst/>
              <a:cxnLst/>
              <a:rect l="l" t="t" r="r" b="b"/>
              <a:pathLst>
                <a:path w="6814" h="16694" extrusionOk="0">
                  <a:moveTo>
                    <a:pt x="5286" y="0"/>
                  </a:moveTo>
                  <a:cubicBezTo>
                    <a:pt x="4850" y="73"/>
                    <a:pt x="4341" y="146"/>
                    <a:pt x="3904" y="291"/>
                  </a:cubicBezTo>
                  <a:lnTo>
                    <a:pt x="1431" y="1091"/>
                  </a:lnTo>
                  <a:cubicBezTo>
                    <a:pt x="1" y="1378"/>
                    <a:pt x="259" y="3493"/>
                    <a:pt x="1652" y="3493"/>
                  </a:cubicBezTo>
                  <a:cubicBezTo>
                    <a:pt x="1675" y="3493"/>
                    <a:pt x="1699" y="3493"/>
                    <a:pt x="1722" y="3492"/>
                  </a:cubicBezTo>
                  <a:cubicBezTo>
                    <a:pt x="1941" y="3492"/>
                    <a:pt x="2086" y="3492"/>
                    <a:pt x="2232" y="3419"/>
                  </a:cubicBezTo>
                  <a:lnTo>
                    <a:pt x="3904" y="2910"/>
                  </a:lnTo>
                  <a:lnTo>
                    <a:pt x="3904" y="15275"/>
                  </a:lnTo>
                  <a:cubicBezTo>
                    <a:pt x="3904" y="16220"/>
                    <a:pt x="4614" y="16693"/>
                    <a:pt x="5323" y="16693"/>
                  </a:cubicBezTo>
                  <a:cubicBezTo>
                    <a:pt x="6032" y="16693"/>
                    <a:pt x="6741" y="16220"/>
                    <a:pt x="6741" y="15275"/>
                  </a:cubicBezTo>
                  <a:lnTo>
                    <a:pt x="6741" y="1455"/>
                  </a:lnTo>
                  <a:cubicBezTo>
                    <a:pt x="6814" y="655"/>
                    <a:pt x="6159" y="0"/>
                    <a:pt x="535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2508892" y="2183491"/>
              <a:ext cx="92456" cy="122630"/>
            </a:xfrm>
            <a:custGeom>
              <a:avLst/>
              <a:gdLst/>
              <a:ahLst/>
              <a:cxnLst/>
              <a:rect l="l" t="t" r="r" b="b"/>
              <a:pathLst>
                <a:path w="12511" h="16594" extrusionOk="0">
                  <a:moveTo>
                    <a:pt x="6174" y="0"/>
                  </a:moveTo>
                  <a:cubicBezTo>
                    <a:pt x="4146" y="0"/>
                    <a:pt x="2208" y="940"/>
                    <a:pt x="946" y="2623"/>
                  </a:cubicBezTo>
                  <a:cubicBezTo>
                    <a:pt x="800" y="2914"/>
                    <a:pt x="655" y="3205"/>
                    <a:pt x="655" y="3496"/>
                  </a:cubicBezTo>
                  <a:cubicBezTo>
                    <a:pt x="655" y="4223"/>
                    <a:pt x="1237" y="4805"/>
                    <a:pt x="1964" y="4805"/>
                  </a:cubicBezTo>
                  <a:cubicBezTo>
                    <a:pt x="2328" y="4805"/>
                    <a:pt x="2691" y="4659"/>
                    <a:pt x="2982" y="4368"/>
                  </a:cubicBezTo>
                  <a:cubicBezTo>
                    <a:pt x="3637" y="3277"/>
                    <a:pt x="4873" y="2623"/>
                    <a:pt x="6183" y="2550"/>
                  </a:cubicBezTo>
                  <a:cubicBezTo>
                    <a:pt x="6226" y="2548"/>
                    <a:pt x="6269" y="2547"/>
                    <a:pt x="6312" y="2547"/>
                  </a:cubicBezTo>
                  <a:cubicBezTo>
                    <a:pt x="7710" y="2547"/>
                    <a:pt x="8872" y="3684"/>
                    <a:pt x="8801" y="5096"/>
                  </a:cubicBezTo>
                  <a:cubicBezTo>
                    <a:pt x="8801" y="6550"/>
                    <a:pt x="8001" y="7642"/>
                    <a:pt x="5746" y="9533"/>
                  </a:cubicBezTo>
                  <a:lnTo>
                    <a:pt x="728" y="13751"/>
                  </a:lnTo>
                  <a:cubicBezTo>
                    <a:pt x="291" y="14115"/>
                    <a:pt x="0" y="14624"/>
                    <a:pt x="0" y="15206"/>
                  </a:cubicBezTo>
                  <a:cubicBezTo>
                    <a:pt x="0" y="15965"/>
                    <a:pt x="655" y="16593"/>
                    <a:pt x="1406" y="16593"/>
                  </a:cubicBezTo>
                  <a:cubicBezTo>
                    <a:pt x="1446" y="16593"/>
                    <a:pt x="1487" y="16592"/>
                    <a:pt x="1528" y="16588"/>
                  </a:cubicBezTo>
                  <a:lnTo>
                    <a:pt x="10838" y="16588"/>
                  </a:lnTo>
                  <a:cubicBezTo>
                    <a:pt x="12511" y="16588"/>
                    <a:pt x="12511" y="14042"/>
                    <a:pt x="10838" y="14042"/>
                  </a:cubicBezTo>
                  <a:lnTo>
                    <a:pt x="4146" y="14042"/>
                  </a:lnTo>
                  <a:lnTo>
                    <a:pt x="7565" y="11206"/>
                  </a:lnTo>
                  <a:cubicBezTo>
                    <a:pt x="10401" y="8878"/>
                    <a:pt x="11783" y="7496"/>
                    <a:pt x="11783" y="4878"/>
                  </a:cubicBezTo>
                  <a:cubicBezTo>
                    <a:pt x="11783" y="1968"/>
                    <a:pt x="9601" y="4"/>
                    <a:pt x="6401" y="4"/>
                  </a:cubicBezTo>
                  <a:cubicBezTo>
                    <a:pt x="6325" y="2"/>
                    <a:pt x="6250" y="0"/>
                    <a:pt x="617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2980906" y="2680676"/>
              <a:ext cx="91303" cy="122637"/>
            </a:xfrm>
            <a:custGeom>
              <a:avLst/>
              <a:gdLst/>
              <a:ahLst/>
              <a:cxnLst/>
              <a:rect l="l" t="t" r="r" b="b"/>
              <a:pathLst>
                <a:path w="12355" h="16595" extrusionOk="0">
                  <a:moveTo>
                    <a:pt x="10889" y="0"/>
                  </a:moveTo>
                  <a:cubicBezTo>
                    <a:pt x="10845" y="0"/>
                    <a:pt x="10800" y="2"/>
                    <a:pt x="10754" y="6"/>
                  </a:cubicBezTo>
                  <a:lnTo>
                    <a:pt x="2390" y="6"/>
                  </a:lnTo>
                  <a:cubicBezTo>
                    <a:pt x="717" y="6"/>
                    <a:pt x="717" y="2479"/>
                    <a:pt x="2390" y="2479"/>
                  </a:cubicBezTo>
                  <a:lnTo>
                    <a:pt x="8354" y="2479"/>
                  </a:lnTo>
                  <a:lnTo>
                    <a:pt x="4499" y="6625"/>
                  </a:lnTo>
                  <a:cubicBezTo>
                    <a:pt x="4136" y="6916"/>
                    <a:pt x="3917" y="7280"/>
                    <a:pt x="3917" y="7789"/>
                  </a:cubicBezTo>
                  <a:cubicBezTo>
                    <a:pt x="3917" y="8444"/>
                    <a:pt x="4427" y="9026"/>
                    <a:pt x="5154" y="9026"/>
                  </a:cubicBezTo>
                  <a:lnTo>
                    <a:pt x="5736" y="9026"/>
                  </a:lnTo>
                  <a:cubicBezTo>
                    <a:pt x="7991" y="9026"/>
                    <a:pt x="9518" y="9898"/>
                    <a:pt x="9518" y="11499"/>
                  </a:cubicBezTo>
                  <a:lnTo>
                    <a:pt x="9518" y="11571"/>
                  </a:lnTo>
                  <a:cubicBezTo>
                    <a:pt x="9449" y="12943"/>
                    <a:pt x="8281" y="14057"/>
                    <a:pt x="6928" y="14057"/>
                  </a:cubicBezTo>
                  <a:cubicBezTo>
                    <a:pt x="6846" y="14057"/>
                    <a:pt x="6764" y="14053"/>
                    <a:pt x="6681" y="14044"/>
                  </a:cubicBezTo>
                  <a:cubicBezTo>
                    <a:pt x="5299" y="14044"/>
                    <a:pt x="3917" y="13462"/>
                    <a:pt x="2972" y="12444"/>
                  </a:cubicBezTo>
                  <a:cubicBezTo>
                    <a:pt x="2670" y="12174"/>
                    <a:pt x="2343" y="12060"/>
                    <a:pt x="2032" y="12060"/>
                  </a:cubicBezTo>
                  <a:cubicBezTo>
                    <a:pt x="919" y="12060"/>
                    <a:pt x="1" y="13514"/>
                    <a:pt x="1081" y="14481"/>
                  </a:cubicBezTo>
                  <a:cubicBezTo>
                    <a:pt x="2469" y="15869"/>
                    <a:pt x="4388" y="16595"/>
                    <a:pt x="6330" y="16595"/>
                  </a:cubicBezTo>
                  <a:cubicBezTo>
                    <a:pt x="6423" y="16595"/>
                    <a:pt x="6516" y="16593"/>
                    <a:pt x="6609" y="16590"/>
                  </a:cubicBezTo>
                  <a:cubicBezTo>
                    <a:pt x="10027" y="16590"/>
                    <a:pt x="12355" y="14481"/>
                    <a:pt x="12355" y="11426"/>
                  </a:cubicBezTo>
                  <a:cubicBezTo>
                    <a:pt x="12355" y="8371"/>
                    <a:pt x="10027" y="7134"/>
                    <a:pt x="7554" y="6843"/>
                  </a:cubicBezTo>
                  <a:lnTo>
                    <a:pt x="11336" y="2843"/>
                  </a:lnTo>
                  <a:cubicBezTo>
                    <a:pt x="11846" y="2479"/>
                    <a:pt x="12136" y="1897"/>
                    <a:pt x="12209" y="1243"/>
                  </a:cubicBezTo>
                  <a:cubicBezTo>
                    <a:pt x="12209" y="557"/>
                    <a:pt x="11627" y="0"/>
                    <a:pt x="1088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7"/>
            <p:cNvSpPr/>
            <p:nvPr/>
          </p:nvSpPr>
          <p:spPr>
            <a:xfrm>
              <a:off x="2471802" y="3175170"/>
              <a:ext cx="92996" cy="124810"/>
            </a:xfrm>
            <a:custGeom>
              <a:avLst/>
              <a:gdLst/>
              <a:ahLst/>
              <a:cxnLst/>
              <a:rect l="l" t="t" r="r" b="b"/>
              <a:pathLst>
                <a:path w="12584" h="16889" extrusionOk="0">
                  <a:moveTo>
                    <a:pt x="6401" y="8519"/>
                  </a:moveTo>
                  <a:cubicBezTo>
                    <a:pt x="8438" y="8519"/>
                    <a:pt x="9747" y="9755"/>
                    <a:pt x="9747" y="11428"/>
                  </a:cubicBezTo>
                  <a:cubicBezTo>
                    <a:pt x="9747" y="13101"/>
                    <a:pt x="8510" y="14410"/>
                    <a:pt x="6474" y="14410"/>
                  </a:cubicBezTo>
                  <a:cubicBezTo>
                    <a:pt x="4437" y="14410"/>
                    <a:pt x="3055" y="13101"/>
                    <a:pt x="3055" y="11501"/>
                  </a:cubicBezTo>
                  <a:lnTo>
                    <a:pt x="3055" y="11428"/>
                  </a:lnTo>
                  <a:cubicBezTo>
                    <a:pt x="3055" y="9828"/>
                    <a:pt x="4365" y="8519"/>
                    <a:pt x="6401" y="8519"/>
                  </a:cubicBezTo>
                  <a:close/>
                  <a:moveTo>
                    <a:pt x="7297" y="1"/>
                  </a:moveTo>
                  <a:cubicBezTo>
                    <a:pt x="7193" y="1"/>
                    <a:pt x="7088" y="3"/>
                    <a:pt x="6983" y="9"/>
                  </a:cubicBezTo>
                  <a:cubicBezTo>
                    <a:pt x="2328" y="9"/>
                    <a:pt x="0" y="3864"/>
                    <a:pt x="0" y="8882"/>
                  </a:cubicBezTo>
                  <a:lnTo>
                    <a:pt x="0" y="8955"/>
                  </a:lnTo>
                  <a:cubicBezTo>
                    <a:pt x="0" y="12228"/>
                    <a:pt x="728" y="13901"/>
                    <a:pt x="1964" y="15138"/>
                  </a:cubicBezTo>
                  <a:cubicBezTo>
                    <a:pt x="3139" y="16243"/>
                    <a:pt x="4641" y="16889"/>
                    <a:pt x="6284" y="16889"/>
                  </a:cubicBezTo>
                  <a:cubicBezTo>
                    <a:pt x="6371" y="16889"/>
                    <a:pt x="6459" y="16887"/>
                    <a:pt x="6547" y="16883"/>
                  </a:cubicBezTo>
                  <a:cubicBezTo>
                    <a:pt x="9965" y="16883"/>
                    <a:pt x="12584" y="14556"/>
                    <a:pt x="12584" y="11355"/>
                  </a:cubicBezTo>
                  <a:lnTo>
                    <a:pt x="12584" y="11283"/>
                  </a:lnTo>
                  <a:cubicBezTo>
                    <a:pt x="12584" y="8010"/>
                    <a:pt x="10038" y="6118"/>
                    <a:pt x="6910" y="6118"/>
                  </a:cubicBezTo>
                  <a:cubicBezTo>
                    <a:pt x="5383" y="6118"/>
                    <a:pt x="4001" y="6700"/>
                    <a:pt x="2983" y="7791"/>
                  </a:cubicBezTo>
                  <a:cubicBezTo>
                    <a:pt x="3128" y="4809"/>
                    <a:pt x="4437" y="2627"/>
                    <a:pt x="6910" y="2627"/>
                  </a:cubicBezTo>
                  <a:cubicBezTo>
                    <a:pt x="7856" y="2627"/>
                    <a:pt x="8874" y="2918"/>
                    <a:pt x="9674" y="3500"/>
                  </a:cubicBezTo>
                  <a:cubicBezTo>
                    <a:pt x="9892" y="3645"/>
                    <a:pt x="10183" y="3718"/>
                    <a:pt x="10402" y="3718"/>
                  </a:cubicBezTo>
                  <a:cubicBezTo>
                    <a:pt x="11129" y="3718"/>
                    <a:pt x="11784" y="3136"/>
                    <a:pt x="11784" y="2409"/>
                  </a:cubicBezTo>
                  <a:cubicBezTo>
                    <a:pt x="11784" y="1900"/>
                    <a:pt x="11493" y="1391"/>
                    <a:pt x="11056" y="1172"/>
                  </a:cubicBezTo>
                  <a:cubicBezTo>
                    <a:pt x="9909" y="430"/>
                    <a:pt x="8636" y="1"/>
                    <a:pt x="729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7"/>
            <p:cNvSpPr/>
            <p:nvPr/>
          </p:nvSpPr>
          <p:spPr>
            <a:xfrm>
              <a:off x="1955787" y="2679597"/>
              <a:ext cx="93535" cy="124810"/>
            </a:xfrm>
            <a:custGeom>
              <a:avLst/>
              <a:gdLst/>
              <a:ahLst/>
              <a:cxnLst/>
              <a:rect l="l" t="t" r="r" b="b"/>
              <a:pathLst>
                <a:path w="12657" h="16889" extrusionOk="0">
                  <a:moveTo>
                    <a:pt x="5869" y="2470"/>
                  </a:moveTo>
                  <a:cubicBezTo>
                    <a:pt x="5949" y="2470"/>
                    <a:pt x="6030" y="2473"/>
                    <a:pt x="6110" y="2480"/>
                  </a:cubicBezTo>
                  <a:cubicBezTo>
                    <a:pt x="8220" y="2480"/>
                    <a:pt x="9529" y="3789"/>
                    <a:pt x="9529" y="5535"/>
                  </a:cubicBezTo>
                  <a:cubicBezTo>
                    <a:pt x="9529" y="7196"/>
                    <a:pt x="8146" y="8527"/>
                    <a:pt x="6508" y="8527"/>
                  </a:cubicBezTo>
                  <a:cubicBezTo>
                    <a:pt x="6425" y="8527"/>
                    <a:pt x="6341" y="8524"/>
                    <a:pt x="6256" y="8517"/>
                  </a:cubicBezTo>
                  <a:cubicBezTo>
                    <a:pt x="4219" y="8517"/>
                    <a:pt x="2910" y="7280"/>
                    <a:pt x="2910" y="5607"/>
                  </a:cubicBezTo>
                  <a:lnTo>
                    <a:pt x="2910" y="5535"/>
                  </a:lnTo>
                  <a:cubicBezTo>
                    <a:pt x="2841" y="3870"/>
                    <a:pt x="4227" y="2470"/>
                    <a:pt x="5869" y="2470"/>
                  </a:cubicBezTo>
                  <a:close/>
                  <a:moveTo>
                    <a:pt x="6389" y="1"/>
                  </a:moveTo>
                  <a:cubicBezTo>
                    <a:pt x="6296" y="1"/>
                    <a:pt x="6203" y="3"/>
                    <a:pt x="6110" y="7"/>
                  </a:cubicBezTo>
                  <a:cubicBezTo>
                    <a:pt x="2474" y="7"/>
                    <a:pt x="1" y="2480"/>
                    <a:pt x="1" y="5680"/>
                  </a:cubicBezTo>
                  <a:cubicBezTo>
                    <a:pt x="1" y="8881"/>
                    <a:pt x="2328" y="10917"/>
                    <a:pt x="5820" y="10917"/>
                  </a:cubicBezTo>
                  <a:cubicBezTo>
                    <a:pt x="7274" y="10917"/>
                    <a:pt x="8729" y="10263"/>
                    <a:pt x="9674" y="9172"/>
                  </a:cubicBezTo>
                  <a:lnTo>
                    <a:pt x="9674" y="9172"/>
                  </a:lnTo>
                  <a:cubicBezTo>
                    <a:pt x="9529" y="12154"/>
                    <a:pt x="8074" y="14263"/>
                    <a:pt x="5674" y="14263"/>
                  </a:cubicBezTo>
                  <a:cubicBezTo>
                    <a:pt x="4656" y="14263"/>
                    <a:pt x="3565" y="13972"/>
                    <a:pt x="2692" y="13317"/>
                  </a:cubicBezTo>
                  <a:cubicBezTo>
                    <a:pt x="2474" y="13172"/>
                    <a:pt x="2183" y="13099"/>
                    <a:pt x="1892" y="13026"/>
                  </a:cubicBezTo>
                  <a:cubicBezTo>
                    <a:pt x="1164" y="13026"/>
                    <a:pt x="583" y="13608"/>
                    <a:pt x="583" y="14336"/>
                  </a:cubicBezTo>
                  <a:cubicBezTo>
                    <a:pt x="583" y="14845"/>
                    <a:pt x="801" y="15281"/>
                    <a:pt x="1237" y="15572"/>
                  </a:cubicBezTo>
                  <a:cubicBezTo>
                    <a:pt x="2396" y="16390"/>
                    <a:pt x="3873" y="16888"/>
                    <a:pt x="5311" y="16888"/>
                  </a:cubicBezTo>
                  <a:cubicBezTo>
                    <a:pt x="5408" y="16888"/>
                    <a:pt x="5505" y="16886"/>
                    <a:pt x="5601" y="16881"/>
                  </a:cubicBezTo>
                  <a:cubicBezTo>
                    <a:pt x="10038" y="16881"/>
                    <a:pt x="12657" y="13245"/>
                    <a:pt x="12657" y="8008"/>
                  </a:cubicBezTo>
                  <a:cubicBezTo>
                    <a:pt x="12657" y="4735"/>
                    <a:pt x="11857" y="2989"/>
                    <a:pt x="10693" y="1753"/>
                  </a:cubicBezTo>
                  <a:cubicBezTo>
                    <a:pt x="9525" y="585"/>
                    <a:pt x="7968" y="1"/>
                    <a:pt x="638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1867639" y="2732317"/>
              <a:ext cx="52144" cy="22052"/>
            </a:xfrm>
            <a:custGeom>
              <a:avLst/>
              <a:gdLst/>
              <a:ahLst/>
              <a:cxnLst/>
              <a:rect l="l" t="t" r="r" b="b"/>
              <a:pathLst>
                <a:path w="7056" h="2984" extrusionOk="0">
                  <a:moveTo>
                    <a:pt x="1309" y="1"/>
                  </a:moveTo>
                  <a:cubicBezTo>
                    <a:pt x="582" y="1"/>
                    <a:pt x="0" y="583"/>
                    <a:pt x="0" y="1310"/>
                  </a:cubicBezTo>
                  <a:lnTo>
                    <a:pt x="0" y="1674"/>
                  </a:lnTo>
                  <a:cubicBezTo>
                    <a:pt x="0" y="2401"/>
                    <a:pt x="582" y="2983"/>
                    <a:pt x="1309" y="2983"/>
                  </a:cubicBezTo>
                  <a:lnTo>
                    <a:pt x="5746" y="2983"/>
                  </a:lnTo>
                  <a:cubicBezTo>
                    <a:pt x="6474" y="2983"/>
                    <a:pt x="7055" y="2401"/>
                    <a:pt x="7055" y="1674"/>
                  </a:cubicBezTo>
                  <a:lnTo>
                    <a:pt x="7055" y="1310"/>
                  </a:lnTo>
                  <a:cubicBezTo>
                    <a:pt x="7055" y="583"/>
                    <a:pt x="6474" y="1"/>
                    <a:pt x="574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2511072" y="2091065"/>
              <a:ext cx="22554" cy="52203"/>
            </a:xfrm>
            <a:custGeom>
              <a:avLst/>
              <a:gdLst/>
              <a:ahLst/>
              <a:cxnLst/>
              <a:rect l="l" t="t" r="r" b="b"/>
              <a:pathLst>
                <a:path w="3052" h="7064" extrusionOk="0">
                  <a:moveTo>
                    <a:pt x="1160" y="1"/>
                  </a:moveTo>
                  <a:cubicBezTo>
                    <a:pt x="505" y="1"/>
                    <a:pt x="69" y="801"/>
                    <a:pt x="69" y="1528"/>
                  </a:cubicBezTo>
                  <a:lnTo>
                    <a:pt x="69" y="5965"/>
                  </a:lnTo>
                  <a:cubicBezTo>
                    <a:pt x="1" y="6578"/>
                    <a:pt x="506" y="7063"/>
                    <a:pt x="1048" y="7063"/>
                  </a:cubicBezTo>
                  <a:cubicBezTo>
                    <a:pt x="1085" y="7063"/>
                    <a:pt x="1123" y="7061"/>
                    <a:pt x="1160" y="7056"/>
                  </a:cubicBezTo>
                  <a:lnTo>
                    <a:pt x="1815" y="7056"/>
                  </a:lnTo>
                  <a:cubicBezTo>
                    <a:pt x="1856" y="7061"/>
                    <a:pt x="1898" y="7063"/>
                    <a:pt x="1939" y="7063"/>
                  </a:cubicBezTo>
                  <a:cubicBezTo>
                    <a:pt x="2541" y="7063"/>
                    <a:pt x="3051" y="6578"/>
                    <a:pt x="3051" y="5965"/>
                  </a:cubicBezTo>
                  <a:lnTo>
                    <a:pt x="3051" y="1528"/>
                  </a:lnTo>
                  <a:cubicBezTo>
                    <a:pt x="3051" y="801"/>
                    <a:pt x="2542" y="146"/>
                    <a:pt x="181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3116816" y="2732317"/>
              <a:ext cx="52144" cy="22052"/>
            </a:xfrm>
            <a:custGeom>
              <a:avLst/>
              <a:gdLst/>
              <a:ahLst/>
              <a:cxnLst/>
              <a:rect l="l" t="t" r="r" b="b"/>
              <a:pathLst>
                <a:path w="7056" h="2984" extrusionOk="0">
                  <a:moveTo>
                    <a:pt x="1310" y="1"/>
                  </a:moveTo>
                  <a:cubicBezTo>
                    <a:pt x="583" y="1"/>
                    <a:pt x="1" y="583"/>
                    <a:pt x="1" y="1310"/>
                  </a:cubicBezTo>
                  <a:lnTo>
                    <a:pt x="1" y="1674"/>
                  </a:lnTo>
                  <a:cubicBezTo>
                    <a:pt x="1" y="2401"/>
                    <a:pt x="583" y="2983"/>
                    <a:pt x="1310" y="2983"/>
                  </a:cubicBezTo>
                  <a:lnTo>
                    <a:pt x="5819" y="2983"/>
                  </a:lnTo>
                  <a:cubicBezTo>
                    <a:pt x="6474" y="2983"/>
                    <a:pt x="7056" y="2401"/>
                    <a:pt x="7056" y="1674"/>
                  </a:cubicBezTo>
                  <a:lnTo>
                    <a:pt x="7056" y="1310"/>
                  </a:lnTo>
                  <a:cubicBezTo>
                    <a:pt x="7056" y="583"/>
                    <a:pt x="6474" y="1"/>
                    <a:pt x="581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2511575" y="3337558"/>
              <a:ext cx="22052" cy="52151"/>
            </a:xfrm>
            <a:custGeom>
              <a:avLst/>
              <a:gdLst/>
              <a:ahLst/>
              <a:cxnLst/>
              <a:rect l="l" t="t" r="r" b="b"/>
              <a:pathLst>
                <a:path w="2984" h="7057" extrusionOk="0">
                  <a:moveTo>
                    <a:pt x="1310" y="1"/>
                  </a:moveTo>
                  <a:cubicBezTo>
                    <a:pt x="583" y="1"/>
                    <a:pt x="1" y="583"/>
                    <a:pt x="1" y="1310"/>
                  </a:cubicBezTo>
                  <a:lnTo>
                    <a:pt x="1" y="5747"/>
                  </a:lnTo>
                  <a:cubicBezTo>
                    <a:pt x="1" y="6474"/>
                    <a:pt x="583" y="7056"/>
                    <a:pt x="1310" y="7056"/>
                  </a:cubicBezTo>
                  <a:lnTo>
                    <a:pt x="1674" y="7056"/>
                  </a:lnTo>
                  <a:cubicBezTo>
                    <a:pt x="2401" y="7056"/>
                    <a:pt x="2983" y="6474"/>
                    <a:pt x="2983" y="5747"/>
                  </a:cubicBezTo>
                  <a:lnTo>
                    <a:pt x="2983" y="1310"/>
                  </a:lnTo>
                  <a:cubicBezTo>
                    <a:pt x="2983" y="583"/>
                    <a:pt x="2401" y="1"/>
                    <a:pt x="167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2189718" y="3259564"/>
              <a:ext cx="37186" cy="38554"/>
            </a:xfrm>
            <a:custGeom>
              <a:avLst/>
              <a:gdLst/>
              <a:ahLst/>
              <a:cxnLst/>
              <a:rect l="l" t="t" r="r" b="b"/>
              <a:pathLst>
                <a:path w="5032" h="5217" extrusionOk="0">
                  <a:moveTo>
                    <a:pt x="3409" y="0"/>
                  </a:moveTo>
                  <a:cubicBezTo>
                    <a:pt x="3056" y="0"/>
                    <a:pt x="2701" y="172"/>
                    <a:pt x="2459" y="590"/>
                  </a:cubicBezTo>
                  <a:lnTo>
                    <a:pt x="567" y="3499"/>
                  </a:lnTo>
                  <a:cubicBezTo>
                    <a:pt x="0" y="4376"/>
                    <a:pt x="749" y="5216"/>
                    <a:pt x="1544" y="5216"/>
                  </a:cubicBezTo>
                  <a:cubicBezTo>
                    <a:pt x="1870" y="5216"/>
                    <a:pt x="2204" y="5075"/>
                    <a:pt x="2459" y="4736"/>
                  </a:cubicBezTo>
                  <a:lnTo>
                    <a:pt x="4422" y="1827"/>
                  </a:lnTo>
                  <a:cubicBezTo>
                    <a:pt x="5031" y="913"/>
                    <a:pt x="4225" y="0"/>
                    <a:pt x="340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1958448" y="3035736"/>
              <a:ext cx="47858" cy="30092"/>
            </a:xfrm>
            <a:custGeom>
              <a:avLst/>
              <a:gdLst/>
              <a:ahLst/>
              <a:cxnLst/>
              <a:rect l="l" t="t" r="r" b="b"/>
              <a:pathLst>
                <a:path w="6476" h="4072" extrusionOk="0">
                  <a:moveTo>
                    <a:pt x="4828" y="1"/>
                  </a:moveTo>
                  <a:cubicBezTo>
                    <a:pt x="4636" y="1"/>
                    <a:pt x="4431" y="56"/>
                    <a:pt x="4223" y="184"/>
                  </a:cubicBezTo>
                  <a:lnTo>
                    <a:pt x="1168" y="1857"/>
                  </a:lnTo>
                  <a:cubicBezTo>
                    <a:pt x="1" y="2471"/>
                    <a:pt x="650" y="4072"/>
                    <a:pt x="1669" y="4072"/>
                  </a:cubicBezTo>
                  <a:cubicBezTo>
                    <a:pt x="1856" y="4072"/>
                    <a:pt x="2056" y="4018"/>
                    <a:pt x="2259" y="3893"/>
                  </a:cubicBezTo>
                  <a:lnTo>
                    <a:pt x="5314" y="2220"/>
                  </a:lnTo>
                  <a:cubicBezTo>
                    <a:pt x="6476" y="1548"/>
                    <a:pt x="5838" y="1"/>
                    <a:pt x="482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1956992" y="2411998"/>
              <a:ext cx="48013" cy="31888"/>
            </a:xfrm>
            <a:custGeom>
              <a:avLst/>
              <a:gdLst/>
              <a:ahLst/>
              <a:cxnLst/>
              <a:rect l="l" t="t" r="r" b="b"/>
              <a:pathLst>
                <a:path w="6497" h="4315" extrusionOk="0">
                  <a:moveTo>
                    <a:pt x="1793" y="1"/>
                  </a:moveTo>
                  <a:cubicBezTo>
                    <a:pt x="756" y="1"/>
                    <a:pt x="1" y="1514"/>
                    <a:pt x="1147" y="2178"/>
                  </a:cubicBezTo>
                  <a:lnTo>
                    <a:pt x="4056" y="4069"/>
                  </a:lnTo>
                  <a:cubicBezTo>
                    <a:pt x="4295" y="4241"/>
                    <a:pt x="4535" y="4314"/>
                    <a:pt x="4761" y="4314"/>
                  </a:cubicBezTo>
                  <a:cubicBezTo>
                    <a:pt x="5777" y="4314"/>
                    <a:pt x="6496" y="2832"/>
                    <a:pt x="5366" y="2178"/>
                  </a:cubicBezTo>
                  <a:lnTo>
                    <a:pt x="2456" y="214"/>
                  </a:lnTo>
                  <a:cubicBezTo>
                    <a:pt x="2233" y="65"/>
                    <a:pt x="2007" y="1"/>
                    <a:pt x="1793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2192341" y="2182738"/>
              <a:ext cx="35169" cy="39780"/>
            </a:xfrm>
            <a:custGeom>
              <a:avLst/>
              <a:gdLst/>
              <a:ahLst/>
              <a:cxnLst/>
              <a:rect l="l" t="t" r="r" b="b"/>
              <a:pathLst>
                <a:path w="4759" h="5383" extrusionOk="0">
                  <a:moveTo>
                    <a:pt x="1555" y="1"/>
                  </a:moveTo>
                  <a:cubicBezTo>
                    <a:pt x="783" y="1"/>
                    <a:pt x="1" y="802"/>
                    <a:pt x="503" y="1707"/>
                  </a:cubicBezTo>
                  <a:lnTo>
                    <a:pt x="2176" y="4761"/>
                  </a:lnTo>
                  <a:cubicBezTo>
                    <a:pt x="2407" y="5200"/>
                    <a:pt x="2777" y="5382"/>
                    <a:pt x="3150" y="5382"/>
                  </a:cubicBezTo>
                  <a:cubicBezTo>
                    <a:pt x="3950" y="5382"/>
                    <a:pt x="4759" y="4541"/>
                    <a:pt x="4213" y="3598"/>
                  </a:cubicBezTo>
                  <a:lnTo>
                    <a:pt x="2467" y="543"/>
                  </a:lnTo>
                  <a:cubicBezTo>
                    <a:pt x="2243" y="161"/>
                    <a:pt x="1900" y="1"/>
                    <a:pt x="155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2813234" y="2184888"/>
              <a:ext cx="37246" cy="38960"/>
            </a:xfrm>
            <a:custGeom>
              <a:avLst/>
              <a:gdLst/>
              <a:ahLst/>
              <a:cxnLst/>
              <a:rect l="l" t="t" r="r" b="b"/>
              <a:pathLst>
                <a:path w="5040" h="5272" extrusionOk="0">
                  <a:moveTo>
                    <a:pt x="3407" y="0"/>
                  </a:moveTo>
                  <a:cubicBezTo>
                    <a:pt x="3063" y="0"/>
                    <a:pt x="2714" y="159"/>
                    <a:pt x="2458" y="543"/>
                  </a:cubicBezTo>
                  <a:lnTo>
                    <a:pt x="567" y="3452"/>
                  </a:lnTo>
                  <a:cubicBezTo>
                    <a:pt x="0" y="4380"/>
                    <a:pt x="785" y="5272"/>
                    <a:pt x="1601" y="5272"/>
                  </a:cubicBezTo>
                  <a:cubicBezTo>
                    <a:pt x="1937" y="5272"/>
                    <a:pt x="2277" y="5121"/>
                    <a:pt x="2531" y="4761"/>
                  </a:cubicBezTo>
                  <a:lnTo>
                    <a:pt x="4422" y="1852"/>
                  </a:lnTo>
                  <a:cubicBezTo>
                    <a:pt x="5039" y="926"/>
                    <a:pt x="4238" y="0"/>
                    <a:pt x="3407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3033397" y="2417947"/>
              <a:ext cx="48308" cy="30107"/>
            </a:xfrm>
            <a:custGeom>
              <a:avLst/>
              <a:gdLst/>
              <a:ahLst/>
              <a:cxnLst/>
              <a:rect l="l" t="t" r="r" b="b"/>
              <a:pathLst>
                <a:path w="6537" h="4074" extrusionOk="0">
                  <a:moveTo>
                    <a:pt x="4828" y="1"/>
                  </a:moveTo>
                  <a:cubicBezTo>
                    <a:pt x="4617" y="1"/>
                    <a:pt x="4391" y="64"/>
                    <a:pt x="4161" y="209"/>
                  </a:cubicBezTo>
                  <a:lnTo>
                    <a:pt x="1178" y="1882"/>
                  </a:lnTo>
                  <a:cubicBezTo>
                    <a:pt x="1" y="2502"/>
                    <a:pt x="619" y="4073"/>
                    <a:pt x="1683" y="4073"/>
                  </a:cubicBezTo>
                  <a:cubicBezTo>
                    <a:pt x="1868" y="4073"/>
                    <a:pt x="2065" y="4026"/>
                    <a:pt x="2270" y="3919"/>
                  </a:cubicBezTo>
                  <a:lnTo>
                    <a:pt x="5324" y="2173"/>
                  </a:lnTo>
                  <a:cubicBezTo>
                    <a:pt x="6537" y="1567"/>
                    <a:pt x="5880" y="1"/>
                    <a:pt x="482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3034883" y="3036689"/>
              <a:ext cx="46609" cy="31747"/>
            </a:xfrm>
            <a:custGeom>
              <a:avLst/>
              <a:gdLst/>
              <a:ahLst/>
              <a:cxnLst/>
              <a:rect l="l" t="t" r="r" b="b"/>
              <a:pathLst>
                <a:path w="6307" h="4296" extrusionOk="0">
                  <a:moveTo>
                    <a:pt x="1640" y="1"/>
                  </a:moveTo>
                  <a:cubicBezTo>
                    <a:pt x="653" y="1"/>
                    <a:pt x="1" y="1514"/>
                    <a:pt x="1123" y="2164"/>
                  </a:cubicBezTo>
                  <a:lnTo>
                    <a:pt x="4032" y="4128"/>
                  </a:lnTo>
                  <a:cubicBezTo>
                    <a:pt x="4231" y="4245"/>
                    <a:pt x="4429" y="4296"/>
                    <a:pt x="4618" y="4296"/>
                  </a:cubicBezTo>
                  <a:cubicBezTo>
                    <a:pt x="5602" y="4296"/>
                    <a:pt x="6307" y="2897"/>
                    <a:pt x="5269" y="2164"/>
                  </a:cubicBezTo>
                  <a:lnTo>
                    <a:pt x="2359" y="273"/>
                  </a:lnTo>
                  <a:cubicBezTo>
                    <a:pt x="2114" y="82"/>
                    <a:pt x="1868" y="1"/>
                    <a:pt x="164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2812311" y="3258492"/>
              <a:ext cx="35132" cy="39884"/>
            </a:xfrm>
            <a:custGeom>
              <a:avLst/>
              <a:gdLst/>
              <a:ahLst/>
              <a:cxnLst/>
              <a:rect l="l" t="t" r="r" b="b"/>
              <a:pathLst>
                <a:path w="4754" h="5397" extrusionOk="0">
                  <a:moveTo>
                    <a:pt x="1580" y="1"/>
                  </a:moveTo>
                  <a:cubicBezTo>
                    <a:pt x="777" y="1"/>
                    <a:pt x="0" y="809"/>
                    <a:pt x="547" y="1753"/>
                  </a:cubicBezTo>
                  <a:lnTo>
                    <a:pt x="2220" y="4808"/>
                  </a:lnTo>
                  <a:cubicBezTo>
                    <a:pt x="2473" y="5223"/>
                    <a:pt x="2843" y="5397"/>
                    <a:pt x="3208" y="5397"/>
                  </a:cubicBezTo>
                  <a:cubicBezTo>
                    <a:pt x="3994" y="5397"/>
                    <a:pt x="4753" y="4589"/>
                    <a:pt x="4256" y="3644"/>
                  </a:cubicBezTo>
                  <a:lnTo>
                    <a:pt x="2583" y="590"/>
                  </a:lnTo>
                  <a:cubicBezTo>
                    <a:pt x="2330" y="175"/>
                    <a:pt x="1952" y="1"/>
                    <a:pt x="158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2444924" y="2685553"/>
              <a:ext cx="128475" cy="109911"/>
            </a:xfrm>
            <a:custGeom>
              <a:avLst/>
              <a:gdLst/>
              <a:ahLst/>
              <a:cxnLst/>
              <a:rect l="l" t="t" r="r" b="b"/>
              <a:pathLst>
                <a:path w="17385" h="14873" extrusionOk="0">
                  <a:moveTo>
                    <a:pt x="9965" y="1"/>
                  </a:moveTo>
                  <a:cubicBezTo>
                    <a:pt x="3347" y="1"/>
                    <a:pt x="1" y="8002"/>
                    <a:pt x="4729" y="12657"/>
                  </a:cubicBezTo>
                  <a:cubicBezTo>
                    <a:pt x="6237" y="14189"/>
                    <a:pt x="8096" y="14873"/>
                    <a:pt x="9921" y="14873"/>
                  </a:cubicBezTo>
                  <a:cubicBezTo>
                    <a:pt x="13728" y="14873"/>
                    <a:pt x="17384" y="11894"/>
                    <a:pt x="17384" y="7420"/>
                  </a:cubicBezTo>
                  <a:cubicBezTo>
                    <a:pt x="17384" y="3347"/>
                    <a:pt x="14039" y="1"/>
                    <a:pt x="996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47"/>
          <p:cNvGrpSpPr/>
          <p:nvPr/>
        </p:nvGrpSpPr>
        <p:grpSpPr>
          <a:xfrm>
            <a:off x="4304852" y="1623140"/>
            <a:ext cx="4260751" cy="2469852"/>
            <a:chOff x="2602913" y="1114401"/>
            <a:chExt cx="5530570" cy="3205935"/>
          </a:xfrm>
        </p:grpSpPr>
        <p:grpSp>
          <p:nvGrpSpPr>
            <p:cNvPr id="900" name="Google Shape;900;p47"/>
            <p:cNvGrpSpPr/>
            <p:nvPr/>
          </p:nvGrpSpPr>
          <p:grpSpPr>
            <a:xfrm>
              <a:off x="5949443" y="2459836"/>
              <a:ext cx="97553" cy="92556"/>
              <a:chOff x="4293400" y="2574725"/>
              <a:chExt cx="84425" cy="80100"/>
            </a:xfrm>
          </p:grpSpPr>
          <p:sp>
            <p:nvSpPr>
              <p:cNvPr id="901" name="Google Shape;901;p47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02" name="Google Shape;902;p47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47"/>
            <p:cNvGrpSpPr/>
            <p:nvPr/>
          </p:nvGrpSpPr>
          <p:grpSpPr>
            <a:xfrm>
              <a:off x="5610622" y="1174863"/>
              <a:ext cx="2215411" cy="1318281"/>
              <a:chOff x="4000175" y="1462675"/>
              <a:chExt cx="1917275" cy="1140875"/>
            </a:xfrm>
          </p:grpSpPr>
          <p:sp>
            <p:nvSpPr>
              <p:cNvPr id="904" name="Google Shape;904;p47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905" name="Google Shape;905;p47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906" name="Google Shape;906;p47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907" name="Google Shape;907;p47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908;p47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9" name="Google Shape;909;p47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47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47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12" name="Google Shape;912;p47"/>
            <p:cNvGrpSpPr/>
            <p:nvPr/>
          </p:nvGrpSpPr>
          <p:grpSpPr>
            <a:xfrm>
              <a:off x="5564922" y="2474973"/>
              <a:ext cx="108675" cy="120316"/>
              <a:chOff x="3960625" y="2587825"/>
              <a:chExt cx="94050" cy="104125"/>
            </a:xfrm>
          </p:grpSpPr>
          <p:sp>
            <p:nvSpPr>
              <p:cNvPr id="913" name="Google Shape;913;p47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14" name="Google Shape;914;p47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47"/>
            <p:cNvGrpSpPr/>
            <p:nvPr/>
          </p:nvGrpSpPr>
          <p:grpSpPr>
            <a:xfrm>
              <a:off x="5339282" y="2374532"/>
              <a:ext cx="200595" cy="217147"/>
              <a:chOff x="3765350" y="2500900"/>
              <a:chExt cx="173600" cy="187925"/>
            </a:xfrm>
          </p:grpSpPr>
          <p:sp>
            <p:nvSpPr>
              <p:cNvPr id="916" name="Google Shape;916;p47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17" name="Google Shape;917;p47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7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7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7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7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7"/>
            <p:cNvGrpSpPr/>
            <p:nvPr/>
          </p:nvGrpSpPr>
          <p:grpSpPr>
            <a:xfrm>
              <a:off x="5322093" y="2352519"/>
              <a:ext cx="98362" cy="59855"/>
              <a:chOff x="3750475" y="2481850"/>
              <a:chExt cx="85125" cy="51800"/>
            </a:xfrm>
          </p:grpSpPr>
          <p:sp>
            <p:nvSpPr>
              <p:cNvPr id="923" name="Google Shape;923;p47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7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925" name="Google Shape;925;p47"/>
            <p:cNvGrpSpPr/>
            <p:nvPr/>
          </p:nvGrpSpPr>
          <p:grpSpPr>
            <a:xfrm>
              <a:off x="5179620" y="2295438"/>
              <a:ext cx="198862" cy="195366"/>
              <a:chOff x="3627175" y="2432450"/>
              <a:chExt cx="172100" cy="169075"/>
            </a:xfrm>
          </p:grpSpPr>
          <p:sp>
            <p:nvSpPr>
              <p:cNvPr id="926" name="Google Shape;926;p47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7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28" name="Google Shape;928;p47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929" name="Google Shape;929;p47"/>
            <p:cNvGrpSpPr/>
            <p:nvPr/>
          </p:nvGrpSpPr>
          <p:grpSpPr>
            <a:xfrm>
              <a:off x="5103775" y="2472229"/>
              <a:ext cx="71108" cy="114446"/>
              <a:chOff x="3561536" y="2585450"/>
              <a:chExt cx="61539" cy="99045"/>
            </a:xfrm>
          </p:grpSpPr>
          <p:sp>
            <p:nvSpPr>
              <p:cNvPr id="930" name="Google Shape;930;p47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7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932" name="Google Shape;932;p47"/>
            <p:cNvGrpSpPr/>
            <p:nvPr/>
          </p:nvGrpSpPr>
          <p:grpSpPr>
            <a:xfrm>
              <a:off x="5502178" y="1777831"/>
              <a:ext cx="180345" cy="303694"/>
              <a:chOff x="3906325" y="1984500"/>
              <a:chExt cx="156075" cy="262825"/>
            </a:xfrm>
          </p:grpSpPr>
          <p:sp>
            <p:nvSpPr>
              <p:cNvPr id="933" name="Google Shape;933;p47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34" name="Google Shape;934;p47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5" name="Google Shape;935;p47"/>
            <p:cNvGrpSpPr/>
            <p:nvPr/>
          </p:nvGrpSpPr>
          <p:grpSpPr>
            <a:xfrm>
              <a:off x="2602913" y="1376728"/>
              <a:ext cx="1619520" cy="1419243"/>
              <a:chOff x="1397225" y="1637375"/>
              <a:chExt cx="1401575" cy="1228250"/>
            </a:xfrm>
          </p:grpSpPr>
          <p:sp>
            <p:nvSpPr>
              <p:cNvPr id="936" name="Google Shape;936;p47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937" name="Google Shape;937;p47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938" name="Google Shape;938;p47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9" name="Google Shape;939;p47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40" name="Google Shape;940;p47"/>
            <p:cNvGrpSpPr/>
            <p:nvPr/>
          </p:nvGrpSpPr>
          <p:grpSpPr>
            <a:xfrm>
              <a:off x="3999306" y="3127860"/>
              <a:ext cx="686511" cy="712077"/>
              <a:chOff x="2605700" y="3152850"/>
              <a:chExt cx="594125" cy="616250"/>
            </a:xfrm>
          </p:grpSpPr>
          <p:sp>
            <p:nvSpPr>
              <p:cNvPr id="941" name="Google Shape;941;p47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42" name="Google Shape;942;p47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3" name="Google Shape;943;p47"/>
            <p:cNvGrpSpPr/>
            <p:nvPr/>
          </p:nvGrpSpPr>
          <p:grpSpPr>
            <a:xfrm>
              <a:off x="4085593" y="3440943"/>
              <a:ext cx="211428" cy="879393"/>
              <a:chOff x="2680375" y="3423800"/>
              <a:chExt cx="182975" cy="761050"/>
            </a:xfrm>
          </p:grpSpPr>
          <p:sp>
            <p:nvSpPr>
              <p:cNvPr id="944" name="Google Shape;944;p47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45" name="Google Shape;945;p47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6" name="Google Shape;946;p47"/>
            <p:cNvGrpSpPr/>
            <p:nvPr/>
          </p:nvGrpSpPr>
          <p:grpSpPr>
            <a:xfrm>
              <a:off x="5515669" y="3600517"/>
              <a:ext cx="272958" cy="239304"/>
              <a:chOff x="3918000" y="3561900"/>
              <a:chExt cx="236225" cy="207100"/>
            </a:xfrm>
          </p:grpSpPr>
          <p:sp>
            <p:nvSpPr>
              <p:cNvPr id="947" name="Google Shape;947;p47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48" name="Google Shape;948;p47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9" name="Google Shape;949;p47"/>
            <p:cNvSpPr/>
            <p:nvPr/>
          </p:nvSpPr>
          <p:spPr>
            <a:xfrm>
              <a:off x="4150304" y="2916273"/>
              <a:ext cx="45353" cy="13924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4071729" y="2891487"/>
              <a:ext cx="64101" cy="42320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4431960" y="1162173"/>
              <a:ext cx="702977" cy="900048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2" name="Google Shape;952;p47"/>
            <p:cNvGrpSpPr/>
            <p:nvPr/>
          </p:nvGrpSpPr>
          <p:grpSpPr>
            <a:xfrm>
              <a:off x="3210388" y="1114401"/>
              <a:ext cx="1447639" cy="1343702"/>
              <a:chOff x="1922950" y="1410350"/>
              <a:chExt cx="1252825" cy="1162875"/>
            </a:xfrm>
          </p:grpSpPr>
          <p:sp>
            <p:nvSpPr>
              <p:cNvPr id="953" name="Google Shape;953;p47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7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7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7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7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7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7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7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7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7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7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7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7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7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7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7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9" name="Google Shape;969;p47"/>
            <p:cNvSpPr/>
            <p:nvPr/>
          </p:nvSpPr>
          <p:spPr>
            <a:xfrm>
              <a:off x="3966548" y="2916880"/>
              <a:ext cx="37496" cy="15137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4030015" y="2890881"/>
              <a:ext cx="47780" cy="3388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3860761" y="2831025"/>
              <a:ext cx="177745" cy="63495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4340703" y="4203112"/>
              <a:ext cx="45353" cy="26028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3884940" y="3069783"/>
              <a:ext cx="92527" cy="42349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3836005" y="3043813"/>
              <a:ext cx="56215" cy="52604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3806366" y="2974887"/>
              <a:ext cx="77996" cy="77390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3780973" y="2959172"/>
              <a:ext cx="105815" cy="53211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3766472" y="2988204"/>
              <a:ext cx="41742" cy="2417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3785220" y="2919884"/>
              <a:ext cx="19355" cy="42349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3732644" y="2929561"/>
              <a:ext cx="68926" cy="72565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3357276" y="2633981"/>
              <a:ext cx="476326" cy="353034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4358816" y="3138103"/>
              <a:ext cx="47173" cy="67712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4300202" y="3131430"/>
              <a:ext cx="67106" cy="73172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4243380" y="3089745"/>
              <a:ext cx="84034" cy="126354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4046943" y="3025671"/>
              <a:ext cx="221856" cy="199497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3948407" y="3021425"/>
              <a:ext cx="200710" cy="285928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3913973" y="3211218"/>
              <a:ext cx="99142" cy="108848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3908513" y="3236004"/>
              <a:ext cx="215212" cy="31735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4108590" y="3401011"/>
              <a:ext cx="207961" cy="23214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4234309" y="3565441"/>
              <a:ext cx="142675" cy="150533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4321348" y="3760665"/>
              <a:ext cx="84640" cy="9613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1" name="Google Shape;991;p47"/>
            <p:cNvGrpSpPr/>
            <p:nvPr/>
          </p:nvGrpSpPr>
          <p:grpSpPr>
            <a:xfrm>
              <a:off x="4121847" y="3612534"/>
              <a:ext cx="266603" cy="691480"/>
              <a:chOff x="2711750" y="3572300"/>
              <a:chExt cx="230725" cy="598425"/>
            </a:xfrm>
          </p:grpSpPr>
          <p:sp>
            <p:nvSpPr>
              <p:cNvPr id="992" name="Google Shape;992;p47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7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4" name="Google Shape;994;p47"/>
            <p:cNvSpPr/>
            <p:nvPr/>
          </p:nvSpPr>
          <p:spPr>
            <a:xfrm>
              <a:off x="7232920" y="2774809"/>
              <a:ext cx="30245" cy="70774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5" name="Google Shape;995;p47"/>
            <p:cNvGrpSpPr/>
            <p:nvPr/>
          </p:nvGrpSpPr>
          <p:grpSpPr>
            <a:xfrm>
              <a:off x="5357914" y="1362227"/>
              <a:ext cx="177138" cy="192246"/>
              <a:chOff x="3781475" y="1624825"/>
              <a:chExt cx="153300" cy="166375"/>
            </a:xfrm>
          </p:grpSpPr>
          <p:sp>
            <p:nvSpPr>
              <p:cNvPr id="996" name="Google Shape;996;p47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7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7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7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0" name="Google Shape;1000;p47"/>
            <p:cNvSpPr/>
            <p:nvPr/>
          </p:nvSpPr>
          <p:spPr>
            <a:xfrm>
              <a:off x="7356848" y="2300326"/>
              <a:ext cx="202501" cy="354854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7"/>
            <p:cNvSpPr/>
            <p:nvPr/>
          </p:nvSpPr>
          <p:spPr>
            <a:xfrm>
              <a:off x="7274634" y="2485902"/>
              <a:ext cx="69532" cy="96744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7"/>
            <p:cNvSpPr/>
            <p:nvPr/>
          </p:nvSpPr>
          <p:spPr>
            <a:xfrm>
              <a:off x="7240777" y="2374683"/>
              <a:ext cx="79210" cy="136031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7"/>
            <p:cNvSpPr/>
            <p:nvPr/>
          </p:nvSpPr>
          <p:spPr>
            <a:xfrm>
              <a:off x="6598862" y="2198179"/>
              <a:ext cx="513793" cy="242424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7609501" y="3283756"/>
              <a:ext cx="163214" cy="139671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7243810" y="2906596"/>
              <a:ext cx="132998" cy="23214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7"/>
            <p:cNvSpPr/>
            <p:nvPr/>
          </p:nvSpPr>
          <p:spPr>
            <a:xfrm>
              <a:off x="7312101" y="3385296"/>
              <a:ext cx="64708" cy="3388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7" name="Google Shape;1007;p47"/>
            <p:cNvGrpSpPr/>
            <p:nvPr/>
          </p:nvGrpSpPr>
          <p:grpSpPr>
            <a:xfrm>
              <a:off x="6844811" y="3138057"/>
              <a:ext cx="768263" cy="257503"/>
              <a:chOff x="5068275" y="3161675"/>
              <a:chExt cx="664875" cy="222850"/>
            </a:xfrm>
          </p:grpSpPr>
          <p:sp>
            <p:nvSpPr>
              <p:cNvPr id="1008" name="Google Shape;1008;p47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2" name="Google Shape;1012;p47"/>
            <p:cNvSpPr/>
            <p:nvPr/>
          </p:nvSpPr>
          <p:spPr>
            <a:xfrm>
              <a:off x="6927085" y="3119961"/>
              <a:ext cx="72565" cy="94924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7088452" y="3116321"/>
              <a:ext cx="158390" cy="107028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6940373" y="2821376"/>
              <a:ext cx="137851" cy="266574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6958515" y="2980346"/>
              <a:ext cx="87674" cy="7557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6908943" y="2839489"/>
              <a:ext cx="135425" cy="156599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6869049" y="2875772"/>
              <a:ext cx="140855" cy="262356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6777186" y="2732517"/>
              <a:ext cx="148106" cy="333073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6698611" y="2762734"/>
              <a:ext cx="85854" cy="110639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5364602" y="2135319"/>
              <a:ext cx="64101" cy="78603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5313846" y="1747268"/>
              <a:ext cx="335471" cy="3898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5406316" y="1821019"/>
              <a:ext cx="166248" cy="375393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5582820" y="2085776"/>
              <a:ext cx="66499" cy="60462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5551997" y="2129281"/>
              <a:ext cx="105786" cy="57457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5555608" y="2168568"/>
              <a:ext cx="82243" cy="60462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5594895" y="2172815"/>
              <a:ext cx="139671" cy="108213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5498786" y="2348684"/>
              <a:ext cx="96138" cy="62281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5506643" y="2330572"/>
              <a:ext cx="82849" cy="36283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550177" y="2472613"/>
              <a:ext cx="31458" cy="60462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535069" y="2450254"/>
              <a:ext cx="30245" cy="38103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489744" y="2418217"/>
              <a:ext cx="62888" cy="55031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455281" y="2386181"/>
              <a:ext cx="48993" cy="30852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5392421" y="2339614"/>
              <a:ext cx="115463" cy="55637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5457707" y="2206643"/>
              <a:ext cx="152930" cy="12878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5427462" y="2295502"/>
              <a:ext cx="122136" cy="53211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5332565" y="2207249"/>
              <a:ext cx="139064" cy="166248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5295705" y="2243532"/>
              <a:ext cx="59855" cy="54424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5290274" y="2288251"/>
              <a:ext cx="47173" cy="40529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5331381" y="2315463"/>
              <a:ext cx="11497" cy="16321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5093230" y="2196388"/>
              <a:ext cx="67106" cy="88858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1" name="Google Shape;1041;p47"/>
            <p:cNvGrpSpPr/>
            <p:nvPr/>
          </p:nvGrpSpPr>
          <p:grpSpPr>
            <a:xfrm>
              <a:off x="5132476" y="2120784"/>
              <a:ext cx="144466" cy="202530"/>
              <a:chOff x="3586375" y="2281300"/>
              <a:chExt cx="125025" cy="175275"/>
            </a:xfrm>
          </p:grpSpPr>
          <p:sp>
            <p:nvSpPr>
              <p:cNvPr id="1042" name="Google Shape;1042;p47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7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4" name="Google Shape;1044;p47"/>
            <p:cNvSpPr/>
            <p:nvPr/>
          </p:nvSpPr>
          <p:spPr>
            <a:xfrm>
              <a:off x="5958159" y="3435475"/>
              <a:ext cx="126961" cy="237571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47"/>
            <p:cNvGrpSpPr/>
            <p:nvPr/>
          </p:nvGrpSpPr>
          <p:grpSpPr>
            <a:xfrm>
              <a:off x="7111385" y="3427568"/>
              <a:ext cx="666088" cy="712048"/>
              <a:chOff x="5298975" y="3412225"/>
              <a:chExt cx="576450" cy="616225"/>
            </a:xfrm>
          </p:grpSpPr>
          <p:sp>
            <p:nvSpPr>
              <p:cNvPr id="1046" name="Google Shape;1046;p47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7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8" name="Google Shape;1048;p47"/>
            <p:cNvGrpSpPr/>
            <p:nvPr/>
          </p:nvGrpSpPr>
          <p:grpSpPr>
            <a:xfrm>
              <a:off x="7866302" y="3935901"/>
              <a:ext cx="267180" cy="331860"/>
              <a:chOff x="5952300" y="3852150"/>
              <a:chExt cx="231225" cy="287200"/>
            </a:xfrm>
          </p:grpSpPr>
          <p:sp>
            <p:nvSpPr>
              <p:cNvPr id="1049" name="Google Shape;1049;p47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7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1" name="Google Shape;1051;p47"/>
            <p:cNvSpPr/>
            <p:nvPr/>
          </p:nvSpPr>
          <p:spPr>
            <a:xfrm>
              <a:off x="4916726" y="1898380"/>
              <a:ext cx="146893" cy="89493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6323243" y="2113566"/>
              <a:ext cx="1023340" cy="76404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6940373" y="2839489"/>
              <a:ext cx="1849" cy="245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6921047" y="2857024"/>
              <a:ext cx="3033" cy="3062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6313566" y="2559046"/>
              <a:ext cx="6095" cy="1849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5959979" y="2154067"/>
              <a:ext cx="632867" cy="33246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6122589" y="2397649"/>
              <a:ext cx="267787" cy="166854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6074837" y="2455685"/>
              <a:ext cx="239362" cy="150533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9" name="Google Shape;1059;p47"/>
            <p:cNvGrpSpPr/>
            <p:nvPr/>
          </p:nvGrpSpPr>
          <p:grpSpPr>
            <a:xfrm>
              <a:off x="6583697" y="3066734"/>
              <a:ext cx="36312" cy="68926"/>
              <a:chOff x="4842300" y="3099950"/>
              <a:chExt cx="31425" cy="59650"/>
            </a:xfrm>
          </p:grpSpPr>
          <p:sp>
            <p:nvSpPr>
              <p:cNvPr id="1060" name="Google Shape;1060;p47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7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4" name="Google Shape;1064;p47"/>
            <p:cNvSpPr/>
            <p:nvPr/>
          </p:nvSpPr>
          <p:spPr>
            <a:xfrm>
              <a:off x="6377032" y="2640625"/>
              <a:ext cx="468469" cy="457607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7"/>
            <p:cNvSpPr/>
            <p:nvPr/>
          </p:nvSpPr>
          <p:spPr>
            <a:xfrm>
              <a:off x="6560787" y="2695050"/>
              <a:ext cx="137851" cy="73750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7"/>
            <p:cNvSpPr/>
            <p:nvPr/>
          </p:nvSpPr>
          <p:spPr>
            <a:xfrm>
              <a:off x="6243455" y="2571121"/>
              <a:ext cx="231533" cy="255106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7"/>
            <p:cNvSpPr/>
            <p:nvPr/>
          </p:nvSpPr>
          <p:spPr>
            <a:xfrm>
              <a:off x="6226527" y="2536080"/>
              <a:ext cx="221249" cy="18436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5585218" y="2259247"/>
              <a:ext cx="274460" cy="171072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7"/>
            <p:cNvSpPr/>
            <p:nvPr/>
          </p:nvSpPr>
          <p:spPr>
            <a:xfrm>
              <a:off x="5652931" y="2343860"/>
              <a:ext cx="57457" cy="64101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7"/>
            <p:cNvSpPr/>
            <p:nvPr/>
          </p:nvSpPr>
          <p:spPr>
            <a:xfrm>
              <a:off x="5561068" y="2354751"/>
              <a:ext cx="147500" cy="94318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7"/>
            <p:cNvSpPr/>
            <p:nvPr/>
          </p:nvSpPr>
          <p:spPr>
            <a:xfrm>
              <a:off x="5597929" y="2437543"/>
              <a:ext cx="96744" cy="61068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2" name="Google Shape;1072;p47"/>
            <p:cNvGrpSpPr/>
            <p:nvPr/>
          </p:nvGrpSpPr>
          <p:grpSpPr>
            <a:xfrm>
              <a:off x="5456449" y="2397006"/>
              <a:ext cx="90678" cy="70139"/>
              <a:chOff x="3866750" y="2520350"/>
              <a:chExt cx="78475" cy="60700"/>
            </a:xfrm>
          </p:grpSpPr>
          <p:sp>
            <p:nvSpPr>
              <p:cNvPr id="1073" name="Google Shape;1073;p47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7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7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7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7" name="Google Shape;1077;p47"/>
            <p:cNvSpPr/>
            <p:nvPr/>
          </p:nvSpPr>
          <p:spPr>
            <a:xfrm>
              <a:off x="5379104" y="2463542"/>
              <a:ext cx="16957" cy="3388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7"/>
            <p:cNvSpPr/>
            <p:nvPr/>
          </p:nvSpPr>
          <p:spPr>
            <a:xfrm>
              <a:off x="5110736" y="2448434"/>
              <a:ext cx="185602" cy="155357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7"/>
            <p:cNvSpPr/>
            <p:nvPr/>
          </p:nvSpPr>
          <p:spPr>
            <a:xfrm>
              <a:off x="5955155" y="2522156"/>
              <a:ext cx="29032" cy="23023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7"/>
            <p:cNvSpPr/>
            <p:nvPr/>
          </p:nvSpPr>
          <p:spPr>
            <a:xfrm>
              <a:off x="5947904" y="2525189"/>
              <a:ext cx="340930" cy="274431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5930976" y="2491939"/>
              <a:ext cx="59855" cy="50813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5662002" y="2479864"/>
              <a:ext cx="301037" cy="123927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5658362" y="2480471"/>
              <a:ext cx="45960" cy="40529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5877765" y="2574154"/>
              <a:ext cx="161423" cy="155357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6009551" y="2710158"/>
              <a:ext cx="29032" cy="29639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5767760" y="2609802"/>
              <a:ext cx="37525" cy="21203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5823369" y="2578372"/>
              <a:ext cx="103995" cy="92527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5802223" y="2652729"/>
              <a:ext cx="25421" cy="73779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5824582" y="2652729"/>
              <a:ext cx="6673" cy="15137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5817331" y="2669051"/>
              <a:ext cx="9100" cy="2117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5817331" y="2629763"/>
              <a:ext cx="21781" cy="27212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5818545" y="2650909"/>
              <a:ext cx="67106" cy="82849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5817331" y="2672662"/>
              <a:ext cx="345754" cy="291388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6083879" y="2780876"/>
              <a:ext cx="12739" cy="27819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6097196" y="2782696"/>
              <a:ext cx="79816" cy="6288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6112305" y="2796591"/>
              <a:ext cx="125141" cy="15414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6169127" y="2774809"/>
              <a:ext cx="6673" cy="15166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7"/>
            <p:cNvSpPr/>
            <p:nvPr/>
          </p:nvSpPr>
          <p:spPr>
            <a:xfrm>
              <a:off x="5957553" y="2904776"/>
              <a:ext cx="177745" cy="115463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5651718" y="2684766"/>
              <a:ext cx="208568" cy="175318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5614857" y="2858237"/>
              <a:ext cx="275645" cy="316145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7"/>
            <p:cNvSpPr/>
            <p:nvPr/>
          </p:nvSpPr>
          <p:spPr>
            <a:xfrm>
              <a:off x="5802830" y="2980924"/>
              <a:ext cx="253892" cy="19285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7"/>
            <p:cNvSpPr/>
            <p:nvPr/>
          </p:nvSpPr>
          <p:spPr>
            <a:xfrm>
              <a:off x="5857225" y="2927135"/>
              <a:ext cx="111852" cy="99171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5947904" y="3019634"/>
              <a:ext cx="25392" cy="3024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5937013" y="3031709"/>
              <a:ext cx="171072" cy="22668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5813114" y="3140501"/>
              <a:ext cx="140249" cy="169887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5778044" y="3250506"/>
              <a:ext cx="12711" cy="29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5743581" y="3161675"/>
              <a:ext cx="96744" cy="95531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5492748" y="3045604"/>
              <a:ext cx="217638" cy="146922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5403889" y="2659980"/>
              <a:ext cx="258139" cy="239997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5371246" y="2581405"/>
              <a:ext cx="65921" cy="12878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5111949" y="2585623"/>
              <a:ext cx="334893" cy="324002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5045479" y="2607404"/>
              <a:ext cx="193431" cy="15293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4975946" y="2759701"/>
              <a:ext cx="137245" cy="110032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4975368" y="2764554"/>
              <a:ext cx="197071" cy="217003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5053943" y="2805661"/>
              <a:ext cx="272005" cy="252072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5168772" y="2975493"/>
              <a:ext cx="125747" cy="91313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4966297" y="2948887"/>
              <a:ext cx="107606" cy="78632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4978372" y="3016601"/>
              <a:ext cx="51420" cy="30852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9" name="Google Shape;1119;p47"/>
            <p:cNvGrpSpPr/>
            <p:nvPr/>
          </p:nvGrpSpPr>
          <p:grpSpPr>
            <a:xfrm>
              <a:off x="4975328" y="2995411"/>
              <a:ext cx="153537" cy="114857"/>
              <a:chOff x="3450375" y="3038225"/>
              <a:chExt cx="132875" cy="99400"/>
            </a:xfrm>
          </p:grpSpPr>
          <p:sp>
            <p:nvSpPr>
              <p:cNvPr id="1120" name="Google Shape;1120;p47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7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2" name="Google Shape;1122;p47"/>
            <p:cNvSpPr/>
            <p:nvPr/>
          </p:nvSpPr>
          <p:spPr>
            <a:xfrm>
              <a:off x="5036408" y="3061926"/>
              <a:ext cx="46567" cy="55637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7"/>
            <p:cNvSpPr/>
            <p:nvPr/>
          </p:nvSpPr>
          <p:spPr>
            <a:xfrm>
              <a:off x="5066624" y="3087318"/>
              <a:ext cx="67712" cy="72565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5113769" y="3051670"/>
              <a:ext cx="103388" cy="108819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5202628" y="3042600"/>
              <a:ext cx="70745" cy="110639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7"/>
            <p:cNvSpPr/>
            <p:nvPr/>
          </p:nvSpPr>
          <p:spPr>
            <a:xfrm>
              <a:off x="5252200" y="3042600"/>
              <a:ext cx="33856" cy="90071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5270312" y="3019634"/>
              <a:ext cx="52026" cy="108819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5474029" y="2832238"/>
              <a:ext cx="174076" cy="276858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5452854" y="3011170"/>
              <a:ext cx="5460" cy="3033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5258844" y="2835878"/>
              <a:ext cx="254499" cy="197677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5301742" y="2999066"/>
              <a:ext cx="191033" cy="163821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5394847" y="3013567"/>
              <a:ext cx="126932" cy="190426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7"/>
            <p:cNvSpPr/>
            <p:nvPr/>
          </p:nvSpPr>
          <p:spPr>
            <a:xfrm>
              <a:off x="5395425" y="3196110"/>
              <a:ext cx="95531" cy="103388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7"/>
            <p:cNvSpPr/>
            <p:nvPr/>
          </p:nvSpPr>
          <p:spPr>
            <a:xfrm>
              <a:off x="5404496" y="3197930"/>
              <a:ext cx="33885" cy="21781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5435319" y="3169533"/>
              <a:ext cx="128174" cy="149926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5449243" y="3307328"/>
              <a:ext cx="18141" cy="24814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7"/>
            <p:cNvSpPr/>
            <p:nvPr/>
          </p:nvSpPr>
          <p:spPr>
            <a:xfrm>
              <a:off x="5739363" y="3249321"/>
              <a:ext cx="186787" cy="190398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7"/>
            <p:cNvSpPr/>
            <p:nvPr/>
          </p:nvSpPr>
          <p:spPr>
            <a:xfrm>
              <a:off x="5733932" y="3252932"/>
              <a:ext cx="33856" cy="27848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5733932" y="3269254"/>
              <a:ext cx="33250" cy="40529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7"/>
            <p:cNvSpPr/>
            <p:nvPr/>
          </p:nvSpPr>
          <p:spPr>
            <a:xfrm>
              <a:off x="5451641" y="3144141"/>
              <a:ext cx="318571" cy="315538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7"/>
            <p:cNvSpPr/>
            <p:nvPr/>
          </p:nvSpPr>
          <p:spPr>
            <a:xfrm>
              <a:off x="5794366" y="3391363"/>
              <a:ext cx="53211" cy="134211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7"/>
            <p:cNvSpPr/>
            <p:nvPr/>
          </p:nvSpPr>
          <p:spPr>
            <a:xfrm>
              <a:off x="5611824" y="3371401"/>
              <a:ext cx="197071" cy="168067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7"/>
            <p:cNvSpPr/>
            <p:nvPr/>
          </p:nvSpPr>
          <p:spPr>
            <a:xfrm>
              <a:off x="5440172" y="3332720"/>
              <a:ext cx="209146" cy="206748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7"/>
            <p:cNvSpPr/>
            <p:nvPr/>
          </p:nvSpPr>
          <p:spPr>
            <a:xfrm>
              <a:off x="5664399" y="3497121"/>
              <a:ext cx="130600" cy="119103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5574356" y="3534011"/>
              <a:ext cx="156570" cy="15657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7"/>
            <p:cNvSpPr/>
            <p:nvPr/>
          </p:nvSpPr>
          <p:spPr>
            <a:xfrm>
              <a:off x="5440779" y="3519481"/>
              <a:ext cx="223647" cy="210388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7"/>
            <p:cNvSpPr/>
            <p:nvPr/>
          </p:nvSpPr>
          <p:spPr>
            <a:xfrm>
              <a:off x="5752652" y="3410689"/>
              <a:ext cx="174105" cy="280498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5749647" y="3670593"/>
              <a:ext cx="24208" cy="27241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7"/>
            <p:cNvSpPr/>
            <p:nvPr/>
          </p:nvSpPr>
          <p:spPr>
            <a:xfrm>
              <a:off x="5684967" y="3724382"/>
              <a:ext cx="38709" cy="36312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7"/>
            <p:cNvSpPr/>
            <p:nvPr/>
          </p:nvSpPr>
          <p:spPr>
            <a:xfrm>
              <a:off x="6416320" y="2558439"/>
              <a:ext cx="121530" cy="100355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6416320" y="2558439"/>
              <a:ext cx="121530" cy="100355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5902550" y="2473827"/>
              <a:ext cx="81636" cy="22994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5955762" y="2492546"/>
              <a:ext cx="3033" cy="3062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6707075" y="2733124"/>
              <a:ext cx="51391" cy="3024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7"/>
            <p:cNvSpPr/>
            <p:nvPr/>
          </p:nvSpPr>
          <p:spPr>
            <a:xfrm>
              <a:off x="5572536" y="2477438"/>
              <a:ext cx="40529" cy="34492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5539286" y="2400076"/>
              <a:ext cx="67741" cy="88887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7" name="Google Shape;1157;p47"/>
          <p:cNvSpPr/>
          <p:nvPr/>
        </p:nvSpPr>
        <p:spPr>
          <a:xfrm>
            <a:off x="7318086" y="2199185"/>
            <a:ext cx="159300" cy="159300"/>
          </a:xfrm>
          <a:prstGeom prst="mathPlus">
            <a:avLst>
              <a:gd name="adj1" fmla="val 23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7"/>
          <p:cNvSpPr/>
          <p:nvPr/>
        </p:nvSpPr>
        <p:spPr>
          <a:xfrm>
            <a:off x="6608231" y="2976144"/>
            <a:ext cx="159300" cy="159300"/>
          </a:xfrm>
          <a:prstGeom prst="mathPlus">
            <a:avLst>
              <a:gd name="adj1" fmla="val 23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7"/>
          <p:cNvSpPr/>
          <p:nvPr/>
        </p:nvSpPr>
        <p:spPr>
          <a:xfrm>
            <a:off x="5101582" y="2199185"/>
            <a:ext cx="159300" cy="159300"/>
          </a:xfrm>
          <a:prstGeom prst="mathPlus">
            <a:avLst>
              <a:gd name="adj1" fmla="val 23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8"/>
          <p:cNvSpPr txBox="1">
            <a:spLocks noGrp="1"/>
          </p:cNvSpPr>
          <p:nvPr>
            <p:ph type="title"/>
          </p:nvPr>
        </p:nvSpPr>
        <p:spPr>
          <a:xfrm>
            <a:off x="2030400" y="2532925"/>
            <a:ext cx="5076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165" name="Google Shape;1165;p48"/>
          <p:cNvSpPr txBox="1">
            <a:spLocks noGrp="1"/>
          </p:cNvSpPr>
          <p:nvPr>
            <p:ph type="title" idx="2"/>
          </p:nvPr>
        </p:nvSpPr>
        <p:spPr>
          <a:xfrm>
            <a:off x="2030550" y="1534348"/>
            <a:ext cx="50760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166" name="Google Shape;1166;p48"/>
          <p:cNvSpPr txBox="1">
            <a:spLocks noGrp="1"/>
          </p:cNvSpPr>
          <p:nvPr>
            <p:ph type="subTitle" idx="1"/>
          </p:nvPr>
        </p:nvSpPr>
        <p:spPr>
          <a:xfrm>
            <a:off x="2030250" y="3317569"/>
            <a:ext cx="50760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grpSp>
        <p:nvGrpSpPr>
          <p:cNvPr id="1167" name="Google Shape;1167;p48"/>
          <p:cNvGrpSpPr/>
          <p:nvPr/>
        </p:nvGrpSpPr>
        <p:grpSpPr>
          <a:xfrm rot="-332614">
            <a:off x="914167" y="503492"/>
            <a:ext cx="1775123" cy="1181146"/>
            <a:chOff x="238125" y="502000"/>
            <a:chExt cx="7027925" cy="4604825"/>
          </a:xfrm>
        </p:grpSpPr>
        <p:sp>
          <p:nvSpPr>
            <p:cNvPr id="1168" name="Google Shape;1168;p48"/>
            <p:cNvSpPr/>
            <p:nvPr/>
          </p:nvSpPr>
          <p:spPr>
            <a:xfrm>
              <a:off x="238125" y="1242100"/>
              <a:ext cx="7027925" cy="3411000"/>
            </a:xfrm>
            <a:custGeom>
              <a:avLst/>
              <a:gdLst/>
              <a:ahLst/>
              <a:cxnLst/>
              <a:rect l="l" t="t" r="r" b="b"/>
              <a:pathLst>
                <a:path w="281117" h="136440" extrusionOk="0">
                  <a:moveTo>
                    <a:pt x="150212" y="23684"/>
                  </a:moveTo>
                  <a:lnTo>
                    <a:pt x="150212" y="47883"/>
                  </a:lnTo>
                  <a:lnTo>
                    <a:pt x="174410" y="47883"/>
                  </a:lnTo>
                  <a:lnTo>
                    <a:pt x="174410" y="67319"/>
                  </a:lnTo>
                  <a:lnTo>
                    <a:pt x="150212" y="67319"/>
                  </a:lnTo>
                  <a:lnTo>
                    <a:pt x="150212" y="91518"/>
                  </a:lnTo>
                  <a:lnTo>
                    <a:pt x="130776" y="91518"/>
                  </a:lnTo>
                  <a:lnTo>
                    <a:pt x="130776" y="67319"/>
                  </a:lnTo>
                  <a:lnTo>
                    <a:pt x="106577" y="67319"/>
                  </a:lnTo>
                  <a:lnTo>
                    <a:pt x="106577" y="47883"/>
                  </a:lnTo>
                  <a:lnTo>
                    <a:pt x="130776" y="47883"/>
                  </a:lnTo>
                  <a:lnTo>
                    <a:pt x="130776" y="23684"/>
                  </a:lnTo>
                  <a:close/>
                  <a:moveTo>
                    <a:pt x="140558" y="1"/>
                  </a:moveTo>
                  <a:cubicBezTo>
                    <a:pt x="109151" y="1"/>
                    <a:pt x="77745" y="3090"/>
                    <a:pt x="46853" y="9268"/>
                  </a:cubicBezTo>
                  <a:cubicBezTo>
                    <a:pt x="45437" y="9397"/>
                    <a:pt x="43892" y="9783"/>
                    <a:pt x="42348" y="10040"/>
                  </a:cubicBezTo>
                  <a:lnTo>
                    <a:pt x="0" y="18793"/>
                  </a:lnTo>
                  <a:lnTo>
                    <a:pt x="25228" y="136439"/>
                  </a:lnTo>
                  <a:lnTo>
                    <a:pt x="30892" y="134509"/>
                  </a:lnTo>
                  <a:cubicBezTo>
                    <a:pt x="79289" y="122023"/>
                    <a:pt x="109924" y="115716"/>
                    <a:pt x="140558" y="115716"/>
                  </a:cubicBezTo>
                  <a:cubicBezTo>
                    <a:pt x="171193" y="115716"/>
                    <a:pt x="201827" y="122023"/>
                    <a:pt x="250224" y="134509"/>
                  </a:cubicBezTo>
                  <a:lnTo>
                    <a:pt x="255888" y="136439"/>
                  </a:lnTo>
                  <a:lnTo>
                    <a:pt x="281116" y="18922"/>
                  </a:lnTo>
                  <a:lnTo>
                    <a:pt x="238769" y="10040"/>
                  </a:lnTo>
                  <a:cubicBezTo>
                    <a:pt x="237224" y="9783"/>
                    <a:pt x="235679" y="9397"/>
                    <a:pt x="234135" y="9268"/>
                  </a:cubicBezTo>
                  <a:cubicBezTo>
                    <a:pt x="203372" y="3090"/>
                    <a:pt x="171965" y="1"/>
                    <a:pt x="1405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8"/>
            <p:cNvSpPr/>
            <p:nvPr/>
          </p:nvSpPr>
          <p:spPr>
            <a:xfrm>
              <a:off x="868825" y="4135000"/>
              <a:ext cx="5766500" cy="971825"/>
            </a:xfrm>
            <a:custGeom>
              <a:avLst/>
              <a:gdLst/>
              <a:ahLst/>
              <a:cxnLst/>
              <a:rect l="l" t="t" r="r" b="b"/>
              <a:pathLst>
                <a:path w="230660" h="38873" extrusionOk="0">
                  <a:moveTo>
                    <a:pt x="115330" y="0"/>
                  </a:moveTo>
                  <a:cubicBezTo>
                    <a:pt x="84696" y="0"/>
                    <a:pt x="54061" y="6307"/>
                    <a:pt x="5664" y="18793"/>
                  </a:cubicBezTo>
                  <a:lnTo>
                    <a:pt x="0" y="20723"/>
                  </a:lnTo>
                  <a:lnTo>
                    <a:pt x="3862" y="38872"/>
                  </a:lnTo>
                  <a:lnTo>
                    <a:pt x="5149" y="38486"/>
                  </a:lnTo>
                  <a:cubicBezTo>
                    <a:pt x="53675" y="25872"/>
                    <a:pt x="84438" y="19436"/>
                    <a:pt x="115330" y="19436"/>
                  </a:cubicBezTo>
                  <a:cubicBezTo>
                    <a:pt x="146093" y="19436"/>
                    <a:pt x="176985" y="25872"/>
                    <a:pt x="225382" y="38486"/>
                  </a:cubicBezTo>
                  <a:lnTo>
                    <a:pt x="226798" y="38872"/>
                  </a:lnTo>
                  <a:lnTo>
                    <a:pt x="230660" y="20723"/>
                  </a:lnTo>
                  <a:lnTo>
                    <a:pt x="224996" y="18793"/>
                  </a:lnTo>
                  <a:cubicBezTo>
                    <a:pt x="176599" y="6307"/>
                    <a:pt x="145965" y="0"/>
                    <a:pt x="115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8"/>
            <p:cNvSpPr/>
            <p:nvPr/>
          </p:nvSpPr>
          <p:spPr>
            <a:xfrm>
              <a:off x="1409425" y="502000"/>
              <a:ext cx="4682075" cy="971825"/>
            </a:xfrm>
            <a:custGeom>
              <a:avLst/>
              <a:gdLst/>
              <a:ahLst/>
              <a:cxnLst/>
              <a:rect l="l" t="t" r="r" b="b"/>
              <a:pathLst>
                <a:path w="187283" h="38873" extrusionOk="0">
                  <a:moveTo>
                    <a:pt x="54963" y="0"/>
                  </a:moveTo>
                  <a:cubicBezTo>
                    <a:pt x="30249" y="0"/>
                    <a:pt x="8239" y="15575"/>
                    <a:pt x="1" y="38872"/>
                  </a:cubicBezTo>
                  <a:cubicBezTo>
                    <a:pt x="30957" y="32758"/>
                    <a:pt x="62332" y="29701"/>
                    <a:pt x="93690" y="29701"/>
                  </a:cubicBezTo>
                  <a:cubicBezTo>
                    <a:pt x="125049" y="29701"/>
                    <a:pt x="156391" y="32758"/>
                    <a:pt x="187283" y="38872"/>
                  </a:cubicBezTo>
                  <a:cubicBezTo>
                    <a:pt x="179045" y="15575"/>
                    <a:pt x="157163" y="0"/>
                    <a:pt x="132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8"/>
            <p:cNvSpPr/>
            <p:nvPr/>
          </p:nvSpPr>
          <p:spPr>
            <a:xfrm>
              <a:off x="2902550" y="1834200"/>
              <a:ext cx="1695850" cy="1695850"/>
            </a:xfrm>
            <a:custGeom>
              <a:avLst/>
              <a:gdLst/>
              <a:ahLst/>
              <a:cxnLst/>
              <a:rect l="l" t="t" r="r" b="b"/>
              <a:pathLst>
                <a:path w="67834" h="67834" extrusionOk="0">
                  <a:moveTo>
                    <a:pt x="24199" y="0"/>
                  </a:moveTo>
                  <a:lnTo>
                    <a:pt x="24199" y="24199"/>
                  </a:lnTo>
                  <a:lnTo>
                    <a:pt x="0" y="24199"/>
                  </a:lnTo>
                  <a:lnTo>
                    <a:pt x="0" y="43635"/>
                  </a:lnTo>
                  <a:lnTo>
                    <a:pt x="24199" y="43635"/>
                  </a:lnTo>
                  <a:lnTo>
                    <a:pt x="24199" y="67834"/>
                  </a:lnTo>
                  <a:lnTo>
                    <a:pt x="43635" y="67834"/>
                  </a:lnTo>
                  <a:lnTo>
                    <a:pt x="43635" y="43635"/>
                  </a:lnTo>
                  <a:lnTo>
                    <a:pt x="67833" y="43635"/>
                  </a:lnTo>
                  <a:lnTo>
                    <a:pt x="67833" y="24199"/>
                  </a:lnTo>
                  <a:lnTo>
                    <a:pt x="43635" y="24199"/>
                  </a:lnTo>
                  <a:lnTo>
                    <a:pt x="436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2" name="Google Shape;1172;p48"/>
          <p:cNvGrpSpPr/>
          <p:nvPr/>
        </p:nvGrpSpPr>
        <p:grpSpPr>
          <a:xfrm>
            <a:off x="6596284" y="3553190"/>
            <a:ext cx="2771973" cy="1336390"/>
            <a:chOff x="752817" y="3135891"/>
            <a:chExt cx="2704892" cy="1303922"/>
          </a:xfrm>
        </p:grpSpPr>
        <p:sp>
          <p:nvSpPr>
            <p:cNvPr id="1173" name="Google Shape;1173;p48"/>
            <p:cNvSpPr/>
            <p:nvPr/>
          </p:nvSpPr>
          <p:spPr>
            <a:xfrm>
              <a:off x="874383" y="3135891"/>
              <a:ext cx="537158" cy="179961"/>
            </a:xfrm>
            <a:custGeom>
              <a:avLst/>
              <a:gdLst/>
              <a:ahLst/>
              <a:cxnLst/>
              <a:rect l="l" t="t" r="r" b="b"/>
              <a:pathLst>
                <a:path w="16760" h="5615" extrusionOk="0">
                  <a:moveTo>
                    <a:pt x="5631" y="0"/>
                  </a:moveTo>
                  <a:cubicBezTo>
                    <a:pt x="2524" y="0"/>
                    <a:pt x="1" y="2506"/>
                    <a:pt x="1" y="5614"/>
                  </a:cubicBezTo>
                  <a:lnTo>
                    <a:pt x="16759" y="5614"/>
                  </a:lnTo>
                  <a:cubicBezTo>
                    <a:pt x="16759" y="2506"/>
                    <a:pt x="14236" y="0"/>
                    <a:pt x="1112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8"/>
            <p:cNvSpPr/>
            <p:nvPr/>
          </p:nvSpPr>
          <p:spPr>
            <a:xfrm>
              <a:off x="922458" y="3367836"/>
              <a:ext cx="1959345" cy="838845"/>
            </a:xfrm>
            <a:custGeom>
              <a:avLst/>
              <a:gdLst/>
              <a:ahLst/>
              <a:cxnLst/>
              <a:rect l="l" t="t" r="r" b="b"/>
              <a:pathLst>
                <a:path w="61134" h="26173" extrusionOk="0">
                  <a:moveTo>
                    <a:pt x="1206" y="1"/>
                  </a:moveTo>
                  <a:cubicBezTo>
                    <a:pt x="387" y="1"/>
                    <a:pt x="1" y="1255"/>
                    <a:pt x="923" y="1635"/>
                  </a:cubicBezTo>
                  <a:lnTo>
                    <a:pt x="59587" y="26097"/>
                  </a:lnTo>
                  <a:cubicBezTo>
                    <a:pt x="59712" y="26149"/>
                    <a:pt x="59831" y="26173"/>
                    <a:pt x="59942" y="26173"/>
                  </a:cubicBezTo>
                  <a:cubicBezTo>
                    <a:pt x="60752" y="26173"/>
                    <a:pt x="61133" y="24925"/>
                    <a:pt x="60222" y="24543"/>
                  </a:cubicBezTo>
                  <a:lnTo>
                    <a:pt x="1575" y="82"/>
                  </a:lnTo>
                  <a:cubicBezTo>
                    <a:pt x="1445" y="26"/>
                    <a:pt x="1321" y="1"/>
                    <a:pt x="120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8"/>
            <p:cNvSpPr/>
            <p:nvPr/>
          </p:nvSpPr>
          <p:spPr>
            <a:xfrm>
              <a:off x="1327890" y="3367997"/>
              <a:ext cx="1959825" cy="838813"/>
            </a:xfrm>
            <a:custGeom>
              <a:avLst/>
              <a:gdLst/>
              <a:ahLst/>
              <a:cxnLst/>
              <a:rect l="l" t="t" r="r" b="b"/>
              <a:pathLst>
                <a:path w="61149" h="26172" extrusionOk="0">
                  <a:moveTo>
                    <a:pt x="59941" y="1"/>
                  </a:moveTo>
                  <a:cubicBezTo>
                    <a:pt x="59830" y="1"/>
                    <a:pt x="59711" y="24"/>
                    <a:pt x="59586" y="77"/>
                  </a:cubicBezTo>
                  <a:lnTo>
                    <a:pt x="938" y="24538"/>
                  </a:lnTo>
                  <a:cubicBezTo>
                    <a:pt x="0" y="24904"/>
                    <a:pt x="400" y="26172"/>
                    <a:pt x="1212" y="26172"/>
                  </a:cubicBezTo>
                  <a:cubicBezTo>
                    <a:pt x="1325" y="26172"/>
                    <a:pt x="1447" y="26147"/>
                    <a:pt x="1573" y="26092"/>
                  </a:cubicBezTo>
                  <a:lnTo>
                    <a:pt x="60237" y="1630"/>
                  </a:lnTo>
                  <a:cubicBezTo>
                    <a:pt x="61148" y="1248"/>
                    <a:pt x="60754" y="1"/>
                    <a:pt x="59941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752817" y="3310467"/>
              <a:ext cx="2704892" cy="101246"/>
            </a:xfrm>
            <a:custGeom>
              <a:avLst/>
              <a:gdLst/>
              <a:ahLst/>
              <a:cxnLst/>
              <a:rect l="l" t="t" r="r" b="b"/>
              <a:pathLst>
                <a:path w="84396" h="3159" extrusionOk="0">
                  <a:moveTo>
                    <a:pt x="1588" y="0"/>
                  </a:moveTo>
                  <a:cubicBezTo>
                    <a:pt x="719" y="0"/>
                    <a:pt x="1" y="702"/>
                    <a:pt x="1" y="1571"/>
                  </a:cubicBezTo>
                  <a:cubicBezTo>
                    <a:pt x="1" y="2440"/>
                    <a:pt x="719" y="3158"/>
                    <a:pt x="1588" y="3158"/>
                  </a:cubicBezTo>
                  <a:lnTo>
                    <a:pt x="82808" y="3158"/>
                  </a:lnTo>
                  <a:cubicBezTo>
                    <a:pt x="83677" y="3158"/>
                    <a:pt x="84396" y="2440"/>
                    <a:pt x="84379" y="1571"/>
                  </a:cubicBezTo>
                  <a:cubicBezTo>
                    <a:pt x="84396" y="702"/>
                    <a:pt x="83677" y="0"/>
                    <a:pt x="8280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8"/>
            <p:cNvSpPr/>
            <p:nvPr/>
          </p:nvSpPr>
          <p:spPr>
            <a:xfrm>
              <a:off x="1343499" y="4154408"/>
              <a:ext cx="68042" cy="189063"/>
            </a:xfrm>
            <a:custGeom>
              <a:avLst/>
              <a:gdLst/>
              <a:ahLst/>
              <a:cxnLst/>
              <a:rect l="l" t="t" r="r" b="b"/>
              <a:pathLst>
                <a:path w="2123" h="5899" extrusionOk="0">
                  <a:moveTo>
                    <a:pt x="1061" y="1"/>
                  </a:moveTo>
                  <a:cubicBezTo>
                    <a:pt x="531" y="1"/>
                    <a:pt x="0" y="352"/>
                    <a:pt x="0" y="1053"/>
                  </a:cubicBezTo>
                  <a:lnTo>
                    <a:pt x="0" y="4830"/>
                  </a:lnTo>
                  <a:cubicBezTo>
                    <a:pt x="0" y="5431"/>
                    <a:pt x="468" y="5899"/>
                    <a:pt x="1070" y="5899"/>
                  </a:cubicBezTo>
                  <a:cubicBezTo>
                    <a:pt x="1655" y="5899"/>
                    <a:pt x="2122" y="5431"/>
                    <a:pt x="2122" y="4830"/>
                  </a:cubicBezTo>
                  <a:lnTo>
                    <a:pt x="2122" y="1053"/>
                  </a:lnTo>
                  <a:cubicBezTo>
                    <a:pt x="2122" y="352"/>
                    <a:pt x="1592" y="1"/>
                    <a:pt x="1061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8"/>
            <p:cNvSpPr/>
            <p:nvPr/>
          </p:nvSpPr>
          <p:spPr>
            <a:xfrm>
              <a:off x="2799017" y="4154408"/>
              <a:ext cx="68042" cy="189063"/>
            </a:xfrm>
            <a:custGeom>
              <a:avLst/>
              <a:gdLst/>
              <a:ahLst/>
              <a:cxnLst/>
              <a:rect l="l" t="t" r="r" b="b"/>
              <a:pathLst>
                <a:path w="2123" h="5899" extrusionOk="0">
                  <a:moveTo>
                    <a:pt x="1061" y="1"/>
                  </a:moveTo>
                  <a:cubicBezTo>
                    <a:pt x="531" y="1"/>
                    <a:pt x="0" y="352"/>
                    <a:pt x="0" y="1053"/>
                  </a:cubicBezTo>
                  <a:lnTo>
                    <a:pt x="0" y="4830"/>
                  </a:lnTo>
                  <a:cubicBezTo>
                    <a:pt x="0" y="5431"/>
                    <a:pt x="468" y="5899"/>
                    <a:pt x="1053" y="5899"/>
                  </a:cubicBezTo>
                  <a:cubicBezTo>
                    <a:pt x="1654" y="5899"/>
                    <a:pt x="2122" y="5431"/>
                    <a:pt x="2122" y="4830"/>
                  </a:cubicBezTo>
                  <a:lnTo>
                    <a:pt x="2122" y="1053"/>
                  </a:lnTo>
                  <a:cubicBezTo>
                    <a:pt x="2122" y="352"/>
                    <a:pt x="1592" y="1"/>
                    <a:pt x="1061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8"/>
            <p:cNvSpPr/>
            <p:nvPr/>
          </p:nvSpPr>
          <p:spPr>
            <a:xfrm>
              <a:off x="1247637" y="4247064"/>
              <a:ext cx="224959" cy="192749"/>
            </a:xfrm>
            <a:custGeom>
              <a:avLst/>
              <a:gdLst/>
              <a:ahLst/>
              <a:cxnLst/>
              <a:rect l="l" t="t" r="r" b="b"/>
              <a:pathLst>
                <a:path w="7019" h="6014" extrusionOk="0">
                  <a:moveTo>
                    <a:pt x="4011" y="0"/>
                  </a:moveTo>
                  <a:cubicBezTo>
                    <a:pt x="1337" y="0"/>
                    <a:pt x="1" y="3242"/>
                    <a:pt x="1889" y="5130"/>
                  </a:cubicBezTo>
                  <a:cubicBezTo>
                    <a:pt x="2505" y="5740"/>
                    <a:pt x="3258" y="6014"/>
                    <a:pt x="3997" y="6014"/>
                  </a:cubicBezTo>
                  <a:cubicBezTo>
                    <a:pt x="5542" y="6014"/>
                    <a:pt x="7018" y="4817"/>
                    <a:pt x="7018" y="3008"/>
                  </a:cubicBezTo>
                  <a:cubicBezTo>
                    <a:pt x="7018" y="1354"/>
                    <a:pt x="5681" y="0"/>
                    <a:pt x="401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8"/>
            <p:cNvSpPr/>
            <p:nvPr/>
          </p:nvSpPr>
          <p:spPr>
            <a:xfrm>
              <a:off x="2705303" y="4247064"/>
              <a:ext cx="224927" cy="192749"/>
            </a:xfrm>
            <a:custGeom>
              <a:avLst/>
              <a:gdLst/>
              <a:ahLst/>
              <a:cxnLst/>
              <a:rect l="l" t="t" r="r" b="b"/>
              <a:pathLst>
                <a:path w="7018" h="6014" extrusionOk="0">
                  <a:moveTo>
                    <a:pt x="4010" y="0"/>
                  </a:moveTo>
                  <a:cubicBezTo>
                    <a:pt x="1337" y="0"/>
                    <a:pt x="0" y="3242"/>
                    <a:pt x="1888" y="5130"/>
                  </a:cubicBezTo>
                  <a:cubicBezTo>
                    <a:pt x="2504" y="5740"/>
                    <a:pt x="3258" y="6014"/>
                    <a:pt x="3996" y="6014"/>
                  </a:cubicBezTo>
                  <a:cubicBezTo>
                    <a:pt x="5541" y="6014"/>
                    <a:pt x="7018" y="4817"/>
                    <a:pt x="7018" y="3008"/>
                  </a:cubicBezTo>
                  <a:cubicBezTo>
                    <a:pt x="7018" y="1354"/>
                    <a:pt x="5681" y="0"/>
                    <a:pt x="401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9"/>
          <p:cNvSpPr/>
          <p:nvPr/>
        </p:nvSpPr>
        <p:spPr>
          <a:xfrm>
            <a:off x="3448085" y="1576100"/>
            <a:ext cx="2914200" cy="641700"/>
          </a:xfrm>
          <a:prstGeom prst="wedgeRectCallout">
            <a:avLst>
              <a:gd name="adj1" fmla="val -54815"/>
              <a:gd name="adj2" fmla="val -119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49"/>
          <p:cNvSpPr/>
          <p:nvPr/>
        </p:nvSpPr>
        <p:spPr>
          <a:xfrm>
            <a:off x="3448085" y="2631463"/>
            <a:ext cx="2914200" cy="641700"/>
          </a:xfrm>
          <a:prstGeom prst="wedgeRectCallout">
            <a:avLst>
              <a:gd name="adj1" fmla="val -54995"/>
              <a:gd name="adj2" fmla="val -2218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49"/>
          <p:cNvSpPr/>
          <p:nvPr/>
        </p:nvSpPr>
        <p:spPr>
          <a:xfrm rot="10800000" flipH="1">
            <a:off x="3448085" y="3685400"/>
            <a:ext cx="2914200" cy="641700"/>
          </a:xfrm>
          <a:prstGeom prst="wedgeRectCallout">
            <a:avLst>
              <a:gd name="adj1" fmla="val -54973"/>
              <a:gd name="adj2" fmla="val 31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Discussions</a:t>
            </a:r>
            <a:endParaRPr/>
          </a:p>
        </p:txBody>
      </p:sp>
      <p:sp>
        <p:nvSpPr>
          <p:cNvPr id="1189" name="Google Shape;1189;p49"/>
          <p:cNvSpPr txBox="1">
            <a:spLocks noGrp="1"/>
          </p:cNvSpPr>
          <p:nvPr>
            <p:ph type="subTitle" idx="1"/>
          </p:nvPr>
        </p:nvSpPr>
        <p:spPr>
          <a:xfrm>
            <a:off x="3480325" y="1579350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“Neptune is the farthest planet from the Sun and the fourth-largest in our Solar System’’</a:t>
            </a:r>
            <a:endParaRPr/>
          </a:p>
        </p:txBody>
      </p:sp>
      <p:sp>
        <p:nvSpPr>
          <p:cNvPr id="1190" name="Google Shape;1190;p49"/>
          <p:cNvSpPr txBox="1">
            <a:spLocks noGrp="1"/>
          </p:cNvSpPr>
          <p:nvPr>
            <p:ph type="subTitle" idx="2"/>
          </p:nvPr>
        </p:nvSpPr>
        <p:spPr>
          <a:xfrm>
            <a:off x="6469550" y="1576225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John Doe</a:t>
            </a:r>
            <a:endParaRPr/>
          </a:p>
        </p:txBody>
      </p:sp>
      <p:sp>
        <p:nvSpPr>
          <p:cNvPr id="1191" name="Google Shape;1191;p49"/>
          <p:cNvSpPr txBox="1">
            <a:spLocks noGrp="1"/>
          </p:cNvSpPr>
          <p:nvPr>
            <p:ph type="subTitle" idx="3"/>
          </p:nvPr>
        </p:nvSpPr>
        <p:spPr>
          <a:xfrm>
            <a:off x="3480325" y="2629959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“Venus has a beautiful name and is the second planet from the Sun. It’s terribly hot’’</a:t>
            </a:r>
            <a:endParaRPr/>
          </a:p>
        </p:txBody>
      </p:sp>
      <p:sp>
        <p:nvSpPr>
          <p:cNvPr id="1192" name="Google Shape;1192;p49"/>
          <p:cNvSpPr txBox="1">
            <a:spLocks noGrp="1"/>
          </p:cNvSpPr>
          <p:nvPr>
            <p:ph type="subTitle" idx="4"/>
          </p:nvPr>
        </p:nvSpPr>
        <p:spPr>
          <a:xfrm>
            <a:off x="6469550" y="2631538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Jenna James</a:t>
            </a:r>
            <a:endParaRPr/>
          </a:p>
        </p:txBody>
      </p:sp>
      <p:sp>
        <p:nvSpPr>
          <p:cNvPr id="1193" name="Google Shape;1193;p49"/>
          <p:cNvSpPr txBox="1">
            <a:spLocks noGrp="1"/>
          </p:cNvSpPr>
          <p:nvPr>
            <p:ph type="subTitle" idx="5"/>
          </p:nvPr>
        </p:nvSpPr>
        <p:spPr>
          <a:xfrm>
            <a:off x="3480325" y="3688450"/>
            <a:ext cx="28497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“Mercury is the closest planet to the Sun and the smallest one in our Solar System’’</a:t>
            </a:r>
            <a:endParaRPr/>
          </a:p>
        </p:txBody>
      </p:sp>
      <p:sp>
        <p:nvSpPr>
          <p:cNvPr id="1194" name="Google Shape;1194;p49"/>
          <p:cNvSpPr txBox="1">
            <a:spLocks noGrp="1"/>
          </p:cNvSpPr>
          <p:nvPr>
            <p:ph type="subTitle" idx="6"/>
          </p:nvPr>
        </p:nvSpPr>
        <p:spPr>
          <a:xfrm>
            <a:off x="6469550" y="3688475"/>
            <a:ext cx="1954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Daniel Patterson</a:t>
            </a:r>
            <a:endParaRPr/>
          </a:p>
        </p:txBody>
      </p:sp>
      <p:grpSp>
        <p:nvGrpSpPr>
          <p:cNvPr id="1195" name="Google Shape;1195;p49"/>
          <p:cNvGrpSpPr/>
          <p:nvPr/>
        </p:nvGrpSpPr>
        <p:grpSpPr>
          <a:xfrm rot="-150418" flipH="1">
            <a:off x="1173409" y="1571070"/>
            <a:ext cx="1991567" cy="4780236"/>
            <a:chOff x="2714675" y="237925"/>
            <a:chExt cx="2177825" cy="5227300"/>
          </a:xfrm>
        </p:grpSpPr>
        <p:sp>
          <p:nvSpPr>
            <p:cNvPr id="1196" name="Google Shape;1196;p49"/>
            <p:cNvSpPr/>
            <p:nvPr/>
          </p:nvSpPr>
          <p:spPr>
            <a:xfrm>
              <a:off x="4179775" y="5184425"/>
              <a:ext cx="712725" cy="280800"/>
            </a:xfrm>
            <a:custGeom>
              <a:avLst/>
              <a:gdLst/>
              <a:ahLst/>
              <a:cxnLst/>
              <a:rect l="l" t="t" r="r" b="b"/>
              <a:pathLst>
                <a:path w="28509" h="11232" extrusionOk="0">
                  <a:moveTo>
                    <a:pt x="10740" y="1"/>
                  </a:moveTo>
                  <a:lnTo>
                    <a:pt x="0" y="818"/>
                  </a:lnTo>
                  <a:lnTo>
                    <a:pt x="794" y="6188"/>
                  </a:lnTo>
                  <a:lnTo>
                    <a:pt x="1541" y="11231"/>
                  </a:lnTo>
                  <a:lnTo>
                    <a:pt x="28508" y="11231"/>
                  </a:lnTo>
                  <a:cubicBezTo>
                    <a:pt x="27014" y="9013"/>
                    <a:pt x="24726" y="7472"/>
                    <a:pt x="22087" y="6935"/>
                  </a:cubicBezTo>
                  <a:cubicBezTo>
                    <a:pt x="20150" y="6538"/>
                    <a:pt x="18258" y="5954"/>
                    <a:pt x="16437" y="5184"/>
                  </a:cubicBezTo>
                  <a:cubicBezTo>
                    <a:pt x="10927" y="2826"/>
                    <a:pt x="10740" y="1"/>
                    <a:pt x="1074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9"/>
            <p:cNvSpPr/>
            <p:nvPr/>
          </p:nvSpPr>
          <p:spPr>
            <a:xfrm>
              <a:off x="4199600" y="5314000"/>
              <a:ext cx="692900" cy="151225"/>
            </a:xfrm>
            <a:custGeom>
              <a:avLst/>
              <a:gdLst/>
              <a:ahLst/>
              <a:cxnLst/>
              <a:rect l="l" t="t" r="r" b="b"/>
              <a:pathLst>
                <a:path w="27716" h="6049" extrusionOk="0">
                  <a:moveTo>
                    <a:pt x="15644" y="1"/>
                  </a:moveTo>
                  <a:cubicBezTo>
                    <a:pt x="14570" y="1168"/>
                    <a:pt x="13519" y="2569"/>
                    <a:pt x="13006" y="3993"/>
                  </a:cubicBezTo>
                  <a:cubicBezTo>
                    <a:pt x="6515" y="3433"/>
                    <a:pt x="2546" y="1729"/>
                    <a:pt x="1" y="1005"/>
                  </a:cubicBezTo>
                  <a:lnTo>
                    <a:pt x="1" y="1005"/>
                  </a:lnTo>
                  <a:lnTo>
                    <a:pt x="748" y="6048"/>
                  </a:lnTo>
                  <a:lnTo>
                    <a:pt x="27715" y="6048"/>
                  </a:lnTo>
                  <a:cubicBezTo>
                    <a:pt x="26221" y="3830"/>
                    <a:pt x="23933" y="2289"/>
                    <a:pt x="21294" y="1752"/>
                  </a:cubicBezTo>
                  <a:cubicBezTo>
                    <a:pt x="19357" y="1355"/>
                    <a:pt x="17465" y="771"/>
                    <a:pt x="1564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9"/>
            <p:cNvSpPr/>
            <p:nvPr/>
          </p:nvSpPr>
          <p:spPr>
            <a:xfrm>
              <a:off x="3899000" y="2851950"/>
              <a:ext cx="644425" cy="2504100"/>
            </a:xfrm>
            <a:custGeom>
              <a:avLst/>
              <a:gdLst/>
              <a:ahLst/>
              <a:cxnLst/>
              <a:rect l="l" t="t" r="r" b="b"/>
              <a:pathLst>
                <a:path w="25777" h="100164" extrusionOk="0">
                  <a:moveTo>
                    <a:pt x="17558" y="0"/>
                  </a:moveTo>
                  <a:lnTo>
                    <a:pt x="1" y="187"/>
                  </a:lnTo>
                  <a:lnTo>
                    <a:pt x="561" y="6701"/>
                  </a:lnTo>
                  <a:lnTo>
                    <a:pt x="8850" y="100164"/>
                  </a:lnTo>
                  <a:lnTo>
                    <a:pt x="25777" y="94280"/>
                  </a:lnTo>
                  <a:lnTo>
                    <a:pt x="18142" y="6701"/>
                  </a:lnTo>
                  <a:lnTo>
                    <a:pt x="1755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9"/>
            <p:cNvSpPr/>
            <p:nvPr/>
          </p:nvSpPr>
          <p:spPr>
            <a:xfrm>
              <a:off x="3163525" y="5184425"/>
              <a:ext cx="683550" cy="280800"/>
            </a:xfrm>
            <a:custGeom>
              <a:avLst/>
              <a:gdLst/>
              <a:ahLst/>
              <a:cxnLst/>
              <a:rect l="l" t="t" r="r" b="b"/>
              <a:pathLst>
                <a:path w="27342" h="11232" extrusionOk="0">
                  <a:moveTo>
                    <a:pt x="16508" y="1"/>
                  </a:moveTo>
                  <a:cubicBezTo>
                    <a:pt x="16508" y="1"/>
                    <a:pt x="16648" y="2826"/>
                    <a:pt x="11395" y="5184"/>
                  </a:cubicBezTo>
                  <a:cubicBezTo>
                    <a:pt x="9644" y="5954"/>
                    <a:pt x="7799" y="6538"/>
                    <a:pt x="5931" y="6935"/>
                  </a:cubicBezTo>
                  <a:cubicBezTo>
                    <a:pt x="1542" y="7916"/>
                    <a:pt x="1" y="11231"/>
                    <a:pt x="1" y="11231"/>
                  </a:cubicBezTo>
                  <a:lnTo>
                    <a:pt x="26968" y="11231"/>
                  </a:lnTo>
                  <a:lnTo>
                    <a:pt x="27155" y="6188"/>
                  </a:lnTo>
                  <a:lnTo>
                    <a:pt x="27342" y="818"/>
                  </a:lnTo>
                  <a:lnTo>
                    <a:pt x="16508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9"/>
            <p:cNvSpPr/>
            <p:nvPr/>
          </p:nvSpPr>
          <p:spPr>
            <a:xfrm>
              <a:off x="3163525" y="5314000"/>
              <a:ext cx="678875" cy="151225"/>
            </a:xfrm>
            <a:custGeom>
              <a:avLst/>
              <a:gdLst/>
              <a:ahLst/>
              <a:cxnLst/>
              <a:rect l="l" t="t" r="r" b="b"/>
              <a:pathLst>
                <a:path w="27155" h="6049" extrusionOk="0">
                  <a:moveTo>
                    <a:pt x="11395" y="1"/>
                  </a:moveTo>
                  <a:cubicBezTo>
                    <a:pt x="9644" y="771"/>
                    <a:pt x="7799" y="1355"/>
                    <a:pt x="5931" y="1752"/>
                  </a:cubicBezTo>
                  <a:cubicBezTo>
                    <a:pt x="1542" y="2733"/>
                    <a:pt x="1" y="6048"/>
                    <a:pt x="1" y="6048"/>
                  </a:cubicBezTo>
                  <a:lnTo>
                    <a:pt x="26968" y="6048"/>
                  </a:lnTo>
                  <a:lnTo>
                    <a:pt x="27155" y="1005"/>
                  </a:lnTo>
                  <a:lnTo>
                    <a:pt x="27155" y="1005"/>
                  </a:lnTo>
                  <a:cubicBezTo>
                    <a:pt x="24680" y="1729"/>
                    <a:pt x="20898" y="3433"/>
                    <a:pt x="14477" y="3993"/>
                  </a:cubicBezTo>
                  <a:cubicBezTo>
                    <a:pt x="13823" y="2569"/>
                    <a:pt x="12586" y="1168"/>
                    <a:pt x="1139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9"/>
            <p:cNvSpPr/>
            <p:nvPr/>
          </p:nvSpPr>
          <p:spPr>
            <a:xfrm>
              <a:off x="3427950" y="2851950"/>
              <a:ext cx="495600" cy="2504100"/>
            </a:xfrm>
            <a:custGeom>
              <a:avLst/>
              <a:gdLst/>
              <a:ahLst/>
              <a:cxnLst/>
              <a:rect l="l" t="t" r="r" b="b"/>
              <a:pathLst>
                <a:path w="19824" h="100164" extrusionOk="0">
                  <a:moveTo>
                    <a:pt x="1" y="0"/>
                  </a:moveTo>
                  <a:lnTo>
                    <a:pt x="164" y="6701"/>
                  </a:lnTo>
                  <a:lnTo>
                    <a:pt x="2242" y="94280"/>
                  </a:lnTo>
                  <a:lnTo>
                    <a:pt x="19823" y="100164"/>
                  </a:lnTo>
                  <a:lnTo>
                    <a:pt x="17722" y="6701"/>
                  </a:lnTo>
                  <a:lnTo>
                    <a:pt x="17582" y="1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9"/>
            <p:cNvSpPr/>
            <p:nvPr/>
          </p:nvSpPr>
          <p:spPr>
            <a:xfrm>
              <a:off x="2714675" y="668875"/>
              <a:ext cx="289525" cy="692900"/>
            </a:xfrm>
            <a:custGeom>
              <a:avLst/>
              <a:gdLst/>
              <a:ahLst/>
              <a:cxnLst/>
              <a:rect l="l" t="t" r="r" b="b"/>
              <a:pathLst>
                <a:path w="11581" h="27716" extrusionOk="0">
                  <a:moveTo>
                    <a:pt x="9409" y="9153"/>
                  </a:moveTo>
                  <a:cubicBezTo>
                    <a:pt x="9409" y="9153"/>
                    <a:pt x="9573" y="1986"/>
                    <a:pt x="8872" y="982"/>
                  </a:cubicBezTo>
                  <a:cubicBezTo>
                    <a:pt x="8149" y="1"/>
                    <a:pt x="7425" y="585"/>
                    <a:pt x="7168" y="1285"/>
                  </a:cubicBezTo>
                  <a:cubicBezTo>
                    <a:pt x="6911" y="1962"/>
                    <a:pt x="6911" y="8266"/>
                    <a:pt x="6911" y="8266"/>
                  </a:cubicBezTo>
                  <a:cubicBezTo>
                    <a:pt x="6444" y="7799"/>
                    <a:pt x="5720" y="7659"/>
                    <a:pt x="5113" y="7963"/>
                  </a:cubicBezTo>
                  <a:cubicBezTo>
                    <a:pt x="3993" y="8430"/>
                    <a:pt x="1891" y="8873"/>
                    <a:pt x="1471" y="9714"/>
                  </a:cubicBezTo>
                  <a:cubicBezTo>
                    <a:pt x="1027" y="10554"/>
                    <a:pt x="0" y="11558"/>
                    <a:pt x="304" y="12539"/>
                  </a:cubicBezTo>
                  <a:cubicBezTo>
                    <a:pt x="631" y="13496"/>
                    <a:pt x="1168" y="17185"/>
                    <a:pt x="2732" y="18913"/>
                  </a:cubicBezTo>
                  <a:cubicBezTo>
                    <a:pt x="4273" y="20664"/>
                    <a:pt x="3946" y="27715"/>
                    <a:pt x="3946" y="27715"/>
                  </a:cubicBezTo>
                  <a:lnTo>
                    <a:pt x="10950" y="27435"/>
                  </a:lnTo>
                  <a:cubicBezTo>
                    <a:pt x="10950" y="27435"/>
                    <a:pt x="9876" y="23676"/>
                    <a:pt x="9783" y="20711"/>
                  </a:cubicBezTo>
                  <a:cubicBezTo>
                    <a:pt x="9736" y="19380"/>
                    <a:pt x="10367" y="18586"/>
                    <a:pt x="10787" y="16531"/>
                  </a:cubicBezTo>
                  <a:cubicBezTo>
                    <a:pt x="11231" y="14477"/>
                    <a:pt x="11581" y="12376"/>
                    <a:pt x="10600" y="11115"/>
                  </a:cubicBezTo>
                  <a:cubicBezTo>
                    <a:pt x="10017" y="10368"/>
                    <a:pt x="9596" y="9247"/>
                    <a:pt x="9409" y="9130"/>
                  </a:cubicBezTo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9"/>
            <p:cNvSpPr/>
            <p:nvPr/>
          </p:nvSpPr>
          <p:spPr>
            <a:xfrm>
              <a:off x="2750050" y="954325"/>
              <a:ext cx="77300" cy="95625"/>
            </a:xfrm>
            <a:custGeom>
              <a:avLst/>
              <a:gdLst/>
              <a:ahLst/>
              <a:cxnLst/>
              <a:rect l="l" t="t" r="r" b="b"/>
              <a:pathLst>
                <a:path w="3092" h="3825" extrusionOk="0">
                  <a:moveTo>
                    <a:pt x="258" y="0"/>
                  </a:moveTo>
                  <a:cubicBezTo>
                    <a:pt x="125" y="0"/>
                    <a:pt x="0" y="153"/>
                    <a:pt x="79" y="327"/>
                  </a:cubicBezTo>
                  <a:cubicBezTo>
                    <a:pt x="383" y="864"/>
                    <a:pt x="733" y="1378"/>
                    <a:pt x="1107" y="1868"/>
                  </a:cubicBezTo>
                  <a:cubicBezTo>
                    <a:pt x="1317" y="2172"/>
                    <a:pt x="1504" y="2498"/>
                    <a:pt x="1644" y="2849"/>
                  </a:cubicBezTo>
                  <a:cubicBezTo>
                    <a:pt x="1714" y="3129"/>
                    <a:pt x="1761" y="3409"/>
                    <a:pt x="1761" y="3713"/>
                  </a:cubicBezTo>
                  <a:cubicBezTo>
                    <a:pt x="1778" y="3781"/>
                    <a:pt x="1832" y="3824"/>
                    <a:pt x="1897" y="3824"/>
                  </a:cubicBezTo>
                  <a:cubicBezTo>
                    <a:pt x="1921" y="3824"/>
                    <a:pt x="1946" y="3818"/>
                    <a:pt x="1971" y="3806"/>
                  </a:cubicBezTo>
                  <a:cubicBezTo>
                    <a:pt x="3091" y="3222"/>
                    <a:pt x="733" y="701"/>
                    <a:pt x="430" y="117"/>
                  </a:cubicBezTo>
                  <a:cubicBezTo>
                    <a:pt x="385" y="34"/>
                    <a:pt x="320" y="0"/>
                    <a:pt x="258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9"/>
            <p:cNvSpPr/>
            <p:nvPr/>
          </p:nvSpPr>
          <p:spPr>
            <a:xfrm>
              <a:off x="2781800" y="923650"/>
              <a:ext cx="56625" cy="113075"/>
            </a:xfrm>
            <a:custGeom>
              <a:avLst/>
              <a:gdLst/>
              <a:ahLst/>
              <a:cxnLst/>
              <a:rect l="l" t="t" r="r" b="b"/>
              <a:pathLst>
                <a:path w="2265" h="4523" extrusionOk="0">
                  <a:moveTo>
                    <a:pt x="222" y="1"/>
                  </a:moveTo>
                  <a:cubicBezTo>
                    <a:pt x="112" y="1"/>
                    <a:pt x="1" y="148"/>
                    <a:pt x="70" y="270"/>
                  </a:cubicBezTo>
                  <a:cubicBezTo>
                    <a:pt x="514" y="924"/>
                    <a:pt x="864" y="1647"/>
                    <a:pt x="1144" y="2395"/>
                  </a:cubicBezTo>
                  <a:cubicBezTo>
                    <a:pt x="1354" y="3072"/>
                    <a:pt x="1261" y="3889"/>
                    <a:pt x="1658" y="4473"/>
                  </a:cubicBezTo>
                  <a:cubicBezTo>
                    <a:pt x="1690" y="4505"/>
                    <a:pt x="1733" y="4523"/>
                    <a:pt x="1774" y="4523"/>
                  </a:cubicBezTo>
                  <a:cubicBezTo>
                    <a:pt x="1821" y="4523"/>
                    <a:pt x="1866" y="4499"/>
                    <a:pt x="1891" y="4449"/>
                  </a:cubicBezTo>
                  <a:cubicBezTo>
                    <a:pt x="2265" y="3842"/>
                    <a:pt x="1891" y="2885"/>
                    <a:pt x="1635" y="2255"/>
                  </a:cubicBezTo>
                  <a:cubicBezTo>
                    <a:pt x="1308" y="1461"/>
                    <a:pt x="864" y="737"/>
                    <a:pt x="327" y="60"/>
                  </a:cubicBezTo>
                  <a:cubicBezTo>
                    <a:pt x="297" y="18"/>
                    <a:pt x="260" y="1"/>
                    <a:pt x="222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9"/>
            <p:cNvSpPr/>
            <p:nvPr/>
          </p:nvSpPr>
          <p:spPr>
            <a:xfrm>
              <a:off x="2821175" y="898425"/>
              <a:ext cx="45875" cy="125450"/>
            </a:xfrm>
            <a:custGeom>
              <a:avLst/>
              <a:gdLst/>
              <a:ahLst/>
              <a:cxnLst/>
              <a:rect l="l" t="t" r="r" b="b"/>
              <a:pathLst>
                <a:path w="1835" h="5018" extrusionOk="0">
                  <a:moveTo>
                    <a:pt x="163" y="0"/>
                  </a:moveTo>
                  <a:cubicBezTo>
                    <a:pt x="79" y="0"/>
                    <a:pt x="1" y="58"/>
                    <a:pt x="13" y="182"/>
                  </a:cubicBezTo>
                  <a:cubicBezTo>
                    <a:pt x="153" y="905"/>
                    <a:pt x="363" y="1653"/>
                    <a:pt x="620" y="2353"/>
                  </a:cubicBezTo>
                  <a:cubicBezTo>
                    <a:pt x="760" y="2773"/>
                    <a:pt x="853" y="3170"/>
                    <a:pt x="923" y="3590"/>
                  </a:cubicBezTo>
                  <a:cubicBezTo>
                    <a:pt x="970" y="4011"/>
                    <a:pt x="760" y="4384"/>
                    <a:pt x="807" y="4781"/>
                  </a:cubicBezTo>
                  <a:cubicBezTo>
                    <a:pt x="828" y="4909"/>
                    <a:pt x="908" y="5018"/>
                    <a:pt x="1028" y="5018"/>
                  </a:cubicBezTo>
                  <a:cubicBezTo>
                    <a:pt x="1040" y="5018"/>
                    <a:pt x="1051" y="5017"/>
                    <a:pt x="1064" y="5015"/>
                  </a:cubicBezTo>
                  <a:cubicBezTo>
                    <a:pt x="1834" y="4851"/>
                    <a:pt x="1717" y="3731"/>
                    <a:pt x="1577" y="3077"/>
                  </a:cubicBezTo>
                  <a:cubicBezTo>
                    <a:pt x="1367" y="2003"/>
                    <a:pt x="643" y="1162"/>
                    <a:pt x="340" y="135"/>
                  </a:cubicBezTo>
                  <a:cubicBezTo>
                    <a:pt x="318" y="47"/>
                    <a:pt x="238" y="0"/>
                    <a:pt x="163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9"/>
            <p:cNvSpPr/>
            <p:nvPr/>
          </p:nvSpPr>
          <p:spPr>
            <a:xfrm>
              <a:off x="2869750" y="891875"/>
              <a:ext cx="84850" cy="189575"/>
            </a:xfrm>
            <a:custGeom>
              <a:avLst/>
              <a:gdLst/>
              <a:ahLst/>
              <a:cxnLst/>
              <a:rect l="l" t="t" r="r" b="b"/>
              <a:pathLst>
                <a:path w="3394" h="7583" extrusionOk="0">
                  <a:moveTo>
                    <a:pt x="123" y="1"/>
                  </a:moveTo>
                  <a:cubicBezTo>
                    <a:pt x="59" y="1"/>
                    <a:pt x="1" y="72"/>
                    <a:pt x="31" y="163"/>
                  </a:cubicBezTo>
                  <a:cubicBezTo>
                    <a:pt x="195" y="747"/>
                    <a:pt x="311" y="1307"/>
                    <a:pt x="428" y="1891"/>
                  </a:cubicBezTo>
                  <a:cubicBezTo>
                    <a:pt x="288" y="2031"/>
                    <a:pt x="218" y="2218"/>
                    <a:pt x="241" y="2405"/>
                  </a:cubicBezTo>
                  <a:cubicBezTo>
                    <a:pt x="265" y="2662"/>
                    <a:pt x="358" y="2895"/>
                    <a:pt x="475" y="3082"/>
                  </a:cubicBezTo>
                  <a:cubicBezTo>
                    <a:pt x="521" y="3152"/>
                    <a:pt x="568" y="3245"/>
                    <a:pt x="615" y="3315"/>
                  </a:cubicBezTo>
                  <a:cubicBezTo>
                    <a:pt x="615" y="3829"/>
                    <a:pt x="545" y="4319"/>
                    <a:pt x="568" y="4810"/>
                  </a:cubicBezTo>
                  <a:cubicBezTo>
                    <a:pt x="583" y="4911"/>
                    <a:pt x="661" y="4968"/>
                    <a:pt x="740" y="4968"/>
                  </a:cubicBezTo>
                  <a:cubicBezTo>
                    <a:pt x="788" y="4968"/>
                    <a:pt x="836" y="4947"/>
                    <a:pt x="872" y="4903"/>
                  </a:cubicBezTo>
                  <a:cubicBezTo>
                    <a:pt x="1035" y="4693"/>
                    <a:pt x="1152" y="4459"/>
                    <a:pt x="1222" y="4203"/>
                  </a:cubicBezTo>
                  <a:cubicBezTo>
                    <a:pt x="1269" y="4249"/>
                    <a:pt x="1292" y="4273"/>
                    <a:pt x="1339" y="4319"/>
                  </a:cubicBezTo>
                  <a:cubicBezTo>
                    <a:pt x="1876" y="4926"/>
                    <a:pt x="2273" y="5650"/>
                    <a:pt x="2529" y="6421"/>
                  </a:cubicBezTo>
                  <a:cubicBezTo>
                    <a:pt x="2669" y="6888"/>
                    <a:pt x="2693" y="7145"/>
                    <a:pt x="2996" y="7518"/>
                  </a:cubicBezTo>
                  <a:cubicBezTo>
                    <a:pt x="3027" y="7564"/>
                    <a:pt x="3067" y="7582"/>
                    <a:pt x="3108" y="7582"/>
                  </a:cubicBezTo>
                  <a:cubicBezTo>
                    <a:pt x="3192" y="7582"/>
                    <a:pt x="3277" y="7503"/>
                    <a:pt x="3277" y="7425"/>
                  </a:cubicBezTo>
                  <a:cubicBezTo>
                    <a:pt x="3393" y="6421"/>
                    <a:pt x="2833" y="5370"/>
                    <a:pt x="2273" y="4553"/>
                  </a:cubicBezTo>
                  <a:cubicBezTo>
                    <a:pt x="1969" y="4156"/>
                    <a:pt x="1666" y="3782"/>
                    <a:pt x="1339" y="3409"/>
                  </a:cubicBezTo>
                  <a:cubicBezTo>
                    <a:pt x="1245" y="3315"/>
                    <a:pt x="1152" y="3199"/>
                    <a:pt x="1082" y="3105"/>
                  </a:cubicBezTo>
                  <a:cubicBezTo>
                    <a:pt x="988" y="2942"/>
                    <a:pt x="872" y="2802"/>
                    <a:pt x="825" y="2662"/>
                  </a:cubicBezTo>
                  <a:cubicBezTo>
                    <a:pt x="802" y="2615"/>
                    <a:pt x="802" y="2592"/>
                    <a:pt x="802" y="2568"/>
                  </a:cubicBezTo>
                  <a:cubicBezTo>
                    <a:pt x="778" y="2545"/>
                    <a:pt x="778" y="2545"/>
                    <a:pt x="778" y="2545"/>
                  </a:cubicBezTo>
                  <a:cubicBezTo>
                    <a:pt x="732" y="2311"/>
                    <a:pt x="825" y="2148"/>
                    <a:pt x="1105" y="2055"/>
                  </a:cubicBezTo>
                  <a:cubicBezTo>
                    <a:pt x="1188" y="2029"/>
                    <a:pt x="1280" y="2019"/>
                    <a:pt x="1376" y="2019"/>
                  </a:cubicBezTo>
                  <a:cubicBezTo>
                    <a:pt x="1904" y="2019"/>
                    <a:pt x="2567" y="2342"/>
                    <a:pt x="2646" y="2381"/>
                  </a:cubicBezTo>
                  <a:cubicBezTo>
                    <a:pt x="2661" y="2390"/>
                    <a:pt x="2676" y="2394"/>
                    <a:pt x="2690" y="2394"/>
                  </a:cubicBezTo>
                  <a:cubicBezTo>
                    <a:pt x="2836" y="2394"/>
                    <a:pt x="2960" y="1997"/>
                    <a:pt x="2833" y="1891"/>
                  </a:cubicBezTo>
                  <a:cubicBezTo>
                    <a:pt x="2531" y="1678"/>
                    <a:pt x="1934" y="1546"/>
                    <a:pt x="1408" y="1546"/>
                  </a:cubicBezTo>
                  <a:cubicBezTo>
                    <a:pt x="1241" y="1546"/>
                    <a:pt x="1082" y="1560"/>
                    <a:pt x="942" y="1588"/>
                  </a:cubicBezTo>
                  <a:cubicBezTo>
                    <a:pt x="755" y="1074"/>
                    <a:pt x="498" y="560"/>
                    <a:pt x="218" y="70"/>
                  </a:cubicBezTo>
                  <a:cubicBezTo>
                    <a:pt x="194" y="21"/>
                    <a:pt x="158" y="1"/>
                    <a:pt x="123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9"/>
            <p:cNvSpPr/>
            <p:nvPr/>
          </p:nvSpPr>
          <p:spPr>
            <a:xfrm>
              <a:off x="2761950" y="1155700"/>
              <a:ext cx="921700" cy="1060025"/>
            </a:xfrm>
            <a:custGeom>
              <a:avLst/>
              <a:gdLst/>
              <a:ahLst/>
              <a:cxnLst/>
              <a:rect l="l" t="t" r="r" b="b"/>
              <a:pathLst>
                <a:path w="36868" h="42401" extrusionOk="0">
                  <a:moveTo>
                    <a:pt x="31310" y="23395"/>
                  </a:moveTo>
                  <a:lnTo>
                    <a:pt x="36867" y="0"/>
                  </a:lnTo>
                  <a:cubicBezTo>
                    <a:pt x="36867" y="0"/>
                    <a:pt x="29045" y="2429"/>
                    <a:pt x="26290" y="4483"/>
                  </a:cubicBezTo>
                  <a:cubicBezTo>
                    <a:pt x="23512" y="6538"/>
                    <a:pt x="15247" y="24726"/>
                    <a:pt x="14336" y="24282"/>
                  </a:cubicBezTo>
                  <a:cubicBezTo>
                    <a:pt x="13402" y="23839"/>
                    <a:pt x="10367" y="1051"/>
                    <a:pt x="10367" y="1051"/>
                  </a:cubicBezTo>
                  <a:cubicBezTo>
                    <a:pt x="8709" y="1915"/>
                    <a:pt x="6911" y="2522"/>
                    <a:pt x="5067" y="2825"/>
                  </a:cubicBezTo>
                  <a:cubicBezTo>
                    <a:pt x="3363" y="3036"/>
                    <a:pt x="1681" y="3362"/>
                    <a:pt x="0" y="3759"/>
                  </a:cubicBezTo>
                  <a:cubicBezTo>
                    <a:pt x="0" y="3759"/>
                    <a:pt x="2172" y="31474"/>
                    <a:pt x="4623" y="35793"/>
                  </a:cubicBezTo>
                  <a:cubicBezTo>
                    <a:pt x="7052" y="40113"/>
                    <a:pt x="13449" y="42401"/>
                    <a:pt x="17605" y="39435"/>
                  </a:cubicBezTo>
                  <a:cubicBezTo>
                    <a:pt x="26244" y="33295"/>
                    <a:pt x="31310" y="23395"/>
                    <a:pt x="31310" y="23395"/>
                  </a:cubicBezTo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9"/>
            <p:cNvSpPr/>
            <p:nvPr/>
          </p:nvSpPr>
          <p:spPr>
            <a:xfrm>
              <a:off x="3317050" y="1112450"/>
              <a:ext cx="1203625" cy="2226300"/>
            </a:xfrm>
            <a:custGeom>
              <a:avLst/>
              <a:gdLst/>
              <a:ahLst/>
              <a:cxnLst/>
              <a:rect l="l" t="t" r="r" b="b"/>
              <a:pathLst>
                <a:path w="48145" h="89052" extrusionOk="0">
                  <a:moveTo>
                    <a:pt x="26237" y="1"/>
                  </a:moveTo>
                  <a:cubicBezTo>
                    <a:pt x="22628" y="1"/>
                    <a:pt x="20827" y="750"/>
                    <a:pt x="20827" y="750"/>
                  </a:cubicBezTo>
                  <a:cubicBezTo>
                    <a:pt x="20827" y="750"/>
                    <a:pt x="5044" y="2081"/>
                    <a:pt x="4600" y="8688"/>
                  </a:cubicBezTo>
                  <a:cubicBezTo>
                    <a:pt x="4273" y="13755"/>
                    <a:pt x="2219" y="54310"/>
                    <a:pt x="2662" y="57089"/>
                  </a:cubicBezTo>
                  <a:cubicBezTo>
                    <a:pt x="3082" y="59867"/>
                    <a:pt x="0" y="85644"/>
                    <a:pt x="1004" y="87909"/>
                  </a:cubicBezTo>
                  <a:cubicBezTo>
                    <a:pt x="1373" y="88732"/>
                    <a:pt x="7300" y="89052"/>
                    <a:pt x="14747" y="89052"/>
                  </a:cubicBezTo>
                  <a:cubicBezTo>
                    <a:pt x="27563" y="89052"/>
                    <a:pt x="44881" y="88106"/>
                    <a:pt x="46136" y="87161"/>
                  </a:cubicBezTo>
                  <a:cubicBezTo>
                    <a:pt x="48144" y="85644"/>
                    <a:pt x="44946" y="66405"/>
                    <a:pt x="44269" y="61432"/>
                  </a:cubicBezTo>
                  <a:cubicBezTo>
                    <a:pt x="43265" y="54007"/>
                    <a:pt x="41910" y="47376"/>
                    <a:pt x="41934" y="38620"/>
                  </a:cubicBezTo>
                  <a:cubicBezTo>
                    <a:pt x="41957" y="23491"/>
                    <a:pt x="44619" y="4579"/>
                    <a:pt x="41257" y="3248"/>
                  </a:cubicBezTo>
                  <a:cubicBezTo>
                    <a:pt x="34642" y="666"/>
                    <a:pt x="29637" y="1"/>
                    <a:pt x="26237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9"/>
            <p:cNvSpPr/>
            <p:nvPr/>
          </p:nvSpPr>
          <p:spPr>
            <a:xfrm>
              <a:off x="3905425" y="2490050"/>
              <a:ext cx="903600" cy="748325"/>
            </a:xfrm>
            <a:custGeom>
              <a:avLst/>
              <a:gdLst/>
              <a:ahLst/>
              <a:cxnLst/>
              <a:rect l="l" t="t" r="r" b="b"/>
              <a:pathLst>
                <a:path w="36144" h="29933" extrusionOk="0">
                  <a:moveTo>
                    <a:pt x="33879" y="0"/>
                  </a:moveTo>
                  <a:lnTo>
                    <a:pt x="0" y="3012"/>
                  </a:lnTo>
                  <a:lnTo>
                    <a:pt x="1728" y="29933"/>
                  </a:lnTo>
                  <a:lnTo>
                    <a:pt x="36143" y="26594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9"/>
            <p:cNvSpPr/>
            <p:nvPr/>
          </p:nvSpPr>
          <p:spPr>
            <a:xfrm>
              <a:off x="3875075" y="2741625"/>
              <a:ext cx="152950" cy="302975"/>
            </a:xfrm>
            <a:custGeom>
              <a:avLst/>
              <a:gdLst/>
              <a:ahLst/>
              <a:cxnLst/>
              <a:rect l="l" t="t" r="r" b="b"/>
              <a:pathLst>
                <a:path w="6118" h="12119" extrusionOk="0">
                  <a:moveTo>
                    <a:pt x="4997" y="0"/>
                  </a:moveTo>
                  <a:lnTo>
                    <a:pt x="6118" y="11208"/>
                  </a:lnTo>
                  <a:cubicBezTo>
                    <a:pt x="6118" y="11208"/>
                    <a:pt x="1471" y="12118"/>
                    <a:pt x="1028" y="11745"/>
                  </a:cubicBezTo>
                  <a:cubicBezTo>
                    <a:pt x="561" y="11348"/>
                    <a:pt x="0" y="374"/>
                    <a:pt x="0" y="374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9"/>
            <p:cNvSpPr/>
            <p:nvPr/>
          </p:nvSpPr>
          <p:spPr>
            <a:xfrm>
              <a:off x="4272000" y="2695500"/>
              <a:ext cx="372425" cy="564475"/>
            </a:xfrm>
            <a:custGeom>
              <a:avLst/>
              <a:gdLst/>
              <a:ahLst/>
              <a:cxnLst/>
              <a:rect l="l" t="t" r="r" b="b"/>
              <a:pathLst>
                <a:path w="14897" h="22579" extrusionOk="0">
                  <a:moveTo>
                    <a:pt x="14896" y="2709"/>
                  </a:moveTo>
                  <a:cubicBezTo>
                    <a:pt x="14896" y="2709"/>
                    <a:pt x="13285" y="7239"/>
                    <a:pt x="13285" y="8406"/>
                  </a:cubicBezTo>
                  <a:cubicBezTo>
                    <a:pt x="13309" y="9597"/>
                    <a:pt x="13962" y="13426"/>
                    <a:pt x="13168" y="16018"/>
                  </a:cubicBezTo>
                  <a:cubicBezTo>
                    <a:pt x="12375" y="18586"/>
                    <a:pt x="11861" y="21154"/>
                    <a:pt x="10927" y="21271"/>
                  </a:cubicBezTo>
                  <a:cubicBezTo>
                    <a:pt x="9853" y="21388"/>
                    <a:pt x="8779" y="21691"/>
                    <a:pt x="7822" y="22182"/>
                  </a:cubicBezTo>
                  <a:cubicBezTo>
                    <a:pt x="7238" y="22462"/>
                    <a:pt x="6584" y="22579"/>
                    <a:pt x="5931" y="22509"/>
                  </a:cubicBezTo>
                  <a:cubicBezTo>
                    <a:pt x="4786" y="22415"/>
                    <a:pt x="2685" y="21061"/>
                    <a:pt x="1634" y="20314"/>
                  </a:cubicBezTo>
                  <a:cubicBezTo>
                    <a:pt x="584" y="19567"/>
                    <a:pt x="467" y="18820"/>
                    <a:pt x="1401" y="17862"/>
                  </a:cubicBezTo>
                  <a:cubicBezTo>
                    <a:pt x="2312" y="16882"/>
                    <a:pt x="4786" y="14173"/>
                    <a:pt x="5300" y="12142"/>
                  </a:cubicBezTo>
                  <a:cubicBezTo>
                    <a:pt x="4460" y="12632"/>
                    <a:pt x="3666" y="13193"/>
                    <a:pt x="2919" y="13776"/>
                  </a:cubicBezTo>
                  <a:cubicBezTo>
                    <a:pt x="1751" y="14710"/>
                    <a:pt x="1985" y="15177"/>
                    <a:pt x="1354" y="15177"/>
                  </a:cubicBezTo>
                  <a:cubicBezTo>
                    <a:pt x="724" y="15201"/>
                    <a:pt x="0" y="14243"/>
                    <a:pt x="1238" y="12516"/>
                  </a:cubicBezTo>
                  <a:cubicBezTo>
                    <a:pt x="2452" y="10788"/>
                    <a:pt x="3712" y="9901"/>
                    <a:pt x="4623" y="8616"/>
                  </a:cubicBezTo>
                  <a:cubicBezTo>
                    <a:pt x="5557" y="7332"/>
                    <a:pt x="7215" y="7402"/>
                    <a:pt x="7215" y="7402"/>
                  </a:cubicBezTo>
                  <a:lnTo>
                    <a:pt x="9760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9"/>
            <p:cNvSpPr/>
            <p:nvPr/>
          </p:nvSpPr>
          <p:spPr>
            <a:xfrm>
              <a:off x="4316925" y="3051925"/>
              <a:ext cx="136625" cy="162525"/>
            </a:xfrm>
            <a:custGeom>
              <a:avLst/>
              <a:gdLst/>
              <a:ahLst/>
              <a:cxnLst/>
              <a:rect l="l" t="t" r="r" b="b"/>
              <a:pathLst>
                <a:path w="5465" h="6501" extrusionOk="0">
                  <a:moveTo>
                    <a:pt x="5255" y="1"/>
                  </a:moveTo>
                  <a:cubicBezTo>
                    <a:pt x="5176" y="1"/>
                    <a:pt x="5081" y="90"/>
                    <a:pt x="4997" y="196"/>
                  </a:cubicBezTo>
                  <a:cubicBezTo>
                    <a:pt x="4997" y="196"/>
                    <a:pt x="3993" y="3208"/>
                    <a:pt x="2919" y="4049"/>
                  </a:cubicBezTo>
                  <a:cubicBezTo>
                    <a:pt x="1845" y="4889"/>
                    <a:pt x="1589" y="5380"/>
                    <a:pt x="865" y="5753"/>
                  </a:cubicBezTo>
                  <a:cubicBezTo>
                    <a:pt x="491" y="5917"/>
                    <a:pt x="211" y="6080"/>
                    <a:pt x="1" y="6174"/>
                  </a:cubicBezTo>
                  <a:cubicBezTo>
                    <a:pt x="164" y="6290"/>
                    <a:pt x="304" y="6384"/>
                    <a:pt x="491" y="6500"/>
                  </a:cubicBezTo>
                  <a:cubicBezTo>
                    <a:pt x="1098" y="6150"/>
                    <a:pt x="2593" y="5240"/>
                    <a:pt x="3340" y="4329"/>
                  </a:cubicBezTo>
                  <a:cubicBezTo>
                    <a:pt x="4297" y="3162"/>
                    <a:pt x="5464" y="757"/>
                    <a:pt x="5418" y="313"/>
                  </a:cubicBezTo>
                  <a:cubicBezTo>
                    <a:pt x="5395" y="84"/>
                    <a:pt x="5332" y="1"/>
                    <a:pt x="525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9"/>
            <p:cNvSpPr/>
            <p:nvPr/>
          </p:nvSpPr>
          <p:spPr>
            <a:xfrm>
              <a:off x="4365375" y="3076525"/>
              <a:ext cx="143050" cy="166525"/>
            </a:xfrm>
            <a:custGeom>
              <a:avLst/>
              <a:gdLst/>
              <a:ahLst/>
              <a:cxnLst/>
              <a:rect l="l" t="t" r="r" b="b"/>
              <a:pathLst>
                <a:path w="5722" h="6661" extrusionOk="0">
                  <a:moveTo>
                    <a:pt x="5396" y="0"/>
                  </a:moveTo>
                  <a:cubicBezTo>
                    <a:pt x="5330" y="0"/>
                    <a:pt x="5282" y="205"/>
                    <a:pt x="5114" y="450"/>
                  </a:cubicBezTo>
                  <a:cubicBezTo>
                    <a:pt x="5114" y="450"/>
                    <a:pt x="3666" y="4396"/>
                    <a:pt x="2803" y="4933"/>
                  </a:cubicBezTo>
                  <a:lnTo>
                    <a:pt x="2803" y="4909"/>
                  </a:lnTo>
                  <a:cubicBezTo>
                    <a:pt x="1939" y="5446"/>
                    <a:pt x="468" y="6123"/>
                    <a:pt x="47" y="6380"/>
                  </a:cubicBezTo>
                  <a:cubicBezTo>
                    <a:pt x="24" y="6380"/>
                    <a:pt x="24" y="6404"/>
                    <a:pt x="1" y="6404"/>
                  </a:cubicBezTo>
                  <a:cubicBezTo>
                    <a:pt x="164" y="6497"/>
                    <a:pt x="328" y="6567"/>
                    <a:pt x="468" y="6660"/>
                  </a:cubicBezTo>
                  <a:cubicBezTo>
                    <a:pt x="865" y="6474"/>
                    <a:pt x="1262" y="6264"/>
                    <a:pt x="1612" y="6007"/>
                  </a:cubicBezTo>
                  <a:cubicBezTo>
                    <a:pt x="2149" y="5586"/>
                    <a:pt x="3363" y="5400"/>
                    <a:pt x="3923" y="4326"/>
                  </a:cubicBezTo>
                  <a:cubicBezTo>
                    <a:pt x="4460" y="3228"/>
                    <a:pt x="5721" y="613"/>
                    <a:pt x="5534" y="193"/>
                  </a:cubicBezTo>
                  <a:cubicBezTo>
                    <a:pt x="5470" y="56"/>
                    <a:pt x="5431" y="0"/>
                    <a:pt x="539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9"/>
            <p:cNvSpPr/>
            <p:nvPr/>
          </p:nvSpPr>
          <p:spPr>
            <a:xfrm>
              <a:off x="4471625" y="3099525"/>
              <a:ext cx="81400" cy="148200"/>
            </a:xfrm>
            <a:custGeom>
              <a:avLst/>
              <a:gdLst/>
              <a:ahLst/>
              <a:cxnLst/>
              <a:rect l="l" t="t" r="r" b="b"/>
              <a:pathLst>
                <a:path w="3256" h="5928" extrusionOk="0">
                  <a:moveTo>
                    <a:pt x="3003" y="1"/>
                  </a:moveTo>
                  <a:cubicBezTo>
                    <a:pt x="2957" y="1"/>
                    <a:pt x="2916" y="40"/>
                    <a:pt x="2895" y="137"/>
                  </a:cubicBezTo>
                  <a:cubicBezTo>
                    <a:pt x="2825" y="440"/>
                    <a:pt x="1915" y="3032"/>
                    <a:pt x="1775" y="3522"/>
                  </a:cubicBezTo>
                  <a:cubicBezTo>
                    <a:pt x="1658" y="4013"/>
                    <a:pt x="1168" y="4456"/>
                    <a:pt x="911" y="4947"/>
                  </a:cubicBezTo>
                  <a:cubicBezTo>
                    <a:pt x="654" y="5320"/>
                    <a:pt x="350" y="5647"/>
                    <a:pt x="0" y="5927"/>
                  </a:cubicBezTo>
                  <a:cubicBezTo>
                    <a:pt x="350" y="5764"/>
                    <a:pt x="724" y="5624"/>
                    <a:pt x="1074" y="5507"/>
                  </a:cubicBezTo>
                  <a:cubicBezTo>
                    <a:pt x="1681" y="4760"/>
                    <a:pt x="2148" y="3896"/>
                    <a:pt x="2475" y="2985"/>
                  </a:cubicBezTo>
                  <a:cubicBezTo>
                    <a:pt x="2709" y="2192"/>
                    <a:pt x="3222" y="440"/>
                    <a:pt x="3222" y="440"/>
                  </a:cubicBezTo>
                  <a:cubicBezTo>
                    <a:pt x="3255" y="226"/>
                    <a:pt x="3114" y="1"/>
                    <a:pt x="3003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9"/>
            <p:cNvSpPr/>
            <p:nvPr/>
          </p:nvSpPr>
          <p:spPr>
            <a:xfrm>
              <a:off x="3718650" y="919875"/>
              <a:ext cx="317650" cy="352750"/>
            </a:xfrm>
            <a:custGeom>
              <a:avLst/>
              <a:gdLst/>
              <a:ahLst/>
              <a:cxnLst/>
              <a:rect l="l" t="t" r="r" b="b"/>
              <a:pathLst>
                <a:path w="12706" h="14110" extrusionOk="0">
                  <a:moveTo>
                    <a:pt x="9479" y="1"/>
                  </a:moveTo>
                  <a:lnTo>
                    <a:pt x="1494" y="1191"/>
                  </a:lnTo>
                  <a:lnTo>
                    <a:pt x="0" y="9994"/>
                  </a:lnTo>
                  <a:cubicBezTo>
                    <a:pt x="0" y="9994"/>
                    <a:pt x="3432" y="13379"/>
                    <a:pt x="5650" y="14056"/>
                  </a:cubicBezTo>
                  <a:cubicBezTo>
                    <a:pt x="5771" y="14092"/>
                    <a:pt x="5900" y="14109"/>
                    <a:pt x="6036" y="14109"/>
                  </a:cubicBezTo>
                  <a:cubicBezTo>
                    <a:pt x="8367" y="14109"/>
                    <a:pt x="12705" y="9104"/>
                    <a:pt x="12375" y="9060"/>
                  </a:cubicBezTo>
                  <a:lnTo>
                    <a:pt x="9479" y="1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9"/>
            <p:cNvSpPr/>
            <p:nvPr/>
          </p:nvSpPr>
          <p:spPr>
            <a:xfrm>
              <a:off x="3517850" y="339950"/>
              <a:ext cx="663575" cy="685600"/>
            </a:xfrm>
            <a:custGeom>
              <a:avLst/>
              <a:gdLst/>
              <a:ahLst/>
              <a:cxnLst/>
              <a:rect l="l" t="t" r="r" b="b"/>
              <a:pathLst>
                <a:path w="26543" h="27424" extrusionOk="0">
                  <a:moveTo>
                    <a:pt x="13197" y="0"/>
                  </a:moveTo>
                  <a:cubicBezTo>
                    <a:pt x="9283" y="0"/>
                    <a:pt x="5446" y="3223"/>
                    <a:pt x="3853" y="7391"/>
                  </a:cubicBezTo>
                  <a:cubicBezTo>
                    <a:pt x="3222" y="9072"/>
                    <a:pt x="2895" y="10846"/>
                    <a:pt x="2872" y="12644"/>
                  </a:cubicBezTo>
                  <a:cubicBezTo>
                    <a:pt x="2656" y="12589"/>
                    <a:pt x="2432" y="12561"/>
                    <a:pt x="2210" y="12561"/>
                  </a:cubicBezTo>
                  <a:cubicBezTo>
                    <a:pt x="1302" y="12561"/>
                    <a:pt x="421" y="13028"/>
                    <a:pt x="234" y="14022"/>
                  </a:cubicBezTo>
                  <a:cubicBezTo>
                    <a:pt x="0" y="15259"/>
                    <a:pt x="817" y="16847"/>
                    <a:pt x="1611" y="17734"/>
                  </a:cubicBezTo>
                  <a:cubicBezTo>
                    <a:pt x="2195" y="18365"/>
                    <a:pt x="4039" y="18832"/>
                    <a:pt x="4063" y="18902"/>
                  </a:cubicBezTo>
                  <a:cubicBezTo>
                    <a:pt x="4787" y="20886"/>
                    <a:pt x="6491" y="25533"/>
                    <a:pt x="11021" y="26957"/>
                  </a:cubicBezTo>
                  <a:cubicBezTo>
                    <a:pt x="12073" y="27281"/>
                    <a:pt x="12981" y="27424"/>
                    <a:pt x="13777" y="27424"/>
                  </a:cubicBezTo>
                  <a:cubicBezTo>
                    <a:pt x="16422" y="27424"/>
                    <a:pt x="17823" y="25844"/>
                    <a:pt x="19169" y="24085"/>
                  </a:cubicBezTo>
                  <a:cubicBezTo>
                    <a:pt x="20500" y="22357"/>
                    <a:pt x="22111" y="20653"/>
                    <a:pt x="22578" y="18691"/>
                  </a:cubicBezTo>
                  <a:cubicBezTo>
                    <a:pt x="24539" y="18178"/>
                    <a:pt x="25963" y="16543"/>
                    <a:pt x="26220" y="14536"/>
                  </a:cubicBezTo>
                  <a:cubicBezTo>
                    <a:pt x="26542" y="11846"/>
                    <a:pt x="24882" y="11031"/>
                    <a:pt x="23708" y="11031"/>
                  </a:cubicBezTo>
                  <a:cubicBezTo>
                    <a:pt x="23435" y="11031"/>
                    <a:pt x="23188" y="11075"/>
                    <a:pt x="22998" y="11150"/>
                  </a:cubicBezTo>
                  <a:cubicBezTo>
                    <a:pt x="22438" y="8138"/>
                    <a:pt x="21107" y="5313"/>
                    <a:pt x="19099" y="2978"/>
                  </a:cubicBezTo>
                  <a:cubicBezTo>
                    <a:pt x="17318" y="884"/>
                    <a:pt x="15247" y="0"/>
                    <a:pt x="13197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9"/>
            <p:cNvSpPr/>
            <p:nvPr/>
          </p:nvSpPr>
          <p:spPr>
            <a:xfrm>
              <a:off x="3652100" y="1113675"/>
              <a:ext cx="423200" cy="197300"/>
            </a:xfrm>
            <a:custGeom>
              <a:avLst/>
              <a:gdLst/>
              <a:ahLst/>
              <a:cxnLst/>
              <a:rect l="l" t="t" r="r" b="b"/>
              <a:pathLst>
                <a:path w="16928" h="7892" extrusionOk="0">
                  <a:moveTo>
                    <a:pt x="14593" y="0"/>
                  </a:moveTo>
                  <a:lnTo>
                    <a:pt x="7799" y="5837"/>
                  </a:lnTo>
                  <a:lnTo>
                    <a:pt x="2639" y="1168"/>
                  </a:lnTo>
                  <a:lnTo>
                    <a:pt x="0" y="2055"/>
                  </a:lnTo>
                  <a:cubicBezTo>
                    <a:pt x="0" y="2055"/>
                    <a:pt x="6655" y="7378"/>
                    <a:pt x="7892" y="7588"/>
                  </a:cubicBezTo>
                  <a:cubicBezTo>
                    <a:pt x="9666" y="7892"/>
                    <a:pt x="16928" y="304"/>
                    <a:pt x="16928" y="304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9"/>
            <p:cNvSpPr/>
            <p:nvPr/>
          </p:nvSpPr>
          <p:spPr>
            <a:xfrm>
              <a:off x="4287750" y="1172625"/>
              <a:ext cx="559800" cy="1752300"/>
            </a:xfrm>
            <a:custGeom>
              <a:avLst/>
              <a:gdLst/>
              <a:ahLst/>
              <a:cxnLst/>
              <a:rect l="l" t="t" r="r" b="b"/>
              <a:pathLst>
                <a:path w="22392" h="70092" extrusionOk="0">
                  <a:moveTo>
                    <a:pt x="9130" y="5277"/>
                  </a:moveTo>
                  <a:cubicBezTo>
                    <a:pt x="11068" y="8172"/>
                    <a:pt x="22391" y="34462"/>
                    <a:pt x="21574" y="38291"/>
                  </a:cubicBezTo>
                  <a:cubicBezTo>
                    <a:pt x="20780" y="42097"/>
                    <a:pt x="15947" y="69228"/>
                    <a:pt x="14943" y="69648"/>
                  </a:cubicBezTo>
                  <a:cubicBezTo>
                    <a:pt x="13963" y="70092"/>
                    <a:pt x="5230" y="65515"/>
                    <a:pt x="5230" y="65515"/>
                  </a:cubicBezTo>
                  <a:lnTo>
                    <a:pt x="9503" y="37568"/>
                  </a:lnTo>
                  <a:lnTo>
                    <a:pt x="3316" y="20103"/>
                  </a:lnTo>
                  <a:cubicBezTo>
                    <a:pt x="3316" y="20103"/>
                    <a:pt x="0" y="514"/>
                    <a:pt x="1238" y="257"/>
                  </a:cubicBezTo>
                  <a:cubicBezTo>
                    <a:pt x="2499" y="0"/>
                    <a:pt x="7215" y="2382"/>
                    <a:pt x="9130" y="5277"/>
                  </a:cubicBezTo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9"/>
            <p:cNvSpPr/>
            <p:nvPr/>
          </p:nvSpPr>
          <p:spPr>
            <a:xfrm>
              <a:off x="4086375" y="2109425"/>
              <a:ext cx="335750" cy="407050"/>
            </a:xfrm>
            <a:custGeom>
              <a:avLst/>
              <a:gdLst/>
              <a:ahLst/>
              <a:cxnLst/>
              <a:rect l="l" t="t" r="r" b="b"/>
              <a:pathLst>
                <a:path w="13430" h="16282" extrusionOk="0">
                  <a:moveTo>
                    <a:pt x="526" y="1"/>
                  </a:moveTo>
                  <a:cubicBezTo>
                    <a:pt x="514" y="1"/>
                    <a:pt x="503" y="1"/>
                    <a:pt x="491" y="2"/>
                  </a:cubicBezTo>
                  <a:cubicBezTo>
                    <a:pt x="210" y="2"/>
                    <a:pt x="0" y="236"/>
                    <a:pt x="0" y="516"/>
                  </a:cubicBezTo>
                  <a:cubicBezTo>
                    <a:pt x="24" y="1030"/>
                    <a:pt x="654" y="13124"/>
                    <a:pt x="5347" y="15342"/>
                  </a:cubicBezTo>
                  <a:cubicBezTo>
                    <a:pt x="6772" y="16011"/>
                    <a:pt x="7917" y="16281"/>
                    <a:pt x="8894" y="16281"/>
                  </a:cubicBezTo>
                  <a:cubicBezTo>
                    <a:pt x="8974" y="16281"/>
                    <a:pt x="9052" y="16280"/>
                    <a:pt x="9129" y="16276"/>
                  </a:cubicBezTo>
                  <a:lnTo>
                    <a:pt x="9129" y="16253"/>
                  </a:lnTo>
                  <a:cubicBezTo>
                    <a:pt x="10857" y="16159"/>
                    <a:pt x="12001" y="15155"/>
                    <a:pt x="13075" y="13988"/>
                  </a:cubicBezTo>
                  <a:cubicBezTo>
                    <a:pt x="13430" y="13633"/>
                    <a:pt x="13084" y="13144"/>
                    <a:pt x="12703" y="13144"/>
                  </a:cubicBezTo>
                  <a:cubicBezTo>
                    <a:pt x="12582" y="13144"/>
                    <a:pt x="12458" y="13193"/>
                    <a:pt x="12352" y="13311"/>
                  </a:cubicBezTo>
                  <a:cubicBezTo>
                    <a:pt x="11329" y="14410"/>
                    <a:pt x="10346" y="15270"/>
                    <a:pt x="8802" y="15270"/>
                  </a:cubicBezTo>
                  <a:cubicBezTo>
                    <a:pt x="7985" y="15270"/>
                    <a:pt x="7011" y="15029"/>
                    <a:pt x="5791" y="14455"/>
                  </a:cubicBezTo>
                  <a:cubicBezTo>
                    <a:pt x="1611" y="12470"/>
                    <a:pt x="1004" y="586"/>
                    <a:pt x="1004" y="469"/>
                  </a:cubicBezTo>
                  <a:cubicBezTo>
                    <a:pt x="982" y="224"/>
                    <a:pt x="769" y="1"/>
                    <a:pt x="52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9"/>
            <p:cNvSpPr/>
            <p:nvPr/>
          </p:nvSpPr>
          <p:spPr>
            <a:xfrm>
              <a:off x="4381150" y="2416600"/>
              <a:ext cx="53725" cy="54850"/>
            </a:xfrm>
            <a:custGeom>
              <a:avLst/>
              <a:gdLst/>
              <a:ahLst/>
              <a:cxnLst/>
              <a:rect l="l" t="t" r="r" b="b"/>
              <a:pathLst>
                <a:path w="2149" h="2194" extrusionOk="0">
                  <a:moveTo>
                    <a:pt x="1276" y="0"/>
                  </a:moveTo>
                  <a:cubicBezTo>
                    <a:pt x="1114" y="0"/>
                    <a:pt x="923" y="76"/>
                    <a:pt x="701" y="277"/>
                  </a:cubicBezTo>
                  <a:cubicBezTo>
                    <a:pt x="701" y="277"/>
                    <a:pt x="0" y="1141"/>
                    <a:pt x="94" y="1421"/>
                  </a:cubicBezTo>
                  <a:cubicBezTo>
                    <a:pt x="177" y="1650"/>
                    <a:pt x="483" y="2194"/>
                    <a:pt x="879" y="2194"/>
                  </a:cubicBezTo>
                  <a:cubicBezTo>
                    <a:pt x="927" y="2194"/>
                    <a:pt x="977" y="2186"/>
                    <a:pt x="1028" y="2168"/>
                  </a:cubicBezTo>
                  <a:cubicBezTo>
                    <a:pt x="1494" y="2004"/>
                    <a:pt x="2148" y="884"/>
                    <a:pt x="1985" y="603"/>
                  </a:cubicBezTo>
                  <a:cubicBezTo>
                    <a:pt x="1886" y="423"/>
                    <a:pt x="1661" y="0"/>
                    <a:pt x="127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9"/>
            <p:cNvSpPr/>
            <p:nvPr/>
          </p:nvSpPr>
          <p:spPr>
            <a:xfrm>
              <a:off x="4093700" y="2093650"/>
              <a:ext cx="316075" cy="428700"/>
            </a:xfrm>
            <a:custGeom>
              <a:avLst/>
              <a:gdLst/>
              <a:ahLst/>
              <a:cxnLst/>
              <a:rect l="l" t="t" r="r" b="b"/>
              <a:pathLst>
                <a:path w="12643" h="17148" extrusionOk="0">
                  <a:moveTo>
                    <a:pt x="11358" y="1"/>
                  </a:moveTo>
                  <a:cubicBezTo>
                    <a:pt x="11343" y="1"/>
                    <a:pt x="11327" y="2"/>
                    <a:pt x="11311" y="3"/>
                  </a:cubicBezTo>
                  <a:cubicBezTo>
                    <a:pt x="11031" y="3"/>
                    <a:pt x="10821" y="260"/>
                    <a:pt x="10844" y="517"/>
                  </a:cubicBezTo>
                  <a:cubicBezTo>
                    <a:pt x="10844" y="633"/>
                    <a:pt x="11615" y="12518"/>
                    <a:pt x="7692" y="14946"/>
                  </a:cubicBezTo>
                  <a:cubicBezTo>
                    <a:pt x="6326" y="15802"/>
                    <a:pt x="5252" y="16143"/>
                    <a:pt x="4340" y="16143"/>
                  </a:cubicBezTo>
                  <a:cubicBezTo>
                    <a:pt x="3040" y="16143"/>
                    <a:pt x="2067" y="15450"/>
                    <a:pt x="1038" y="14572"/>
                  </a:cubicBezTo>
                  <a:cubicBezTo>
                    <a:pt x="937" y="14485"/>
                    <a:pt x="828" y="14448"/>
                    <a:pt x="725" y="14448"/>
                  </a:cubicBezTo>
                  <a:cubicBezTo>
                    <a:pt x="327" y="14448"/>
                    <a:pt x="0" y="14991"/>
                    <a:pt x="408" y="15343"/>
                  </a:cubicBezTo>
                  <a:cubicBezTo>
                    <a:pt x="1539" y="16319"/>
                    <a:pt x="2734" y="17147"/>
                    <a:pt x="4332" y="17147"/>
                  </a:cubicBezTo>
                  <a:cubicBezTo>
                    <a:pt x="4416" y="17147"/>
                    <a:pt x="4501" y="17145"/>
                    <a:pt x="4587" y="17140"/>
                  </a:cubicBezTo>
                  <a:cubicBezTo>
                    <a:pt x="5614" y="17070"/>
                    <a:pt x="6805" y="16697"/>
                    <a:pt x="8229" y="15786"/>
                  </a:cubicBezTo>
                  <a:cubicBezTo>
                    <a:pt x="12642" y="13031"/>
                    <a:pt x="11872" y="960"/>
                    <a:pt x="11848" y="447"/>
                  </a:cubicBezTo>
                  <a:cubicBezTo>
                    <a:pt x="11826" y="182"/>
                    <a:pt x="11617" y="1"/>
                    <a:pt x="1135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9"/>
            <p:cNvSpPr/>
            <p:nvPr/>
          </p:nvSpPr>
          <p:spPr>
            <a:xfrm>
              <a:off x="4079950" y="2434625"/>
              <a:ext cx="54300" cy="53450"/>
            </a:xfrm>
            <a:custGeom>
              <a:avLst/>
              <a:gdLst/>
              <a:ahLst/>
              <a:cxnLst/>
              <a:rect l="l" t="t" r="r" b="b"/>
              <a:pathLst>
                <a:path w="2172" h="2138" extrusionOk="0">
                  <a:moveTo>
                    <a:pt x="834" y="0"/>
                  </a:moveTo>
                  <a:cubicBezTo>
                    <a:pt x="404" y="0"/>
                    <a:pt x="227" y="492"/>
                    <a:pt x="141" y="700"/>
                  </a:cubicBezTo>
                  <a:cubicBezTo>
                    <a:pt x="1" y="980"/>
                    <a:pt x="794" y="2007"/>
                    <a:pt x="1261" y="2124"/>
                  </a:cubicBezTo>
                  <a:cubicBezTo>
                    <a:pt x="1300" y="2133"/>
                    <a:pt x="1337" y="2137"/>
                    <a:pt x="1372" y="2137"/>
                  </a:cubicBezTo>
                  <a:cubicBezTo>
                    <a:pt x="1794" y="2137"/>
                    <a:pt x="2037" y="1542"/>
                    <a:pt x="2102" y="1283"/>
                  </a:cubicBezTo>
                  <a:cubicBezTo>
                    <a:pt x="2172" y="1003"/>
                    <a:pt x="1378" y="209"/>
                    <a:pt x="1378" y="209"/>
                  </a:cubicBezTo>
                  <a:cubicBezTo>
                    <a:pt x="1162" y="59"/>
                    <a:pt x="983" y="0"/>
                    <a:pt x="8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9"/>
            <p:cNvSpPr/>
            <p:nvPr/>
          </p:nvSpPr>
          <p:spPr>
            <a:xfrm>
              <a:off x="4002325" y="1069900"/>
              <a:ext cx="256850" cy="772850"/>
            </a:xfrm>
            <a:custGeom>
              <a:avLst/>
              <a:gdLst/>
              <a:ahLst/>
              <a:cxnLst/>
              <a:rect l="l" t="t" r="r" b="b"/>
              <a:pathLst>
                <a:path w="10274" h="30914" extrusionOk="0">
                  <a:moveTo>
                    <a:pt x="0" y="0"/>
                  </a:moveTo>
                  <a:cubicBezTo>
                    <a:pt x="0" y="0"/>
                    <a:pt x="3456" y="280"/>
                    <a:pt x="6001" y="4226"/>
                  </a:cubicBezTo>
                  <a:cubicBezTo>
                    <a:pt x="8546" y="8172"/>
                    <a:pt x="10273" y="27761"/>
                    <a:pt x="9923" y="30913"/>
                  </a:cubicBezTo>
                  <a:lnTo>
                    <a:pt x="8756" y="30446"/>
                  </a:lnTo>
                  <a:cubicBezTo>
                    <a:pt x="8756" y="30446"/>
                    <a:pt x="7682" y="7448"/>
                    <a:pt x="4460" y="4039"/>
                  </a:cubicBezTo>
                  <a:cubicBezTo>
                    <a:pt x="1495" y="911"/>
                    <a:pt x="304" y="1168"/>
                    <a:pt x="304" y="1168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9"/>
            <p:cNvSpPr/>
            <p:nvPr/>
          </p:nvSpPr>
          <p:spPr>
            <a:xfrm>
              <a:off x="4075275" y="1811125"/>
              <a:ext cx="322225" cy="331650"/>
            </a:xfrm>
            <a:custGeom>
              <a:avLst/>
              <a:gdLst/>
              <a:ahLst/>
              <a:cxnLst/>
              <a:rect l="l" t="t" r="r" b="b"/>
              <a:pathLst>
                <a:path w="12889" h="13266" extrusionOk="0">
                  <a:moveTo>
                    <a:pt x="6145" y="0"/>
                  </a:moveTo>
                  <a:cubicBezTo>
                    <a:pt x="5033" y="0"/>
                    <a:pt x="3956" y="463"/>
                    <a:pt x="3176" y="1288"/>
                  </a:cubicBezTo>
                  <a:cubicBezTo>
                    <a:pt x="1" y="4486"/>
                    <a:pt x="281" y="12845"/>
                    <a:pt x="281" y="13195"/>
                  </a:cubicBezTo>
                  <a:lnTo>
                    <a:pt x="1612" y="13148"/>
                  </a:lnTo>
                  <a:cubicBezTo>
                    <a:pt x="1612" y="13078"/>
                    <a:pt x="1332" y="5023"/>
                    <a:pt x="4110" y="2221"/>
                  </a:cubicBezTo>
                  <a:cubicBezTo>
                    <a:pt x="4650" y="1636"/>
                    <a:pt x="5408" y="1333"/>
                    <a:pt x="6194" y="1333"/>
                  </a:cubicBezTo>
                  <a:cubicBezTo>
                    <a:pt x="6223" y="1333"/>
                    <a:pt x="6252" y="1333"/>
                    <a:pt x="6281" y="1334"/>
                  </a:cubicBezTo>
                  <a:cubicBezTo>
                    <a:pt x="10367" y="1451"/>
                    <a:pt x="10951" y="5187"/>
                    <a:pt x="11371" y="10860"/>
                  </a:cubicBezTo>
                  <a:cubicBezTo>
                    <a:pt x="11441" y="11654"/>
                    <a:pt x="11488" y="12471"/>
                    <a:pt x="11581" y="13265"/>
                  </a:cubicBezTo>
                  <a:lnTo>
                    <a:pt x="12889" y="13125"/>
                  </a:lnTo>
                  <a:cubicBezTo>
                    <a:pt x="12819" y="12355"/>
                    <a:pt x="12749" y="11537"/>
                    <a:pt x="12702" y="10767"/>
                  </a:cubicBezTo>
                  <a:cubicBezTo>
                    <a:pt x="12329" y="5794"/>
                    <a:pt x="11908" y="167"/>
                    <a:pt x="6305" y="3"/>
                  </a:cubicBezTo>
                  <a:cubicBezTo>
                    <a:pt x="6251" y="1"/>
                    <a:pt x="6198" y="0"/>
                    <a:pt x="614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9"/>
            <p:cNvSpPr/>
            <p:nvPr/>
          </p:nvSpPr>
          <p:spPr>
            <a:xfrm>
              <a:off x="3485750" y="1113675"/>
              <a:ext cx="239325" cy="577875"/>
            </a:xfrm>
            <a:custGeom>
              <a:avLst/>
              <a:gdLst/>
              <a:ahLst/>
              <a:cxnLst/>
              <a:rect l="l" t="t" r="r" b="b"/>
              <a:pathLst>
                <a:path w="9573" h="23115" extrusionOk="0">
                  <a:moveTo>
                    <a:pt x="9573" y="0"/>
                  </a:moveTo>
                  <a:lnTo>
                    <a:pt x="9573" y="0"/>
                  </a:lnTo>
                  <a:cubicBezTo>
                    <a:pt x="6608" y="1308"/>
                    <a:pt x="4133" y="3526"/>
                    <a:pt x="2475" y="6328"/>
                  </a:cubicBezTo>
                  <a:cubicBezTo>
                    <a:pt x="0" y="10484"/>
                    <a:pt x="911" y="23115"/>
                    <a:pt x="911" y="23115"/>
                  </a:cubicBezTo>
                  <a:lnTo>
                    <a:pt x="2078" y="22998"/>
                  </a:lnTo>
                  <a:cubicBezTo>
                    <a:pt x="2078" y="22998"/>
                    <a:pt x="1448" y="12165"/>
                    <a:pt x="3129" y="7705"/>
                  </a:cubicBezTo>
                  <a:cubicBezTo>
                    <a:pt x="4810" y="3246"/>
                    <a:pt x="9293" y="1168"/>
                    <a:pt x="9293" y="1168"/>
                  </a:cubicBezTo>
                  <a:lnTo>
                    <a:pt x="957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9"/>
            <p:cNvSpPr/>
            <p:nvPr/>
          </p:nvSpPr>
          <p:spPr>
            <a:xfrm>
              <a:off x="3417450" y="1676950"/>
              <a:ext cx="215400" cy="216000"/>
            </a:xfrm>
            <a:custGeom>
              <a:avLst/>
              <a:gdLst/>
              <a:ahLst/>
              <a:cxnLst/>
              <a:rect l="l" t="t" r="r" b="b"/>
              <a:pathLst>
                <a:path w="8616" h="8640" extrusionOk="0">
                  <a:moveTo>
                    <a:pt x="8616" y="3713"/>
                  </a:moveTo>
                  <a:cubicBezTo>
                    <a:pt x="8592" y="7005"/>
                    <a:pt x="4623" y="8639"/>
                    <a:pt x="2312" y="6304"/>
                  </a:cubicBezTo>
                  <a:cubicBezTo>
                    <a:pt x="0" y="3969"/>
                    <a:pt x="1658" y="0"/>
                    <a:pt x="4927" y="24"/>
                  </a:cubicBezTo>
                  <a:cubicBezTo>
                    <a:pt x="6958" y="24"/>
                    <a:pt x="8616" y="1681"/>
                    <a:pt x="8616" y="3713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9"/>
            <p:cNvSpPr/>
            <p:nvPr/>
          </p:nvSpPr>
          <p:spPr>
            <a:xfrm>
              <a:off x="3498575" y="1738225"/>
              <a:ext cx="73000" cy="73000"/>
            </a:xfrm>
            <a:custGeom>
              <a:avLst/>
              <a:gdLst/>
              <a:ahLst/>
              <a:cxnLst/>
              <a:rect l="l" t="t" r="r" b="b"/>
              <a:pathLst>
                <a:path w="2920" h="2920" extrusionOk="0">
                  <a:moveTo>
                    <a:pt x="2919" y="1262"/>
                  </a:moveTo>
                  <a:cubicBezTo>
                    <a:pt x="2919" y="2359"/>
                    <a:pt x="1565" y="2919"/>
                    <a:pt x="795" y="2126"/>
                  </a:cubicBezTo>
                  <a:cubicBezTo>
                    <a:pt x="1" y="1332"/>
                    <a:pt x="561" y="1"/>
                    <a:pt x="1682" y="1"/>
                  </a:cubicBezTo>
                  <a:cubicBezTo>
                    <a:pt x="2359" y="1"/>
                    <a:pt x="2919" y="561"/>
                    <a:pt x="2919" y="12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9"/>
            <p:cNvSpPr/>
            <p:nvPr/>
          </p:nvSpPr>
          <p:spPr>
            <a:xfrm>
              <a:off x="3722725" y="680550"/>
              <a:ext cx="47875" cy="47900"/>
            </a:xfrm>
            <a:custGeom>
              <a:avLst/>
              <a:gdLst/>
              <a:ahLst/>
              <a:cxnLst/>
              <a:rect l="l" t="t" r="r" b="b"/>
              <a:pathLst>
                <a:path w="1915" h="1916" extrusionOk="0">
                  <a:moveTo>
                    <a:pt x="934" y="1"/>
                  </a:moveTo>
                  <a:cubicBezTo>
                    <a:pt x="561" y="1"/>
                    <a:pt x="211" y="258"/>
                    <a:pt x="71" y="631"/>
                  </a:cubicBezTo>
                  <a:cubicBezTo>
                    <a:pt x="24" y="725"/>
                    <a:pt x="0" y="865"/>
                    <a:pt x="0" y="982"/>
                  </a:cubicBezTo>
                  <a:lnTo>
                    <a:pt x="47" y="1215"/>
                  </a:lnTo>
                  <a:cubicBezTo>
                    <a:pt x="94" y="1378"/>
                    <a:pt x="187" y="1542"/>
                    <a:pt x="304" y="1659"/>
                  </a:cubicBezTo>
                  <a:cubicBezTo>
                    <a:pt x="374" y="1705"/>
                    <a:pt x="444" y="1752"/>
                    <a:pt x="514" y="1799"/>
                  </a:cubicBezTo>
                  <a:cubicBezTo>
                    <a:pt x="654" y="1869"/>
                    <a:pt x="818" y="1915"/>
                    <a:pt x="981" y="1915"/>
                  </a:cubicBezTo>
                  <a:cubicBezTo>
                    <a:pt x="1098" y="1915"/>
                    <a:pt x="1238" y="1892"/>
                    <a:pt x="1331" y="1822"/>
                  </a:cubicBezTo>
                  <a:cubicBezTo>
                    <a:pt x="1682" y="1682"/>
                    <a:pt x="1915" y="1332"/>
                    <a:pt x="1915" y="935"/>
                  </a:cubicBezTo>
                  <a:lnTo>
                    <a:pt x="1892" y="701"/>
                  </a:lnTo>
                  <a:cubicBezTo>
                    <a:pt x="1845" y="538"/>
                    <a:pt x="1752" y="374"/>
                    <a:pt x="1635" y="258"/>
                  </a:cubicBezTo>
                  <a:lnTo>
                    <a:pt x="1425" y="118"/>
                  </a:lnTo>
                  <a:cubicBezTo>
                    <a:pt x="1261" y="48"/>
                    <a:pt x="1098" y="1"/>
                    <a:pt x="93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9"/>
            <p:cNvSpPr/>
            <p:nvPr/>
          </p:nvSpPr>
          <p:spPr>
            <a:xfrm>
              <a:off x="3879750" y="680550"/>
              <a:ext cx="47875" cy="47900"/>
            </a:xfrm>
            <a:custGeom>
              <a:avLst/>
              <a:gdLst/>
              <a:ahLst/>
              <a:cxnLst/>
              <a:rect l="l" t="t" r="r" b="b"/>
              <a:pathLst>
                <a:path w="1915" h="1916" extrusionOk="0">
                  <a:moveTo>
                    <a:pt x="957" y="1"/>
                  </a:moveTo>
                  <a:cubicBezTo>
                    <a:pt x="560" y="1"/>
                    <a:pt x="210" y="258"/>
                    <a:pt x="94" y="631"/>
                  </a:cubicBezTo>
                  <a:cubicBezTo>
                    <a:pt x="23" y="725"/>
                    <a:pt x="0" y="865"/>
                    <a:pt x="23" y="982"/>
                  </a:cubicBezTo>
                  <a:lnTo>
                    <a:pt x="47" y="1215"/>
                  </a:lnTo>
                  <a:cubicBezTo>
                    <a:pt x="94" y="1378"/>
                    <a:pt x="187" y="1542"/>
                    <a:pt x="304" y="1659"/>
                  </a:cubicBezTo>
                  <a:cubicBezTo>
                    <a:pt x="374" y="1705"/>
                    <a:pt x="444" y="1752"/>
                    <a:pt x="514" y="1799"/>
                  </a:cubicBezTo>
                  <a:cubicBezTo>
                    <a:pt x="654" y="1869"/>
                    <a:pt x="817" y="1915"/>
                    <a:pt x="981" y="1915"/>
                  </a:cubicBezTo>
                  <a:cubicBezTo>
                    <a:pt x="1121" y="1915"/>
                    <a:pt x="1238" y="1892"/>
                    <a:pt x="1354" y="1822"/>
                  </a:cubicBezTo>
                  <a:cubicBezTo>
                    <a:pt x="1471" y="1799"/>
                    <a:pt x="1564" y="1705"/>
                    <a:pt x="1658" y="1612"/>
                  </a:cubicBezTo>
                  <a:cubicBezTo>
                    <a:pt x="1821" y="1425"/>
                    <a:pt x="1915" y="1192"/>
                    <a:pt x="1915" y="935"/>
                  </a:cubicBezTo>
                  <a:cubicBezTo>
                    <a:pt x="1915" y="865"/>
                    <a:pt x="1891" y="771"/>
                    <a:pt x="1891" y="701"/>
                  </a:cubicBezTo>
                  <a:cubicBezTo>
                    <a:pt x="1845" y="538"/>
                    <a:pt x="1751" y="374"/>
                    <a:pt x="1634" y="258"/>
                  </a:cubicBezTo>
                  <a:cubicBezTo>
                    <a:pt x="1564" y="211"/>
                    <a:pt x="1494" y="164"/>
                    <a:pt x="1424" y="118"/>
                  </a:cubicBezTo>
                  <a:cubicBezTo>
                    <a:pt x="1284" y="48"/>
                    <a:pt x="1121" y="1"/>
                    <a:pt x="95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9"/>
            <p:cNvSpPr/>
            <p:nvPr/>
          </p:nvSpPr>
          <p:spPr>
            <a:xfrm>
              <a:off x="3703450" y="608750"/>
              <a:ext cx="80000" cy="38575"/>
            </a:xfrm>
            <a:custGeom>
              <a:avLst/>
              <a:gdLst/>
              <a:ahLst/>
              <a:cxnLst/>
              <a:rect l="l" t="t" r="r" b="b"/>
              <a:pathLst>
                <a:path w="3200" h="1543" extrusionOk="0">
                  <a:moveTo>
                    <a:pt x="1618" y="1"/>
                  </a:moveTo>
                  <a:cubicBezTo>
                    <a:pt x="1608" y="1"/>
                    <a:pt x="1598" y="1"/>
                    <a:pt x="1589" y="1"/>
                  </a:cubicBezTo>
                  <a:cubicBezTo>
                    <a:pt x="491" y="24"/>
                    <a:pt x="1" y="1542"/>
                    <a:pt x="1" y="1542"/>
                  </a:cubicBezTo>
                  <a:cubicBezTo>
                    <a:pt x="491" y="1262"/>
                    <a:pt x="1028" y="1052"/>
                    <a:pt x="1589" y="888"/>
                  </a:cubicBezTo>
                  <a:cubicBezTo>
                    <a:pt x="1723" y="877"/>
                    <a:pt x="1859" y="871"/>
                    <a:pt x="1995" y="871"/>
                  </a:cubicBezTo>
                  <a:cubicBezTo>
                    <a:pt x="2403" y="871"/>
                    <a:pt x="2814" y="923"/>
                    <a:pt x="3200" y="1028"/>
                  </a:cubicBezTo>
                  <a:cubicBezTo>
                    <a:pt x="3200" y="1028"/>
                    <a:pt x="2492" y="1"/>
                    <a:pt x="161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9"/>
            <p:cNvSpPr/>
            <p:nvPr/>
          </p:nvSpPr>
          <p:spPr>
            <a:xfrm>
              <a:off x="3865150" y="608750"/>
              <a:ext cx="80575" cy="38575"/>
            </a:xfrm>
            <a:custGeom>
              <a:avLst/>
              <a:gdLst/>
              <a:ahLst/>
              <a:cxnLst/>
              <a:rect l="l" t="t" r="r" b="b"/>
              <a:pathLst>
                <a:path w="3223" h="1543" extrusionOk="0">
                  <a:moveTo>
                    <a:pt x="1582" y="1"/>
                  </a:moveTo>
                  <a:cubicBezTo>
                    <a:pt x="708" y="1"/>
                    <a:pt x="0" y="1028"/>
                    <a:pt x="0" y="1028"/>
                  </a:cubicBezTo>
                  <a:cubicBezTo>
                    <a:pt x="381" y="913"/>
                    <a:pt x="762" y="867"/>
                    <a:pt x="1143" y="867"/>
                  </a:cubicBezTo>
                  <a:cubicBezTo>
                    <a:pt x="1299" y="867"/>
                    <a:pt x="1455" y="875"/>
                    <a:pt x="1611" y="888"/>
                  </a:cubicBezTo>
                  <a:cubicBezTo>
                    <a:pt x="2172" y="1052"/>
                    <a:pt x="2709" y="1262"/>
                    <a:pt x="3222" y="1542"/>
                  </a:cubicBezTo>
                  <a:cubicBezTo>
                    <a:pt x="3222" y="1542"/>
                    <a:pt x="2732" y="24"/>
                    <a:pt x="1611" y="1"/>
                  </a:cubicBezTo>
                  <a:cubicBezTo>
                    <a:pt x="1602" y="1"/>
                    <a:pt x="1592" y="1"/>
                    <a:pt x="158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3777000" y="842825"/>
              <a:ext cx="138950" cy="67750"/>
            </a:xfrm>
            <a:custGeom>
              <a:avLst/>
              <a:gdLst/>
              <a:ahLst/>
              <a:cxnLst/>
              <a:rect l="l" t="t" r="r" b="b"/>
              <a:pathLst>
                <a:path w="5558" h="2710" extrusionOk="0">
                  <a:moveTo>
                    <a:pt x="5558" y="1"/>
                  </a:moveTo>
                  <a:lnTo>
                    <a:pt x="5558" y="1"/>
                  </a:lnTo>
                  <a:cubicBezTo>
                    <a:pt x="5558" y="1"/>
                    <a:pt x="3970" y="981"/>
                    <a:pt x="2382" y="981"/>
                  </a:cubicBezTo>
                  <a:cubicBezTo>
                    <a:pt x="2305" y="986"/>
                    <a:pt x="2228" y="988"/>
                    <a:pt x="2151" y="988"/>
                  </a:cubicBezTo>
                  <a:cubicBezTo>
                    <a:pt x="1392" y="988"/>
                    <a:pt x="658" y="781"/>
                    <a:pt x="1" y="421"/>
                  </a:cubicBezTo>
                  <a:lnTo>
                    <a:pt x="1" y="421"/>
                  </a:lnTo>
                  <a:cubicBezTo>
                    <a:pt x="1" y="421"/>
                    <a:pt x="188" y="2709"/>
                    <a:pt x="2709" y="2709"/>
                  </a:cubicBezTo>
                  <a:cubicBezTo>
                    <a:pt x="2720" y="2709"/>
                    <a:pt x="2730" y="2709"/>
                    <a:pt x="2741" y="2709"/>
                  </a:cubicBezTo>
                  <a:cubicBezTo>
                    <a:pt x="5210" y="2709"/>
                    <a:pt x="5558" y="1"/>
                    <a:pt x="55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3791025" y="639550"/>
              <a:ext cx="52550" cy="178525"/>
            </a:xfrm>
            <a:custGeom>
              <a:avLst/>
              <a:gdLst/>
              <a:ahLst/>
              <a:cxnLst/>
              <a:rect l="l" t="t" r="r" b="b"/>
              <a:pathLst>
                <a:path w="2102" h="7141" extrusionOk="0">
                  <a:moveTo>
                    <a:pt x="1188" y="0"/>
                  </a:moveTo>
                  <a:cubicBezTo>
                    <a:pt x="1122" y="0"/>
                    <a:pt x="1051" y="60"/>
                    <a:pt x="1051" y="147"/>
                  </a:cubicBezTo>
                  <a:cubicBezTo>
                    <a:pt x="1051" y="1011"/>
                    <a:pt x="1261" y="1874"/>
                    <a:pt x="1238" y="2762"/>
                  </a:cubicBezTo>
                  <a:cubicBezTo>
                    <a:pt x="1238" y="3532"/>
                    <a:pt x="1074" y="4256"/>
                    <a:pt x="771" y="4933"/>
                  </a:cubicBezTo>
                  <a:cubicBezTo>
                    <a:pt x="514" y="5423"/>
                    <a:pt x="0" y="5914"/>
                    <a:pt x="234" y="6497"/>
                  </a:cubicBezTo>
                  <a:cubicBezTo>
                    <a:pt x="447" y="6995"/>
                    <a:pt x="958" y="7141"/>
                    <a:pt x="1458" y="7141"/>
                  </a:cubicBezTo>
                  <a:cubicBezTo>
                    <a:pt x="1615" y="7141"/>
                    <a:pt x="1770" y="7127"/>
                    <a:pt x="1915" y="7104"/>
                  </a:cubicBezTo>
                  <a:cubicBezTo>
                    <a:pt x="2102" y="7058"/>
                    <a:pt x="2078" y="6824"/>
                    <a:pt x="1891" y="6801"/>
                  </a:cubicBezTo>
                  <a:cubicBezTo>
                    <a:pt x="1494" y="6778"/>
                    <a:pt x="1028" y="6824"/>
                    <a:pt x="724" y="6521"/>
                  </a:cubicBezTo>
                  <a:cubicBezTo>
                    <a:pt x="444" y="6217"/>
                    <a:pt x="607" y="5937"/>
                    <a:pt x="794" y="5657"/>
                  </a:cubicBezTo>
                  <a:cubicBezTo>
                    <a:pt x="1121" y="5143"/>
                    <a:pt x="1354" y="4606"/>
                    <a:pt x="1494" y="4022"/>
                  </a:cubicBezTo>
                  <a:cubicBezTo>
                    <a:pt x="1611" y="3415"/>
                    <a:pt x="1658" y="2808"/>
                    <a:pt x="1611" y="2201"/>
                  </a:cubicBezTo>
                  <a:cubicBezTo>
                    <a:pt x="1588" y="1477"/>
                    <a:pt x="1471" y="777"/>
                    <a:pt x="1284" y="77"/>
                  </a:cubicBezTo>
                  <a:cubicBezTo>
                    <a:pt x="1267" y="23"/>
                    <a:pt x="1228" y="0"/>
                    <a:pt x="1188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3941025" y="3308975"/>
              <a:ext cx="455325" cy="220100"/>
            </a:xfrm>
            <a:custGeom>
              <a:avLst/>
              <a:gdLst/>
              <a:ahLst/>
              <a:cxnLst/>
              <a:rect l="l" t="t" r="r" b="b"/>
              <a:pathLst>
                <a:path w="18213" h="8804" extrusionOk="0">
                  <a:moveTo>
                    <a:pt x="17465" y="1"/>
                  </a:moveTo>
                  <a:cubicBezTo>
                    <a:pt x="13473" y="421"/>
                    <a:pt x="6818" y="818"/>
                    <a:pt x="1" y="1028"/>
                  </a:cubicBezTo>
                  <a:lnTo>
                    <a:pt x="701" y="8803"/>
                  </a:lnTo>
                  <a:lnTo>
                    <a:pt x="18212" y="8219"/>
                  </a:lnTo>
                  <a:lnTo>
                    <a:pt x="17465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3439625" y="3331175"/>
              <a:ext cx="443050" cy="197900"/>
            </a:xfrm>
            <a:custGeom>
              <a:avLst/>
              <a:gdLst/>
              <a:ahLst/>
              <a:cxnLst/>
              <a:rect l="l" t="t" r="r" b="b"/>
              <a:pathLst>
                <a:path w="17722" h="7916" extrusionOk="0">
                  <a:moveTo>
                    <a:pt x="1" y="0"/>
                  </a:moveTo>
                  <a:lnTo>
                    <a:pt x="47" y="7331"/>
                  </a:lnTo>
                  <a:lnTo>
                    <a:pt x="17722" y="7915"/>
                  </a:lnTo>
                  <a:lnTo>
                    <a:pt x="17722" y="7915"/>
                  </a:lnTo>
                  <a:lnTo>
                    <a:pt x="17558" y="210"/>
                  </a:lnTo>
                  <a:cubicBezTo>
                    <a:pt x="15028" y="262"/>
                    <a:pt x="12519" y="291"/>
                    <a:pt x="10159" y="291"/>
                  </a:cubicBezTo>
                  <a:cubicBezTo>
                    <a:pt x="6138" y="291"/>
                    <a:pt x="2546" y="206"/>
                    <a:pt x="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4082275" y="615750"/>
              <a:ext cx="99425" cy="191500"/>
            </a:xfrm>
            <a:custGeom>
              <a:avLst/>
              <a:gdLst/>
              <a:ahLst/>
              <a:cxnLst/>
              <a:rect l="l" t="t" r="r" b="b"/>
              <a:pathLst>
                <a:path w="3977" h="7660" extrusionOk="0">
                  <a:moveTo>
                    <a:pt x="1053" y="0"/>
                  </a:moveTo>
                  <a:cubicBezTo>
                    <a:pt x="618" y="0"/>
                    <a:pt x="304" y="71"/>
                    <a:pt x="304" y="71"/>
                  </a:cubicBezTo>
                  <a:cubicBezTo>
                    <a:pt x="304" y="71"/>
                    <a:pt x="887" y="5616"/>
                    <a:pt x="27" y="7653"/>
                  </a:cubicBezTo>
                  <a:lnTo>
                    <a:pt x="27" y="7653"/>
                  </a:lnTo>
                  <a:cubicBezTo>
                    <a:pt x="1975" y="7154"/>
                    <a:pt x="3411" y="5503"/>
                    <a:pt x="3643" y="3504"/>
                  </a:cubicBezTo>
                  <a:cubicBezTo>
                    <a:pt x="3976" y="440"/>
                    <a:pt x="2136" y="0"/>
                    <a:pt x="1053" y="0"/>
                  </a:cubicBezTo>
                  <a:close/>
                  <a:moveTo>
                    <a:pt x="27" y="7653"/>
                  </a:moveTo>
                  <a:cubicBezTo>
                    <a:pt x="18" y="7655"/>
                    <a:pt x="10" y="7657"/>
                    <a:pt x="1" y="7659"/>
                  </a:cubicBezTo>
                  <a:lnTo>
                    <a:pt x="24" y="7659"/>
                  </a:lnTo>
                  <a:cubicBezTo>
                    <a:pt x="25" y="7657"/>
                    <a:pt x="26" y="7655"/>
                    <a:pt x="27" y="7653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3517850" y="653950"/>
              <a:ext cx="105075" cy="160525"/>
            </a:xfrm>
            <a:custGeom>
              <a:avLst/>
              <a:gdLst/>
              <a:ahLst/>
              <a:cxnLst/>
              <a:rect l="l" t="t" r="r" b="b"/>
              <a:pathLst>
                <a:path w="4203" h="6421" extrusionOk="0">
                  <a:moveTo>
                    <a:pt x="2190" y="1"/>
                  </a:moveTo>
                  <a:cubicBezTo>
                    <a:pt x="1279" y="1"/>
                    <a:pt x="427" y="475"/>
                    <a:pt x="234" y="1462"/>
                  </a:cubicBezTo>
                  <a:cubicBezTo>
                    <a:pt x="0" y="2699"/>
                    <a:pt x="817" y="4287"/>
                    <a:pt x="1611" y="5174"/>
                  </a:cubicBezTo>
                  <a:cubicBezTo>
                    <a:pt x="2195" y="5805"/>
                    <a:pt x="3993" y="6272"/>
                    <a:pt x="4063" y="6342"/>
                  </a:cubicBezTo>
                  <a:cubicBezTo>
                    <a:pt x="4128" y="6406"/>
                    <a:pt x="4164" y="6421"/>
                    <a:pt x="4183" y="6421"/>
                  </a:cubicBezTo>
                  <a:cubicBezTo>
                    <a:pt x="4198" y="6421"/>
                    <a:pt x="4203" y="6412"/>
                    <a:pt x="4203" y="6412"/>
                  </a:cubicBezTo>
                  <a:cubicBezTo>
                    <a:pt x="2895" y="2232"/>
                    <a:pt x="2755" y="388"/>
                    <a:pt x="2755" y="61"/>
                  </a:cubicBezTo>
                  <a:cubicBezTo>
                    <a:pt x="2568" y="21"/>
                    <a:pt x="2378" y="1"/>
                    <a:pt x="219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9"/>
            <p:cNvSpPr/>
            <p:nvPr/>
          </p:nvSpPr>
          <p:spPr>
            <a:xfrm>
              <a:off x="3546450" y="237925"/>
              <a:ext cx="579050" cy="464275"/>
            </a:xfrm>
            <a:custGeom>
              <a:avLst/>
              <a:gdLst/>
              <a:ahLst/>
              <a:cxnLst/>
              <a:rect l="l" t="t" r="r" b="b"/>
              <a:pathLst>
                <a:path w="23162" h="18571" extrusionOk="0">
                  <a:moveTo>
                    <a:pt x="9238" y="0"/>
                  </a:moveTo>
                  <a:cubicBezTo>
                    <a:pt x="8995" y="0"/>
                    <a:pt x="8748" y="62"/>
                    <a:pt x="8522" y="195"/>
                  </a:cubicBezTo>
                  <a:cubicBezTo>
                    <a:pt x="7635" y="615"/>
                    <a:pt x="7075" y="1526"/>
                    <a:pt x="7051" y="2530"/>
                  </a:cubicBezTo>
                  <a:cubicBezTo>
                    <a:pt x="6888" y="2156"/>
                    <a:pt x="6748" y="1806"/>
                    <a:pt x="6584" y="1526"/>
                  </a:cubicBezTo>
                  <a:cubicBezTo>
                    <a:pt x="6350" y="1125"/>
                    <a:pt x="5845" y="872"/>
                    <a:pt x="5361" y="872"/>
                  </a:cubicBezTo>
                  <a:cubicBezTo>
                    <a:pt x="5027" y="872"/>
                    <a:pt x="4702" y="992"/>
                    <a:pt x="4483" y="1269"/>
                  </a:cubicBezTo>
                  <a:cubicBezTo>
                    <a:pt x="3993" y="1829"/>
                    <a:pt x="3666" y="2506"/>
                    <a:pt x="3549" y="3230"/>
                  </a:cubicBezTo>
                  <a:cubicBezTo>
                    <a:pt x="3456" y="3137"/>
                    <a:pt x="3386" y="3043"/>
                    <a:pt x="3292" y="2950"/>
                  </a:cubicBezTo>
                  <a:cubicBezTo>
                    <a:pt x="3077" y="2711"/>
                    <a:pt x="2734" y="2582"/>
                    <a:pt x="2393" y="2582"/>
                  </a:cubicBezTo>
                  <a:cubicBezTo>
                    <a:pt x="2068" y="2582"/>
                    <a:pt x="1746" y="2699"/>
                    <a:pt x="1541" y="2950"/>
                  </a:cubicBezTo>
                  <a:cubicBezTo>
                    <a:pt x="0" y="4841"/>
                    <a:pt x="70" y="8273"/>
                    <a:pt x="1425" y="10305"/>
                  </a:cubicBezTo>
                  <a:cubicBezTo>
                    <a:pt x="1518" y="10445"/>
                    <a:pt x="1658" y="10561"/>
                    <a:pt x="1821" y="10631"/>
                  </a:cubicBezTo>
                  <a:cubicBezTo>
                    <a:pt x="1051" y="12616"/>
                    <a:pt x="607" y="14787"/>
                    <a:pt x="1214" y="16865"/>
                  </a:cubicBezTo>
                  <a:cubicBezTo>
                    <a:pt x="1332" y="17244"/>
                    <a:pt x="1675" y="17447"/>
                    <a:pt x="2020" y="17447"/>
                  </a:cubicBezTo>
                  <a:cubicBezTo>
                    <a:pt x="2293" y="17447"/>
                    <a:pt x="2567" y="17320"/>
                    <a:pt x="2732" y="17052"/>
                  </a:cubicBezTo>
                  <a:cubicBezTo>
                    <a:pt x="3596" y="15861"/>
                    <a:pt x="4250" y="14531"/>
                    <a:pt x="4693" y="13106"/>
                  </a:cubicBezTo>
                  <a:cubicBezTo>
                    <a:pt x="5137" y="11542"/>
                    <a:pt x="5324" y="10258"/>
                    <a:pt x="6047" y="8857"/>
                  </a:cubicBezTo>
                  <a:cubicBezTo>
                    <a:pt x="7308" y="9651"/>
                    <a:pt x="8873" y="10048"/>
                    <a:pt x="10437" y="10235"/>
                  </a:cubicBezTo>
                  <a:cubicBezTo>
                    <a:pt x="11277" y="10328"/>
                    <a:pt x="12095" y="10375"/>
                    <a:pt x="12935" y="10398"/>
                  </a:cubicBezTo>
                  <a:cubicBezTo>
                    <a:pt x="14219" y="10421"/>
                    <a:pt x="13659" y="10421"/>
                    <a:pt x="14570" y="11238"/>
                  </a:cubicBezTo>
                  <a:cubicBezTo>
                    <a:pt x="16157" y="12663"/>
                    <a:pt x="18095" y="13200"/>
                    <a:pt x="18235" y="15698"/>
                  </a:cubicBezTo>
                  <a:cubicBezTo>
                    <a:pt x="18305" y="16677"/>
                    <a:pt x="19552" y="18571"/>
                    <a:pt x="20469" y="18571"/>
                  </a:cubicBezTo>
                  <a:cubicBezTo>
                    <a:pt x="20777" y="18571"/>
                    <a:pt x="21048" y="18357"/>
                    <a:pt x="21224" y="17823"/>
                  </a:cubicBezTo>
                  <a:cubicBezTo>
                    <a:pt x="22648" y="13433"/>
                    <a:pt x="23162" y="10491"/>
                    <a:pt x="21878" y="8297"/>
                  </a:cubicBezTo>
                  <a:cubicBezTo>
                    <a:pt x="20944" y="6709"/>
                    <a:pt x="19636" y="4771"/>
                    <a:pt x="17838" y="4094"/>
                  </a:cubicBezTo>
                  <a:cubicBezTo>
                    <a:pt x="17395" y="3253"/>
                    <a:pt x="16601" y="2670"/>
                    <a:pt x="15667" y="2506"/>
                  </a:cubicBezTo>
                  <a:cubicBezTo>
                    <a:pt x="14653" y="2330"/>
                    <a:pt x="13847" y="1092"/>
                    <a:pt x="12758" y="1092"/>
                  </a:cubicBezTo>
                  <a:cubicBezTo>
                    <a:pt x="12693" y="1092"/>
                    <a:pt x="12628" y="1096"/>
                    <a:pt x="12562" y="1105"/>
                  </a:cubicBezTo>
                  <a:cubicBezTo>
                    <a:pt x="11978" y="1152"/>
                    <a:pt x="11418" y="1386"/>
                    <a:pt x="10997" y="1806"/>
                  </a:cubicBezTo>
                  <a:cubicBezTo>
                    <a:pt x="10834" y="1432"/>
                    <a:pt x="10647" y="1059"/>
                    <a:pt x="10460" y="685"/>
                  </a:cubicBezTo>
                  <a:cubicBezTo>
                    <a:pt x="10196" y="249"/>
                    <a:pt x="9724" y="0"/>
                    <a:pt x="9238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Discussions Summary</a:t>
            </a:r>
            <a:endParaRPr/>
          </a:p>
        </p:txBody>
      </p:sp>
      <p:sp>
        <p:nvSpPr>
          <p:cNvPr id="1244" name="Google Shape;1244;p50"/>
          <p:cNvSpPr txBox="1">
            <a:spLocks noGrp="1"/>
          </p:cNvSpPr>
          <p:nvPr>
            <p:ph type="title" idx="2"/>
          </p:nvPr>
        </p:nvSpPr>
        <p:spPr>
          <a:xfrm>
            <a:off x="3831300" y="1674300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45" name="Google Shape;1245;p50"/>
          <p:cNvSpPr txBox="1">
            <a:spLocks noGrp="1"/>
          </p:cNvSpPr>
          <p:nvPr>
            <p:ph type="subTitle" idx="1"/>
          </p:nvPr>
        </p:nvSpPr>
        <p:spPr>
          <a:xfrm>
            <a:off x="5443200" y="1674150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 and its atmosphere is extremely poisonous</a:t>
            </a:r>
            <a:endParaRPr/>
          </a:p>
        </p:txBody>
      </p:sp>
      <p:sp>
        <p:nvSpPr>
          <p:cNvPr id="1246" name="Google Shape;1246;p50"/>
          <p:cNvSpPr txBox="1">
            <a:spLocks noGrp="1"/>
          </p:cNvSpPr>
          <p:nvPr>
            <p:ph type="title" idx="3"/>
          </p:nvPr>
        </p:nvSpPr>
        <p:spPr>
          <a:xfrm>
            <a:off x="3831300" y="2550975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47" name="Google Shape;1247;p50"/>
          <p:cNvSpPr txBox="1">
            <a:spLocks noGrp="1"/>
          </p:cNvSpPr>
          <p:nvPr>
            <p:ph type="subTitle" idx="4"/>
          </p:nvPr>
        </p:nvSpPr>
        <p:spPr>
          <a:xfrm>
            <a:off x="5443200" y="2550825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our Solar System. It’s also the fourth-brightest object in the sky</a:t>
            </a:r>
            <a:endParaRPr/>
          </a:p>
        </p:txBody>
      </p:sp>
      <p:sp>
        <p:nvSpPr>
          <p:cNvPr id="1248" name="Google Shape;1248;p50"/>
          <p:cNvSpPr txBox="1">
            <a:spLocks noGrp="1"/>
          </p:cNvSpPr>
          <p:nvPr>
            <p:ph type="title" idx="5"/>
          </p:nvPr>
        </p:nvSpPr>
        <p:spPr>
          <a:xfrm>
            <a:off x="3831300" y="3427825"/>
            <a:ext cx="1494300" cy="6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49" name="Google Shape;1249;p50"/>
          <p:cNvSpPr txBox="1">
            <a:spLocks noGrp="1"/>
          </p:cNvSpPr>
          <p:nvPr>
            <p:ph type="subTitle" idx="6"/>
          </p:nvPr>
        </p:nvSpPr>
        <p:spPr>
          <a:xfrm>
            <a:off x="5443200" y="3427675"/>
            <a:ext cx="2980800" cy="6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also the smallest one in our Solar System. It’s only a bit larger than our Moon</a:t>
            </a:r>
            <a:endParaRPr/>
          </a:p>
        </p:txBody>
      </p:sp>
      <p:grpSp>
        <p:nvGrpSpPr>
          <p:cNvPr id="1250" name="Google Shape;1250;p50"/>
          <p:cNvGrpSpPr/>
          <p:nvPr/>
        </p:nvGrpSpPr>
        <p:grpSpPr>
          <a:xfrm>
            <a:off x="871489" y="1881225"/>
            <a:ext cx="3583671" cy="3278651"/>
            <a:chOff x="871489" y="1881225"/>
            <a:chExt cx="3583671" cy="3278651"/>
          </a:xfrm>
        </p:grpSpPr>
        <p:sp>
          <p:nvSpPr>
            <p:cNvPr id="1251" name="Google Shape;1251;p50"/>
            <p:cNvSpPr/>
            <p:nvPr/>
          </p:nvSpPr>
          <p:spPr>
            <a:xfrm>
              <a:off x="944307" y="2271819"/>
              <a:ext cx="931309" cy="1704034"/>
            </a:xfrm>
            <a:custGeom>
              <a:avLst/>
              <a:gdLst/>
              <a:ahLst/>
              <a:cxnLst/>
              <a:rect l="l" t="t" r="r" b="b"/>
              <a:pathLst>
                <a:path w="29058" h="53168" extrusionOk="0">
                  <a:moveTo>
                    <a:pt x="2474" y="1"/>
                  </a:moveTo>
                  <a:cubicBezTo>
                    <a:pt x="2223" y="1"/>
                    <a:pt x="352" y="636"/>
                    <a:pt x="335" y="4211"/>
                  </a:cubicBezTo>
                  <a:lnTo>
                    <a:pt x="51" y="44646"/>
                  </a:lnTo>
                  <a:lnTo>
                    <a:pt x="1" y="52967"/>
                  </a:lnTo>
                  <a:lnTo>
                    <a:pt x="28706" y="53167"/>
                  </a:lnTo>
                  <a:lnTo>
                    <a:pt x="29040" y="4128"/>
                  </a:lnTo>
                  <a:cubicBezTo>
                    <a:pt x="29057" y="1956"/>
                    <a:pt x="27303" y="168"/>
                    <a:pt x="25131" y="151"/>
                  </a:cubicBezTo>
                  <a:lnTo>
                    <a:pt x="7135" y="34"/>
                  </a:lnTo>
                  <a:lnTo>
                    <a:pt x="2474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0"/>
            <p:cNvSpPr/>
            <p:nvPr/>
          </p:nvSpPr>
          <p:spPr>
            <a:xfrm>
              <a:off x="4070624" y="3531319"/>
              <a:ext cx="83586" cy="1602821"/>
            </a:xfrm>
            <a:custGeom>
              <a:avLst/>
              <a:gdLst/>
              <a:ahLst/>
              <a:cxnLst/>
              <a:rect l="l" t="t" r="r" b="b"/>
              <a:pathLst>
                <a:path w="2608" h="50010" extrusionOk="0">
                  <a:moveTo>
                    <a:pt x="1" y="1"/>
                  </a:moveTo>
                  <a:lnTo>
                    <a:pt x="1" y="50009"/>
                  </a:lnTo>
                  <a:lnTo>
                    <a:pt x="2607" y="50009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0"/>
            <p:cNvSpPr/>
            <p:nvPr/>
          </p:nvSpPr>
          <p:spPr>
            <a:xfrm>
              <a:off x="988760" y="3935117"/>
              <a:ext cx="208902" cy="1224759"/>
            </a:xfrm>
            <a:custGeom>
              <a:avLst/>
              <a:gdLst/>
              <a:ahLst/>
              <a:cxnLst/>
              <a:rect l="l" t="t" r="r" b="b"/>
              <a:pathLst>
                <a:path w="6518" h="38214" extrusionOk="0">
                  <a:moveTo>
                    <a:pt x="1" y="0"/>
                  </a:moveTo>
                  <a:lnTo>
                    <a:pt x="1" y="35639"/>
                  </a:lnTo>
                  <a:cubicBezTo>
                    <a:pt x="1" y="37043"/>
                    <a:pt x="1137" y="38179"/>
                    <a:pt x="2540" y="38213"/>
                  </a:cubicBezTo>
                  <a:cubicBezTo>
                    <a:pt x="2561" y="38213"/>
                    <a:pt x="2582" y="38213"/>
                    <a:pt x="2602" y="38213"/>
                  </a:cubicBezTo>
                  <a:cubicBezTo>
                    <a:pt x="3978" y="38213"/>
                    <a:pt x="5114" y="37122"/>
                    <a:pt x="5164" y="35723"/>
                  </a:cubicBezTo>
                  <a:lnTo>
                    <a:pt x="6517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0"/>
            <p:cNvSpPr/>
            <p:nvPr/>
          </p:nvSpPr>
          <p:spPr>
            <a:xfrm>
              <a:off x="1742768" y="3935117"/>
              <a:ext cx="208325" cy="1224759"/>
            </a:xfrm>
            <a:custGeom>
              <a:avLst/>
              <a:gdLst/>
              <a:ahLst/>
              <a:cxnLst/>
              <a:rect l="l" t="t" r="r" b="b"/>
              <a:pathLst>
                <a:path w="6500" h="38214" extrusionOk="0">
                  <a:moveTo>
                    <a:pt x="0" y="0"/>
                  </a:moveTo>
                  <a:lnTo>
                    <a:pt x="0" y="35639"/>
                  </a:lnTo>
                  <a:cubicBezTo>
                    <a:pt x="0" y="37043"/>
                    <a:pt x="1120" y="38179"/>
                    <a:pt x="2523" y="38213"/>
                  </a:cubicBezTo>
                  <a:cubicBezTo>
                    <a:pt x="2544" y="38213"/>
                    <a:pt x="2565" y="38213"/>
                    <a:pt x="2585" y="38213"/>
                  </a:cubicBezTo>
                  <a:cubicBezTo>
                    <a:pt x="3961" y="38213"/>
                    <a:pt x="5097" y="37122"/>
                    <a:pt x="5163" y="35723"/>
                  </a:cubicBezTo>
                  <a:lnTo>
                    <a:pt x="6500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0"/>
            <p:cNvSpPr/>
            <p:nvPr/>
          </p:nvSpPr>
          <p:spPr>
            <a:xfrm>
              <a:off x="2150284" y="3935117"/>
              <a:ext cx="208357" cy="1224759"/>
            </a:xfrm>
            <a:custGeom>
              <a:avLst/>
              <a:gdLst/>
              <a:ahLst/>
              <a:cxnLst/>
              <a:rect l="l" t="t" r="r" b="b"/>
              <a:pathLst>
                <a:path w="6501" h="38214" extrusionOk="0">
                  <a:moveTo>
                    <a:pt x="1" y="0"/>
                  </a:moveTo>
                  <a:lnTo>
                    <a:pt x="1337" y="35723"/>
                  </a:lnTo>
                  <a:cubicBezTo>
                    <a:pt x="1403" y="37122"/>
                    <a:pt x="2539" y="38213"/>
                    <a:pt x="3915" y="38213"/>
                  </a:cubicBezTo>
                  <a:cubicBezTo>
                    <a:pt x="3936" y="38213"/>
                    <a:pt x="3956" y="38213"/>
                    <a:pt x="3977" y="38213"/>
                  </a:cubicBezTo>
                  <a:cubicBezTo>
                    <a:pt x="5381" y="38179"/>
                    <a:pt x="6500" y="37043"/>
                    <a:pt x="6500" y="35639"/>
                  </a:cubicBezTo>
                  <a:lnTo>
                    <a:pt x="6500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0"/>
            <p:cNvSpPr/>
            <p:nvPr/>
          </p:nvSpPr>
          <p:spPr>
            <a:xfrm>
              <a:off x="1335252" y="3935117"/>
              <a:ext cx="208325" cy="1224759"/>
            </a:xfrm>
            <a:custGeom>
              <a:avLst/>
              <a:gdLst/>
              <a:ahLst/>
              <a:cxnLst/>
              <a:rect l="l" t="t" r="r" b="b"/>
              <a:pathLst>
                <a:path w="6500" h="38214" extrusionOk="0">
                  <a:moveTo>
                    <a:pt x="0" y="0"/>
                  </a:moveTo>
                  <a:lnTo>
                    <a:pt x="1337" y="35723"/>
                  </a:lnTo>
                  <a:cubicBezTo>
                    <a:pt x="1386" y="37122"/>
                    <a:pt x="2522" y="38213"/>
                    <a:pt x="3898" y="38213"/>
                  </a:cubicBezTo>
                  <a:cubicBezTo>
                    <a:pt x="3919" y="38213"/>
                    <a:pt x="3939" y="38213"/>
                    <a:pt x="3960" y="38213"/>
                  </a:cubicBezTo>
                  <a:cubicBezTo>
                    <a:pt x="5380" y="38179"/>
                    <a:pt x="6500" y="37043"/>
                    <a:pt x="6500" y="35639"/>
                  </a:cubicBezTo>
                  <a:lnTo>
                    <a:pt x="6500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0"/>
            <p:cNvSpPr/>
            <p:nvPr/>
          </p:nvSpPr>
          <p:spPr>
            <a:xfrm>
              <a:off x="944307" y="2271819"/>
              <a:ext cx="931309" cy="1704034"/>
            </a:xfrm>
            <a:custGeom>
              <a:avLst/>
              <a:gdLst/>
              <a:ahLst/>
              <a:cxnLst/>
              <a:rect l="l" t="t" r="r" b="b"/>
              <a:pathLst>
                <a:path w="29058" h="53168" extrusionOk="0">
                  <a:moveTo>
                    <a:pt x="2474" y="1"/>
                  </a:moveTo>
                  <a:cubicBezTo>
                    <a:pt x="2223" y="1"/>
                    <a:pt x="352" y="636"/>
                    <a:pt x="335" y="4211"/>
                  </a:cubicBezTo>
                  <a:lnTo>
                    <a:pt x="51" y="44646"/>
                  </a:lnTo>
                  <a:lnTo>
                    <a:pt x="1" y="52967"/>
                  </a:lnTo>
                  <a:lnTo>
                    <a:pt x="28706" y="53167"/>
                  </a:lnTo>
                  <a:lnTo>
                    <a:pt x="29040" y="4128"/>
                  </a:lnTo>
                  <a:cubicBezTo>
                    <a:pt x="29057" y="1956"/>
                    <a:pt x="27303" y="168"/>
                    <a:pt x="25131" y="151"/>
                  </a:cubicBezTo>
                  <a:lnTo>
                    <a:pt x="7135" y="34"/>
                  </a:lnTo>
                  <a:lnTo>
                    <a:pt x="2474" y="1"/>
                  </a:lnTo>
                  <a:close/>
                </a:path>
              </a:pathLst>
            </a:custGeom>
            <a:solidFill>
              <a:srgbClr val="FFFFFF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0"/>
            <p:cNvSpPr/>
            <p:nvPr/>
          </p:nvSpPr>
          <p:spPr>
            <a:xfrm>
              <a:off x="871489" y="2271819"/>
              <a:ext cx="152109" cy="1713233"/>
            </a:xfrm>
            <a:custGeom>
              <a:avLst/>
              <a:gdLst/>
              <a:ahLst/>
              <a:cxnLst/>
              <a:rect l="l" t="t" r="r" b="b"/>
              <a:pathLst>
                <a:path w="4746" h="53455" extrusionOk="0">
                  <a:moveTo>
                    <a:pt x="4746" y="1"/>
                  </a:moveTo>
                  <a:cubicBezTo>
                    <a:pt x="2874" y="84"/>
                    <a:pt x="769" y="636"/>
                    <a:pt x="402" y="3125"/>
                  </a:cubicBezTo>
                  <a:cubicBezTo>
                    <a:pt x="1" y="5899"/>
                    <a:pt x="84" y="50176"/>
                    <a:pt x="67" y="51897"/>
                  </a:cubicBezTo>
                  <a:cubicBezTo>
                    <a:pt x="59" y="52788"/>
                    <a:pt x="1187" y="53454"/>
                    <a:pt x="2293" y="53454"/>
                  </a:cubicBezTo>
                  <a:cubicBezTo>
                    <a:pt x="3345" y="53454"/>
                    <a:pt x="4379" y="52851"/>
                    <a:pt x="4395" y="51262"/>
                  </a:cubicBezTo>
                  <a:lnTo>
                    <a:pt x="4746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0"/>
            <p:cNvSpPr/>
            <p:nvPr/>
          </p:nvSpPr>
          <p:spPr>
            <a:xfrm>
              <a:off x="874181" y="3786758"/>
              <a:ext cx="1656889" cy="308513"/>
            </a:xfrm>
            <a:custGeom>
              <a:avLst/>
              <a:gdLst/>
              <a:ahLst/>
              <a:cxnLst/>
              <a:rect l="l" t="t" r="r" b="b"/>
              <a:pathLst>
                <a:path w="51697" h="9626" extrusionOk="0">
                  <a:moveTo>
                    <a:pt x="4678" y="1"/>
                  </a:moveTo>
                  <a:cubicBezTo>
                    <a:pt x="2105" y="1"/>
                    <a:pt x="33" y="2073"/>
                    <a:pt x="17" y="4629"/>
                  </a:cubicBezTo>
                  <a:cubicBezTo>
                    <a:pt x="0" y="7202"/>
                    <a:pt x="2055" y="9291"/>
                    <a:pt x="4612" y="9324"/>
                  </a:cubicBezTo>
                  <a:lnTo>
                    <a:pt x="46985" y="9625"/>
                  </a:lnTo>
                  <a:cubicBezTo>
                    <a:pt x="46995" y="9625"/>
                    <a:pt x="47005" y="9625"/>
                    <a:pt x="47015" y="9625"/>
                  </a:cubicBezTo>
                  <a:cubicBezTo>
                    <a:pt x="49575" y="9625"/>
                    <a:pt x="51663" y="7560"/>
                    <a:pt x="51680" y="4997"/>
                  </a:cubicBezTo>
                  <a:cubicBezTo>
                    <a:pt x="51696" y="2424"/>
                    <a:pt x="49625" y="318"/>
                    <a:pt x="47051" y="302"/>
                  </a:cubicBezTo>
                  <a:lnTo>
                    <a:pt x="4678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0"/>
            <p:cNvSpPr/>
            <p:nvPr/>
          </p:nvSpPr>
          <p:spPr>
            <a:xfrm>
              <a:off x="2790226" y="4927930"/>
              <a:ext cx="607283" cy="231914"/>
            </a:xfrm>
            <a:custGeom>
              <a:avLst/>
              <a:gdLst/>
              <a:ahLst/>
              <a:cxnLst/>
              <a:rect l="l" t="t" r="r" b="b"/>
              <a:pathLst>
                <a:path w="18948" h="7236" extrusionOk="0">
                  <a:moveTo>
                    <a:pt x="7502" y="1"/>
                  </a:moveTo>
                  <a:lnTo>
                    <a:pt x="0" y="535"/>
                  </a:lnTo>
                  <a:lnTo>
                    <a:pt x="151" y="3977"/>
                  </a:lnTo>
                  <a:lnTo>
                    <a:pt x="268" y="7236"/>
                  </a:lnTo>
                  <a:lnTo>
                    <a:pt x="18948" y="7236"/>
                  </a:lnTo>
                  <a:cubicBezTo>
                    <a:pt x="18948" y="7236"/>
                    <a:pt x="17879" y="5097"/>
                    <a:pt x="14838" y="4462"/>
                  </a:cubicBezTo>
                  <a:cubicBezTo>
                    <a:pt x="13534" y="4228"/>
                    <a:pt x="12264" y="3844"/>
                    <a:pt x="11045" y="3342"/>
                  </a:cubicBezTo>
                  <a:cubicBezTo>
                    <a:pt x="7419" y="1822"/>
                    <a:pt x="7502" y="1"/>
                    <a:pt x="750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0"/>
            <p:cNvSpPr/>
            <p:nvPr/>
          </p:nvSpPr>
          <p:spPr>
            <a:xfrm>
              <a:off x="2795034" y="5035041"/>
              <a:ext cx="602476" cy="124803"/>
            </a:xfrm>
            <a:custGeom>
              <a:avLst/>
              <a:gdLst/>
              <a:ahLst/>
              <a:cxnLst/>
              <a:rect l="l" t="t" r="r" b="b"/>
              <a:pathLst>
                <a:path w="18798" h="3894" extrusionOk="0">
                  <a:moveTo>
                    <a:pt x="10895" y="0"/>
                  </a:moveTo>
                  <a:cubicBezTo>
                    <a:pt x="10076" y="752"/>
                    <a:pt x="9224" y="1655"/>
                    <a:pt x="8773" y="2574"/>
                  </a:cubicBezTo>
                  <a:cubicBezTo>
                    <a:pt x="4328" y="2206"/>
                    <a:pt x="1705" y="1120"/>
                    <a:pt x="1" y="635"/>
                  </a:cubicBezTo>
                  <a:lnTo>
                    <a:pt x="1" y="652"/>
                  </a:lnTo>
                  <a:lnTo>
                    <a:pt x="118" y="3894"/>
                  </a:lnTo>
                  <a:lnTo>
                    <a:pt x="18798" y="3894"/>
                  </a:lnTo>
                  <a:cubicBezTo>
                    <a:pt x="18798" y="3894"/>
                    <a:pt x="17729" y="1755"/>
                    <a:pt x="14688" y="1137"/>
                  </a:cubicBezTo>
                  <a:cubicBezTo>
                    <a:pt x="13384" y="886"/>
                    <a:pt x="12114" y="502"/>
                    <a:pt x="10895" y="0"/>
                  </a:cubicBezTo>
                  <a:close/>
                </a:path>
              </a:pathLst>
            </a:custGeom>
            <a:solidFill>
              <a:srgbClr val="044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0"/>
            <p:cNvSpPr/>
            <p:nvPr/>
          </p:nvSpPr>
          <p:spPr>
            <a:xfrm>
              <a:off x="1877699" y="3529717"/>
              <a:ext cx="1230111" cy="1552470"/>
            </a:xfrm>
            <a:custGeom>
              <a:avLst/>
              <a:gdLst/>
              <a:ahLst/>
              <a:cxnLst/>
              <a:rect l="l" t="t" r="r" b="b"/>
              <a:pathLst>
                <a:path w="38381" h="48439" extrusionOk="0">
                  <a:moveTo>
                    <a:pt x="886" y="1"/>
                  </a:moveTo>
                  <a:cubicBezTo>
                    <a:pt x="886" y="1"/>
                    <a:pt x="1" y="3209"/>
                    <a:pt x="619" y="6016"/>
                  </a:cubicBezTo>
                  <a:cubicBezTo>
                    <a:pt x="853" y="7102"/>
                    <a:pt x="1321" y="8138"/>
                    <a:pt x="2156" y="8890"/>
                  </a:cubicBezTo>
                  <a:cubicBezTo>
                    <a:pt x="5348" y="12031"/>
                    <a:pt x="23343" y="16726"/>
                    <a:pt x="23343" y="16726"/>
                  </a:cubicBezTo>
                  <a:lnTo>
                    <a:pt x="27470" y="48439"/>
                  </a:lnTo>
                  <a:lnTo>
                    <a:pt x="38381" y="44262"/>
                  </a:lnTo>
                  <a:cubicBezTo>
                    <a:pt x="38381" y="44262"/>
                    <a:pt x="35690" y="9959"/>
                    <a:pt x="33936" y="7837"/>
                  </a:cubicBezTo>
                  <a:cubicBezTo>
                    <a:pt x="32934" y="6617"/>
                    <a:pt x="26167" y="4378"/>
                    <a:pt x="20469" y="2641"/>
                  </a:cubicBezTo>
                  <a:cubicBezTo>
                    <a:pt x="16058" y="1304"/>
                    <a:pt x="12298" y="268"/>
                    <a:pt x="12298" y="268"/>
                  </a:cubicBezTo>
                  <a:lnTo>
                    <a:pt x="886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0"/>
            <p:cNvSpPr/>
            <p:nvPr/>
          </p:nvSpPr>
          <p:spPr>
            <a:xfrm>
              <a:off x="1877699" y="3529717"/>
              <a:ext cx="656031" cy="192813"/>
            </a:xfrm>
            <a:custGeom>
              <a:avLst/>
              <a:gdLst/>
              <a:ahLst/>
              <a:cxnLst/>
              <a:rect l="l" t="t" r="r" b="b"/>
              <a:pathLst>
                <a:path w="20469" h="6016" extrusionOk="0">
                  <a:moveTo>
                    <a:pt x="886" y="1"/>
                  </a:moveTo>
                  <a:cubicBezTo>
                    <a:pt x="886" y="1"/>
                    <a:pt x="1" y="3209"/>
                    <a:pt x="619" y="6016"/>
                  </a:cubicBezTo>
                  <a:cubicBezTo>
                    <a:pt x="7704" y="4813"/>
                    <a:pt x="15473" y="3493"/>
                    <a:pt x="20469" y="2641"/>
                  </a:cubicBezTo>
                  <a:cubicBezTo>
                    <a:pt x="16058" y="1304"/>
                    <a:pt x="12298" y="268"/>
                    <a:pt x="12298" y="268"/>
                  </a:cubicBezTo>
                  <a:lnTo>
                    <a:pt x="886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0"/>
            <p:cNvSpPr/>
            <p:nvPr/>
          </p:nvSpPr>
          <p:spPr>
            <a:xfrm>
              <a:off x="1319163" y="1881225"/>
              <a:ext cx="953776" cy="1005152"/>
            </a:xfrm>
            <a:custGeom>
              <a:avLst/>
              <a:gdLst/>
              <a:ahLst/>
              <a:cxnLst/>
              <a:rect l="l" t="t" r="r" b="b"/>
              <a:pathLst>
                <a:path w="29759" h="31362" extrusionOk="0">
                  <a:moveTo>
                    <a:pt x="22615" y="0"/>
                  </a:moveTo>
                  <a:cubicBezTo>
                    <a:pt x="19024" y="0"/>
                    <a:pt x="15677" y="2020"/>
                    <a:pt x="14019" y="5320"/>
                  </a:cubicBezTo>
                  <a:cubicBezTo>
                    <a:pt x="13435" y="6473"/>
                    <a:pt x="13301" y="7643"/>
                    <a:pt x="12248" y="8462"/>
                  </a:cubicBezTo>
                  <a:cubicBezTo>
                    <a:pt x="11246" y="9247"/>
                    <a:pt x="10126" y="9330"/>
                    <a:pt x="9658" y="10717"/>
                  </a:cubicBezTo>
                  <a:cubicBezTo>
                    <a:pt x="9274" y="11887"/>
                    <a:pt x="9926" y="13424"/>
                    <a:pt x="8890" y="14393"/>
                  </a:cubicBezTo>
                  <a:cubicBezTo>
                    <a:pt x="7854" y="15379"/>
                    <a:pt x="5866" y="14694"/>
                    <a:pt x="4963" y="15797"/>
                  </a:cubicBezTo>
                  <a:cubicBezTo>
                    <a:pt x="4178" y="16749"/>
                    <a:pt x="4896" y="18236"/>
                    <a:pt x="4495" y="19389"/>
                  </a:cubicBezTo>
                  <a:cubicBezTo>
                    <a:pt x="3927" y="20976"/>
                    <a:pt x="1688" y="21210"/>
                    <a:pt x="719" y="22580"/>
                  </a:cubicBezTo>
                  <a:cubicBezTo>
                    <a:pt x="1" y="23600"/>
                    <a:pt x="185" y="25053"/>
                    <a:pt x="870" y="26089"/>
                  </a:cubicBezTo>
                  <a:cubicBezTo>
                    <a:pt x="1538" y="27142"/>
                    <a:pt x="2624" y="27843"/>
                    <a:pt x="3727" y="28445"/>
                  </a:cubicBezTo>
                  <a:cubicBezTo>
                    <a:pt x="7354" y="30380"/>
                    <a:pt x="11365" y="31361"/>
                    <a:pt x="15402" y="31361"/>
                  </a:cubicBezTo>
                  <a:cubicBezTo>
                    <a:pt x="17780" y="31361"/>
                    <a:pt x="20168" y="31021"/>
                    <a:pt x="22491" y="30333"/>
                  </a:cubicBezTo>
                  <a:cubicBezTo>
                    <a:pt x="26217" y="29197"/>
                    <a:pt x="28957" y="26590"/>
                    <a:pt x="28138" y="22346"/>
                  </a:cubicBezTo>
                  <a:cubicBezTo>
                    <a:pt x="27921" y="21310"/>
                    <a:pt x="27486" y="20308"/>
                    <a:pt x="27537" y="19255"/>
                  </a:cubicBezTo>
                  <a:cubicBezTo>
                    <a:pt x="27587" y="18437"/>
                    <a:pt x="28506" y="17701"/>
                    <a:pt x="28923" y="17000"/>
                  </a:cubicBezTo>
                  <a:cubicBezTo>
                    <a:pt x="29408" y="16198"/>
                    <a:pt x="29759" y="15279"/>
                    <a:pt x="29725" y="14326"/>
                  </a:cubicBezTo>
                  <a:cubicBezTo>
                    <a:pt x="29675" y="13224"/>
                    <a:pt x="29124" y="12204"/>
                    <a:pt x="28740" y="11168"/>
                  </a:cubicBezTo>
                  <a:cubicBezTo>
                    <a:pt x="28255" y="9915"/>
                    <a:pt x="28355" y="9046"/>
                    <a:pt x="28706" y="7827"/>
                  </a:cubicBezTo>
                  <a:cubicBezTo>
                    <a:pt x="29091" y="6507"/>
                    <a:pt x="28957" y="4936"/>
                    <a:pt x="28556" y="3650"/>
                  </a:cubicBezTo>
                  <a:cubicBezTo>
                    <a:pt x="28339" y="2914"/>
                    <a:pt x="27971" y="2246"/>
                    <a:pt x="27470" y="1678"/>
                  </a:cubicBezTo>
                  <a:cubicBezTo>
                    <a:pt x="26668" y="809"/>
                    <a:pt x="25515" y="358"/>
                    <a:pt x="24345" y="158"/>
                  </a:cubicBezTo>
                  <a:cubicBezTo>
                    <a:pt x="23766" y="52"/>
                    <a:pt x="23188" y="0"/>
                    <a:pt x="22615" y="0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0"/>
            <p:cNvSpPr/>
            <p:nvPr/>
          </p:nvSpPr>
          <p:spPr>
            <a:xfrm>
              <a:off x="1532841" y="2097723"/>
              <a:ext cx="680678" cy="610617"/>
            </a:xfrm>
            <a:custGeom>
              <a:avLst/>
              <a:gdLst/>
              <a:ahLst/>
              <a:cxnLst/>
              <a:rect l="l" t="t" r="r" b="b"/>
              <a:pathLst>
                <a:path w="21238" h="19052" extrusionOk="0">
                  <a:moveTo>
                    <a:pt x="11935" y="0"/>
                  </a:moveTo>
                  <a:cubicBezTo>
                    <a:pt x="11794" y="0"/>
                    <a:pt x="11656" y="26"/>
                    <a:pt x="11530" y="86"/>
                  </a:cubicBezTo>
                  <a:cubicBezTo>
                    <a:pt x="10778" y="453"/>
                    <a:pt x="10945" y="1606"/>
                    <a:pt x="10410" y="2258"/>
                  </a:cubicBezTo>
                  <a:cubicBezTo>
                    <a:pt x="9775" y="3043"/>
                    <a:pt x="8422" y="2726"/>
                    <a:pt x="7620" y="3344"/>
                  </a:cubicBezTo>
                  <a:cubicBezTo>
                    <a:pt x="6450" y="4213"/>
                    <a:pt x="7085" y="6268"/>
                    <a:pt x="6083" y="7321"/>
                  </a:cubicBezTo>
                  <a:cubicBezTo>
                    <a:pt x="5431" y="7989"/>
                    <a:pt x="4362" y="8006"/>
                    <a:pt x="3626" y="8557"/>
                  </a:cubicBezTo>
                  <a:cubicBezTo>
                    <a:pt x="3108" y="8958"/>
                    <a:pt x="2808" y="9560"/>
                    <a:pt x="2540" y="10144"/>
                  </a:cubicBezTo>
                  <a:lnTo>
                    <a:pt x="786" y="13854"/>
                  </a:lnTo>
                  <a:cubicBezTo>
                    <a:pt x="402" y="14672"/>
                    <a:pt x="1" y="15575"/>
                    <a:pt x="201" y="16477"/>
                  </a:cubicBezTo>
                  <a:cubicBezTo>
                    <a:pt x="485" y="17747"/>
                    <a:pt x="1855" y="18415"/>
                    <a:pt x="3108" y="18749"/>
                  </a:cubicBezTo>
                  <a:cubicBezTo>
                    <a:pt x="3762" y="18926"/>
                    <a:pt x="4452" y="19051"/>
                    <a:pt x="5129" y="19051"/>
                  </a:cubicBezTo>
                  <a:cubicBezTo>
                    <a:pt x="5732" y="19051"/>
                    <a:pt x="6324" y="18951"/>
                    <a:pt x="6868" y="18699"/>
                  </a:cubicBezTo>
                  <a:cubicBezTo>
                    <a:pt x="8154" y="18081"/>
                    <a:pt x="8990" y="16711"/>
                    <a:pt x="10310" y="16193"/>
                  </a:cubicBezTo>
                  <a:cubicBezTo>
                    <a:pt x="10837" y="15996"/>
                    <a:pt x="11397" y="15948"/>
                    <a:pt x="11966" y="15948"/>
                  </a:cubicBezTo>
                  <a:cubicBezTo>
                    <a:pt x="12460" y="15948"/>
                    <a:pt x="12961" y="15985"/>
                    <a:pt x="13451" y="15992"/>
                  </a:cubicBezTo>
                  <a:cubicBezTo>
                    <a:pt x="13538" y="15995"/>
                    <a:pt x="13625" y="15997"/>
                    <a:pt x="13713" y="15997"/>
                  </a:cubicBezTo>
                  <a:cubicBezTo>
                    <a:pt x="14693" y="15997"/>
                    <a:pt x="15730" y="15809"/>
                    <a:pt x="16358" y="15073"/>
                  </a:cubicBezTo>
                  <a:cubicBezTo>
                    <a:pt x="17244" y="14037"/>
                    <a:pt x="16960" y="12367"/>
                    <a:pt x="17812" y="11297"/>
                  </a:cubicBezTo>
                  <a:cubicBezTo>
                    <a:pt x="18313" y="10646"/>
                    <a:pt x="19115" y="10345"/>
                    <a:pt x="19834" y="9944"/>
                  </a:cubicBezTo>
                  <a:cubicBezTo>
                    <a:pt x="20535" y="9543"/>
                    <a:pt x="21237" y="8891"/>
                    <a:pt x="21204" y="8073"/>
                  </a:cubicBezTo>
                  <a:cubicBezTo>
                    <a:pt x="21187" y="7471"/>
                    <a:pt x="20769" y="6970"/>
                    <a:pt x="20435" y="6469"/>
                  </a:cubicBezTo>
                  <a:cubicBezTo>
                    <a:pt x="19449" y="4981"/>
                    <a:pt x="19449" y="3511"/>
                    <a:pt x="19299" y="1807"/>
                  </a:cubicBezTo>
                  <a:cubicBezTo>
                    <a:pt x="19199" y="679"/>
                    <a:pt x="18403" y="256"/>
                    <a:pt x="17462" y="256"/>
                  </a:cubicBezTo>
                  <a:cubicBezTo>
                    <a:pt x="17148" y="256"/>
                    <a:pt x="16818" y="303"/>
                    <a:pt x="16492" y="387"/>
                  </a:cubicBezTo>
                  <a:cubicBezTo>
                    <a:pt x="15812" y="572"/>
                    <a:pt x="15113" y="831"/>
                    <a:pt x="14437" y="831"/>
                  </a:cubicBezTo>
                  <a:cubicBezTo>
                    <a:pt x="14200" y="831"/>
                    <a:pt x="13965" y="799"/>
                    <a:pt x="13735" y="721"/>
                  </a:cubicBezTo>
                  <a:cubicBezTo>
                    <a:pt x="13367" y="570"/>
                    <a:pt x="13017" y="387"/>
                    <a:pt x="12666" y="186"/>
                  </a:cubicBezTo>
                  <a:cubicBezTo>
                    <a:pt x="12442" y="79"/>
                    <a:pt x="12184" y="0"/>
                    <a:pt x="11935" y="0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0"/>
            <p:cNvSpPr/>
            <p:nvPr/>
          </p:nvSpPr>
          <p:spPr>
            <a:xfrm>
              <a:off x="2491937" y="4927930"/>
              <a:ext cx="606771" cy="231914"/>
            </a:xfrm>
            <a:custGeom>
              <a:avLst/>
              <a:gdLst/>
              <a:ahLst/>
              <a:cxnLst/>
              <a:rect l="l" t="t" r="r" b="b"/>
              <a:pathLst>
                <a:path w="18932" h="7236" extrusionOk="0">
                  <a:moveTo>
                    <a:pt x="7503" y="1"/>
                  </a:moveTo>
                  <a:lnTo>
                    <a:pt x="1" y="535"/>
                  </a:lnTo>
                  <a:lnTo>
                    <a:pt x="134" y="3977"/>
                  </a:lnTo>
                  <a:lnTo>
                    <a:pt x="268" y="7236"/>
                  </a:lnTo>
                  <a:lnTo>
                    <a:pt x="18931" y="7236"/>
                  </a:lnTo>
                  <a:cubicBezTo>
                    <a:pt x="18931" y="7236"/>
                    <a:pt x="17862" y="5097"/>
                    <a:pt x="14821" y="4462"/>
                  </a:cubicBezTo>
                  <a:cubicBezTo>
                    <a:pt x="13518" y="4228"/>
                    <a:pt x="12248" y="3844"/>
                    <a:pt x="11028" y="3342"/>
                  </a:cubicBezTo>
                  <a:cubicBezTo>
                    <a:pt x="7403" y="1822"/>
                    <a:pt x="7503" y="1"/>
                    <a:pt x="750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0"/>
            <p:cNvSpPr/>
            <p:nvPr/>
          </p:nvSpPr>
          <p:spPr>
            <a:xfrm>
              <a:off x="2496232" y="5035586"/>
              <a:ext cx="602476" cy="124258"/>
            </a:xfrm>
            <a:custGeom>
              <a:avLst/>
              <a:gdLst/>
              <a:ahLst/>
              <a:cxnLst/>
              <a:rect l="l" t="t" r="r" b="b"/>
              <a:pathLst>
                <a:path w="18798" h="3877" extrusionOk="0">
                  <a:moveTo>
                    <a:pt x="10894" y="0"/>
                  </a:moveTo>
                  <a:cubicBezTo>
                    <a:pt x="10076" y="735"/>
                    <a:pt x="9223" y="1638"/>
                    <a:pt x="8772" y="2557"/>
                  </a:cubicBezTo>
                  <a:cubicBezTo>
                    <a:pt x="4328" y="2189"/>
                    <a:pt x="1705" y="1103"/>
                    <a:pt x="0" y="635"/>
                  </a:cubicBezTo>
                  <a:lnTo>
                    <a:pt x="0" y="635"/>
                  </a:lnTo>
                  <a:lnTo>
                    <a:pt x="134" y="3877"/>
                  </a:lnTo>
                  <a:lnTo>
                    <a:pt x="18797" y="3877"/>
                  </a:lnTo>
                  <a:cubicBezTo>
                    <a:pt x="18797" y="3877"/>
                    <a:pt x="17728" y="1738"/>
                    <a:pt x="14687" y="1120"/>
                  </a:cubicBezTo>
                  <a:cubicBezTo>
                    <a:pt x="13384" y="869"/>
                    <a:pt x="12114" y="485"/>
                    <a:pt x="10894" y="0"/>
                  </a:cubicBezTo>
                  <a:close/>
                </a:path>
              </a:pathLst>
            </a:custGeom>
            <a:solidFill>
              <a:srgbClr val="044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0"/>
            <p:cNvSpPr/>
            <p:nvPr/>
          </p:nvSpPr>
          <p:spPr>
            <a:xfrm>
              <a:off x="1546782" y="3529717"/>
              <a:ext cx="1262225" cy="1552470"/>
            </a:xfrm>
            <a:custGeom>
              <a:avLst/>
              <a:gdLst/>
              <a:ahLst/>
              <a:cxnLst/>
              <a:rect l="l" t="t" r="r" b="b"/>
              <a:pathLst>
                <a:path w="39383" h="48439" extrusionOk="0">
                  <a:moveTo>
                    <a:pt x="0" y="1"/>
                  </a:moveTo>
                  <a:cubicBezTo>
                    <a:pt x="0" y="1"/>
                    <a:pt x="1387" y="4278"/>
                    <a:pt x="3576" y="7269"/>
                  </a:cubicBezTo>
                  <a:cubicBezTo>
                    <a:pt x="3993" y="7854"/>
                    <a:pt x="4461" y="8405"/>
                    <a:pt x="4996" y="8890"/>
                  </a:cubicBezTo>
                  <a:cubicBezTo>
                    <a:pt x="8187" y="12031"/>
                    <a:pt x="24344" y="16726"/>
                    <a:pt x="24344" y="16726"/>
                  </a:cubicBezTo>
                  <a:lnTo>
                    <a:pt x="28471" y="48439"/>
                  </a:lnTo>
                  <a:lnTo>
                    <a:pt x="39382" y="44262"/>
                  </a:lnTo>
                  <a:cubicBezTo>
                    <a:pt x="39382" y="44262"/>
                    <a:pt x="36692" y="9959"/>
                    <a:pt x="34938" y="7837"/>
                  </a:cubicBezTo>
                  <a:cubicBezTo>
                    <a:pt x="34136" y="6851"/>
                    <a:pt x="29524" y="5180"/>
                    <a:pt x="24779" y="3660"/>
                  </a:cubicBezTo>
                  <a:cubicBezTo>
                    <a:pt x="19148" y="1856"/>
                    <a:pt x="13300" y="268"/>
                    <a:pt x="13300" y="26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0"/>
            <p:cNvSpPr/>
            <p:nvPr/>
          </p:nvSpPr>
          <p:spPr>
            <a:xfrm>
              <a:off x="1546782" y="3529717"/>
              <a:ext cx="794167" cy="233004"/>
            </a:xfrm>
            <a:custGeom>
              <a:avLst/>
              <a:gdLst/>
              <a:ahLst/>
              <a:cxnLst/>
              <a:rect l="l" t="t" r="r" b="b"/>
              <a:pathLst>
                <a:path w="24779" h="7270" extrusionOk="0">
                  <a:moveTo>
                    <a:pt x="0" y="1"/>
                  </a:moveTo>
                  <a:cubicBezTo>
                    <a:pt x="0" y="1"/>
                    <a:pt x="1387" y="4278"/>
                    <a:pt x="3576" y="7269"/>
                  </a:cubicBezTo>
                  <a:cubicBezTo>
                    <a:pt x="9825" y="6200"/>
                    <a:pt x="18129" y="4796"/>
                    <a:pt x="24779" y="3660"/>
                  </a:cubicBezTo>
                  <a:cubicBezTo>
                    <a:pt x="19148" y="1856"/>
                    <a:pt x="13300" y="268"/>
                    <a:pt x="13300" y="26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0"/>
            <p:cNvSpPr/>
            <p:nvPr/>
          </p:nvSpPr>
          <p:spPr>
            <a:xfrm>
              <a:off x="2878043" y="2891826"/>
              <a:ext cx="285982" cy="188999"/>
            </a:xfrm>
            <a:custGeom>
              <a:avLst/>
              <a:gdLst/>
              <a:ahLst/>
              <a:cxnLst/>
              <a:rect l="l" t="t" r="r" b="b"/>
              <a:pathLst>
                <a:path w="8923" h="5897" extrusionOk="0">
                  <a:moveTo>
                    <a:pt x="4873" y="1"/>
                  </a:moveTo>
                  <a:cubicBezTo>
                    <a:pt x="3764" y="1"/>
                    <a:pt x="600" y="2097"/>
                    <a:pt x="502" y="2310"/>
                  </a:cubicBezTo>
                  <a:lnTo>
                    <a:pt x="502" y="2293"/>
                  </a:lnTo>
                  <a:lnTo>
                    <a:pt x="502" y="2293"/>
                  </a:lnTo>
                  <a:cubicBezTo>
                    <a:pt x="1" y="3379"/>
                    <a:pt x="318" y="4449"/>
                    <a:pt x="1321" y="4883"/>
                  </a:cubicBezTo>
                  <a:cubicBezTo>
                    <a:pt x="2142" y="5243"/>
                    <a:pt x="3049" y="5268"/>
                    <a:pt x="3605" y="5268"/>
                  </a:cubicBezTo>
                  <a:cubicBezTo>
                    <a:pt x="3694" y="5268"/>
                    <a:pt x="3774" y="5267"/>
                    <a:pt x="3844" y="5267"/>
                  </a:cubicBezTo>
                  <a:cubicBezTo>
                    <a:pt x="4679" y="5334"/>
                    <a:pt x="5514" y="5518"/>
                    <a:pt x="6300" y="5835"/>
                  </a:cubicBezTo>
                  <a:cubicBezTo>
                    <a:pt x="6406" y="5878"/>
                    <a:pt x="6497" y="5897"/>
                    <a:pt x="6574" y="5897"/>
                  </a:cubicBezTo>
                  <a:cubicBezTo>
                    <a:pt x="7044" y="5897"/>
                    <a:pt x="6997" y="5187"/>
                    <a:pt x="6667" y="4699"/>
                  </a:cubicBezTo>
                  <a:cubicBezTo>
                    <a:pt x="6300" y="4131"/>
                    <a:pt x="5798" y="4248"/>
                    <a:pt x="5163" y="4064"/>
                  </a:cubicBezTo>
                  <a:cubicBezTo>
                    <a:pt x="4829" y="3947"/>
                    <a:pt x="4512" y="3780"/>
                    <a:pt x="4228" y="3596"/>
                  </a:cubicBezTo>
                  <a:cubicBezTo>
                    <a:pt x="3693" y="3262"/>
                    <a:pt x="3676" y="2510"/>
                    <a:pt x="4194" y="2143"/>
                  </a:cubicBezTo>
                  <a:lnTo>
                    <a:pt x="4996" y="1608"/>
                  </a:lnTo>
                  <a:cubicBezTo>
                    <a:pt x="5254" y="1453"/>
                    <a:pt x="5562" y="1368"/>
                    <a:pt x="5866" y="1368"/>
                  </a:cubicBezTo>
                  <a:cubicBezTo>
                    <a:pt x="5956" y="1368"/>
                    <a:pt x="6045" y="1376"/>
                    <a:pt x="6133" y="1391"/>
                  </a:cubicBezTo>
                  <a:cubicBezTo>
                    <a:pt x="6730" y="1546"/>
                    <a:pt x="7601" y="1761"/>
                    <a:pt x="8116" y="1761"/>
                  </a:cubicBezTo>
                  <a:cubicBezTo>
                    <a:pt x="8321" y="1761"/>
                    <a:pt x="8470" y="1727"/>
                    <a:pt x="8522" y="1641"/>
                  </a:cubicBezTo>
                  <a:cubicBezTo>
                    <a:pt x="8923" y="1023"/>
                    <a:pt x="5397" y="54"/>
                    <a:pt x="4946" y="4"/>
                  </a:cubicBezTo>
                  <a:cubicBezTo>
                    <a:pt x="4923" y="2"/>
                    <a:pt x="4899" y="1"/>
                    <a:pt x="487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0"/>
            <p:cNvSpPr/>
            <p:nvPr/>
          </p:nvSpPr>
          <p:spPr>
            <a:xfrm>
              <a:off x="1990707" y="2443767"/>
              <a:ext cx="983230" cy="809711"/>
            </a:xfrm>
            <a:custGeom>
              <a:avLst/>
              <a:gdLst/>
              <a:ahLst/>
              <a:cxnLst/>
              <a:rect l="l" t="t" r="r" b="b"/>
              <a:pathLst>
                <a:path w="30678" h="25264" extrusionOk="0">
                  <a:moveTo>
                    <a:pt x="7026" y="1"/>
                  </a:moveTo>
                  <a:cubicBezTo>
                    <a:pt x="6967" y="1"/>
                    <a:pt x="6909" y="6"/>
                    <a:pt x="6851" y="16"/>
                  </a:cubicBezTo>
                  <a:cubicBezTo>
                    <a:pt x="0" y="1202"/>
                    <a:pt x="7503" y="21236"/>
                    <a:pt x="8238" y="22856"/>
                  </a:cubicBezTo>
                  <a:cubicBezTo>
                    <a:pt x="8714" y="23931"/>
                    <a:pt x="9081" y="25264"/>
                    <a:pt x="12662" y="25264"/>
                  </a:cubicBezTo>
                  <a:cubicBezTo>
                    <a:pt x="14480" y="25264"/>
                    <a:pt x="17127" y="24920"/>
                    <a:pt x="21037" y="24026"/>
                  </a:cubicBezTo>
                  <a:cubicBezTo>
                    <a:pt x="29909" y="21987"/>
                    <a:pt x="30677" y="21252"/>
                    <a:pt x="30677" y="21252"/>
                  </a:cubicBezTo>
                  <a:lnTo>
                    <a:pt x="28589" y="15371"/>
                  </a:lnTo>
                  <a:lnTo>
                    <a:pt x="14788" y="17125"/>
                  </a:lnTo>
                  <a:cubicBezTo>
                    <a:pt x="14788" y="17125"/>
                    <a:pt x="10474" y="1"/>
                    <a:pt x="702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0"/>
            <p:cNvSpPr/>
            <p:nvPr/>
          </p:nvSpPr>
          <p:spPr>
            <a:xfrm>
              <a:off x="1504476" y="2398192"/>
              <a:ext cx="902881" cy="1208157"/>
            </a:xfrm>
            <a:custGeom>
              <a:avLst/>
              <a:gdLst/>
              <a:ahLst/>
              <a:cxnLst/>
              <a:rect l="l" t="t" r="r" b="b"/>
              <a:pathLst>
                <a:path w="28171" h="37696" extrusionOk="0">
                  <a:moveTo>
                    <a:pt x="9892" y="1"/>
                  </a:moveTo>
                  <a:cubicBezTo>
                    <a:pt x="9541" y="84"/>
                    <a:pt x="9156" y="151"/>
                    <a:pt x="8789" y="218"/>
                  </a:cubicBezTo>
                  <a:cubicBezTo>
                    <a:pt x="6149" y="652"/>
                    <a:pt x="3158" y="753"/>
                    <a:pt x="1554" y="3459"/>
                  </a:cubicBezTo>
                  <a:cubicBezTo>
                    <a:pt x="201" y="5765"/>
                    <a:pt x="1370" y="12482"/>
                    <a:pt x="2573" y="18163"/>
                  </a:cubicBezTo>
                  <a:cubicBezTo>
                    <a:pt x="3242" y="21354"/>
                    <a:pt x="3559" y="24713"/>
                    <a:pt x="2607" y="27820"/>
                  </a:cubicBezTo>
                  <a:cubicBezTo>
                    <a:pt x="1303" y="32115"/>
                    <a:pt x="0" y="37695"/>
                    <a:pt x="0" y="37695"/>
                  </a:cubicBezTo>
                  <a:lnTo>
                    <a:pt x="28171" y="36425"/>
                  </a:lnTo>
                  <a:cubicBezTo>
                    <a:pt x="26928" y="30691"/>
                    <a:pt x="23745" y="20962"/>
                    <a:pt x="23693" y="20805"/>
                  </a:cubicBezTo>
                  <a:lnTo>
                    <a:pt x="23693" y="20805"/>
                  </a:lnTo>
                  <a:cubicBezTo>
                    <a:pt x="23718" y="20228"/>
                    <a:pt x="24444" y="2938"/>
                    <a:pt x="23425" y="1722"/>
                  </a:cubicBezTo>
                  <a:cubicBezTo>
                    <a:pt x="22774" y="987"/>
                    <a:pt x="21287" y="552"/>
                    <a:pt x="20201" y="335"/>
                  </a:cubicBezTo>
                  <a:cubicBezTo>
                    <a:pt x="19516" y="201"/>
                    <a:pt x="18998" y="134"/>
                    <a:pt x="18998" y="134"/>
                  </a:cubicBezTo>
                  <a:cubicBezTo>
                    <a:pt x="18988" y="135"/>
                    <a:pt x="18962" y="136"/>
                    <a:pt x="18922" y="136"/>
                  </a:cubicBezTo>
                  <a:cubicBezTo>
                    <a:pt x="18191" y="136"/>
                    <a:pt x="12662" y="1"/>
                    <a:pt x="9892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0"/>
            <p:cNvSpPr/>
            <p:nvPr/>
          </p:nvSpPr>
          <p:spPr>
            <a:xfrm>
              <a:off x="1786132" y="2398192"/>
              <a:ext cx="365787" cy="259765"/>
            </a:xfrm>
            <a:custGeom>
              <a:avLst/>
              <a:gdLst/>
              <a:ahLst/>
              <a:cxnLst/>
              <a:rect l="l" t="t" r="r" b="b"/>
              <a:pathLst>
                <a:path w="11413" h="8105" extrusionOk="0">
                  <a:moveTo>
                    <a:pt x="1104" y="1"/>
                  </a:moveTo>
                  <a:cubicBezTo>
                    <a:pt x="753" y="84"/>
                    <a:pt x="385" y="151"/>
                    <a:pt x="1" y="218"/>
                  </a:cubicBezTo>
                  <a:cubicBezTo>
                    <a:pt x="1538" y="3359"/>
                    <a:pt x="5632" y="7854"/>
                    <a:pt x="7937" y="8104"/>
                  </a:cubicBezTo>
                  <a:cubicBezTo>
                    <a:pt x="9358" y="7503"/>
                    <a:pt x="10778" y="2741"/>
                    <a:pt x="11413" y="335"/>
                  </a:cubicBezTo>
                  <a:cubicBezTo>
                    <a:pt x="10728" y="201"/>
                    <a:pt x="10210" y="134"/>
                    <a:pt x="10210" y="134"/>
                  </a:cubicBezTo>
                  <a:cubicBezTo>
                    <a:pt x="10200" y="135"/>
                    <a:pt x="10174" y="136"/>
                    <a:pt x="10134" y="136"/>
                  </a:cubicBezTo>
                  <a:cubicBezTo>
                    <a:pt x="9403" y="136"/>
                    <a:pt x="3874" y="1"/>
                    <a:pt x="110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0"/>
            <p:cNvSpPr/>
            <p:nvPr/>
          </p:nvSpPr>
          <p:spPr>
            <a:xfrm>
              <a:off x="2660616" y="2947176"/>
              <a:ext cx="71632" cy="66920"/>
            </a:xfrm>
            <a:custGeom>
              <a:avLst/>
              <a:gdLst/>
              <a:ahLst/>
              <a:cxnLst/>
              <a:rect l="l" t="t" r="r" b="b"/>
              <a:pathLst>
                <a:path w="2235" h="2088" extrusionOk="0">
                  <a:moveTo>
                    <a:pt x="1714" y="0"/>
                  </a:moveTo>
                  <a:cubicBezTo>
                    <a:pt x="1680" y="0"/>
                    <a:pt x="1643" y="5"/>
                    <a:pt x="1605" y="15"/>
                  </a:cubicBezTo>
                  <a:cubicBezTo>
                    <a:pt x="1170" y="115"/>
                    <a:pt x="235" y="1067"/>
                    <a:pt x="151" y="1285"/>
                  </a:cubicBezTo>
                  <a:cubicBezTo>
                    <a:pt x="1" y="1619"/>
                    <a:pt x="1" y="2053"/>
                    <a:pt x="669" y="2087"/>
                  </a:cubicBezTo>
                  <a:cubicBezTo>
                    <a:pt x="677" y="2087"/>
                    <a:pt x="685" y="2087"/>
                    <a:pt x="694" y="2087"/>
                  </a:cubicBezTo>
                  <a:cubicBezTo>
                    <a:pt x="1231" y="2087"/>
                    <a:pt x="2107" y="1030"/>
                    <a:pt x="2173" y="783"/>
                  </a:cubicBezTo>
                  <a:cubicBezTo>
                    <a:pt x="2234" y="539"/>
                    <a:pt x="2085" y="0"/>
                    <a:pt x="171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0"/>
            <p:cNvSpPr/>
            <p:nvPr/>
          </p:nvSpPr>
          <p:spPr>
            <a:xfrm>
              <a:off x="2514981" y="2874807"/>
              <a:ext cx="197620" cy="189608"/>
            </a:xfrm>
            <a:custGeom>
              <a:avLst/>
              <a:gdLst/>
              <a:ahLst/>
              <a:cxnLst/>
              <a:rect l="l" t="t" r="r" b="b"/>
              <a:pathLst>
                <a:path w="6166" h="5916" extrusionOk="0">
                  <a:moveTo>
                    <a:pt x="3600" y="0"/>
                  </a:moveTo>
                  <a:cubicBezTo>
                    <a:pt x="3597" y="0"/>
                    <a:pt x="3595" y="0"/>
                    <a:pt x="3592" y="0"/>
                  </a:cubicBezTo>
                  <a:cubicBezTo>
                    <a:pt x="3308" y="17"/>
                    <a:pt x="3108" y="385"/>
                    <a:pt x="3108" y="385"/>
                  </a:cubicBezTo>
                  <a:cubicBezTo>
                    <a:pt x="2924" y="385"/>
                    <a:pt x="2724" y="418"/>
                    <a:pt x="2557" y="502"/>
                  </a:cubicBezTo>
                  <a:cubicBezTo>
                    <a:pt x="2490" y="552"/>
                    <a:pt x="2456" y="702"/>
                    <a:pt x="2406" y="919"/>
                  </a:cubicBezTo>
                  <a:cubicBezTo>
                    <a:pt x="2285" y="883"/>
                    <a:pt x="2190" y="820"/>
                    <a:pt x="2109" y="820"/>
                  </a:cubicBezTo>
                  <a:cubicBezTo>
                    <a:pt x="2078" y="820"/>
                    <a:pt x="2049" y="829"/>
                    <a:pt x="2022" y="853"/>
                  </a:cubicBezTo>
                  <a:cubicBezTo>
                    <a:pt x="1855" y="986"/>
                    <a:pt x="1755" y="1170"/>
                    <a:pt x="1688" y="1370"/>
                  </a:cubicBezTo>
                  <a:cubicBezTo>
                    <a:pt x="1688" y="1370"/>
                    <a:pt x="1547" y="1318"/>
                    <a:pt x="1418" y="1318"/>
                  </a:cubicBezTo>
                  <a:cubicBezTo>
                    <a:pt x="1354" y="1318"/>
                    <a:pt x="1292" y="1331"/>
                    <a:pt x="1253" y="1370"/>
                  </a:cubicBezTo>
                  <a:cubicBezTo>
                    <a:pt x="1103" y="1538"/>
                    <a:pt x="34" y="2774"/>
                    <a:pt x="17" y="3994"/>
                  </a:cubicBezTo>
                  <a:cubicBezTo>
                    <a:pt x="0" y="4562"/>
                    <a:pt x="251" y="5096"/>
                    <a:pt x="685" y="5464"/>
                  </a:cubicBezTo>
                  <a:cubicBezTo>
                    <a:pt x="936" y="5715"/>
                    <a:pt x="1270" y="5882"/>
                    <a:pt x="1621" y="5915"/>
                  </a:cubicBezTo>
                  <a:cubicBezTo>
                    <a:pt x="2105" y="5898"/>
                    <a:pt x="2523" y="5447"/>
                    <a:pt x="2523" y="5447"/>
                  </a:cubicBezTo>
                  <a:cubicBezTo>
                    <a:pt x="2740" y="5364"/>
                    <a:pt x="2958" y="5247"/>
                    <a:pt x="3125" y="5080"/>
                  </a:cubicBezTo>
                  <a:cubicBezTo>
                    <a:pt x="3375" y="4846"/>
                    <a:pt x="3359" y="4645"/>
                    <a:pt x="3359" y="4645"/>
                  </a:cubicBezTo>
                  <a:cubicBezTo>
                    <a:pt x="3442" y="4629"/>
                    <a:pt x="3526" y="4629"/>
                    <a:pt x="3592" y="4595"/>
                  </a:cubicBezTo>
                  <a:cubicBezTo>
                    <a:pt x="3877" y="4512"/>
                    <a:pt x="4110" y="4345"/>
                    <a:pt x="4244" y="4094"/>
                  </a:cubicBezTo>
                  <a:lnTo>
                    <a:pt x="4511" y="4094"/>
                  </a:lnTo>
                  <a:cubicBezTo>
                    <a:pt x="4896" y="4077"/>
                    <a:pt x="5196" y="3760"/>
                    <a:pt x="5196" y="3375"/>
                  </a:cubicBezTo>
                  <a:cubicBezTo>
                    <a:pt x="5297" y="3375"/>
                    <a:pt x="5414" y="3342"/>
                    <a:pt x="5481" y="3259"/>
                  </a:cubicBezTo>
                  <a:cubicBezTo>
                    <a:pt x="5898" y="2858"/>
                    <a:pt x="6166" y="1655"/>
                    <a:pt x="6065" y="1387"/>
                  </a:cubicBezTo>
                  <a:cubicBezTo>
                    <a:pt x="5916" y="1056"/>
                    <a:pt x="3924" y="0"/>
                    <a:pt x="3600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0"/>
            <p:cNvSpPr/>
            <p:nvPr/>
          </p:nvSpPr>
          <p:spPr>
            <a:xfrm>
              <a:off x="2610298" y="2922786"/>
              <a:ext cx="49293" cy="83234"/>
            </a:xfrm>
            <a:custGeom>
              <a:avLst/>
              <a:gdLst/>
              <a:ahLst/>
              <a:cxnLst/>
              <a:rect l="l" t="t" r="r" b="b"/>
              <a:pathLst>
                <a:path w="1538" h="2597" extrusionOk="0">
                  <a:moveTo>
                    <a:pt x="113" y="1"/>
                  </a:moveTo>
                  <a:cubicBezTo>
                    <a:pt x="108" y="1"/>
                    <a:pt x="103" y="3"/>
                    <a:pt x="101" y="7"/>
                  </a:cubicBezTo>
                  <a:cubicBezTo>
                    <a:pt x="0" y="124"/>
                    <a:pt x="936" y="1578"/>
                    <a:pt x="1103" y="2046"/>
                  </a:cubicBezTo>
                  <a:cubicBezTo>
                    <a:pt x="1187" y="2213"/>
                    <a:pt x="1237" y="2413"/>
                    <a:pt x="1270" y="2597"/>
                  </a:cubicBezTo>
                  <a:lnTo>
                    <a:pt x="1537" y="2597"/>
                  </a:lnTo>
                  <a:cubicBezTo>
                    <a:pt x="1521" y="2396"/>
                    <a:pt x="1487" y="2196"/>
                    <a:pt x="1420" y="1995"/>
                  </a:cubicBezTo>
                  <a:cubicBezTo>
                    <a:pt x="1275" y="1480"/>
                    <a:pt x="260" y="1"/>
                    <a:pt x="11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0"/>
            <p:cNvSpPr/>
            <p:nvPr/>
          </p:nvSpPr>
          <p:spPr>
            <a:xfrm>
              <a:off x="2584049" y="2940638"/>
              <a:ext cx="46088" cy="83074"/>
            </a:xfrm>
            <a:custGeom>
              <a:avLst/>
              <a:gdLst/>
              <a:ahLst/>
              <a:cxnLst/>
              <a:rect l="l" t="t" r="r" b="b"/>
              <a:pathLst>
                <a:path w="1438" h="2592" extrusionOk="0">
                  <a:moveTo>
                    <a:pt x="77" y="0"/>
                  </a:moveTo>
                  <a:cubicBezTo>
                    <a:pt x="74" y="0"/>
                    <a:pt x="70" y="1"/>
                    <a:pt x="67" y="2"/>
                  </a:cubicBezTo>
                  <a:cubicBezTo>
                    <a:pt x="1" y="35"/>
                    <a:pt x="752" y="1572"/>
                    <a:pt x="920" y="1923"/>
                  </a:cubicBezTo>
                  <a:cubicBezTo>
                    <a:pt x="1070" y="2291"/>
                    <a:pt x="1204" y="2591"/>
                    <a:pt x="1204" y="2591"/>
                  </a:cubicBezTo>
                  <a:cubicBezTo>
                    <a:pt x="1287" y="2575"/>
                    <a:pt x="1371" y="2575"/>
                    <a:pt x="1437" y="2541"/>
                  </a:cubicBezTo>
                  <a:cubicBezTo>
                    <a:pt x="1371" y="2240"/>
                    <a:pt x="1287" y="1940"/>
                    <a:pt x="1170" y="1639"/>
                  </a:cubicBezTo>
                  <a:cubicBezTo>
                    <a:pt x="1023" y="1295"/>
                    <a:pt x="263" y="0"/>
                    <a:pt x="7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0"/>
            <p:cNvSpPr/>
            <p:nvPr/>
          </p:nvSpPr>
          <p:spPr>
            <a:xfrm>
              <a:off x="2536390" y="2982431"/>
              <a:ext cx="59485" cy="81984"/>
            </a:xfrm>
            <a:custGeom>
              <a:avLst/>
              <a:gdLst/>
              <a:ahLst/>
              <a:cxnLst/>
              <a:rect l="l" t="t" r="r" b="b"/>
              <a:pathLst>
                <a:path w="1856" h="2558" extrusionOk="0">
                  <a:moveTo>
                    <a:pt x="869" y="1"/>
                  </a:moveTo>
                  <a:lnTo>
                    <a:pt x="869" y="118"/>
                  </a:lnTo>
                  <a:cubicBezTo>
                    <a:pt x="886" y="836"/>
                    <a:pt x="602" y="1521"/>
                    <a:pt x="101" y="2023"/>
                  </a:cubicBezTo>
                  <a:cubicBezTo>
                    <a:pt x="67" y="2056"/>
                    <a:pt x="34" y="2089"/>
                    <a:pt x="0" y="2106"/>
                  </a:cubicBezTo>
                  <a:lnTo>
                    <a:pt x="17" y="2106"/>
                  </a:lnTo>
                  <a:cubicBezTo>
                    <a:pt x="268" y="2357"/>
                    <a:pt x="602" y="2524"/>
                    <a:pt x="953" y="2557"/>
                  </a:cubicBezTo>
                  <a:cubicBezTo>
                    <a:pt x="1437" y="2540"/>
                    <a:pt x="1855" y="2089"/>
                    <a:pt x="1855" y="2089"/>
                  </a:cubicBezTo>
                  <a:cubicBezTo>
                    <a:pt x="1855" y="2089"/>
                    <a:pt x="1437" y="1906"/>
                    <a:pt x="1354" y="1722"/>
                  </a:cubicBezTo>
                  <a:cubicBezTo>
                    <a:pt x="1287" y="1521"/>
                    <a:pt x="1320" y="1337"/>
                    <a:pt x="1538" y="1271"/>
                  </a:cubicBezTo>
                  <a:cubicBezTo>
                    <a:pt x="1337" y="836"/>
                    <a:pt x="1120" y="419"/>
                    <a:pt x="869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0"/>
            <p:cNvSpPr/>
            <p:nvPr/>
          </p:nvSpPr>
          <p:spPr>
            <a:xfrm>
              <a:off x="2638662" y="2909069"/>
              <a:ext cx="51985" cy="73939"/>
            </a:xfrm>
            <a:custGeom>
              <a:avLst/>
              <a:gdLst/>
              <a:ahLst/>
              <a:cxnLst/>
              <a:rect l="l" t="t" r="r" b="b"/>
              <a:pathLst>
                <a:path w="1622" h="2307" extrusionOk="0">
                  <a:moveTo>
                    <a:pt x="1" y="1"/>
                  </a:moveTo>
                  <a:cubicBezTo>
                    <a:pt x="1" y="1"/>
                    <a:pt x="1070" y="1337"/>
                    <a:pt x="1337" y="2306"/>
                  </a:cubicBezTo>
                  <a:cubicBezTo>
                    <a:pt x="1438" y="2306"/>
                    <a:pt x="1555" y="2256"/>
                    <a:pt x="1622" y="2190"/>
                  </a:cubicBezTo>
                  <a:lnTo>
                    <a:pt x="1304" y="1438"/>
                  </a:lnTo>
                  <a:cubicBezTo>
                    <a:pt x="1304" y="1438"/>
                    <a:pt x="1321" y="836"/>
                    <a:pt x="1254" y="719"/>
                  </a:cubicBezTo>
                  <a:cubicBezTo>
                    <a:pt x="1104" y="485"/>
                    <a:pt x="285" y="134"/>
                    <a:pt x="1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0"/>
            <p:cNvSpPr/>
            <p:nvPr/>
          </p:nvSpPr>
          <p:spPr>
            <a:xfrm>
              <a:off x="1404320" y="2443735"/>
              <a:ext cx="1155114" cy="894868"/>
            </a:xfrm>
            <a:custGeom>
              <a:avLst/>
              <a:gdLst/>
              <a:ahLst/>
              <a:cxnLst/>
              <a:rect l="l" t="t" r="r" b="b"/>
              <a:pathLst>
                <a:path w="36041" h="27921" extrusionOk="0">
                  <a:moveTo>
                    <a:pt x="7592" y="0"/>
                  </a:moveTo>
                  <a:cubicBezTo>
                    <a:pt x="7529" y="0"/>
                    <a:pt x="7465" y="6"/>
                    <a:pt x="7402" y="17"/>
                  </a:cubicBezTo>
                  <a:cubicBezTo>
                    <a:pt x="1" y="1303"/>
                    <a:pt x="8104" y="22941"/>
                    <a:pt x="8890" y="24695"/>
                  </a:cubicBezTo>
                  <a:cubicBezTo>
                    <a:pt x="9438" y="25909"/>
                    <a:pt x="10695" y="27920"/>
                    <a:pt x="15044" y="27920"/>
                  </a:cubicBezTo>
                  <a:cubicBezTo>
                    <a:pt x="16924" y="27920"/>
                    <a:pt x="19381" y="27545"/>
                    <a:pt x="22607" y="26567"/>
                  </a:cubicBezTo>
                  <a:cubicBezTo>
                    <a:pt x="31997" y="23726"/>
                    <a:pt x="36041" y="21721"/>
                    <a:pt x="36041" y="21721"/>
                  </a:cubicBezTo>
                  <a:lnTo>
                    <a:pt x="34604" y="15355"/>
                  </a:lnTo>
                  <a:lnTo>
                    <a:pt x="15974" y="18513"/>
                  </a:lnTo>
                  <a:cubicBezTo>
                    <a:pt x="15974" y="18513"/>
                    <a:pt x="11322" y="0"/>
                    <a:pt x="759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0"/>
            <p:cNvSpPr/>
            <p:nvPr/>
          </p:nvSpPr>
          <p:spPr>
            <a:xfrm>
              <a:off x="1812926" y="1971414"/>
              <a:ext cx="386651" cy="644237"/>
            </a:xfrm>
            <a:custGeom>
              <a:avLst/>
              <a:gdLst/>
              <a:ahLst/>
              <a:cxnLst/>
              <a:rect l="l" t="t" r="r" b="b"/>
              <a:pathLst>
                <a:path w="12064" h="20101" extrusionOk="0">
                  <a:moveTo>
                    <a:pt x="10560" y="0"/>
                  </a:moveTo>
                  <a:cubicBezTo>
                    <a:pt x="10360" y="401"/>
                    <a:pt x="10059" y="769"/>
                    <a:pt x="9674" y="1019"/>
                  </a:cubicBezTo>
                  <a:cubicBezTo>
                    <a:pt x="8639" y="1654"/>
                    <a:pt x="7051" y="1721"/>
                    <a:pt x="6099" y="2055"/>
                  </a:cubicBezTo>
                  <a:cubicBezTo>
                    <a:pt x="4946" y="2456"/>
                    <a:pt x="4679" y="2724"/>
                    <a:pt x="3793" y="3492"/>
                  </a:cubicBezTo>
                  <a:cubicBezTo>
                    <a:pt x="3530" y="2426"/>
                    <a:pt x="3050" y="1781"/>
                    <a:pt x="2341" y="1781"/>
                  </a:cubicBezTo>
                  <a:cubicBezTo>
                    <a:pt x="2240" y="1781"/>
                    <a:pt x="2133" y="1794"/>
                    <a:pt x="2022" y="1821"/>
                  </a:cubicBezTo>
                  <a:cubicBezTo>
                    <a:pt x="1086" y="2039"/>
                    <a:pt x="1571" y="4762"/>
                    <a:pt x="2156" y="5063"/>
                  </a:cubicBezTo>
                  <a:cubicBezTo>
                    <a:pt x="2411" y="5198"/>
                    <a:pt x="2620" y="5235"/>
                    <a:pt x="2771" y="5235"/>
                  </a:cubicBezTo>
                  <a:cubicBezTo>
                    <a:pt x="2957" y="5235"/>
                    <a:pt x="3058" y="5180"/>
                    <a:pt x="3058" y="5180"/>
                  </a:cubicBezTo>
                  <a:lnTo>
                    <a:pt x="3058" y="5180"/>
                  </a:lnTo>
                  <a:cubicBezTo>
                    <a:pt x="3058" y="5180"/>
                    <a:pt x="3425" y="9775"/>
                    <a:pt x="3008" y="11028"/>
                  </a:cubicBezTo>
                  <a:cubicBezTo>
                    <a:pt x="2573" y="12264"/>
                    <a:pt x="1303" y="12966"/>
                    <a:pt x="0" y="13400"/>
                  </a:cubicBezTo>
                  <a:cubicBezTo>
                    <a:pt x="1153" y="15522"/>
                    <a:pt x="5013" y="19415"/>
                    <a:pt x="6734" y="20100"/>
                  </a:cubicBezTo>
                  <a:cubicBezTo>
                    <a:pt x="8004" y="19800"/>
                    <a:pt x="9374" y="13450"/>
                    <a:pt x="9374" y="13450"/>
                  </a:cubicBezTo>
                  <a:cubicBezTo>
                    <a:pt x="9374" y="13450"/>
                    <a:pt x="8538" y="13267"/>
                    <a:pt x="8104" y="12782"/>
                  </a:cubicBezTo>
                  <a:cubicBezTo>
                    <a:pt x="7636" y="12264"/>
                    <a:pt x="7419" y="11579"/>
                    <a:pt x="7469" y="10877"/>
                  </a:cubicBezTo>
                  <a:cubicBezTo>
                    <a:pt x="7485" y="10582"/>
                    <a:pt x="7212" y="8787"/>
                    <a:pt x="7994" y="8787"/>
                  </a:cubicBezTo>
                  <a:cubicBezTo>
                    <a:pt x="8008" y="8787"/>
                    <a:pt x="8022" y="8788"/>
                    <a:pt x="8037" y="8789"/>
                  </a:cubicBezTo>
                  <a:cubicBezTo>
                    <a:pt x="8154" y="8789"/>
                    <a:pt x="8271" y="8806"/>
                    <a:pt x="8371" y="8839"/>
                  </a:cubicBezTo>
                  <a:cubicBezTo>
                    <a:pt x="8778" y="8910"/>
                    <a:pt x="9156" y="8945"/>
                    <a:pt x="9493" y="8945"/>
                  </a:cubicBezTo>
                  <a:cubicBezTo>
                    <a:pt x="10110" y="8945"/>
                    <a:pt x="10590" y="8826"/>
                    <a:pt x="10861" y="8588"/>
                  </a:cubicBezTo>
                  <a:cubicBezTo>
                    <a:pt x="11145" y="8354"/>
                    <a:pt x="11278" y="7101"/>
                    <a:pt x="11295" y="6299"/>
                  </a:cubicBezTo>
                  <a:cubicBezTo>
                    <a:pt x="11312" y="5531"/>
                    <a:pt x="12030" y="5464"/>
                    <a:pt x="12047" y="5197"/>
                  </a:cubicBezTo>
                  <a:cubicBezTo>
                    <a:pt x="12064" y="4578"/>
                    <a:pt x="11128" y="5163"/>
                    <a:pt x="11228" y="2573"/>
                  </a:cubicBezTo>
                  <a:cubicBezTo>
                    <a:pt x="11212" y="1136"/>
                    <a:pt x="10944" y="418"/>
                    <a:pt x="10560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0"/>
            <p:cNvSpPr/>
            <p:nvPr/>
          </p:nvSpPr>
          <p:spPr>
            <a:xfrm>
              <a:off x="1812926" y="2111697"/>
              <a:ext cx="300437" cy="503954"/>
            </a:xfrm>
            <a:custGeom>
              <a:avLst/>
              <a:gdLst/>
              <a:ahLst/>
              <a:cxnLst/>
              <a:rect l="l" t="t" r="r" b="b"/>
              <a:pathLst>
                <a:path w="9374" h="15724" extrusionOk="0">
                  <a:moveTo>
                    <a:pt x="3643" y="1"/>
                  </a:moveTo>
                  <a:cubicBezTo>
                    <a:pt x="3526" y="686"/>
                    <a:pt x="3058" y="820"/>
                    <a:pt x="3058" y="820"/>
                  </a:cubicBezTo>
                  <a:cubicBezTo>
                    <a:pt x="3058" y="820"/>
                    <a:pt x="3425" y="5414"/>
                    <a:pt x="3008" y="6651"/>
                  </a:cubicBezTo>
                  <a:cubicBezTo>
                    <a:pt x="2573" y="7904"/>
                    <a:pt x="1303" y="8589"/>
                    <a:pt x="0" y="9023"/>
                  </a:cubicBezTo>
                  <a:cubicBezTo>
                    <a:pt x="1153" y="11145"/>
                    <a:pt x="5013" y="15038"/>
                    <a:pt x="6734" y="15723"/>
                  </a:cubicBezTo>
                  <a:cubicBezTo>
                    <a:pt x="8004" y="15423"/>
                    <a:pt x="9374" y="9073"/>
                    <a:pt x="9374" y="9073"/>
                  </a:cubicBezTo>
                  <a:cubicBezTo>
                    <a:pt x="9374" y="9073"/>
                    <a:pt x="8538" y="8890"/>
                    <a:pt x="8104" y="8405"/>
                  </a:cubicBezTo>
                  <a:cubicBezTo>
                    <a:pt x="7636" y="7887"/>
                    <a:pt x="7419" y="7202"/>
                    <a:pt x="7469" y="6500"/>
                  </a:cubicBezTo>
                  <a:cubicBezTo>
                    <a:pt x="7485" y="6205"/>
                    <a:pt x="7212" y="4410"/>
                    <a:pt x="7994" y="4410"/>
                  </a:cubicBezTo>
                  <a:cubicBezTo>
                    <a:pt x="8008" y="4410"/>
                    <a:pt x="8022" y="4411"/>
                    <a:pt x="8037" y="4412"/>
                  </a:cubicBezTo>
                  <a:cubicBezTo>
                    <a:pt x="7135" y="4245"/>
                    <a:pt x="4712" y="3576"/>
                    <a:pt x="3843" y="853"/>
                  </a:cubicBezTo>
                  <a:cubicBezTo>
                    <a:pt x="3793" y="669"/>
                    <a:pt x="3709" y="402"/>
                    <a:pt x="364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0"/>
            <p:cNvSpPr/>
            <p:nvPr/>
          </p:nvSpPr>
          <p:spPr>
            <a:xfrm>
              <a:off x="1878244" y="2047436"/>
              <a:ext cx="41793" cy="69132"/>
            </a:xfrm>
            <a:custGeom>
              <a:avLst/>
              <a:gdLst/>
              <a:ahLst/>
              <a:cxnLst/>
              <a:rect l="l" t="t" r="r" b="b"/>
              <a:pathLst>
                <a:path w="1304" h="2157" extrusionOk="0">
                  <a:moveTo>
                    <a:pt x="288" y="1"/>
                  </a:moveTo>
                  <a:cubicBezTo>
                    <a:pt x="104" y="1"/>
                    <a:pt x="1" y="118"/>
                    <a:pt x="1" y="118"/>
                  </a:cubicBezTo>
                  <a:cubicBezTo>
                    <a:pt x="7" y="118"/>
                    <a:pt x="13" y="118"/>
                    <a:pt x="19" y="118"/>
                  </a:cubicBezTo>
                  <a:cubicBezTo>
                    <a:pt x="687" y="118"/>
                    <a:pt x="769" y="1020"/>
                    <a:pt x="769" y="1020"/>
                  </a:cubicBezTo>
                  <a:cubicBezTo>
                    <a:pt x="686" y="1020"/>
                    <a:pt x="585" y="1037"/>
                    <a:pt x="502" y="1070"/>
                  </a:cubicBezTo>
                  <a:cubicBezTo>
                    <a:pt x="101" y="1170"/>
                    <a:pt x="134" y="2156"/>
                    <a:pt x="719" y="2156"/>
                  </a:cubicBezTo>
                  <a:cubicBezTo>
                    <a:pt x="1304" y="2156"/>
                    <a:pt x="1237" y="569"/>
                    <a:pt x="669" y="151"/>
                  </a:cubicBezTo>
                  <a:cubicBezTo>
                    <a:pt x="519" y="37"/>
                    <a:pt x="391" y="1"/>
                    <a:pt x="288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0"/>
            <p:cNvSpPr/>
            <p:nvPr/>
          </p:nvSpPr>
          <p:spPr>
            <a:xfrm>
              <a:off x="2091921" y="2035257"/>
              <a:ext cx="51985" cy="25608"/>
            </a:xfrm>
            <a:custGeom>
              <a:avLst/>
              <a:gdLst/>
              <a:ahLst/>
              <a:cxnLst/>
              <a:rect l="l" t="t" r="r" b="b"/>
              <a:pathLst>
                <a:path w="1622" h="799" extrusionOk="0">
                  <a:moveTo>
                    <a:pt x="798" y="1"/>
                  </a:moveTo>
                  <a:cubicBezTo>
                    <a:pt x="456" y="1"/>
                    <a:pt x="117" y="222"/>
                    <a:pt x="0" y="798"/>
                  </a:cubicBezTo>
                  <a:cubicBezTo>
                    <a:pt x="367" y="591"/>
                    <a:pt x="768" y="490"/>
                    <a:pt x="1173" y="490"/>
                  </a:cubicBezTo>
                  <a:cubicBezTo>
                    <a:pt x="1323" y="490"/>
                    <a:pt x="1473" y="504"/>
                    <a:pt x="1621" y="531"/>
                  </a:cubicBezTo>
                  <a:cubicBezTo>
                    <a:pt x="1487" y="222"/>
                    <a:pt x="1141" y="1"/>
                    <a:pt x="79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0"/>
            <p:cNvSpPr/>
            <p:nvPr/>
          </p:nvSpPr>
          <p:spPr>
            <a:xfrm>
              <a:off x="2109580" y="2082788"/>
              <a:ext cx="33781" cy="33909"/>
            </a:xfrm>
            <a:custGeom>
              <a:avLst/>
              <a:gdLst/>
              <a:ahLst/>
              <a:cxnLst/>
              <a:rect l="l" t="t" r="r" b="b"/>
              <a:pathLst>
                <a:path w="1054" h="1058" extrusionOk="0">
                  <a:moveTo>
                    <a:pt x="535" y="1"/>
                  </a:moveTo>
                  <a:cubicBezTo>
                    <a:pt x="452" y="1"/>
                    <a:pt x="368" y="17"/>
                    <a:pt x="285" y="67"/>
                  </a:cubicBezTo>
                  <a:cubicBezTo>
                    <a:pt x="235" y="101"/>
                    <a:pt x="201" y="117"/>
                    <a:pt x="168" y="151"/>
                  </a:cubicBezTo>
                  <a:cubicBezTo>
                    <a:pt x="101" y="218"/>
                    <a:pt x="51" y="301"/>
                    <a:pt x="17" y="385"/>
                  </a:cubicBezTo>
                  <a:cubicBezTo>
                    <a:pt x="17" y="435"/>
                    <a:pt x="1" y="468"/>
                    <a:pt x="1" y="518"/>
                  </a:cubicBezTo>
                  <a:cubicBezTo>
                    <a:pt x="1" y="803"/>
                    <a:pt x="235" y="1053"/>
                    <a:pt x="519" y="1053"/>
                  </a:cubicBezTo>
                  <a:cubicBezTo>
                    <a:pt x="534" y="1056"/>
                    <a:pt x="550" y="1058"/>
                    <a:pt x="566" y="1058"/>
                  </a:cubicBezTo>
                  <a:cubicBezTo>
                    <a:pt x="638" y="1058"/>
                    <a:pt x="718" y="1030"/>
                    <a:pt x="786" y="1003"/>
                  </a:cubicBezTo>
                  <a:cubicBezTo>
                    <a:pt x="819" y="970"/>
                    <a:pt x="853" y="936"/>
                    <a:pt x="903" y="919"/>
                  </a:cubicBezTo>
                  <a:cubicBezTo>
                    <a:pt x="970" y="853"/>
                    <a:pt x="1020" y="769"/>
                    <a:pt x="1037" y="669"/>
                  </a:cubicBezTo>
                  <a:cubicBezTo>
                    <a:pt x="1053" y="635"/>
                    <a:pt x="1053" y="585"/>
                    <a:pt x="1053" y="535"/>
                  </a:cubicBezTo>
                  <a:cubicBezTo>
                    <a:pt x="1053" y="335"/>
                    <a:pt x="936" y="134"/>
                    <a:pt x="736" y="51"/>
                  </a:cubicBezTo>
                  <a:cubicBezTo>
                    <a:pt x="686" y="17"/>
                    <a:pt x="619" y="1"/>
                    <a:pt x="53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/>
            <p:cNvSpPr/>
            <p:nvPr/>
          </p:nvSpPr>
          <p:spPr>
            <a:xfrm>
              <a:off x="2101568" y="2170605"/>
              <a:ext cx="62145" cy="29710"/>
            </a:xfrm>
            <a:custGeom>
              <a:avLst/>
              <a:gdLst/>
              <a:ahLst/>
              <a:cxnLst/>
              <a:rect l="l" t="t" r="r" b="b"/>
              <a:pathLst>
                <a:path w="1939" h="927" extrusionOk="0">
                  <a:moveTo>
                    <a:pt x="0" y="1"/>
                  </a:moveTo>
                  <a:lnTo>
                    <a:pt x="0" y="1"/>
                  </a:lnTo>
                  <a:cubicBezTo>
                    <a:pt x="50" y="469"/>
                    <a:pt x="401" y="836"/>
                    <a:pt x="869" y="920"/>
                  </a:cubicBezTo>
                  <a:cubicBezTo>
                    <a:pt x="905" y="925"/>
                    <a:pt x="941" y="927"/>
                    <a:pt x="976" y="927"/>
                  </a:cubicBezTo>
                  <a:cubicBezTo>
                    <a:pt x="1539" y="927"/>
                    <a:pt x="1938" y="335"/>
                    <a:pt x="1938" y="335"/>
                  </a:cubicBezTo>
                  <a:cubicBezTo>
                    <a:pt x="1938" y="335"/>
                    <a:pt x="1504" y="301"/>
                    <a:pt x="936" y="235"/>
                  </a:cubicBezTo>
                  <a:cubicBezTo>
                    <a:pt x="618" y="201"/>
                    <a:pt x="301" y="11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/>
            <p:cNvSpPr/>
            <p:nvPr/>
          </p:nvSpPr>
          <p:spPr>
            <a:xfrm>
              <a:off x="2288996" y="3260369"/>
              <a:ext cx="99611" cy="1893033"/>
            </a:xfrm>
            <a:custGeom>
              <a:avLst/>
              <a:gdLst/>
              <a:ahLst/>
              <a:cxnLst/>
              <a:rect l="l" t="t" r="r" b="b"/>
              <a:pathLst>
                <a:path w="3108" h="59065" extrusionOk="0">
                  <a:moveTo>
                    <a:pt x="0" y="0"/>
                  </a:moveTo>
                  <a:lnTo>
                    <a:pt x="0" y="59065"/>
                  </a:lnTo>
                  <a:lnTo>
                    <a:pt x="3108" y="59065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/>
            <p:cNvSpPr/>
            <p:nvPr/>
          </p:nvSpPr>
          <p:spPr>
            <a:xfrm>
              <a:off x="4323915" y="3260369"/>
              <a:ext cx="99643" cy="1893033"/>
            </a:xfrm>
            <a:custGeom>
              <a:avLst/>
              <a:gdLst/>
              <a:ahLst/>
              <a:cxnLst/>
              <a:rect l="l" t="t" r="r" b="b"/>
              <a:pathLst>
                <a:path w="3109" h="59065" extrusionOk="0">
                  <a:moveTo>
                    <a:pt x="1" y="0"/>
                  </a:moveTo>
                  <a:lnTo>
                    <a:pt x="1" y="59065"/>
                  </a:lnTo>
                  <a:lnTo>
                    <a:pt x="3108" y="59065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/>
            <p:cNvSpPr/>
            <p:nvPr/>
          </p:nvSpPr>
          <p:spPr>
            <a:xfrm>
              <a:off x="3186492" y="3260369"/>
              <a:ext cx="99643" cy="1893033"/>
            </a:xfrm>
            <a:custGeom>
              <a:avLst/>
              <a:gdLst/>
              <a:ahLst/>
              <a:cxnLst/>
              <a:rect l="l" t="t" r="r" b="b"/>
              <a:pathLst>
                <a:path w="3109" h="59065" extrusionOk="0">
                  <a:moveTo>
                    <a:pt x="1" y="0"/>
                  </a:moveTo>
                  <a:lnTo>
                    <a:pt x="1" y="59065"/>
                  </a:lnTo>
                  <a:lnTo>
                    <a:pt x="3108" y="59065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/>
            <p:cNvSpPr/>
            <p:nvPr/>
          </p:nvSpPr>
          <p:spPr>
            <a:xfrm>
              <a:off x="3497089" y="3260369"/>
              <a:ext cx="99099" cy="1893033"/>
            </a:xfrm>
            <a:custGeom>
              <a:avLst/>
              <a:gdLst/>
              <a:ahLst/>
              <a:cxnLst/>
              <a:rect l="l" t="t" r="r" b="b"/>
              <a:pathLst>
                <a:path w="3092" h="59065" extrusionOk="0">
                  <a:moveTo>
                    <a:pt x="1" y="0"/>
                  </a:moveTo>
                  <a:lnTo>
                    <a:pt x="1" y="59065"/>
                  </a:lnTo>
                  <a:lnTo>
                    <a:pt x="3092" y="59065"/>
                  </a:lnTo>
                  <a:lnTo>
                    <a:pt x="309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/>
            <p:cNvSpPr/>
            <p:nvPr/>
          </p:nvSpPr>
          <p:spPr>
            <a:xfrm>
              <a:off x="2388576" y="3212710"/>
              <a:ext cx="1936461" cy="320788"/>
            </a:xfrm>
            <a:custGeom>
              <a:avLst/>
              <a:gdLst/>
              <a:ahLst/>
              <a:cxnLst/>
              <a:rect l="l" t="t" r="r" b="b"/>
              <a:pathLst>
                <a:path w="60420" h="10009" extrusionOk="0">
                  <a:moveTo>
                    <a:pt x="1" y="0"/>
                  </a:moveTo>
                  <a:lnTo>
                    <a:pt x="1" y="10009"/>
                  </a:lnTo>
                  <a:lnTo>
                    <a:pt x="60419" y="10009"/>
                  </a:lnTo>
                  <a:lnTo>
                    <a:pt x="60419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/>
            <p:cNvSpPr/>
            <p:nvPr/>
          </p:nvSpPr>
          <p:spPr>
            <a:xfrm>
              <a:off x="2783784" y="2690584"/>
              <a:ext cx="615328" cy="491647"/>
            </a:xfrm>
            <a:custGeom>
              <a:avLst/>
              <a:gdLst/>
              <a:ahLst/>
              <a:cxnLst/>
              <a:rect l="l" t="t" r="r" b="b"/>
              <a:pathLst>
                <a:path w="19199" h="15340" extrusionOk="0">
                  <a:moveTo>
                    <a:pt x="5080" y="1"/>
                  </a:moveTo>
                  <a:cubicBezTo>
                    <a:pt x="4679" y="1"/>
                    <a:pt x="4312" y="268"/>
                    <a:pt x="4195" y="669"/>
                  </a:cubicBezTo>
                  <a:lnTo>
                    <a:pt x="1" y="15339"/>
                  </a:lnTo>
                  <a:lnTo>
                    <a:pt x="14821" y="15339"/>
                  </a:lnTo>
                  <a:lnTo>
                    <a:pt x="191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/>
            <p:cNvSpPr/>
            <p:nvPr/>
          </p:nvSpPr>
          <p:spPr>
            <a:xfrm>
              <a:off x="2824488" y="2690584"/>
              <a:ext cx="611578" cy="491647"/>
            </a:xfrm>
            <a:custGeom>
              <a:avLst/>
              <a:gdLst/>
              <a:ahLst/>
              <a:cxnLst/>
              <a:rect l="l" t="t" r="r" b="b"/>
              <a:pathLst>
                <a:path w="19082" h="15340" extrusionOk="0">
                  <a:moveTo>
                    <a:pt x="4846" y="1"/>
                  </a:moveTo>
                  <a:cubicBezTo>
                    <a:pt x="4579" y="1"/>
                    <a:pt x="4328" y="184"/>
                    <a:pt x="4261" y="452"/>
                  </a:cubicBezTo>
                  <a:lnTo>
                    <a:pt x="1" y="15339"/>
                  </a:lnTo>
                  <a:lnTo>
                    <a:pt x="14804" y="15339"/>
                  </a:lnTo>
                  <a:lnTo>
                    <a:pt x="18965" y="786"/>
                  </a:lnTo>
                  <a:cubicBezTo>
                    <a:pt x="19082" y="402"/>
                    <a:pt x="18781" y="1"/>
                    <a:pt x="18363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/>
            <p:cNvSpPr/>
            <p:nvPr/>
          </p:nvSpPr>
          <p:spPr>
            <a:xfrm>
              <a:off x="2519244" y="3150053"/>
              <a:ext cx="790449" cy="45543"/>
            </a:xfrm>
            <a:custGeom>
              <a:avLst/>
              <a:gdLst/>
              <a:ahLst/>
              <a:cxnLst/>
              <a:rect l="l" t="t" r="r" b="b"/>
              <a:pathLst>
                <a:path w="24663" h="1421" extrusionOk="0">
                  <a:moveTo>
                    <a:pt x="1" y="1"/>
                  </a:moveTo>
                  <a:cubicBezTo>
                    <a:pt x="1" y="786"/>
                    <a:pt x="636" y="1421"/>
                    <a:pt x="1421" y="1421"/>
                  </a:cubicBezTo>
                  <a:lnTo>
                    <a:pt x="23894" y="1421"/>
                  </a:lnTo>
                  <a:cubicBezTo>
                    <a:pt x="24328" y="1421"/>
                    <a:pt x="24663" y="1070"/>
                    <a:pt x="24663" y="635"/>
                  </a:cubicBezTo>
                  <a:lnTo>
                    <a:pt x="24663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/>
            <p:cNvSpPr/>
            <p:nvPr/>
          </p:nvSpPr>
          <p:spPr>
            <a:xfrm>
              <a:off x="2388576" y="3212710"/>
              <a:ext cx="1936461" cy="320788"/>
            </a:xfrm>
            <a:custGeom>
              <a:avLst/>
              <a:gdLst/>
              <a:ahLst/>
              <a:cxnLst/>
              <a:rect l="l" t="t" r="r" b="b"/>
              <a:pathLst>
                <a:path w="60420" h="10009" extrusionOk="0">
                  <a:moveTo>
                    <a:pt x="1" y="0"/>
                  </a:moveTo>
                  <a:lnTo>
                    <a:pt x="1" y="10009"/>
                  </a:lnTo>
                  <a:lnTo>
                    <a:pt x="60419" y="10009"/>
                  </a:lnTo>
                  <a:lnTo>
                    <a:pt x="60419" y="0"/>
                  </a:lnTo>
                  <a:close/>
                </a:path>
              </a:pathLst>
            </a:custGeom>
            <a:solidFill>
              <a:srgbClr val="FFFFFF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/>
            <p:cNvSpPr/>
            <p:nvPr/>
          </p:nvSpPr>
          <p:spPr>
            <a:xfrm>
              <a:off x="2259542" y="3188609"/>
              <a:ext cx="2195617" cy="164961"/>
            </a:xfrm>
            <a:custGeom>
              <a:avLst/>
              <a:gdLst/>
              <a:ahLst/>
              <a:cxnLst/>
              <a:rect l="l" t="t" r="r" b="b"/>
              <a:pathLst>
                <a:path w="68506" h="5147" extrusionOk="0">
                  <a:moveTo>
                    <a:pt x="0" y="1"/>
                  </a:moveTo>
                  <a:lnTo>
                    <a:pt x="0" y="5147"/>
                  </a:lnTo>
                  <a:lnTo>
                    <a:pt x="68505" y="5147"/>
                  </a:lnTo>
                  <a:lnTo>
                    <a:pt x="68505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51"/>
          <p:cNvSpPr txBox="1">
            <a:spLocks noGrp="1"/>
          </p:cNvSpPr>
          <p:nvPr>
            <p:ph type="title"/>
          </p:nvPr>
        </p:nvSpPr>
        <p:spPr>
          <a:xfrm>
            <a:off x="2924493" y="2532916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</a:t>
            </a:r>
            <a:endParaRPr/>
          </a:p>
        </p:txBody>
      </p:sp>
      <p:sp>
        <p:nvSpPr>
          <p:cNvPr id="1302" name="Google Shape;1302;p51"/>
          <p:cNvSpPr txBox="1">
            <a:spLocks noGrp="1"/>
          </p:cNvSpPr>
          <p:nvPr>
            <p:ph type="title" idx="2"/>
          </p:nvPr>
        </p:nvSpPr>
        <p:spPr>
          <a:xfrm>
            <a:off x="2927325" y="1534338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03" name="Google Shape;1303;p51"/>
          <p:cNvSpPr txBox="1">
            <a:spLocks noGrp="1"/>
          </p:cNvSpPr>
          <p:nvPr>
            <p:ph type="subTitle" idx="1"/>
          </p:nvPr>
        </p:nvSpPr>
        <p:spPr>
          <a:xfrm>
            <a:off x="2924375" y="3317562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grpSp>
        <p:nvGrpSpPr>
          <p:cNvPr id="1304" name="Google Shape;1304;p51"/>
          <p:cNvGrpSpPr/>
          <p:nvPr/>
        </p:nvGrpSpPr>
        <p:grpSpPr>
          <a:xfrm rot="10312717">
            <a:off x="7385352" y="845927"/>
            <a:ext cx="563836" cy="3989601"/>
            <a:chOff x="1932519" y="1192092"/>
            <a:chExt cx="404538" cy="2862233"/>
          </a:xfrm>
        </p:grpSpPr>
        <p:sp>
          <p:nvSpPr>
            <p:cNvPr id="1305" name="Google Shape;1305;p51"/>
            <p:cNvSpPr/>
            <p:nvPr/>
          </p:nvSpPr>
          <p:spPr>
            <a:xfrm>
              <a:off x="1932519" y="1192092"/>
              <a:ext cx="404538" cy="2862233"/>
            </a:xfrm>
            <a:custGeom>
              <a:avLst/>
              <a:gdLst/>
              <a:ahLst/>
              <a:cxnLst/>
              <a:rect l="l" t="t" r="r" b="b"/>
              <a:pathLst>
                <a:path w="26462" h="187227" extrusionOk="0">
                  <a:moveTo>
                    <a:pt x="13231" y="0"/>
                  </a:moveTo>
                  <a:cubicBezTo>
                    <a:pt x="11496" y="0"/>
                    <a:pt x="9762" y="1150"/>
                    <a:pt x="9762" y="3449"/>
                  </a:cubicBezTo>
                  <a:lnTo>
                    <a:pt x="9762" y="11678"/>
                  </a:lnTo>
                  <a:cubicBezTo>
                    <a:pt x="9520" y="18212"/>
                    <a:pt x="9842" y="30233"/>
                    <a:pt x="9842" y="56049"/>
                  </a:cubicBezTo>
                  <a:cubicBezTo>
                    <a:pt x="9842" y="67585"/>
                    <a:pt x="0" y="85495"/>
                    <a:pt x="0" y="95338"/>
                  </a:cubicBezTo>
                  <a:lnTo>
                    <a:pt x="0" y="180853"/>
                  </a:lnTo>
                  <a:cubicBezTo>
                    <a:pt x="0" y="184402"/>
                    <a:pt x="2824" y="187226"/>
                    <a:pt x="6293" y="187226"/>
                  </a:cubicBezTo>
                  <a:lnTo>
                    <a:pt x="20169" y="187226"/>
                  </a:lnTo>
                  <a:cubicBezTo>
                    <a:pt x="23638" y="187226"/>
                    <a:pt x="26461" y="184402"/>
                    <a:pt x="26461" y="180853"/>
                  </a:cubicBezTo>
                  <a:lnTo>
                    <a:pt x="26461" y="95338"/>
                  </a:lnTo>
                  <a:cubicBezTo>
                    <a:pt x="26461" y="79848"/>
                    <a:pt x="17668" y="67424"/>
                    <a:pt x="17668" y="55565"/>
                  </a:cubicBezTo>
                  <a:cubicBezTo>
                    <a:pt x="17668" y="30152"/>
                    <a:pt x="16700" y="12404"/>
                    <a:pt x="16700" y="12404"/>
                  </a:cubicBezTo>
                  <a:lnTo>
                    <a:pt x="16700" y="3449"/>
                  </a:lnTo>
                  <a:cubicBezTo>
                    <a:pt x="16700" y="1150"/>
                    <a:pt x="14965" y="0"/>
                    <a:pt x="13231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1"/>
            <p:cNvSpPr/>
            <p:nvPr/>
          </p:nvSpPr>
          <p:spPr>
            <a:xfrm>
              <a:off x="2081740" y="1192092"/>
              <a:ext cx="106080" cy="167429"/>
            </a:xfrm>
            <a:custGeom>
              <a:avLst/>
              <a:gdLst/>
              <a:ahLst/>
              <a:cxnLst/>
              <a:rect l="l" t="t" r="r" b="b"/>
              <a:pathLst>
                <a:path w="6939" h="10952" extrusionOk="0">
                  <a:moveTo>
                    <a:pt x="3470" y="0"/>
                  </a:moveTo>
                  <a:cubicBezTo>
                    <a:pt x="1735" y="0"/>
                    <a:pt x="1" y="1150"/>
                    <a:pt x="1" y="3449"/>
                  </a:cubicBezTo>
                  <a:lnTo>
                    <a:pt x="1" y="10952"/>
                  </a:lnTo>
                  <a:lnTo>
                    <a:pt x="6939" y="10952"/>
                  </a:lnTo>
                  <a:lnTo>
                    <a:pt x="6939" y="3449"/>
                  </a:lnTo>
                  <a:cubicBezTo>
                    <a:pt x="6939" y="1150"/>
                    <a:pt x="5204" y="0"/>
                    <a:pt x="347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1"/>
            <p:cNvSpPr/>
            <p:nvPr/>
          </p:nvSpPr>
          <p:spPr>
            <a:xfrm>
              <a:off x="1932519" y="3828604"/>
              <a:ext cx="404538" cy="225720"/>
            </a:xfrm>
            <a:custGeom>
              <a:avLst/>
              <a:gdLst/>
              <a:ahLst/>
              <a:cxnLst/>
              <a:rect l="l" t="t" r="r" b="b"/>
              <a:pathLst>
                <a:path w="26462" h="14765" extrusionOk="0">
                  <a:moveTo>
                    <a:pt x="0" y="1"/>
                  </a:moveTo>
                  <a:lnTo>
                    <a:pt x="0" y="8391"/>
                  </a:lnTo>
                  <a:cubicBezTo>
                    <a:pt x="0" y="11940"/>
                    <a:pt x="2824" y="14764"/>
                    <a:pt x="6293" y="14764"/>
                  </a:cubicBezTo>
                  <a:lnTo>
                    <a:pt x="20169" y="14764"/>
                  </a:lnTo>
                  <a:cubicBezTo>
                    <a:pt x="23638" y="14764"/>
                    <a:pt x="26461" y="11940"/>
                    <a:pt x="26461" y="8391"/>
                  </a:cubicBezTo>
                  <a:lnTo>
                    <a:pt x="26461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1"/>
            <p:cNvSpPr/>
            <p:nvPr/>
          </p:nvSpPr>
          <p:spPr>
            <a:xfrm>
              <a:off x="2015148" y="2825928"/>
              <a:ext cx="263939" cy="878129"/>
            </a:xfrm>
            <a:custGeom>
              <a:avLst/>
              <a:gdLst/>
              <a:ahLst/>
              <a:cxnLst/>
              <a:rect l="l" t="t" r="r" b="b"/>
              <a:pathLst>
                <a:path w="17265" h="57441" extrusionOk="0">
                  <a:moveTo>
                    <a:pt x="3550" y="0"/>
                  </a:moveTo>
                  <a:cubicBezTo>
                    <a:pt x="1614" y="0"/>
                    <a:pt x="0" y="1613"/>
                    <a:pt x="0" y="3550"/>
                  </a:cubicBezTo>
                  <a:lnTo>
                    <a:pt x="0" y="53891"/>
                  </a:lnTo>
                  <a:cubicBezTo>
                    <a:pt x="0" y="55827"/>
                    <a:pt x="1614" y="57440"/>
                    <a:pt x="3550" y="57440"/>
                  </a:cubicBezTo>
                  <a:lnTo>
                    <a:pt x="13715" y="57440"/>
                  </a:lnTo>
                  <a:cubicBezTo>
                    <a:pt x="15651" y="57440"/>
                    <a:pt x="17265" y="55827"/>
                    <a:pt x="17265" y="53891"/>
                  </a:cubicBezTo>
                  <a:lnTo>
                    <a:pt x="17265" y="3550"/>
                  </a:lnTo>
                  <a:cubicBezTo>
                    <a:pt x="17265" y="1613"/>
                    <a:pt x="15651" y="0"/>
                    <a:pt x="1371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1"/>
            <p:cNvSpPr/>
            <p:nvPr/>
          </p:nvSpPr>
          <p:spPr>
            <a:xfrm>
              <a:off x="2060781" y="2891282"/>
              <a:ext cx="166511" cy="407014"/>
            </a:xfrm>
            <a:custGeom>
              <a:avLst/>
              <a:gdLst/>
              <a:ahLst/>
              <a:cxnLst/>
              <a:rect l="l" t="t" r="r" b="b"/>
              <a:pathLst>
                <a:path w="10892" h="26624" extrusionOk="0">
                  <a:moveTo>
                    <a:pt x="3550" y="1"/>
                  </a:moveTo>
                  <a:cubicBezTo>
                    <a:pt x="1614" y="1"/>
                    <a:pt x="0" y="1614"/>
                    <a:pt x="0" y="3550"/>
                  </a:cubicBezTo>
                  <a:lnTo>
                    <a:pt x="0" y="23074"/>
                  </a:lnTo>
                  <a:cubicBezTo>
                    <a:pt x="0" y="25091"/>
                    <a:pt x="1614" y="26623"/>
                    <a:pt x="3550" y="26623"/>
                  </a:cubicBezTo>
                  <a:lnTo>
                    <a:pt x="7342" y="26623"/>
                  </a:lnTo>
                  <a:cubicBezTo>
                    <a:pt x="9278" y="26623"/>
                    <a:pt x="10891" y="25091"/>
                    <a:pt x="10891" y="23074"/>
                  </a:cubicBezTo>
                  <a:lnTo>
                    <a:pt x="10891" y="3550"/>
                  </a:lnTo>
                  <a:cubicBezTo>
                    <a:pt x="10891" y="1614"/>
                    <a:pt x="9278" y="1"/>
                    <a:pt x="73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1"/>
            <p:cNvSpPr/>
            <p:nvPr/>
          </p:nvSpPr>
          <p:spPr>
            <a:xfrm>
              <a:off x="2078040" y="3507949"/>
              <a:ext cx="127054" cy="128277"/>
            </a:xfrm>
            <a:custGeom>
              <a:avLst/>
              <a:gdLst/>
              <a:ahLst/>
              <a:cxnLst/>
              <a:rect l="l" t="t" r="r" b="b"/>
              <a:pathLst>
                <a:path w="8311" h="8391" extrusionOk="0">
                  <a:moveTo>
                    <a:pt x="3550" y="0"/>
                  </a:moveTo>
                  <a:cubicBezTo>
                    <a:pt x="1533" y="0"/>
                    <a:pt x="1" y="1614"/>
                    <a:pt x="1" y="3550"/>
                  </a:cubicBezTo>
                  <a:lnTo>
                    <a:pt x="1" y="4760"/>
                  </a:lnTo>
                  <a:cubicBezTo>
                    <a:pt x="1" y="6777"/>
                    <a:pt x="1533" y="8390"/>
                    <a:pt x="3550" y="8390"/>
                  </a:cubicBezTo>
                  <a:lnTo>
                    <a:pt x="4760" y="8390"/>
                  </a:lnTo>
                  <a:cubicBezTo>
                    <a:pt x="6697" y="8390"/>
                    <a:pt x="8310" y="6777"/>
                    <a:pt x="8310" y="4841"/>
                  </a:cubicBezTo>
                  <a:lnTo>
                    <a:pt x="8310" y="3550"/>
                  </a:lnTo>
                  <a:cubicBezTo>
                    <a:pt x="8310" y="1614"/>
                    <a:pt x="6697" y="0"/>
                    <a:pt x="4760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51"/>
          <p:cNvGrpSpPr/>
          <p:nvPr/>
        </p:nvGrpSpPr>
        <p:grpSpPr>
          <a:xfrm rot="-1528481">
            <a:off x="318446" y="943142"/>
            <a:ext cx="3141388" cy="1947803"/>
            <a:chOff x="7168681" y="1649764"/>
            <a:chExt cx="562580" cy="348867"/>
          </a:xfrm>
        </p:grpSpPr>
        <p:sp>
          <p:nvSpPr>
            <p:cNvPr id="1312" name="Google Shape;1312;p51"/>
            <p:cNvSpPr/>
            <p:nvPr/>
          </p:nvSpPr>
          <p:spPr>
            <a:xfrm>
              <a:off x="7168681" y="1788798"/>
              <a:ext cx="324786" cy="209833"/>
            </a:xfrm>
            <a:custGeom>
              <a:avLst/>
              <a:gdLst/>
              <a:ahLst/>
              <a:cxnLst/>
              <a:rect l="l" t="t" r="r" b="b"/>
              <a:pathLst>
                <a:path w="10129" h="6544" extrusionOk="0">
                  <a:moveTo>
                    <a:pt x="8350" y="0"/>
                  </a:moveTo>
                  <a:cubicBezTo>
                    <a:pt x="8336" y="0"/>
                    <a:pt x="8321" y="1"/>
                    <a:pt x="8305" y="4"/>
                  </a:cubicBezTo>
                  <a:cubicBezTo>
                    <a:pt x="6651" y="188"/>
                    <a:pt x="5014" y="589"/>
                    <a:pt x="3460" y="1174"/>
                  </a:cubicBezTo>
                  <a:cubicBezTo>
                    <a:pt x="2390" y="1591"/>
                    <a:pt x="1054" y="2076"/>
                    <a:pt x="536" y="3179"/>
                  </a:cubicBezTo>
                  <a:cubicBezTo>
                    <a:pt x="1" y="4298"/>
                    <a:pt x="786" y="5551"/>
                    <a:pt x="1789" y="6069"/>
                  </a:cubicBezTo>
                  <a:cubicBezTo>
                    <a:pt x="2503" y="6426"/>
                    <a:pt x="3329" y="6544"/>
                    <a:pt x="4153" y="6544"/>
                  </a:cubicBezTo>
                  <a:cubicBezTo>
                    <a:pt x="4756" y="6544"/>
                    <a:pt x="5358" y="6481"/>
                    <a:pt x="5916" y="6403"/>
                  </a:cubicBezTo>
                  <a:cubicBezTo>
                    <a:pt x="7353" y="6236"/>
                    <a:pt x="8740" y="5785"/>
                    <a:pt x="10009" y="5100"/>
                  </a:cubicBezTo>
                  <a:cubicBezTo>
                    <a:pt x="10128" y="5040"/>
                    <a:pt x="10075" y="4875"/>
                    <a:pt x="9968" y="4875"/>
                  </a:cubicBezTo>
                  <a:cubicBezTo>
                    <a:pt x="9954" y="4875"/>
                    <a:pt x="9940" y="4877"/>
                    <a:pt x="9926" y="4883"/>
                  </a:cubicBezTo>
                  <a:cubicBezTo>
                    <a:pt x="8572" y="5434"/>
                    <a:pt x="7136" y="5802"/>
                    <a:pt x="5682" y="5986"/>
                  </a:cubicBezTo>
                  <a:cubicBezTo>
                    <a:pt x="5211" y="6048"/>
                    <a:pt x="4731" y="6082"/>
                    <a:pt x="4248" y="6082"/>
                  </a:cubicBezTo>
                  <a:cubicBezTo>
                    <a:pt x="4080" y="6082"/>
                    <a:pt x="3912" y="6078"/>
                    <a:pt x="3744" y="6069"/>
                  </a:cubicBezTo>
                  <a:cubicBezTo>
                    <a:pt x="3713" y="6070"/>
                    <a:pt x="3683" y="6070"/>
                    <a:pt x="3652" y="6070"/>
                  </a:cubicBezTo>
                  <a:cubicBezTo>
                    <a:pt x="3016" y="6070"/>
                    <a:pt x="2397" y="5905"/>
                    <a:pt x="1839" y="5618"/>
                  </a:cubicBezTo>
                  <a:cubicBezTo>
                    <a:pt x="1354" y="5334"/>
                    <a:pt x="987" y="4883"/>
                    <a:pt x="836" y="4331"/>
                  </a:cubicBezTo>
                  <a:cubicBezTo>
                    <a:pt x="719" y="3747"/>
                    <a:pt x="937" y="3162"/>
                    <a:pt x="1388" y="2778"/>
                  </a:cubicBezTo>
                  <a:cubicBezTo>
                    <a:pt x="1789" y="2443"/>
                    <a:pt x="2257" y="2159"/>
                    <a:pt x="2741" y="1976"/>
                  </a:cubicBezTo>
                  <a:cubicBezTo>
                    <a:pt x="3343" y="1708"/>
                    <a:pt x="3961" y="1491"/>
                    <a:pt x="4579" y="1290"/>
                  </a:cubicBezTo>
                  <a:cubicBezTo>
                    <a:pt x="5816" y="889"/>
                    <a:pt x="7102" y="622"/>
                    <a:pt x="8389" y="488"/>
                  </a:cubicBezTo>
                  <a:cubicBezTo>
                    <a:pt x="8691" y="441"/>
                    <a:pt x="8630" y="0"/>
                    <a:pt x="8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1"/>
            <p:cNvSpPr/>
            <p:nvPr/>
          </p:nvSpPr>
          <p:spPr>
            <a:xfrm>
              <a:off x="7477819" y="1929275"/>
              <a:ext cx="47713" cy="37548"/>
            </a:xfrm>
            <a:custGeom>
              <a:avLst/>
              <a:gdLst/>
              <a:ahLst/>
              <a:cxnLst/>
              <a:rect l="l" t="t" r="r" b="b"/>
              <a:pathLst>
                <a:path w="1488" h="1171" extrusionOk="0">
                  <a:moveTo>
                    <a:pt x="1304" y="1"/>
                  </a:moveTo>
                  <a:lnTo>
                    <a:pt x="1" y="318"/>
                  </a:lnTo>
                  <a:lnTo>
                    <a:pt x="268" y="1170"/>
                  </a:lnTo>
                  <a:lnTo>
                    <a:pt x="1488" y="702"/>
                  </a:lnTo>
                  <a:lnTo>
                    <a:pt x="13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1"/>
            <p:cNvSpPr/>
            <p:nvPr/>
          </p:nvSpPr>
          <p:spPr>
            <a:xfrm>
              <a:off x="7486413" y="1902981"/>
              <a:ext cx="87377" cy="69036"/>
            </a:xfrm>
            <a:custGeom>
              <a:avLst/>
              <a:gdLst/>
              <a:ahLst/>
              <a:cxnLst/>
              <a:rect l="l" t="t" r="r" b="b"/>
              <a:pathLst>
                <a:path w="2725" h="2153" extrusionOk="0">
                  <a:moveTo>
                    <a:pt x="1365" y="0"/>
                  </a:moveTo>
                  <a:cubicBezTo>
                    <a:pt x="1275" y="0"/>
                    <a:pt x="1181" y="11"/>
                    <a:pt x="1086" y="35"/>
                  </a:cubicBezTo>
                  <a:cubicBezTo>
                    <a:pt x="167" y="286"/>
                    <a:pt x="0" y="1522"/>
                    <a:pt x="819" y="2007"/>
                  </a:cubicBezTo>
                  <a:cubicBezTo>
                    <a:pt x="989" y="2106"/>
                    <a:pt x="1174" y="2152"/>
                    <a:pt x="1356" y="2152"/>
                  </a:cubicBezTo>
                  <a:cubicBezTo>
                    <a:pt x="1728" y="2152"/>
                    <a:pt x="2087" y="1959"/>
                    <a:pt x="2289" y="1623"/>
                  </a:cubicBezTo>
                  <a:cubicBezTo>
                    <a:pt x="2724" y="872"/>
                    <a:pt x="2162" y="0"/>
                    <a:pt x="1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1"/>
            <p:cNvSpPr/>
            <p:nvPr/>
          </p:nvSpPr>
          <p:spPr>
            <a:xfrm>
              <a:off x="7505684" y="1919623"/>
              <a:ext cx="48803" cy="35817"/>
            </a:xfrm>
            <a:custGeom>
              <a:avLst/>
              <a:gdLst/>
              <a:ahLst/>
              <a:cxnLst/>
              <a:rect l="l" t="t" r="r" b="b"/>
              <a:pathLst>
                <a:path w="1522" h="1117" extrusionOk="0">
                  <a:moveTo>
                    <a:pt x="769" y="1"/>
                  </a:moveTo>
                  <a:cubicBezTo>
                    <a:pt x="251" y="1"/>
                    <a:pt x="1" y="602"/>
                    <a:pt x="368" y="953"/>
                  </a:cubicBezTo>
                  <a:cubicBezTo>
                    <a:pt x="477" y="1062"/>
                    <a:pt x="619" y="1116"/>
                    <a:pt x="761" y="1116"/>
                  </a:cubicBezTo>
                  <a:cubicBezTo>
                    <a:pt x="903" y="1116"/>
                    <a:pt x="1045" y="1062"/>
                    <a:pt x="1154" y="953"/>
                  </a:cubicBezTo>
                  <a:cubicBezTo>
                    <a:pt x="1521" y="602"/>
                    <a:pt x="1270" y="1"/>
                    <a:pt x="769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1"/>
            <p:cNvSpPr/>
            <p:nvPr/>
          </p:nvSpPr>
          <p:spPr>
            <a:xfrm>
              <a:off x="7675532" y="1675993"/>
              <a:ext cx="38061" cy="35111"/>
            </a:xfrm>
            <a:custGeom>
              <a:avLst/>
              <a:gdLst/>
              <a:ahLst/>
              <a:cxnLst/>
              <a:rect l="l" t="t" r="r" b="b"/>
              <a:pathLst>
                <a:path w="1187" h="1095" extrusionOk="0">
                  <a:moveTo>
                    <a:pt x="619" y="1"/>
                  </a:moveTo>
                  <a:cubicBezTo>
                    <a:pt x="482" y="1"/>
                    <a:pt x="346" y="57"/>
                    <a:pt x="251" y="164"/>
                  </a:cubicBezTo>
                  <a:cubicBezTo>
                    <a:pt x="0" y="414"/>
                    <a:pt x="67" y="832"/>
                    <a:pt x="368" y="1016"/>
                  </a:cubicBezTo>
                  <a:cubicBezTo>
                    <a:pt x="451" y="1070"/>
                    <a:pt x="545" y="1095"/>
                    <a:pt x="639" y="1095"/>
                  </a:cubicBezTo>
                  <a:cubicBezTo>
                    <a:pt x="862" y="1095"/>
                    <a:pt x="1082" y="951"/>
                    <a:pt x="1153" y="715"/>
                  </a:cubicBezTo>
                  <a:cubicBezTo>
                    <a:pt x="1170" y="665"/>
                    <a:pt x="1187" y="615"/>
                    <a:pt x="1187" y="565"/>
                  </a:cubicBezTo>
                  <a:cubicBezTo>
                    <a:pt x="1187" y="531"/>
                    <a:pt x="1187" y="514"/>
                    <a:pt x="1187" y="481"/>
                  </a:cubicBezTo>
                  <a:cubicBezTo>
                    <a:pt x="1170" y="431"/>
                    <a:pt x="1153" y="381"/>
                    <a:pt x="1136" y="331"/>
                  </a:cubicBezTo>
                  <a:cubicBezTo>
                    <a:pt x="1070" y="180"/>
                    <a:pt x="936" y="63"/>
                    <a:pt x="786" y="30"/>
                  </a:cubicBezTo>
                  <a:cubicBezTo>
                    <a:pt x="732" y="10"/>
                    <a:pt x="675" y="1"/>
                    <a:pt x="6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1"/>
            <p:cNvSpPr/>
            <p:nvPr/>
          </p:nvSpPr>
          <p:spPr>
            <a:xfrm>
              <a:off x="7693200" y="1727009"/>
              <a:ext cx="38061" cy="35015"/>
            </a:xfrm>
            <a:custGeom>
              <a:avLst/>
              <a:gdLst/>
              <a:ahLst/>
              <a:cxnLst/>
              <a:rect l="l" t="t" r="r" b="b"/>
              <a:pathLst>
                <a:path w="1187" h="1092" extrusionOk="0">
                  <a:moveTo>
                    <a:pt x="619" y="0"/>
                  </a:moveTo>
                  <a:cubicBezTo>
                    <a:pt x="477" y="0"/>
                    <a:pt x="333" y="66"/>
                    <a:pt x="235" y="177"/>
                  </a:cubicBezTo>
                  <a:cubicBezTo>
                    <a:pt x="1" y="427"/>
                    <a:pt x="51" y="828"/>
                    <a:pt x="352" y="1012"/>
                  </a:cubicBezTo>
                  <a:cubicBezTo>
                    <a:pt x="440" y="1066"/>
                    <a:pt x="536" y="1091"/>
                    <a:pt x="630" y="1091"/>
                  </a:cubicBezTo>
                  <a:cubicBezTo>
                    <a:pt x="855" y="1091"/>
                    <a:pt x="1071" y="947"/>
                    <a:pt x="1154" y="711"/>
                  </a:cubicBezTo>
                  <a:cubicBezTo>
                    <a:pt x="1170" y="678"/>
                    <a:pt x="1170" y="611"/>
                    <a:pt x="1170" y="561"/>
                  </a:cubicBezTo>
                  <a:cubicBezTo>
                    <a:pt x="1170" y="544"/>
                    <a:pt x="1187" y="511"/>
                    <a:pt x="1170" y="494"/>
                  </a:cubicBezTo>
                  <a:cubicBezTo>
                    <a:pt x="1170" y="427"/>
                    <a:pt x="1154" y="377"/>
                    <a:pt x="1120" y="327"/>
                  </a:cubicBezTo>
                  <a:cubicBezTo>
                    <a:pt x="1053" y="177"/>
                    <a:pt x="936" y="76"/>
                    <a:pt x="769" y="26"/>
                  </a:cubicBezTo>
                  <a:cubicBezTo>
                    <a:pt x="721" y="9"/>
                    <a:pt x="670" y="0"/>
                    <a:pt x="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1"/>
            <p:cNvSpPr/>
            <p:nvPr/>
          </p:nvSpPr>
          <p:spPr>
            <a:xfrm>
              <a:off x="7427990" y="1649764"/>
              <a:ext cx="278645" cy="111618"/>
            </a:xfrm>
            <a:custGeom>
              <a:avLst/>
              <a:gdLst/>
              <a:ahLst/>
              <a:cxnLst/>
              <a:rect l="l" t="t" r="r" b="b"/>
              <a:pathLst>
                <a:path w="8690" h="3481" extrusionOk="0">
                  <a:moveTo>
                    <a:pt x="6309" y="0"/>
                  </a:moveTo>
                  <a:cubicBezTo>
                    <a:pt x="5470" y="0"/>
                    <a:pt x="4615" y="192"/>
                    <a:pt x="3810" y="397"/>
                  </a:cubicBezTo>
                  <a:cubicBezTo>
                    <a:pt x="2891" y="614"/>
                    <a:pt x="2023" y="948"/>
                    <a:pt x="1187" y="1399"/>
                  </a:cubicBezTo>
                  <a:cubicBezTo>
                    <a:pt x="820" y="1600"/>
                    <a:pt x="502" y="1884"/>
                    <a:pt x="285" y="2251"/>
                  </a:cubicBezTo>
                  <a:cubicBezTo>
                    <a:pt x="101" y="2586"/>
                    <a:pt x="1" y="3087"/>
                    <a:pt x="235" y="3421"/>
                  </a:cubicBezTo>
                  <a:cubicBezTo>
                    <a:pt x="270" y="3462"/>
                    <a:pt x="316" y="3481"/>
                    <a:pt x="361" y="3481"/>
                  </a:cubicBezTo>
                  <a:cubicBezTo>
                    <a:pt x="444" y="3481"/>
                    <a:pt x="525" y="3418"/>
                    <a:pt x="536" y="3321"/>
                  </a:cubicBezTo>
                  <a:cubicBezTo>
                    <a:pt x="502" y="3120"/>
                    <a:pt x="502" y="2903"/>
                    <a:pt x="552" y="2686"/>
                  </a:cubicBezTo>
                  <a:cubicBezTo>
                    <a:pt x="619" y="2502"/>
                    <a:pt x="703" y="2335"/>
                    <a:pt x="836" y="2185"/>
                  </a:cubicBezTo>
                  <a:cubicBezTo>
                    <a:pt x="1137" y="1900"/>
                    <a:pt x="1488" y="1667"/>
                    <a:pt x="1889" y="1516"/>
                  </a:cubicBezTo>
                  <a:cubicBezTo>
                    <a:pt x="2624" y="1182"/>
                    <a:pt x="3393" y="931"/>
                    <a:pt x="4178" y="731"/>
                  </a:cubicBezTo>
                  <a:cubicBezTo>
                    <a:pt x="4851" y="573"/>
                    <a:pt x="5572" y="416"/>
                    <a:pt x="6269" y="416"/>
                  </a:cubicBezTo>
                  <a:cubicBezTo>
                    <a:pt x="6386" y="416"/>
                    <a:pt x="6502" y="421"/>
                    <a:pt x="6617" y="430"/>
                  </a:cubicBezTo>
                  <a:cubicBezTo>
                    <a:pt x="7018" y="464"/>
                    <a:pt x="7403" y="580"/>
                    <a:pt x="7737" y="781"/>
                  </a:cubicBezTo>
                  <a:cubicBezTo>
                    <a:pt x="7887" y="865"/>
                    <a:pt x="8038" y="982"/>
                    <a:pt x="8155" y="1115"/>
                  </a:cubicBezTo>
                  <a:cubicBezTo>
                    <a:pt x="8238" y="1232"/>
                    <a:pt x="8338" y="1332"/>
                    <a:pt x="8472" y="1399"/>
                  </a:cubicBezTo>
                  <a:cubicBezTo>
                    <a:pt x="8489" y="1408"/>
                    <a:pt x="8508" y="1412"/>
                    <a:pt x="8526" y="1412"/>
                  </a:cubicBezTo>
                  <a:cubicBezTo>
                    <a:pt x="8577" y="1412"/>
                    <a:pt x="8623" y="1378"/>
                    <a:pt x="8623" y="1316"/>
                  </a:cubicBezTo>
                  <a:cubicBezTo>
                    <a:pt x="8689" y="915"/>
                    <a:pt x="8205" y="564"/>
                    <a:pt x="7887" y="380"/>
                  </a:cubicBezTo>
                  <a:cubicBezTo>
                    <a:pt x="7520" y="163"/>
                    <a:pt x="7102" y="46"/>
                    <a:pt x="6668" y="12"/>
                  </a:cubicBezTo>
                  <a:cubicBezTo>
                    <a:pt x="6549" y="4"/>
                    <a:pt x="6429" y="0"/>
                    <a:pt x="63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1"/>
            <p:cNvSpPr/>
            <p:nvPr/>
          </p:nvSpPr>
          <p:spPr>
            <a:xfrm>
              <a:off x="7461851" y="1746216"/>
              <a:ext cx="264055" cy="118224"/>
            </a:xfrm>
            <a:custGeom>
              <a:avLst/>
              <a:gdLst/>
              <a:ahLst/>
              <a:cxnLst/>
              <a:rect l="l" t="t" r="r" b="b"/>
              <a:pathLst>
                <a:path w="8235" h="3687" extrusionOk="0">
                  <a:moveTo>
                    <a:pt x="7866" y="1"/>
                  </a:moveTo>
                  <a:cubicBezTo>
                    <a:pt x="7770" y="1"/>
                    <a:pt x="7685" y="102"/>
                    <a:pt x="7734" y="212"/>
                  </a:cubicBezTo>
                  <a:cubicBezTo>
                    <a:pt x="8084" y="914"/>
                    <a:pt x="6865" y="1349"/>
                    <a:pt x="6414" y="1566"/>
                  </a:cubicBezTo>
                  <a:cubicBezTo>
                    <a:pt x="5779" y="1883"/>
                    <a:pt x="5110" y="2167"/>
                    <a:pt x="4442" y="2435"/>
                  </a:cubicBezTo>
                  <a:cubicBezTo>
                    <a:pt x="3757" y="2702"/>
                    <a:pt x="3055" y="2936"/>
                    <a:pt x="2353" y="3136"/>
                  </a:cubicBezTo>
                  <a:cubicBezTo>
                    <a:pt x="2088" y="3225"/>
                    <a:pt x="1812" y="3266"/>
                    <a:pt x="1535" y="3266"/>
                  </a:cubicBezTo>
                  <a:cubicBezTo>
                    <a:pt x="1446" y="3266"/>
                    <a:pt x="1357" y="3262"/>
                    <a:pt x="1267" y="3253"/>
                  </a:cubicBezTo>
                  <a:cubicBezTo>
                    <a:pt x="900" y="3220"/>
                    <a:pt x="566" y="3036"/>
                    <a:pt x="332" y="2752"/>
                  </a:cubicBezTo>
                  <a:cubicBezTo>
                    <a:pt x="300" y="2717"/>
                    <a:pt x="264" y="2702"/>
                    <a:pt x="228" y="2702"/>
                  </a:cubicBezTo>
                  <a:cubicBezTo>
                    <a:pt x="112" y="2702"/>
                    <a:pt x="1" y="2858"/>
                    <a:pt x="64" y="2986"/>
                  </a:cubicBezTo>
                  <a:cubicBezTo>
                    <a:pt x="359" y="3498"/>
                    <a:pt x="967" y="3687"/>
                    <a:pt x="1544" y="3687"/>
                  </a:cubicBezTo>
                  <a:cubicBezTo>
                    <a:pt x="1719" y="3687"/>
                    <a:pt x="1892" y="3669"/>
                    <a:pt x="2053" y="3638"/>
                  </a:cubicBezTo>
                  <a:cubicBezTo>
                    <a:pt x="2938" y="3437"/>
                    <a:pt x="3807" y="3170"/>
                    <a:pt x="4643" y="2802"/>
                  </a:cubicBezTo>
                  <a:cubicBezTo>
                    <a:pt x="5495" y="2468"/>
                    <a:pt x="6347" y="2084"/>
                    <a:pt x="7166" y="1649"/>
                  </a:cubicBezTo>
                  <a:cubicBezTo>
                    <a:pt x="7516" y="1466"/>
                    <a:pt x="7901" y="1265"/>
                    <a:pt x="8068" y="897"/>
                  </a:cubicBezTo>
                  <a:cubicBezTo>
                    <a:pt x="8235" y="613"/>
                    <a:pt x="8185" y="279"/>
                    <a:pt x="7968" y="45"/>
                  </a:cubicBezTo>
                  <a:cubicBezTo>
                    <a:pt x="7936" y="14"/>
                    <a:pt x="7900" y="1"/>
                    <a:pt x="7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1"/>
            <p:cNvSpPr/>
            <p:nvPr/>
          </p:nvSpPr>
          <p:spPr>
            <a:xfrm>
              <a:off x="7413529" y="1719794"/>
              <a:ext cx="77726" cy="139996"/>
            </a:xfrm>
            <a:custGeom>
              <a:avLst/>
              <a:gdLst/>
              <a:ahLst/>
              <a:cxnLst/>
              <a:rect l="l" t="t" r="r" b="b"/>
              <a:pathLst>
                <a:path w="2424" h="4366" extrusionOk="0">
                  <a:moveTo>
                    <a:pt x="772" y="0"/>
                  </a:moveTo>
                  <a:cubicBezTo>
                    <a:pt x="561" y="0"/>
                    <a:pt x="357" y="130"/>
                    <a:pt x="302" y="351"/>
                  </a:cubicBezTo>
                  <a:cubicBezTo>
                    <a:pt x="1" y="1772"/>
                    <a:pt x="469" y="3259"/>
                    <a:pt x="1555" y="4228"/>
                  </a:cubicBezTo>
                  <a:cubicBezTo>
                    <a:pt x="1655" y="4320"/>
                    <a:pt x="1780" y="4366"/>
                    <a:pt x="1903" y="4366"/>
                  </a:cubicBezTo>
                  <a:cubicBezTo>
                    <a:pt x="2027" y="4366"/>
                    <a:pt x="2148" y="4320"/>
                    <a:pt x="2240" y="4228"/>
                  </a:cubicBezTo>
                  <a:cubicBezTo>
                    <a:pt x="2424" y="4027"/>
                    <a:pt x="2424" y="3727"/>
                    <a:pt x="2240" y="3543"/>
                  </a:cubicBezTo>
                  <a:cubicBezTo>
                    <a:pt x="2022" y="3359"/>
                    <a:pt x="1855" y="3142"/>
                    <a:pt x="1705" y="2908"/>
                  </a:cubicBezTo>
                  <a:cubicBezTo>
                    <a:pt x="1621" y="2791"/>
                    <a:pt x="1555" y="2657"/>
                    <a:pt x="1488" y="2507"/>
                  </a:cubicBezTo>
                  <a:cubicBezTo>
                    <a:pt x="1454" y="2457"/>
                    <a:pt x="1438" y="2390"/>
                    <a:pt x="1404" y="2323"/>
                  </a:cubicBezTo>
                  <a:cubicBezTo>
                    <a:pt x="1388" y="2290"/>
                    <a:pt x="1388" y="2256"/>
                    <a:pt x="1371" y="2223"/>
                  </a:cubicBezTo>
                  <a:cubicBezTo>
                    <a:pt x="1371" y="2206"/>
                    <a:pt x="1354" y="2173"/>
                    <a:pt x="1354" y="2156"/>
                  </a:cubicBezTo>
                  <a:cubicBezTo>
                    <a:pt x="1354" y="2173"/>
                    <a:pt x="1354" y="2189"/>
                    <a:pt x="1354" y="2206"/>
                  </a:cubicBezTo>
                  <a:cubicBezTo>
                    <a:pt x="1304" y="2072"/>
                    <a:pt x="1271" y="1922"/>
                    <a:pt x="1254" y="1772"/>
                  </a:cubicBezTo>
                  <a:cubicBezTo>
                    <a:pt x="1237" y="1705"/>
                    <a:pt x="1220" y="1638"/>
                    <a:pt x="1220" y="1571"/>
                  </a:cubicBezTo>
                  <a:cubicBezTo>
                    <a:pt x="1204" y="1538"/>
                    <a:pt x="1204" y="1488"/>
                    <a:pt x="1204" y="1454"/>
                  </a:cubicBezTo>
                  <a:cubicBezTo>
                    <a:pt x="1204" y="1454"/>
                    <a:pt x="1204" y="1437"/>
                    <a:pt x="1204" y="1437"/>
                  </a:cubicBezTo>
                  <a:lnTo>
                    <a:pt x="1204" y="1421"/>
                  </a:lnTo>
                  <a:cubicBezTo>
                    <a:pt x="1187" y="1287"/>
                    <a:pt x="1187" y="1137"/>
                    <a:pt x="1204" y="986"/>
                  </a:cubicBezTo>
                  <a:cubicBezTo>
                    <a:pt x="1204" y="919"/>
                    <a:pt x="1204" y="853"/>
                    <a:pt x="1220" y="769"/>
                  </a:cubicBezTo>
                  <a:cubicBezTo>
                    <a:pt x="1220" y="736"/>
                    <a:pt x="1220" y="702"/>
                    <a:pt x="1237" y="669"/>
                  </a:cubicBezTo>
                  <a:cubicBezTo>
                    <a:pt x="1235" y="669"/>
                    <a:pt x="1234" y="669"/>
                    <a:pt x="1232" y="669"/>
                  </a:cubicBezTo>
                  <a:lnTo>
                    <a:pt x="1232" y="669"/>
                  </a:lnTo>
                  <a:cubicBezTo>
                    <a:pt x="1237" y="658"/>
                    <a:pt x="1237" y="647"/>
                    <a:pt x="1237" y="635"/>
                  </a:cubicBezTo>
                  <a:cubicBezTo>
                    <a:pt x="1304" y="385"/>
                    <a:pt x="1170" y="101"/>
                    <a:pt x="903" y="17"/>
                  </a:cubicBezTo>
                  <a:cubicBezTo>
                    <a:pt x="860" y="6"/>
                    <a:pt x="816" y="0"/>
                    <a:pt x="7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</a:t>
            </a:r>
            <a:endParaRPr/>
          </a:p>
        </p:txBody>
      </p:sp>
      <p:sp>
        <p:nvSpPr>
          <p:cNvPr id="1326" name="Google Shape;1326;p52"/>
          <p:cNvSpPr txBox="1">
            <a:spLocks noGrp="1"/>
          </p:cNvSpPr>
          <p:nvPr>
            <p:ph type="subTitle" idx="1"/>
          </p:nvPr>
        </p:nvSpPr>
        <p:spPr>
          <a:xfrm>
            <a:off x="720078" y="1168800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327" name="Google Shape;1327;p52"/>
          <p:cNvSpPr txBox="1">
            <a:spLocks noGrp="1"/>
          </p:cNvSpPr>
          <p:nvPr>
            <p:ph type="subTitle" idx="2"/>
          </p:nvPr>
        </p:nvSpPr>
        <p:spPr>
          <a:xfrm>
            <a:off x="720000" y="140026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by diameter in our Solar System</a:t>
            </a:r>
            <a:endParaRPr/>
          </a:p>
        </p:txBody>
      </p:sp>
      <p:sp>
        <p:nvSpPr>
          <p:cNvPr id="1328" name="Google Shape;1328;p52"/>
          <p:cNvSpPr txBox="1">
            <a:spLocks noGrp="1"/>
          </p:cNvSpPr>
          <p:nvPr>
            <p:ph type="subTitle" idx="3"/>
          </p:nvPr>
        </p:nvSpPr>
        <p:spPr>
          <a:xfrm>
            <a:off x="720078" y="2295149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329" name="Google Shape;1329;p52"/>
          <p:cNvSpPr txBox="1">
            <a:spLocks noGrp="1"/>
          </p:cNvSpPr>
          <p:nvPr>
            <p:ph type="subTitle" idx="4"/>
          </p:nvPr>
        </p:nvSpPr>
        <p:spPr>
          <a:xfrm>
            <a:off x="720000" y="2526762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one. It’s a gas giant, composed mostly of hydrogen and helium</a:t>
            </a:r>
            <a:endParaRPr/>
          </a:p>
        </p:txBody>
      </p:sp>
      <p:sp>
        <p:nvSpPr>
          <p:cNvPr id="1330" name="Google Shape;1330;p52"/>
          <p:cNvSpPr txBox="1">
            <a:spLocks noGrp="1"/>
          </p:cNvSpPr>
          <p:nvPr>
            <p:ph type="subTitle" idx="5"/>
          </p:nvPr>
        </p:nvSpPr>
        <p:spPr>
          <a:xfrm>
            <a:off x="720078" y="3421497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31" name="Google Shape;1331;p52"/>
          <p:cNvSpPr txBox="1">
            <a:spLocks noGrp="1"/>
          </p:cNvSpPr>
          <p:nvPr>
            <p:ph type="subTitle" idx="6"/>
          </p:nvPr>
        </p:nvSpPr>
        <p:spPr>
          <a:xfrm>
            <a:off x="720000" y="365312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</a:t>
            </a:r>
            <a:endParaRPr/>
          </a:p>
        </p:txBody>
      </p:sp>
      <p:sp>
        <p:nvSpPr>
          <p:cNvPr id="1332" name="Google Shape;1332;p52"/>
          <p:cNvSpPr txBox="1">
            <a:spLocks noGrp="1"/>
          </p:cNvSpPr>
          <p:nvPr>
            <p:ph type="subTitle" idx="7"/>
          </p:nvPr>
        </p:nvSpPr>
        <p:spPr>
          <a:xfrm>
            <a:off x="6391500" y="1168800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333" name="Google Shape;1333;p52"/>
          <p:cNvSpPr txBox="1">
            <a:spLocks noGrp="1"/>
          </p:cNvSpPr>
          <p:nvPr>
            <p:ph type="subTitle" idx="8"/>
          </p:nvPr>
        </p:nvSpPr>
        <p:spPr>
          <a:xfrm>
            <a:off x="6391500" y="1404826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our Solar System</a:t>
            </a:r>
            <a:endParaRPr/>
          </a:p>
        </p:txBody>
      </p:sp>
      <p:sp>
        <p:nvSpPr>
          <p:cNvPr id="1334" name="Google Shape;1334;p52"/>
          <p:cNvSpPr txBox="1">
            <a:spLocks noGrp="1"/>
          </p:cNvSpPr>
          <p:nvPr>
            <p:ph type="subTitle" idx="9"/>
          </p:nvPr>
        </p:nvSpPr>
        <p:spPr>
          <a:xfrm>
            <a:off x="6391500" y="2295149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335" name="Google Shape;1335;p52"/>
          <p:cNvSpPr txBox="1">
            <a:spLocks noGrp="1"/>
          </p:cNvSpPr>
          <p:nvPr>
            <p:ph type="subTitle" idx="13"/>
          </p:nvPr>
        </p:nvSpPr>
        <p:spPr>
          <a:xfrm>
            <a:off x="6391500" y="2528974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52"/>
          <p:cNvSpPr txBox="1">
            <a:spLocks noGrp="1"/>
          </p:cNvSpPr>
          <p:nvPr>
            <p:ph type="subTitle" idx="14"/>
          </p:nvPr>
        </p:nvSpPr>
        <p:spPr>
          <a:xfrm>
            <a:off x="6391500" y="3421497"/>
            <a:ext cx="20325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337" name="Google Shape;1337;p52"/>
          <p:cNvSpPr txBox="1">
            <a:spLocks noGrp="1"/>
          </p:cNvSpPr>
          <p:nvPr>
            <p:ph type="subTitle" idx="15"/>
          </p:nvPr>
        </p:nvSpPr>
        <p:spPr>
          <a:xfrm>
            <a:off x="6391500" y="3653123"/>
            <a:ext cx="2032500" cy="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fourth-brightest object in the sky and the biggest planet in our Solar System</a:t>
            </a:r>
            <a:endParaRPr/>
          </a:p>
        </p:txBody>
      </p:sp>
      <p:grpSp>
        <p:nvGrpSpPr>
          <p:cNvPr id="1338" name="Google Shape;1338;p52"/>
          <p:cNvGrpSpPr/>
          <p:nvPr/>
        </p:nvGrpSpPr>
        <p:grpSpPr>
          <a:xfrm>
            <a:off x="3344174" y="1128028"/>
            <a:ext cx="1217772" cy="3727159"/>
            <a:chOff x="3344174" y="1128028"/>
            <a:chExt cx="1217772" cy="3727159"/>
          </a:xfrm>
        </p:grpSpPr>
        <p:sp>
          <p:nvSpPr>
            <p:cNvPr id="1339" name="Google Shape;1339;p52"/>
            <p:cNvSpPr/>
            <p:nvPr/>
          </p:nvSpPr>
          <p:spPr>
            <a:xfrm>
              <a:off x="3624772" y="4650067"/>
              <a:ext cx="544113" cy="186916"/>
            </a:xfrm>
            <a:custGeom>
              <a:avLst/>
              <a:gdLst/>
              <a:ahLst/>
              <a:cxnLst/>
              <a:rect l="l" t="t" r="r" b="b"/>
              <a:pathLst>
                <a:path w="16977" h="5832" extrusionOk="0">
                  <a:moveTo>
                    <a:pt x="8088" y="0"/>
                  </a:moveTo>
                  <a:cubicBezTo>
                    <a:pt x="8088" y="0"/>
                    <a:pt x="7469" y="1420"/>
                    <a:pt x="6834" y="1838"/>
                  </a:cubicBezTo>
                  <a:cubicBezTo>
                    <a:pt x="6199" y="2256"/>
                    <a:pt x="3476" y="3141"/>
                    <a:pt x="1939" y="3776"/>
                  </a:cubicBezTo>
                  <a:cubicBezTo>
                    <a:pt x="1070" y="4144"/>
                    <a:pt x="1" y="5247"/>
                    <a:pt x="1" y="5831"/>
                  </a:cubicBezTo>
                  <a:lnTo>
                    <a:pt x="16976" y="5831"/>
                  </a:lnTo>
                  <a:lnTo>
                    <a:pt x="16459" y="2089"/>
                  </a:lnTo>
                  <a:lnTo>
                    <a:pt x="8088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2"/>
            <p:cNvSpPr/>
            <p:nvPr/>
          </p:nvSpPr>
          <p:spPr>
            <a:xfrm>
              <a:off x="3597465" y="4708942"/>
              <a:ext cx="645327" cy="146244"/>
            </a:xfrm>
            <a:custGeom>
              <a:avLst/>
              <a:gdLst/>
              <a:ahLst/>
              <a:cxnLst/>
              <a:rect l="l" t="t" r="r" b="b"/>
              <a:pathLst>
                <a:path w="20135" h="4563" extrusionOk="0">
                  <a:moveTo>
                    <a:pt x="6734" y="1"/>
                  </a:moveTo>
                  <a:cubicBezTo>
                    <a:pt x="5798" y="519"/>
                    <a:pt x="2841" y="1839"/>
                    <a:pt x="1488" y="2724"/>
                  </a:cubicBezTo>
                  <a:cubicBezTo>
                    <a:pt x="117" y="3627"/>
                    <a:pt x="0" y="4562"/>
                    <a:pt x="0" y="4562"/>
                  </a:cubicBezTo>
                  <a:lnTo>
                    <a:pt x="19332" y="4562"/>
                  </a:lnTo>
                  <a:cubicBezTo>
                    <a:pt x="20134" y="4562"/>
                    <a:pt x="20134" y="3359"/>
                    <a:pt x="19332" y="3359"/>
                  </a:cubicBezTo>
                  <a:lnTo>
                    <a:pt x="8572" y="3359"/>
                  </a:lnTo>
                  <a:cubicBezTo>
                    <a:pt x="8572" y="3359"/>
                    <a:pt x="8104" y="1204"/>
                    <a:pt x="673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2"/>
            <p:cNvSpPr/>
            <p:nvPr/>
          </p:nvSpPr>
          <p:spPr>
            <a:xfrm>
              <a:off x="3654226" y="2809499"/>
              <a:ext cx="539305" cy="1968575"/>
            </a:xfrm>
            <a:custGeom>
              <a:avLst/>
              <a:gdLst/>
              <a:ahLst/>
              <a:cxnLst/>
              <a:rect l="l" t="t" r="r" b="b"/>
              <a:pathLst>
                <a:path w="16827" h="61422" extrusionOk="0">
                  <a:moveTo>
                    <a:pt x="1" y="1"/>
                  </a:moveTo>
                  <a:cubicBezTo>
                    <a:pt x="1" y="84"/>
                    <a:pt x="201" y="2089"/>
                    <a:pt x="535" y="5331"/>
                  </a:cubicBezTo>
                  <a:cubicBezTo>
                    <a:pt x="2039" y="19617"/>
                    <a:pt x="6099" y="57729"/>
                    <a:pt x="6099" y="57729"/>
                  </a:cubicBezTo>
                  <a:lnTo>
                    <a:pt x="16826" y="61421"/>
                  </a:lnTo>
                  <a:lnTo>
                    <a:pt x="12181" y="5331"/>
                  </a:lnTo>
                  <a:lnTo>
                    <a:pt x="11763" y="2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2"/>
            <p:cNvSpPr/>
            <p:nvPr/>
          </p:nvSpPr>
          <p:spPr>
            <a:xfrm>
              <a:off x="3908062" y="4650067"/>
              <a:ext cx="544658" cy="186916"/>
            </a:xfrm>
            <a:custGeom>
              <a:avLst/>
              <a:gdLst/>
              <a:ahLst/>
              <a:cxnLst/>
              <a:rect l="l" t="t" r="r" b="b"/>
              <a:pathLst>
                <a:path w="16994" h="5832" extrusionOk="0">
                  <a:moveTo>
                    <a:pt x="8104" y="0"/>
                  </a:moveTo>
                  <a:cubicBezTo>
                    <a:pt x="8104" y="0"/>
                    <a:pt x="7469" y="1420"/>
                    <a:pt x="6834" y="1838"/>
                  </a:cubicBezTo>
                  <a:cubicBezTo>
                    <a:pt x="6216" y="2256"/>
                    <a:pt x="3476" y="3141"/>
                    <a:pt x="1955" y="3776"/>
                  </a:cubicBezTo>
                  <a:cubicBezTo>
                    <a:pt x="1086" y="4144"/>
                    <a:pt x="0" y="5247"/>
                    <a:pt x="0" y="5831"/>
                  </a:cubicBezTo>
                  <a:lnTo>
                    <a:pt x="16993" y="5831"/>
                  </a:lnTo>
                  <a:lnTo>
                    <a:pt x="16458" y="2089"/>
                  </a:lnTo>
                  <a:lnTo>
                    <a:pt x="8104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2"/>
            <p:cNvSpPr/>
            <p:nvPr/>
          </p:nvSpPr>
          <p:spPr>
            <a:xfrm>
              <a:off x="3881268" y="4708942"/>
              <a:ext cx="645327" cy="146244"/>
            </a:xfrm>
            <a:custGeom>
              <a:avLst/>
              <a:gdLst/>
              <a:ahLst/>
              <a:cxnLst/>
              <a:rect l="l" t="t" r="r" b="b"/>
              <a:pathLst>
                <a:path w="20135" h="4563" extrusionOk="0">
                  <a:moveTo>
                    <a:pt x="6735" y="1"/>
                  </a:moveTo>
                  <a:cubicBezTo>
                    <a:pt x="5782" y="519"/>
                    <a:pt x="2841" y="1839"/>
                    <a:pt x="1471" y="2724"/>
                  </a:cubicBezTo>
                  <a:cubicBezTo>
                    <a:pt x="101" y="3627"/>
                    <a:pt x="1" y="4562"/>
                    <a:pt x="1" y="4562"/>
                  </a:cubicBezTo>
                  <a:lnTo>
                    <a:pt x="19316" y="4562"/>
                  </a:lnTo>
                  <a:cubicBezTo>
                    <a:pt x="20135" y="4562"/>
                    <a:pt x="20135" y="3359"/>
                    <a:pt x="19316" y="3359"/>
                  </a:cubicBezTo>
                  <a:lnTo>
                    <a:pt x="8572" y="3359"/>
                  </a:lnTo>
                  <a:cubicBezTo>
                    <a:pt x="8572" y="3359"/>
                    <a:pt x="8105" y="1204"/>
                    <a:pt x="673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2"/>
            <p:cNvSpPr/>
            <p:nvPr/>
          </p:nvSpPr>
          <p:spPr>
            <a:xfrm>
              <a:off x="3937516" y="2809499"/>
              <a:ext cx="539273" cy="1968575"/>
            </a:xfrm>
            <a:custGeom>
              <a:avLst/>
              <a:gdLst/>
              <a:ahLst/>
              <a:cxnLst/>
              <a:rect l="l" t="t" r="r" b="b"/>
              <a:pathLst>
                <a:path w="16826" h="61422" extrusionOk="0">
                  <a:moveTo>
                    <a:pt x="0" y="1"/>
                  </a:moveTo>
                  <a:cubicBezTo>
                    <a:pt x="0" y="84"/>
                    <a:pt x="218" y="2089"/>
                    <a:pt x="552" y="5331"/>
                  </a:cubicBezTo>
                  <a:cubicBezTo>
                    <a:pt x="2039" y="19617"/>
                    <a:pt x="6099" y="57729"/>
                    <a:pt x="6099" y="57729"/>
                  </a:cubicBezTo>
                  <a:lnTo>
                    <a:pt x="16826" y="61421"/>
                  </a:lnTo>
                  <a:lnTo>
                    <a:pt x="12198" y="5331"/>
                  </a:lnTo>
                  <a:lnTo>
                    <a:pt x="11780" y="2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2"/>
            <p:cNvSpPr/>
            <p:nvPr/>
          </p:nvSpPr>
          <p:spPr>
            <a:xfrm>
              <a:off x="3937516" y="2809499"/>
              <a:ext cx="390946" cy="170859"/>
            </a:xfrm>
            <a:custGeom>
              <a:avLst/>
              <a:gdLst/>
              <a:ahLst/>
              <a:cxnLst/>
              <a:rect l="l" t="t" r="r" b="b"/>
              <a:pathLst>
                <a:path w="12198" h="5331" extrusionOk="0">
                  <a:moveTo>
                    <a:pt x="0" y="1"/>
                  </a:moveTo>
                  <a:cubicBezTo>
                    <a:pt x="0" y="84"/>
                    <a:pt x="218" y="2089"/>
                    <a:pt x="552" y="5331"/>
                  </a:cubicBezTo>
                  <a:lnTo>
                    <a:pt x="12198" y="5331"/>
                  </a:lnTo>
                  <a:lnTo>
                    <a:pt x="11780" y="2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52"/>
            <p:cNvSpPr/>
            <p:nvPr/>
          </p:nvSpPr>
          <p:spPr>
            <a:xfrm>
              <a:off x="3951970" y="1368211"/>
              <a:ext cx="484147" cy="661127"/>
            </a:xfrm>
            <a:custGeom>
              <a:avLst/>
              <a:gdLst/>
              <a:ahLst/>
              <a:cxnLst/>
              <a:rect l="l" t="t" r="r" b="b"/>
              <a:pathLst>
                <a:path w="15106" h="20628" extrusionOk="0">
                  <a:moveTo>
                    <a:pt x="6004" y="0"/>
                  </a:moveTo>
                  <a:cubicBezTo>
                    <a:pt x="5499" y="0"/>
                    <a:pt x="5026" y="24"/>
                    <a:pt x="4612" y="75"/>
                  </a:cubicBezTo>
                  <a:cubicBezTo>
                    <a:pt x="2306" y="342"/>
                    <a:pt x="1989" y="927"/>
                    <a:pt x="1822" y="1495"/>
                  </a:cubicBezTo>
                  <a:cubicBezTo>
                    <a:pt x="1471" y="2631"/>
                    <a:pt x="2273" y="4586"/>
                    <a:pt x="2273" y="4586"/>
                  </a:cubicBezTo>
                  <a:cubicBezTo>
                    <a:pt x="2373" y="4586"/>
                    <a:pt x="1" y="14611"/>
                    <a:pt x="301" y="16650"/>
                  </a:cubicBezTo>
                  <a:cubicBezTo>
                    <a:pt x="619" y="18688"/>
                    <a:pt x="3075" y="20125"/>
                    <a:pt x="5498" y="20576"/>
                  </a:cubicBezTo>
                  <a:cubicBezTo>
                    <a:pt x="5683" y="20611"/>
                    <a:pt x="5886" y="20627"/>
                    <a:pt x="6105" y="20627"/>
                  </a:cubicBezTo>
                  <a:cubicBezTo>
                    <a:pt x="8743" y="20627"/>
                    <a:pt x="13547" y="18242"/>
                    <a:pt x="14303" y="16683"/>
                  </a:cubicBezTo>
                  <a:cubicBezTo>
                    <a:pt x="15105" y="14996"/>
                    <a:pt x="13835" y="2247"/>
                    <a:pt x="12465" y="1295"/>
                  </a:cubicBezTo>
                  <a:cubicBezTo>
                    <a:pt x="11353" y="512"/>
                    <a:pt x="8334" y="0"/>
                    <a:pt x="600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2"/>
            <p:cNvSpPr/>
            <p:nvPr/>
          </p:nvSpPr>
          <p:spPr>
            <a:xfrm>
              <a:off x="4013571" y="1534743"/>
              <a:ext cx="348640" cy="389440"/>
            </a:xfrm>
            <a:custGeom>
              <a:avLst/>
              <a:gdLst/>
              <a:ahLst/>
              <a:cxnLst/>
              <a:rect l="l" t="t" r="r" b="b"/>
              <a:pathLst>
                <a:path w="10878" h="12151" extrusionOk="0">
                  <a:moveTo>
                    <a:pt x="4770" y="1"/>
                  </a:moveTo>
                  <a:cubicBezTo>
                    <a:pt x="3944" y="1"/>
                    <a:pt x="3235" y="103"/>
                    <a:pt x="2891" y="393"/>
                  </a:cubicBezTo>
                  <a:cubicBezTo>
                    <a:pt x="1754" y="1345"/>
                    <a:pt x="0" y="8346"/>
                    <a:pt x="1270" y="10451"/>
                  </a:cubicBezTo>
                  <a:cubicBezTo>
                    <a:pt x="1956" y="11588"/>
                    <a:pt x="4338" y="12150"/>
                    <a:pt x="6494" y="12150"/>
                  </a:cubicBezTo>
                  <a:cubicBezTo>
                    <a:pt x="8330" y="12150"/>
                    <a:pt x="10003" y="11743"/>
                    <a:pt x="10326" y="10936"/>
                  </a:cubicBezTo>
                  <a:cubicBezTo>
                    <a:pt x="10877" y="9516"/>
                    <a:pt x="9908" y="3735"/>
                    <a:pt x="9490" y="1479"/>
                  </a:cubicBezTo>
                  <a:cubicBezTo>
                    <a:pt x="9390" y="928"/>
                    <a:pt x="8956" y="493"/>
                    <a:pt x="8404" y="393"/>
                  </a:cubicBezTo>
                  <a:cubicBezTo>
                    <a:pt x="7468" y="224"/>
                    <a:pt x="5991" y="1"/>
                    <a:pt x="4770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2"/>
            <p:cNvSpPr/>
            <p:nvPr/>
          </p:nvSpPr>
          <p:spPr>
            <a:xfrm>
              <a:off x="3400390" y="1506090"/>
              <a:ext cx="608918" cy="589688"/>
            </a:xfrm>
            <a:custGeom>
              <a:avLst/>
              <a:gdLst/>
              <a:ahLst/>
              <a:cxnLst/>
              <a:rect l="l" t="t" r="r" b="b"/>
              <a:pathLst>
                <a:path w="18999" h="18399" extrusionOk="0">
                  <a:moveTo>
                    <a:pt x="5114" y="0"/>
                  </a:moveTo>
                  <a:lnTo>
                    <a:pt x="1" y="1120"/>
                  </a:lnTo>
                  <a:cubicBezTo>
                    <a:pt x="1" y="1120"/>
                    <a:pt x="1605" y="16224"/>
                    <a:pt x="3443" y="17895"/>
                  </a:cubicBezTo>
                  <a:cubicBezTo>
                    <a:pt x="3842" y="18251"/>
                    <a:pt x="4664" y="18398"/>
                    <a:pt x="5720" y="18398"/>
                  </a:cubicBezTo>
                  <a:cubicBezTo>
                    <a:pt x="9566" y="18398"/>
                    <a:pt x="16517" y="16447"/>
                    <a:pt x="17461" y="15556"/>
                  </a:cubicBezTo>
                  <a:cubicBezTo>
                    <a:pt x="18815" y="14269"/>
                    <a:pt x="18998" y="10276"/>
                    <a:pt x="16609" y="9959"/>
                  </a:cubicBezTo>
                  <a:cubicBezTo>
                    <a:pt x="16320" y="9923"/>
                    <a:pt x="15976" y="9907"/>
                    <a:pt x="15594" y="9907"/>
                  </a:cubicBezTo>
                  <a:cubicBezTo>
                    <a:pt x="12789" y="9907"/>
                    <a:pt x="7937" y="10761"/>
                    <a:pt x="7937" y="10761"/>
                  </a:cubicBezTo>
                  <a:lnTo>
                    <a:pt x="5114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2"/>
            <p:cNvSpPr/>
            <p:nvPr/>
          </p:nvSpPr>
          <p:spPr>
            <a:xfrm>
              <a:off x="3620477" y="1796303"/>
              <a:ext cx="941469" cy="1082841"/>
            </a:xfrm>
            <a:custGeom>
              <a:avLst/>
              <a:gdLst/>
              <a:ahLst/>
              <a:cxnLst/>
              <a:rect l="l" t="t" r="r" b="b"/>
              <a:pathLst>
                <a:path w="29375" h="33786" extrusionOk="0">
                  <a:moveTo>
                    <a:pt x="12581" y="1"/>
                  </a:moveTo>
                  <a:cubicBezTo>
                    <a:pt x="11538" y="1"/>
                    <a:pt x="9125" y="364"/>
                    <a:pt x="8422" y="904"/>
                  </a:cubicBezTo>
                  <a:cubicBezTo>
                    <a:pt x="7353" y="1706"/>
                    <a:pt x="586" y="22959"/>
                    <a:pt x="1" y="33786"/>
                  </a:cubicBezTo>
                  <a:lnTo>
                    <a:pt x="23543" y="33786"/>
                  </a:lnTo>
                  <a:lnTo>
                    <a:pt x="20903" y="24897"/>
                  </a:lnTo>
                  <a:cubicBezTo>
                    <a:pt x="20903" y="24897"/>
                    <a:pt x="29375" y="8773"/>
                    <a:pt x="28606" y="6451"/>
                  </a:cubicBezTo>
                  <a:cubicBezTo>
                    <a:pt x="27720" y="3727"/>
                    <a:pt x="25097" y="3059"/>
                    <a:pt x="22825" y="2140"/>
                  </a:cubicBezTo>
                  <a:cubicBezTo>
                    <a:pt x="22507" y="2023"/>
                    <a:pt x="22190" y="1889"/>
                    <a:pt x="21889" y="1739"/>
                  </a:cubicBezTo>
                  <a:cubicBezTo>
                    <a:pt x="19299" y="1171"/>
                    <a:pt x="13919" y="118"/>
                    <a:pt x="13752" y="68"/>
                  </a:cubicBezTo>
                  <a:cubicBezTo>
                    <a:pt x="13752" y="68"/>
                    <a:pt x="13284" y="18"/>
                    <a:pt x="12649" y="1"/>
                  </a:cubicBezTo>
                  <a:cubicBezTo>
                    <a:pt x="12627" y="1"/>
                    <a:pt x="12605" y="1"/>
                    <a:pt x="12581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2"/>
            <p:cNvSpPr/>
            <p:nvPr/>
          </p:nvSpPr>
          <p:spPr>
            <a:xfrm>
              <a:off x="4056389" y="2607616"/>
              <a:ext cx="178358" cy="198357"/>
            </a:xfrm>
            <a:custGeom>
              <a:avLst/>
              <a:gdLst/>
              <a:ahLst/>
              <a:cxnLst/>
              <a:rect l="l" t="t" r="r" b="b"/>
              <a:pathLst>
                <a:path w="5565" h="6189" extrusionOk="0">
                  <a:moveTo>
                    <a:pt x="5314" y="1"/>
                  </a:moveTo>
                  <a:lnTo>
                    <a:pt x="1" y="68"/>
                  </a:lnTo>
                  <a:lnTo>
                    <a:pt x="168" y="4412"/>
                  </a:lnTo>
                  <a:cubicBezTo>
                    <a:pt x="168" y="4412"/>
                    <a:pt x="335" y="5665"/>
                    <a:pt x="2039" y="6083"/>
                  </a:cubicBezTo>
                  <a:cubicBezTo>
                    <a:pt x="2336" y="6155"/>
                    <a:pt x="2628" y="6188"/>
                    <a:pt x="2908" y="6188"/>
                  </a:cubicBezTo>
                  <a:cubicBezTo>
                    <a:pt x="4236" y="6188"/>
                    <a:pt x="5304" y="5453"/>
                    <a:pt x="5414" y="4763"/>
                  </a:cubicBezTo>
                  <a:cubicBezTo>
                    <a:pt x="5565" y="3844"/>
                    <a:pt x="5331" y="84"/>
                    <a:pt x="531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2"/>
            <p:cNvSpPr/>
            <p:nvPr/>
          </p:nvSpPr>
          <p:spPr>
            <a:xfrm>
              <a:off x="3707237" y="2609764"/>
              <a:ext cx="178358" cy="198325"/>
            </a:xfrm>
            <a:custGeom>
              <a:avLst/>
              <a:gdLst/>
              <a:ahLst/>
              <a:cxnLst/>
              <a:rect l="l" t="t" r="r" b="b"/>
              <a:pathLst>
                <a:path w="5565" h="6188" extrusionOk="0">
                  <a:moveTo>
                    <a:pt x="5314" y="1"/>
                  </a:moveTo>
                  <a:lnTo>
                    <a:pt x="1" y="67"/>
                  </a:lnTo>
                  <a:lnTo>
                    <a:pt x="151" y="4395"/>
                  </a:lnTo>
                  <a:cubicBezTo>
                    <a:pt x="151" y="4395"/>
                    <a:pt x="318" y="5665"/>
                    <a:pt x="2022" y="6082"/>
                  </a:cubicBezTo>
                  <a:cubicBezTo>
                    <a:pt x="2319" y="6155"/>
                    <a:pt x="2612" y="6188"/>
                    <a:pt x="2893" y="6188"/>
                  </a:cubicBezTo>
                  <a:cubicBezTo>
                    <a:pt x="4225" y="6188"/>
                    <a:pt x="5304" y="5452"/>
                    <a:pt x="5414" y="4763"/>
                  </a:cubicBezTo>
                  <a:cubicBezTo>
                    <a:pt x="5565" y="3844"/>
                    <a:pt x="5331" y="84"/>
                    <a:pt x="531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2"/>
            <p:cNvSpPr/>
            <p:nvPr/>
          </p:nvSpPr>
          <p:spPr>
            <a:xfrm>
              <a:off x="4025878" y="1796335"/>
              <a:ext cx="326141" cy="244061"/>
            </a:xfrm>
            <a:custGeom>
              <a:avLst/>
              <a:gdLst/>
              <a:ahLst/>
              <a:cxnLst/>
              <a:rect l="l" t="t" r="r" b="b"/>
              <a:pathLst>
                <a:path w="10176" h="7615" extrusionOk="0">
                  <a:moveTo>
                    <a:pt x="0" y="0"/>
                  </a:moveTo>
                  <a:cubicBezTo>
                    <a:pt x="101" y="2273"/>
                    <a:pt x="418" y="6784"/>
                    <a:pt x="1571" y="7603"/>
                  </a:cubicBezTo>
                  <a:cubicBezTo>
                    <a:pt x="1644" y="7611"/>
                    <a:pt x="1720" y="7615"/>
                    <a:pt x="1798" y="7615"/>
                  </a:cubicBezTo>
                  <a:cubicBezTo>
                    <a:pt x="3972" y="7615"/>
                    <a:pt x="8257" y="4558"/>
                    <a:pt x="10176" y="2139"/>
                  </a:cubicBezTo>
                  <a:cubicBezTo>
                    <a:pt x="9858" y="2022"/>
                    <a:pt x="9541" y="1872"/>
                    <a:pt x="9240" y="1738"/>
                  </a:cubicBezTo>
                  <a:cubicBezTo>
                    <a:pt x="6650" y="1153"/>
                    <a:pt x="1270" y="117"/>
                    <a:pt x="1103" y="67"/>
                  </a:cubicBezTo>
                  <a:cubicBezTo>
                    <a:pt x="1103" y="67"/>
                    <a:pt x="635" y="17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2"/>
            <p:cNvSpPr/>
            <p:nvPr/>
          </p:nvSpPr>
          <p:spPr>
            <a:xfrm>
              <a:off x="3683744" y="1320745"/>
              <a:ext cx="101182" cy="154834"/>
            </a:xfrm>
            <a:custGeom>
              <a:avLst/>
              <a:gdLst/>
              <a:ahLst/>
              <a:cxnLst/>
              <a:rect l="l" t="t" r="r" b="b"/>
              <a:pathLst>
                <a:path w="3157" h="4831" extrusionOk="0">
                  <a:moveTo>
                    <a:pt x="277" y="1"/>
                  </a:moveTo>
                  <a:cubicBezTo>
                    <a:pt x="61" y="1"/>
                    <a:pt x="0" y="462"/>
                    <a:pt x="49" y="704"/>
                  </a:cubicBezTo>
                  <a:cubicBezTo>
                    <a:pt x="115" y="971"/>
                    <a:pt x="299" y="1322"/>
                    <a:pt x="516" y="1406"/>
                  </a:cubicBezTo>
                  <a:cubicBezTo>
                    <a:pt x="884" y="1489"/>
                    <a:pt x="1252" y="1556"/>
                    <a:pt x="1636" y="1606"/>
                  </a:cubicBezTo>
                  <a:lnTo>
                    <a:pt x="2806" y="4831"/>
                  </a:lnTo>
                  <a:cubicBezTo>
                    <a:pt x="2806" y="4831"/>
                    <a:pt x="3156" y="2993"/>
                    <a:pt x="2789" y="1589"/>
                  </a:cubicBezTo>
                  <a:cubicBezTo>
                    <a:pt x="2537" y="630"/>
                    <a:pt x="2364" y="436"/>
                    <a:pt x="2157" y="436"/>
                  </a:cubicBezTo>
                  <a:cubicBezTo>
                    <a:pt x="2061" y="436"/>
                    <a:pt x="1958" y="477"/>
                    <a:pt x="1836" y="503"/>
                  </a:cubicBezTo>
                  <a:cubicBezTo>
                    <a:pt x="1519" y="570"/>
                    <a:pt x="1218" y="620"/>
                    <a:pt x="901" y="654"/>
                  </a:cubicBezTo>
                  <a:cubicBezTo>
                    <a:pt x="901" y="654"/>
                    <a:pt x="533" y="52"/>
                    <a:pt x="299" y="2"/>
                  </a:cubicBezTo>
                  <a:cubicBezTo>
                    <a:pt x="292" y="1"/>
                    <a:pt x="284" y="1"/>
                    <a:pt x="277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2"/>
            <p:cNvSpPr/>
            <p:nvPr/>
          </p:nvSpPr>
          <p:spPr>
            <a:xfrm>
              <a:off x="3344174" y="1128028"/>
              <a:ext cx="442354" cy="624430"/>
            </a:xfrm>
            <a:custGeom>
              <a:avLst/>
              <a:gdLst/>
              <a:ahLst/>
              <a:cxnLst/>
              <a:rect l="l" t="t" r="r" b="b"/>
              <a:pathLst>
                <a:path w="13802" h="19483" extrusionOk="0">
                  <a:moveTo>
                    <a:pt x="3392" y="0"/>
                  </a:moveTo>
                  <a:lnTo>
                    <a:pt x="0" y="16542"/>
                  </a:lnTo>
                  <a:lnTo>
                    <a:pt x="10226" y="19482"/>
                  </a:lnTo>
                  <a:lnTo>
                    <a:pt x="13802" y="2790"/>
                  </a:lnTo>
                  <a:lnTo>
                    <a:pt x="339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2"/>
            <p:cNvSpPr/>
            <p:nvPr/>
          </p:nvSpPr>
          <p:spPr>
            <a:xfrm>
              <a:off x="3617272" y="1343949"/>
              <a:ext cx="166596" cy="168198"/>
            </a:xfrm>
            <a:custGeom>
              <a:avLst/>
              <a:gdLst/>
              <a:ahLst/>
              <a:cxnLst/>
              <a:rect l="l" t="t" r="r" b="b"/>
              <a:pathLst>
                <a:path w="5198" h="5248" extrusionOk="0">
                  <a:moveTo>
                    <a:pt x="1065" y="0"/>
                  </a:moveTo>
                  <a:cubicBezTo>
                    <a:pt x="621" y="0"/>
                    <a:pt x="148" y="35"/>
                    <a:pt x="84" y="130"/>
                  </a:cubicBezTo>
                  <a:cubicBezTo>
                    <a:pt x="34" y="214"/>
                    <a:pt x="17" y="297"/>
                    <a:pt x="17" y="398"/>
                  </a:cubicBezTo>
                  <a:cubicBezTo>
                    <a:pt x="1" y="498"/>
                    <a:pt x="34" y="598"/>
                    <a:pt x="101" y="665"/>
                  </a:cubicBezTo>
                  <a:lnTo>
                    <a:pt x="652" y="799"/>
                  </a:lnTo>
                  <a:cubicBezTo>
                    <a:pt x="652" y="799"/>
                    <a:pt x="485" y="1250"/>
                    <a:pt x="569" y="1317"/>
                  </a:cubicBezTo>
                  <a:cubicBezTo>
                    <a:pt x="769" y="1417"/>
                    <a:pt x="953" y="1484"/>
                    <a:pt x="1154" y="1551"/>
                  </a:cubicBezTo>
                  <a:cubicBezTo>
                    <a:pt x="1137" y="1651"/>
                    <a:pt x="1120" y="1734"/>
                    <a:pt x="1103" y="1835"/>
                  </a:cubicBezTo>
                  <a:cubicBezTo>
                    <a:pt x="1087" y="1935"/>
                    <a:pt x="1087" y="2052"/>
                    <a:pt x="1137" y="2152"/>
                  </a:cubicBezTo>
                  <a:cubicBezTo>
                    <a:pt x="1187" y="2236"/>
                    <a:pt x="1254" y="2302"/>
                    <a:pt x="1337" y="2336"/>
                  </a:cubicBezTo>
                  <a:cubicBezTo>
                    <a:pt x="1237" y="2386"/>
                    <a:pt x="1137" y="2419"/>
                    <a:pt x="1037" y="2469"/>
                  </a:cubicBezTo>
                  <a:cubicBezTo>
                    <a:pt x="986" y="2503"/>
                    <a:pt x="970" y="2520"/>
                    <a:pt x="936" y="2553"/>
                  </a:cubicBezTo>
                  <a:cubicBezTo>
                    <a:pt x="886" y="2737"/>
                    <a:pt x="953" y="2937"/>
                    <a:pt x="1087" y="3054"/>
                  </a:cubicBezTo>
                  <a:cubicBezTo>
                    <a:pt x="1254" y="3155"/>
                    <a:pt x="2240" y="3522"/>
                    <a:pt x="2240" y="3522"/>
                  </a:cubicBezTo>
                  <a:cubicBezTo>
                    <a:pt x="2240" y="3522"/>
                    <a:pt x="3268" y="5247"/>
                    <a:pt x="4294" y="5247"/>
                  </a:cubicBezTo>
                  <a:cubicBezTo>
                    <a:pt x="4322" y="5247"/>
                    <a:pt x="4350" y="5246"/>
                    <a:pt x="4378" y="5243"/>
                  </a:cubicBezTo>
                  <a:cubicBezTo>
                    <a:pt x="5063" y="5176"/>
                    <a:pt x="5197" y="2269"/>
                    <a:pt x="4412" y="1400"/>
                  </a:cubicBezTo>
                  <a:cubicBezTo>
                    <a:pt x="3727" y="632"/>
                    <a:pt x="2139" y="80"/>
                    <a:pt x="1722" y="30"/>
                  </a:cubicBezTo>
                  <a:cubicBezTo>
                    <a:pt x="1569" y="12"/>
                    <a:pt x="1322" y="0"/>
                    <a:pt x="1065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2"/>
            <p:cNvSpPr/>
            <p:nvPr/>
          </p:nvSpPr>
          <p:spPr>
            <a:xfrm>
              <a:off x="3617272" y="1356673"/>
              <a:ext cx="81439" cy="27883"/>
            </a:xfrm>
            <a:custGeom>
              <a:avLst/>
              <a:gdLst/>
              <a:ahLst/>
              <a:cxnLst/>
              <a:rect l="l" t="t" r="r" b="b"/>
              <a:pathLst>
                <a:path w="2541" h="870" extrusionOk="0">
                  <a:moveTo>
                    <a:pt x="17" y="1"/>
                  </a:moveTo>
                  <a:cubicBezTo>
                    <a:pt x="1" y="101"/>
                    <a:pt x="34" y="201"/>
                    <a:pt x="101" y="268"/>
                  </a:cubicBezTo>
                  <a:lnTo>
                    <a:pt x="652" y="402"/>
                  </a:lnTo>
                  <a:cubicBezTo>
                    <a:pt x="652" y="402"/>
                    <a:pt x="2273" y="786"/>
                    <a:pt x="2540" y="869"/>
                  </a:cubicBezTo>
                  <a:cubicBezTo>
                    <a:pt x="2323" y="585"/>
                    <a:pt x="2006" y="385"/>
                    <a:pt x="1655" y="285"/>
                  </a:cubicBezTo>
                  <a:cubicBezTo>
                    <a:pt x="1103" y="151"/>
                    <a:pt x="569" y="67"/>
                    <a:pt x="17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2"/>
            <p:cNvSpPr/>
            <p:nvPr/>
          </p:nvSpPr>
          <p:spPr>
            <a:xfrm>
              <a:off x="3652623" y="1393626"/>
              <a:ext cx="48748" cy="17179"/>
            </a:xfrm>
            <a:custGeom>
              <a:avLst/>
              <a:gdLst/>
              <a:ahLst/>
              <a:cxnLst/>
              <a:rect l="l" t="t" r="r" b="b"/>
              <a:pathLst>
                <a:path w="1521" h="536" extrusionOk="0">
                  <a:moveTo>
                    <a:pt x="51" y="1"/>
                  </a:moveTo>
                  <a:cubicBezTo>
                    <a:pt x="34" y="101"/>
                    <a:pt x="17" y="184"/>
                    <a:pt x="0" y="285"/>
                  </a:cubicBezTo>
                  <a:cubicBezTo>
                    <a:pt x="502" y="418"/>
                    <a:pt x="1003" y="502"/>
                    <a:pt x="1521" y="535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2"/>
            <p:cNvSpPr/>
            <p:nvPr/>
          </p:nvSpPr>
          <p:spPr>
            <a:xfrm>
              <a:off x="3650476" y="1418786"/>
              <a:ext cx="39678" cy="11826"/>
            </a:xfrm>
            <a:custGeom>
              <a:avLst/>
              <a:gdLst/>
              <a:ahLst/>
              <a:cxnLst/>
              <a:rect l="l" t="t" r="r" b="b"/>
              <a:pathLst>
                <a:path w="1238" h="369" extrusionOk="0">
                  <a:moveTo>
                    <a:pt x="301" y="1"/>
                  </a:moveTo>
                  <a:cubicBezTo>
                    <a:pt x="201" y="34"/>
                    <a:pt x="101" y="84"/>
                    <a:pt x="1" y="134"/>
                  </a:cubicBezTo>
                  <a:cubicBezTo>
                    <a:pt x="402" y="251"/>
                    <a:pt x="819" y="318"/>
                    <a:pt x="1237" y="368"/>
                  </a:cubicBezTo>
                  <a:cubicBezTo>
                    <a:pt x="936" y="218"/>
                    <a:pt x="619" y="101"/>
                    <a:pt x="301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2"/>
            <p:cNvSpPr/>
            <p:nvPr/>
          </p:nvSpPr>
          <p:spPr>
            <a:xfrm>
              <a:off x="3398243" y="1300393"/>
              <a:ext cx="84644" cy="37242"/>
            </a:xfrm>
            <a:custGeom>
              <a:avLst/>
              <a:gdLst/>
              <a:ahLst/>
              <a:cxnLst/>
              <a:rect l="l" t="t" r="r" b="b"/>
              <a:pathLst>
                <a:path w="2641" h="1162" extrusionOk="0">
                  <a:moveTo>
                    <a:pt x="1434" y="1"/>
                  </a:moveTo>
                  <a:cubicBezTo>
                    <a:pt x="1407" y="1"/>
                    <a:pt x="1380" y="1"/>
                    <a:pt x="1354" y="2"/>
                  </a:cubicBezTo>
                  <a:cubicBezTo>
                    <a:pt x="920" y="19"/>
                    <a:pt x="168" y="336"/>
                    <a:pt x="84" y="487"/>
                  </a:cubicBezTo>
                  <a:cubicBezTo>
                    <a:pt x="18" y="704"/>
                    <a:pt x="1" y="938"/>
                    <a:pt x="18" y="1155"/>
                  </a:cubicBezTo>
                  <a:cubicBezTo>
                    <a:pt x="35" y="1160"/>
                    <a:pt x="55" y="1162"/>
                    <a:pt x="78" y="1162"/>
                  </a:cubicBezTo>
                  <a:cubicBezTo>
                    <a:pt x="382" y="1162"/>
                    <a:pt x="1120" y="771"/>
                    <a:pt x="1120" y="771"/>
                  </a:cubicBezTo>
                  <a:cubicBezTo>
                    <a:pt x="1212" y="775"/>
                    <a:pt x="1304" y="777"/>
                    <a:pt x="1396" y="777"/>
                  </a:cubicBezTo>
                  <a:cubicBezTo>
                    <a:pt x="1672" y="777"/>
                    <a:pt x="1947" y="758"/>
                    <a:pt x="2223" y="721"/>
                  </a:cubicBezTo>
                  <a:cubicBezTo>
                    <a:pt x="2424" y="654"/>
                    <a:pt x="2641" y="437"/>
                    <a:pt x="2607" y="270"/>
                  </a:cubicBezTo>
                  <a:cubicBezTo>
                    <a:pt x="2560" y="128"/>
                    <a:pt x="1889" y="1"/>
                    <a:pt x="1434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2"/>
            <p:cNvSpPr/>
            <p:nvPr/>
          </p:nvSpPr>
          <p:spPr>
            <a:xfrm>
              <a:off x="3380583" y="1333340"/>
              <a:ext cx="108201" cy="88170"/>
            </a:xfrm>
            <a:custGeom>
              <a:avLst/>
              <a:gdLst/>
              <a:ahLst/>
              <a:cxnLst/>
              <a:rect l="l" t="t" r="r" b="b"/>
              <a:pathLst>
                <a:path w="3376" h="2751" extrusionOk="0">
                  <a:moveTo>
                    <a:pt x="706" y="1"/>
                  </a:moveTo>
                  <a:cubicBezTo>
                    <a:pt x="489" y="1"/>
                    <a:pt x="324" y="21"/>
                    <a:pt x="301" y="77"/>
                  </a:cubicBezTo>
                  <a:cubicBezTo>
                    <a:pt x="268" y="278"/>
                    <a:pt x="234" y="461"/>
                    <a:pt x="251" y="662"/>
                  </a:cubicBezTo>
                  <a:cubicBezTo>
                    <a:pt x="151" y="829"/>
                    <a:pt x="67" y="996"/>
                    <a:pt x="0" y="1163"/>
                  </a:cubicBezTo>
                  <a:cubicBezTo>
                    <a:pt x="17" y="1280"/>
                    <a:pt x="67" y="1380"/>
                    <a:pt x="117" y="1481"/>
                  </a:cubicBezTo>
                  <a:cubicBezTo>
                    <a:pt x="67" y="1614"/>
                    <a:pt x="34" y="1748"/>
                    <a:pt x="17" y="1898"/>
                  </a:cubicBezTo>
                  <a:cubicBezTo>
                    <a:pt x="17" y="2216"/>
                    <a:pt x="1354" y="2750"/>
                    <a:pt x="1721" y="2750"/>
                  </a:cubicBezTo>
                  <a:cubicBezTo>
                    <a:pt x="1872" y="2750"/>
                    <a:pt x="2005" y="2650"/>
                    <a:pt x="2039" y="2500"/>
                  </a:cubicBezTo>
                  <a:cubicBezTo>
                    <a:pt x="2056" y="2466"/>
                    <a:pt x="2072" y="2433"/>
                    <a:pt x="2072" y="2399"/>
                  </a:cubicBezTo>
                  <a:cubicBezTo>
                    <a:pt x="2089" y="2333"/>
                    <a:pt x="2106" y="2249"/>
                    <a:pt x="2106" y="2182"/>
                  </a:cubicBezTo>
                  <a:cubicBezTo>
                    <a:pt x="2116" y="2182"/>
                    <a:pt x="2312" y="2237"/>
                    <a:pt x="2486" y="2237"/>
                  </a:cubicBezTo>
                  <a:cubicBezTo>
                    <a:pt x="2584" y="2237"/>
                    <a:pt x="2676" y="2220"/>
                    <a:pt x="2724" y="2166"/>
                  </a:cubicBezTo>
                  <a:cubicBezTo>
                    <a:pt x="2858" y="2015"/>
                    <a:pt x="2908" y="1547"/>
                    <a:pt x="2908" y="1547"/>
                  </a:cubicBezTo>
                  <a:cubicBezTo>
                    <a:pt x="2933" y="1553"/>
                    <a:pt x="2959" y="1556"/>
                    <a:pt x="2985" y="1556"/>
                  </a:cubicBezTo>
                  <a:cubicBezTo>
                    <a:pt x="3111" y="1556"/>
                    <a:pt x="3234" y="1489"/>
                    <a:pt x="3275" y="1364"/>
                  </a:cubicBezTo>
                  <a:cubicBezTo>
                    <a:pt x="3292" y="1347"/>
                    <a:pt x="3292" y="1330"/>
                    <a:pt x="3309" y="1313"/>
                  </a:cubicBezTo>
                  <a:cubicBezTo>
                    <a:pt x="3376" y="1146"/>
                    <a:pt x="3359" y="963"/>
                    <a:pt x="3275" y="795"/>
                  </a:cubicBezTo>
                  <a:cubicBezTo>
                    <a:pt x="3209" y="729"/>
                    <a:pt x="2072" y="194"/>
                    <a:pt x="1905" y="127"/>
                  </a:cubicBezTo>
                  <a:cubicBezTo>
                    <a:pt x="1783" y="83"/>
                    <a:pt x="1140" y="1"/>
                    <a:pt x="70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2"/>
            <p:cNvSpPr/>
            <p:nvPr/>
          </p:nvSpPr>
          <p:spPr>
            <a:xfrm>
              <a:off x="3404140" y="1356673"/>
              <a:ext cx="82497" cy="26537"/>
            </a:xfrm>
            <a:custGeom>
              <a:avLst/>
              <a:gdLst/>
              <a:ahLst/>
              <a:cxnLst/>
              <a:rect l="l" t="t" r="r" b="b"/>
              <a:pathLst>
                <a:path w="2574" h="828" extrusionOk="0">
                  <a:moveTo>
                    <a:pt x="1170" y="1"/>
                  </a:moveTo>
                  <a:cubicBezTo>
                    <a:pt x="786" y="1"/>
                    <a:pt x="385" y="34"/>
                    <a:pt x="1" y="101"/>
                  </a:cubicBezTo>
                  <a:cubicBezTo>
                    <a:pt x="1" y="101"/>
                    <a:pt x="920" y="184"/>
                    <a:pt x="1103" y="235"/>
                  </a:cubicBezTo>
                  <a:cubicBezTo>
                    <a:pt x="1471" y="418"/>
                    <a:pt x="1822" y="602"/>
                    <a:pt x="2173" y="819"/>
                  </a:cubicBezTo>
                  <a:cubicBezTo>
                    <a:pt x="2198" y="825"/>
                    <a:pt x="2224" y="828"/>
                    <a:pt x="2250" y="828"/>
                  </a:cubicBezTo>
                  <a:cubicBezTo>
                    <a:pt x="2376" y="828"/>
                    <a:pt x="2499" y="761"/>
                    <a:pt x="2540" y="636"/>
                  </a:cubicBezTo>
                  <a:cubicBezTo>
                    <a:pt x="2557" y="619"/>
                    <a:pt x="2557" y="602"/>
                    <a:pt x="2574" y="585"/>
                  </a:cubicBezTo>
                  <a:cubicBezTo>
                    <a:pt x="2189" y="402"/>
                    <a:pt x="1454" y="51"/>
                    <a:pt x="117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2"/>
            <p:cNvSpPr/>
            <p:nvPr/>
          </p:nvSpPr>
          <p:spPr>
            <a:xfrm>
              <a:off x="3411095" y="1387729"/>
              <a:ext cx="36986" cy="22531"/>
            </a:xfrm>
            <a:custGeom>
              <a:avLst/>
              <a:gdLst/>
              <a:ahLst/>
              <a:cxnLst/>
              <a:rect l="l" t="t" r="r" b="b"/>
              <a:pathLst>
                <a:path w="1154" h="703" extrusionOk="0">
                  <a:moveTo>
                    <a:pt x="1" y="1"/>
                  </a:moveTo>
                  <a:lnTo>
                    <a:pt x="1" y="1"/>
                  </a:lnTo>
                  <a:cubicBezTo>
                    <a:pt x="135" y="201"/>
                    <a:pt x="302" y="368"/>
                    <a:pt x="502" y="502"/>
                  </a:cubicBezTo>
                  <a:cubicBezTo>
                    <a:pt x="703" y="586"/>
                    <a:pt x="903" y="652"/>
                    <a:pt x="1120" y="702"/>
                  </a:cubicBezTo>
                  <a:cubicBezTo>
                    <a:pt x="1137" y="636"/>
                    <a:pt x="1154" y="552"/>
                    <a:pt x="1154" y="48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2"/>
            <p:cNvSpPr/>
            <p:nvPr/>
          </p:nvSpPr>
          <p:spPr>
            <a:xfrm>
              <a:off x="4036038" y="1407536"/>
              <a:ext cx="333673" cy="597124"/>
            </a:xfrm>
            <a:custGeom>
              <a:avLst/>
              <a:gdLst/>
              <a:ahLst/>
              <a:cxnLst/>
              <a:rect l="l" t="t" r="r" b="b"/>
              <a:pathLst>
                <a:path w="10411" h="18631" extrusionOk="0">
                  <a:moveTo>
                    <a:pt x="2390" y="1"/>
                  </a:moveTo>
                  <a:cubicBezTo>
                    <a:pt x="1956" y="285"/>
                    <a:pt x="1588" y="887"/>
                    <a:pt x="1287" y="2156"/>
                  </a:cubicBezTo>
                  <a:cubicBezTo>
                    <a:pt x="870" y="4479"/>
                    <a:pt x="151" y="3777"/>
                    <a:pt x="51" y="4328"/>
                  </a:cubicBezTo>
                  <a:cubicBezTo>
                    <a:pt x="1" y="4562"/>
                    <a:pt x="636" y="4763"/>
                    <a:pt x="485" y="5448"/>
                  </a:cubicBezTo>
                  <a:cubicBezTo>
                    <a:pt x="352" y="6183"/>
                    <a:pt x="218" y="7303"/>
                    <a:pt x="418" y="7570"/>
                  </a:cubicBezTo>
                  <a:cubicBezTo>
                    <a:pt x="736" y="7988"/>
                    <a:pt x="1521" y="8238"/>
                    <a:pt x="2591" y="8288"/>
                  </a:cubicBezTo>
                  <a:cubicBezTo>
                    <a:pt x="2691" y="8288"/>
                    <a:pt x="2808" y="8288"/>
                    <a:pt x="2908" y="8305"/>
                  </a:cubicBezTo>
                  <a:cubicBezTo>
                    <a:pt x="3660" y="8405"/>
                    <a:pt x="3359" y="10076"/>
                    <a:pt x="3326" y="10360"/>
                  </a:cubicBezTo>
                  <a:cubicBezTo>
                    <a:pt x="3226" y="10978"/>
                    <a:pt x="2891" y="11547"/>
                    <a:pt x="2373" y="11931"/>
                  </a:cubicBezTo>
                  <a:cubicBezTo>
                    <a:pt x="2039" y="12170"/>
                    <a:pt x="1373" y="12204"/>
                    <a:pt x="1019" y="12204"/>
                  </a:cubicBezTo>
                  <a:cubicBezTo>
                    <a:pt x="877" y="12204"/>
                    <a:pt x="786" y="12198"/>
                    <a:pt x="786" y="12198"/>
                  </a:cubicBezTo>
                  <a:lnTo>
                    <a:pt x="786" y="12198"/>
                  </a:lnTo>
                  <a:cubicBezTo>
                    <a:pt x="786" y="12198"/>
                    <a:pt x="753" y="18113"/>
                    <a:pt x="1839" y="18631"/>
                  </a:cubicBezTo>
                  <a:cubicBezTo>
                    <a:pt x="3510" y="18347"/>
                    <a:pt x="7703" y="15657"/>
                    <a:pt x="9140" y="13986"/>
                  </a:cubicBezTo>
                  <a:cubicBezTo>
                    <a:pt x="8071" y="13351"/>
                    <a:pt x="7703" y="12649"/>
                    <a:pt x="7570" y="11463"/>
                  </a:cubicBezTo>
                  <a:cubicBezTo>
                    <a:pt x="7436" y="10260"/>
                    <a:pt x="8038" y="6083"/>
                    <a:pt x="8038" y="6083"/>
                  </a:cubicBezTo>
                  <a:cubicBezTo>
                    <a:pt x="8038" y="6083"/>
                    <a:pt x="8181" y="6217"/>
                    <a:pt x="8504" y="6217"/>
                  </a:cubicBezTo>
                  <a:cubicBezTo>
                    <a:pt x="8608" y="6217"/>
                    <a:pt x="8731" y="6203"/>
                    <a:pt x="8873" y="6166"/>
                  </a:cubicBezTo>
                  <a:cubicBezTo>
                    <a:pt x="9441" y="5999"/>
                    <a:pt x="10410" y="3677"/>
                    <a:pt x="9608" y="3293"/>
                  </a:cubicBezTo>
                  <a:cubicBezTo>
                    <a:pt x="9445" y="3215"/>
                    <a:pt x="9286" y="3177"/>
                    <a:pt x="9133" y="3177"/>
                  </a:cubicBezTo>
                  <a:cubicBezTo>
                    <a:pt x="8596" y="3177"/>
                    <a:pt x="8123" y="3636"/>
                    <a:pt x="7720" y="4429"/>
                  </a:cubicBezTo>
                  <a:cubicBezTo>
                    <a:pt x="7085" y="3593"/>
                    <a:pt x="6901" y="3293"/>
                    <a:pt x="5949" y="2708"/>
                  </a:cubicBezTo>
                  <a:cubicBezTo>
                    <a:pt x="5164" y="2223"/>
                    <a:pt x="3760" y="1856"/>
                    <a:pt x="2975" y="1070"/>
                  </a:cubicBezTo>
                  <a:cubicBezTo>
                    <a:pt x="2674" y="770"/>
                    <a:pt x="2474" y="402"/>
                    <a:pt x="2390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2"/>
            <p:cNvSpPr/>
            <p:nvPr/>
          </p:nvSpPr>
          <p:spPr>
            <a:xfrm>
              <a:off x="4070331" y="1592977"/>
              <a:ext cx="63747" cy="25063"/>
            </a:xfrm>
            <a:custGeom>
              <a:avLst/>
              <a:gdLst/>
              <a:ahLst/>
              <a:cxnLst/>
              <a:rect l="l" t="t" r="r" b="b"/>
              <a:pathLst>
                <a:path w="1989" h="782" extrusionOk="0">
                  <a:moveTo>
                    <a:pt x="1059" y="0"/>
                  </a:moveTo>
                  <a:cubicBezTo>
                    <a:pt x="696" y="0"/>
                    <a:pt x="296" y="176"/>
                    <a:pt x="0" y="781"/>
                  </a:cubicBezTo>
                  <a:lnTo>
                    <a:pt x="1988" y="330"/>
                  </a:lnTo>
                  <a:cubicBezTo>
                    <a:pt x="1988" y="330"/>
                    <a:pt x="1558" y="0"/>
                    <a:pt x="1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2"/>
            <p:cNvSpPr/>
            <p:nvPr/>
          </p:nvSpPr>
          <p:spPr>
            <a:xfrm>
              <a:off x="4061229" y="1461540"/>
              <a:ext cx="225472" cy="99451"/>
            </a:xfrm>
            <a:custGeom>
              <a:avLst/>
              <a:gdLst/>
              <a:ahLst/>
              <a:cxnLst/>
              <a:rect l="l" t="t" r="r" b="b"/>
              <a:pathLst>
                <a:path w="7035" h="3103" extrusionOk="0">
                  <a:moveTo>
                    <a:pt x="2147" y="425"/>
                  </a:moveTo>
                  <a:cubicBezTo>
                    <a:pt x="2817" y="425"/>
                    <a:pt x="3408" y="1034"/>
                    <a:pt x="3242" y="1791"/>
                  </a:cubicBezTo>
                  <a:cubicBezTo>
                    <a:pt x="3126" y="2312"/>
                    <a:pt x="2659" y="2670"/>
                    <a:pt x="2146" y="2670"/>
                  </a:cubicBezTo>
                  <a:cubicBezTo>
                    <a:pt x="2066" y="2670"/>
                    <a:pt x="1986" y="2661"/>
                    <a:pt x="1905" y="2643"/>
                  </a:cubicBezTo>
                  <a:cubicBezTo>
                    <a:pt x="936" y="2426"/>
                    <a:pt x="702" y="1140"/>
                    <a:pt x="1537" y="605"/>
                  </a:cubicBezTo>
                  <a:cubicBezTo>
                    <a:pt x="1735" y="481"/>
                    <a:pt x="1945" y="425"/>
                    <a:pt x="2147" y="425"/>
                  </a:cubicBezTo>
                  <a:close/>
                  <a:moveTo>
                    <a:pt x="2133" y="1"/>
                  </a:moveTo>
                  <a:cubicBezTo>
                    <a:pt x="1577" y="1"/>
                    <a:pt x="1018" y="288"/>
                    <a:pt x="735" y="922"/>
                  </a:cubicBezTo>
                  <a:cubicBezTo>
                    <a:pt x="708" y="978"/>
                    <a:pt x="657" y="1010"/>
                    <a:pt x="602" y="1010"/>
                  </a:cubicBezTo>
                  <a:cubicBezTo>
                    <a:pt x="591" y="1010"/>
                    <a:pt x="580" y="1009"/>
                    <a:pt x="568" y="1006"/>
                  </a:cubicBezTo>
                  <a:lnTo>
                    <a:pt x="234" y="922"/>
                  </a:lnTo>
                  <a:cubicBezTo>
                    <a:pt x="221" y="920"/>
                    <a:pt x="209" y="919"/>
                    <a:pt x="197" y="919"/>
                  </a:cubicBezTo>
                  <a:cubicBezTo>
                    <a:pt x="113" y="919"/>
                    <a:pt x="46" y="969"/>
                    <a:pt x="17" y="1056"/>
                  </a:cubicBezTo>
                  <a:cubicBezTo>
                    <a:pt x="0" y="1140"/>
                    <a:pt x="50" y="1223"/>
                    <a:pt x="150" y="1257"/>
                  </a:cubicBezTo>
                  <a:lnTo>
                    <a:pt x="485" y="1323"/>
                  </a:lnTo>
                  <a:cubicBezTo>
                    <a:pt x="551" y="1340"/>
                    <a:pt x="602" y="1407"/>
                    <a:pt x="602" y="1491"/>
                  </a:cubicBezTo>
                  <a:cubicBezTo>
                    <a:pt x="562" y="2501"/>
                    <a:pt x="1370" y="3102"/>
                    <a:pt x="2175" y="3102"/>
                  </a:cubicBezTo>
                  <a:cubicBezTo>
                    <a:pt x="2741" y="3102"/>
                    <a:pt x="3307" y="2805"/>
                    <a:pt x="3576" y="2142"/>
                  </a:cubicBezTo>
                  <a:cubicBezTo>
                    <a:pt x="3609" y="2075"/>
                    <a:pt x="3676" y="2042"/>
                    <a:pt x="3759" y="2042"/>
                  </a:cubicBezTo>
                  <a:lnTo>
                    <a:pt x="6817" y="2727"/>
                  </a:lnTo>
                  <a:cubicBezTo>
                    <a:pt x="6830" y="2729"/>
                    <a:pt x="6842" y="2730"/>
                    <a:pt x="6854" y="2730"/>
                  </a:cubicBezTo>
                  <a:cubicBezTo>
                    <a:pt x="6938" y="2730"/>
                    <a:pt x="7003" y="2681"/>
                    <a:pt x="7018" y="2593"/>
                  </a:cubicBezTo>
                  <a:cubicBezTo>
                    <a:pt x="7034" y="2510"/>
                    <a:pt x="6984" y="2426"/>
                    <a:pt x="6884" y="2410"/>
                  </a:cubicBezTo>
                  <a:lnTo>
                    <a:pt x="3810" y="1724"/>
                  </a:lnTo>
                  <a:cubicBezTo>
                    <a:pt x="3743" y="1708"/>
                    <a:pt x="3693" y="1641"/>
                    <a:pt x="3693" y="1574"/>
                  </a:cubicBezTo>
                  <a:cubicBezTo>
                    <a:pt x="3712" y="583"/>
                    <a:pt x="2925" y="1"/>
                    <a:pt x="213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2"/>
            <p:cNvSpPr/>
            <p:nvPr/>
          </p:nvSpPr>
          <p:spPr>
            <a:xfrm>
              <a:off x="4060139" y="1576247"/>
              <a:ext cx="268867" cy="428412"/>
            </a:xfrm>
            <a:custGeom>
              <a:avLst/>
              <a:gdLst/>
              <a:ahLst/>
              <a:cxnLst/>
              <a:rect l="l" t="t" r="r" b="b"/>
              <a:pathLst>
                <a:path w="8389" h="13367" extrusionOk="0">
                  <a:moveTo>
                    <a:pt x="6935" y="0"/>
                  </a:moveTo>
                  <a:lnTo>
                    <a:pt x="6935" y="0"/>
                  </a:lnTo>
                  <a:cubicBezTo>
                    <a:pt x="6784" y="334"/>
                    <a:pt x="6651" y="552"/>
                    <a:pt x="6584" y="719"/>
                  </a:cubicBezTo>
                  <a:cubicBezTo>
                    <a:pt x="5378" y="2790"/>
                    <a:pt x="3328" y="3045"/>
                    <a:pt x="2366" y="3045"/>
                  </a:cubicBezTo>
                  <a:cubicBezTo>
                    <a:pt x="2289" y="3045"/>
                    <a:pt x="2218" y="3044"/>
                    <a:pt x="2156" y="3041"/>
                  </a:cubicBezTo>
                  <a:lnTo>
                    <a:pt x="2156" y="3041"/>
                  </a:lnTo>
                  <a:cubicBezTo>
                    <a:pt x="2908" y="3141"/>
                    <a:pt x="2607" y="4812"/>
                    <a:pt x="2574" y="5096"/>
                  </a:cubicBezTo>
                  <a:cubicBezTo>
                    <a:pt x="2474" y="5714"/>
                    <a:pt x="2139" y="6283"/>
                    <a:pt x="1621" y="6667"/>
                  </a:cubicBezTo>
                  <a:cubicBezTo>
                    <a:pt x="1287" y="6906"/>
                    <a:pt x="621" y="6940"/>
                    <a:pt x="267" y="6940"/>
                  </a:cubicBezTo>
                  <a:cubicBezTo>
                    <a:pt x="125" y="6940"/>
                    <a:pt x="34" y="6934"/>
                    <a:pt x="34" y="6934"/>
                  </a:cubicBezTo>
                  <a:lnTo>
                    <a:pt x="34" y="6934"/>
                  </a:lnTo>
                  <a:cubicBezTo>
                    <a:pt x="34" y="6934"/>
                    <a:pt x="1" y="12849"/>
                    <a:pt x="1087" y="13367"/>
                  </a:cubicBezTo>
                  <a:cubicBezTo>
                    <a:pt x="2758" y="13083"/>
                    <a:pt x="6951" y="10393"/>
                    <a:pt x="8388" y="8722"/>
                  </a:cubicBezTo>
                  <a:cubicBezTo>
                    <a:pt x="7319" y="8087"/>
                    <a:pt x="6951" y="7385"/>
                    <a:pt x="6818" y="6199"/>
                  </a:cubicBezTo>
                  <a:cubicBezTo>
                    <a:pt x="6684" y="4996"/>
                    <a:pt x="7286" y="819"/>
                    <a:pt x="7286" y="819"/>
                  </a:cubicBezTo>
                  <a:cubicBezTo>
                    <a:pt x="7286" y="819"/>
                    <a:pt x="6901" y="635"/>
                    <a:pt x="6935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2"/>
            <p:cNvSpPr/>
            <p:nvPr/>
          </p:nvSpPr>
          <p:spPr>
            <a:xfrm>
              <a:off x="4289874" y="1526890"/>
              <a:ext cx="49838" cy="58812"/>
            </a:xfrm>
            <a:custGeom>
              <a:avLst/>
              <a:gdLst/>
              <a:ahLst/>
              <a:cxnLst/>
              <a:rect l="l" t="t" r="r" b="b"/>
              <a:pathLst>
                <a:path w="1555" h="1835" extrusionOk="0">
                  <a:moveTo>
                    <a:pt x="1230" y="1"/>
                  </a:moveTo>
                  <a:cubicBezTo>
                    <a:pt x="1154" y="1"/>
                    <a:pt x="1062" y="20"/>
                    <a:pt x="953" y="70"/>
                  </a:cubicBezTo>
                  <a:cubicBezTo>
                    <a:pt x="368" y="320"/>
                    <a:pt x="1" y="1707"/>
                    <a:pt x="519" y="1824"/>
                  </a:cubicBezTo>
                  <a:cubicBezTo>
                    <a:pt x="551" y="1832"/>
                    <a:pt x="582" y="1835"/>
                    <a:pt x="612" y="1835"/>
                  </a:cubicBezTo>
                  <a:cubicBezTo>
                    <a:pt x="1062" y="1835"/>
                    <a:pt x="1233" y="1062"/>
                    <a:pt x="920" y="905"/>
                  </a:cubicBezTo>
                  <a:cubicBezTo>
                    <a:pt x="853" y="872"/>
                    <a:pt x="769" y="838"/>
                    <a:pt x="686" y="805"/>
                  </a:cubicBezTo>
                  <a:cubicBezTo>
                    <a:pt x="686" y="805"/>
                    <a:pt x="908" y="151"/>
                    <a:pt x="1404" y="151"/>
                  </a:cubicBezTo>
                  <a:cubicBezTo>
                    <a:pt x="1452" y="151"/>
                    <a:pt x="1502" y="157"/>
                    <a:pt x="1555" y="170"/>
                  </a:cubicBezTo>
                  <a:cubicBezTo>
                    <a:pt x="1555" y="170"/>
                    <a:pt x="1461" y="1"/>
                    <a:pt x="123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52"/>
            <p:cNvSpPr/>
            <p:nvPr/>
          </p:nvSpPr>
          <p:spPr>
            <a:xfrm>
              <a:off x="4129239" y="1444810"/>
              <a:ext cx="45094" cy="28653"/>
            </a:xfrm>
            <a:custGeom>
              <a:avLst/>
              <a:gdLst/>
              <a:ahLst/>
              <a:cxnLst/>
              <a:rect l="l" t="t" r="r" b="b"/>
              <a:pathLst>
                <a:path w="1407" h="894" extrusionOk="0">
                  <a:moveTo>
                    <a:pt x="662" y="0"/>
                  </a:moveTo>
                  <a:cubicBezTo>
                    <a:pt x="404" y="0"/>
                    <a:pt x="143" y="121"/>
                    <a:pt x="0" y="325"/>
                  </a:cubicBezTo>
                  <a:cubicBezTo>
                    <a:pt x="518" y="342"/>
                    <a:pt x="1003" y="542"/>
                    <a:pt x="1387" y="893"/>
                  </a:cubicBezTo>
                  <a:cubicBezTo>
                    <a:pt x="1407" y="258"/>
                    <a:pt x="1038" y="0"/>
                    <a:pt x="6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52"/>
            <p:cNvSpPr/>
            <p:nvPr/>
          </p:nvSpPr>
          <p:spPr>
            <a:xfrm>
              <a:off x="4106195" y="1497116"/>
              <a:ext cx="23589" cy="23845"/>
            </a:xfrm>
            <a:custGeom>
              <a:avLst/>
              <a:gdLst/>
              <a:ahLst/>
              <a:cxnLst/>
              <a:rect l="l" t="t" r="r" b="b"/>
              <a:pathLst>
                <a:path w="736" h="744" extrusionOk="0">
                  <a:moveTo>
                    <a:pt x="374" y="0"/>
                  </a:moveTo>
                  <a:cubicBezTo>
                    <a:pt x="351" y="0"/>
                    <a:pt x="326" y="5"/>
                    <a:pt x="301" y="13"/>
                  </a:cubicBezTo>
                  <a:cubicBezTo>
                    <a:pt x="251" y="13"/>
                    <a:pt x="201" y="30"/>
                    <a:pt x="168" y="63"/>
                  </a:cubicBezTo>
                  <a:cubicBezTo>
                    <a:pt x="84" y="113"/>
                    <a:pt x="34" y="197"/>
                    <a:pt x="17" y="297"/>
                  </a:cubicBezTo>
                  <a:cubicBezTo>
                    <a:pt x="1" y="330"/>
                    <a:pt x="1" y="364"/>
                    <a:pt x="1" y="397"/>
                  </a:cubicBezTo>
                  <a:cubicBezTo>
                    <a:pt x="1" y="464"/>
                    <a:pt x="34" y="514"/>
                    <a:pt x="67" y="581"/>
                  </a:cubicBezTo>
                  <a:cubicBezTo>
                    <a:pt x="84" y="598"/>
                    <a:pt x="118" y="631"/>
                    <a:pt x="134" y="648"/>
                  </a:cubicBezTo>
                  <a:cubicBezTo>
                    <a:pt x="184" y="698"/>
                    <a:pt x="235" y="715"/>
                    <a:pt x="301" y="731"/>
                  </a:cubicBezTo>
                  <a:cubicBezTo>
                    <a:pt x="326" y="740"/>
                    <a:pt x="351" y="744"/>
                    <a:pt x="374" y="744"/>
                  </a:cubicBezTo>
                  <a:cubicBezTo>
                    <a:pt x="397" y="744"/>
                    <a:pt x="418" y="740"/>
                    <a:pt x="435" y="731"/>
                  </a:cubicBezTo>
                  <a:cubicBezTo>
                    <a:pt x="485" y="731"/>
                    <a:pt x="535" y="698"/>
                    <a:pt x="569" y="681"/>
                  </a:cubicBezTo>
                  <a:cubicBezTo>
                    <a:pt x="652" y="614"/>
                    <a:pt x="702" y="531"/>
                    <a:pt x="736" y="447"/>
                  </a:cubicBezTo>
                  <a:cubicBezTo>
                    <a:pt x="736" y="414"/>
                    <a:pt x="736" y="381"/>
                    <a:pt x="736" y="347"/>
                  </a:cubicBezTo>
                  <a:cubicBezTo>
                    <a:pt x="736" y="280"/>
                    <a:pt x="719" y="213"/>
                    <a:pt x="686" y="163"/>
                  </a:cubicBezTo>
                  <a:lnTo>
                    <a:pt x="619" y="97"/>
                  </a:lnTo>
                  <a:cubicBezTo>
                    <a:pt x="569" y="46"/>
                    <a:pt x="502" y="30"/>
                    <a:pt x="435" y="13"/>
                  </a:cubicBezTo>
                  <a:cubicBezTo>
                    <a:pt x="418" y="5"/>
                    <a:pt x="397" y="0"/>
                    <a:pt x="37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2"/>
            <p:cNvSpPr/>
            <p:nvPr/>
          </p:nvSpPr>
          <p:spPr>
            <a:xfrm>
              <a:off x="3641919" y="1458816"/>
              <a:ext cx="885221" cy="721862"/>
            </a:xfrm>
            <a:custGeom>
              <a:avLst/>
              <a:gdLst/>
              <a:ahLst/>
              <a:cxnLst/>
              <a:rect l="l" t="t" r="r" b="b"/>
              <a:pathLst>
                <a:path w="27620" h="22523" extrusionOk="0">
                  <a:moveTo>
                    <a:pt x="5533" y="1"/>
                  </a:moveTo>
                  <a:cubicBezTo>
                    <a:pt x="5223" y="1"/>
                    <a:pt x="0" y="1542"/>
                    <a:pt x="0" y="1542"/>
                  </a:cubicBezTo>
                  <a:cubicBezTo>
                    <a:pt x="0" y="1542"/>
                    <a:pt x="1086" y="14725"/>
                    <a:pt x="3275" y="20206"/>
                  </a:cubicBezTo>
                  <a:cubicBezTo>
                    <a:pt x="6328" y="21957"/>
                    <a:pt x="11822" y="22522"/>
                    <a:pt x="16421" y="22522"/>
                  </a:cubicBezTo>
                  <a:cubicBezTo>
                    <a:pt x="19676" y="22522"/>
                    <a:pt x="22483" y="22239"/>
                    <a:pt x="23660" y="21893"/>
                  </a:cubicBezTo>
                  <a:cubicBezTo>
                    <a:pt x="26500" y="21041"/>
                    <a:pt x="27352" y="19270"/>
                    <a:pt x="27469" y="18568"/>
                  </a:cubicBezTo>
                  <a:cubicBezTo>
                    <a:pt x="27603" y="17883"/>
                    <a:pt x="27620" y="16379"/>
                    <a:pt x="26400" y="15360"/>
                  </a:cubicBezTo>
                  <a:cubicBezTo>
                    <a:pt x="25197" y="14324"/>
                    <a:pt x="8672" y="13789"/>
                    <a:pt x="8672" y="13789"/>
                  </a:cubicBezTo>
                  <a:cubicBezTo>
                    <a:pt x="8672" y="13789"/>
                    <a:pt x="5548" y="105"/>
                    <a:pt x="5548" y="5"/>
                  </a:cubicBezTo>
                  <a:cubicBezTo>
                    <a:pt x="5548" y="2"/>
                    <a:pt x="5543" y="1"/>
                    <a:pt x="5533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1" name="Google Shape;1371;p52"/>
          <p:cNvGrpSpPr/>
          <p:nvPr/>
        </p:nvGrpSpPr>
        <p:grpSpPr>
          <a:xfrm>
            <a:off x="4454803" y="1366192"/>
            <a:ext cx="1416995" cy="3491655"/>
            <a:chOff x="4454803" y="1366192"/>
            <a:chExt cx="1416995" cy="3491655"/>
          </a:xfrm>
        </p:grpSpPr>
        <p:sp>
          <p:nvSpPr>
            <p:cNvPr id="1372" name="Google Shape;1372;p52"/>
            <p:cNvSpPr/>
            <p:nvPr/>
          </p:nvSpPr>
          <p:spPr>
            <a:xfrm>
              <a:off x="4788443" y="1366192"/>
              <a:ext cx="629782" cy="560490"/>
            </a:xfrm>
            <a:custGeom>
              <a:avLst/>
              <a:gdLst/>
              <a:ahLst/>
              <a:cxnLst/>
              <a:rect l="l" t="t" r="r" b="b"/>
              <a:pathLst>
                <a:path w="19650" h="17488" extrusionOk="0">
                  <a:moveTo>
                    <a:pt x="15500" y="1"/>
                  </a:moveTo>
                  <a:cubicBezTo>
                    <a:pt x="15198" y="1"/>
                    <a:pt x="14899" y="20"/>
                    <a:pt x="14620" y="55"/>
                  </a:cubicBezTo>
                  <a:cubicBezTo>
                    <a:pt x="10761" y="589"/>
                    <a:pt x="8104" y="873"/>
                    <a:pt x="7670" y="3998"/>
                  </a:cubicBezTo>
                  <a:cubicBezTo>
                    <a:pt x="7536" y="5000"/>
                    <a:pt x="6684" y="5769"/>
                    <a:pt x="5748" y="6203"/>
                  </a:cubicBezTo>
                  <a:cubicBezTo>
                    <a:pt x="4829" y="6621"/>
                    <a:pt x="3810" y="6805"/>
                    <a:pt x="2874" y="7189"/>
                  </a:cubicBezTo>
                  <a:cubicBezTo>
                    <a:pt x="1922" y="7573"/>
                    <a:pt x="953" y="8158"/>
                    <a:pt x="635" y="9127"/>
                  </a:cubicBezTo>
                  <a:cubicBezTo>
                    <a:pt x="0" y="11116"/>
                    <a:pt x="385" y="13288"/>
                    <a:pt x="1638" y="14959"/>
                  </a:cubicBezTo>
                  <a:cubicBezTo>
                    <a:pt x="2933" y="16632"/>
                    <a:pt x="5046" y="17488"/>
                    <a:pt x="7141" y="17488"/>
                  </a:cubicBezTo>
                  <a:cubicBezTo>
                    <a:pt x="8100" y="17488"/>
                    <a:pt x="9055" y="17309"/>
                    <a:pt x="9925" y="16947"/>
                  </a:cubicBezTo>
                  <a:cubicBezTo>
                    <a:pt x="11112" y="16446"/>
                    <a:pt x="12198" y="15761"/>
                    <a:pt x="13167" y="14892"/>
                  </a:cubicBezTo>
                  <a:cubicBezTo>
                    <a:pt x="14370" y="13806"/>
                    <a:pt x="15389" y="12419"/>
                    <a:pt x="16893" y="11784"/>
                  </a:cubicBezTo>
                  <a:cubicBezTo>
                    <a:pt x="17444" y="11533"/>
                    <a:pt x="18062" y="11400"/>
                    <a:pt x="18564" y="11049"/>
                  </a:cubicBezTo>
                  <a:cubicBezTo>
                    <a:pt x="19249" y="10547"/>
                    <a:pt x="19583" y="9662"/>
                    <a:pt x="19616" y="8810"/>
                  </a:cubicBezTo>
                  <a:cubicBezTo>
                    <a:pt x="19650" y="7874"/>
                    <a:pt x="19466" y="6955"/>
                    <a:pt x="19299" y="6053"/>
                  </a:cubicBezTo>
                  <a:cubicBezTo>
                    <a:pt x="18831" y="3513"/>
                    <a:pt x="19265" y="1742"/>
                    <a:pt x="18112" y="706"/>
                  </a:cubicBezTo>
                  <a:cubicBezTo>
                    <a:pt x="17548" y="206"/>
                    <a:pt x="16500" y="1"/>
                    <a:pt x="15500" y="1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2"/>
            <p:cNvSpPr/>
            <p:nvPr/>
          </p:nvSpPr>
          <p:spPr>
            <a:xfrm>
              <a:off x="4882702" y="1438625"/>
              <a:ext cx="490557" cy="464981"/>
            </a:xfrm>
            <a:custGeom>
              <a:avLst/>
              <a:gdLst/>
              <a:ahLst/>
              <a:cxnLst/>
              <a:rect l="l" t="t" r="r" b="b"/>
              <a:pathLst>
                <a:path w="15306" h="14508" extrusionOk="0">
                  <a:moveTo>
                    <a:pt x="14770" y="0"/>
                  </a:moveTo>
                  <a:cubicBezTo>
                    <a:pt x="14770" y="0"/>
                    <a:pt x="14587" y="485"/>
                    <a:pt x="12899" y="535"/>
                  </a:cubicBezTo>
                  <a:cubicBezTo>
                    <a:pt x="11228" y="568"/>
                    <a:pt x="7719" y="401"/>
                    <a:pt x="7268" y="2840"/>
                  </a:cubicBezTo>
                  <a:cubicBezTo>
                    <a:pt x="6834" y="5280"/>
                    <a:pt x="5998" y="6299"/>
                    <a:pt x="4578" y="6600"/>
                  </a:cubicBezTo>
                  <a:cubicBezTo>
                    <a:pt x="3141" y="6917"/>
                    <a:pt x="986" y="6867"/>
                    <a:pt x="485" y="8638"/>
                  </a:cubicBezTo>
                  <a:cubicBezTo>
                    <a:pt x="0" y="10426"/>
                    <a:pt x="2573" y="14319"/>
                    <a:pt x="6249" y="14503"/>
                  </a:cubicBezTo>
                  <a:cubicBezTo>
                    <a:pt x="6312" y="14506"/>
                    <a:pt x="6375" y="14507"/>
                    <a:pt x="6436" y="14507"/>
                  </a:cubicBezTo>
                  <a:cubicBezTo>
                    <a:pt x="9966" y="14507"/>
                    <a:pt x="10669" y="9877"/>
                    <a:pt x="12114" y="9039"/>
                  </a:cubicBezTo>
                  <a:cubicBezTo>
                    <a:pt x="13567" y="8204"/>
                    <a:pt x="14687" y="7669"/>
                    <a:pt x="14988" y="6333"/>
                  </a:cubicBezTo>
                  <a:cubicBezTo>
                    <a:pt x="15305" y="5013"/>
                    <a:pt x="14770" y="0"/>
                    <a:pt x="14770" y="0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2"/>
            <p:cNvSpPr/>
            <p:nvPr/>
          </p:nvSpPr>
          <p:spPr>
            <a:xfrm>
              <a:off x="5346434" y="4644682"/>
              <a:ext cx="518954" cy="213165"/>
            </a:xfrm>
            <a:custGeom>
              <a:avLst/>
              <a:gdLst/>
              <a:ahLst/>
              <a:cxnLst/>
              <a:rect l="l" t="t" r="r" b="b"/>
              <a:pathLst>
                <a:path w="16192" h="6651" extrusionOk="0">
                  <a:moveTo>
                    <a:pt x="6417" y="1"/>
                  </a:moveTo>
                  <a:lnTo>
                    <a:pt x="1" y="502"/>
                  </a:lnTo>
                  <a:lnTo>
                    <a:pt x="118" y="3660"/>
                  </a:lnTo>
                  <a:lnTo>
                    <a:pt x="235" y="6651"/>
                  </a:lnTo>
                  <a:lnTo>
                    <a:pt x="16191" y="6651"/>
                  </a:lnTo>
                  <a:cubicBezTo>
                    <a:pt x="16191" y="6651"/>
                    <a:pt x="15272" y="4679"/>
                    <a:pt x="12682" y="4111"/>
                  </a:cubicBezTo>
                  <a:cubicBezTo>
                    <a:pt x="11563" y="3877"/>
                    <a:pt x="10477" y="3526"/>
                    <a:pt x="9441" y="3075"/>
                  </a:cubicBezTo>
                  <a:cubicBezTo>
                    <a:pt x="6333" y="1672"/>
                    <a:pt x="6417" y="1"/>
                    <a:pt x="6417" y="1"/>
                  </a:cubicBezTo>
                  <a:close/>
                </a:path>
              </a:pathLst>
            </a:custGeom>
            <a:solidFill>
              <a:srgbClr val="F38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2"/>
            <p:cNvSpPr/>
            <p:nvPr/>
          </p:nvSpPr>
          <p:spPr>
            <a:xfrm>
              <a:off x="5146698" y="2814339"/>
              <a:ext cx="449309" cy="1905373"/>
            </a:xfrm>
            <a:custGeom>
              <a:avLst/>
              <a:gdLst/>
              <a:ahLst/>
              <a:cxnLst/>
              <a:rect l="l" t="t" r="r" b="b"/>
              <a:pathLst>
                <a:path w="14019" h="59450" extrusionOk="0">
                  <a:moveTo>
                    <a:pt x="0" y="0"/>
                  </a:moveTo>
                  <a:cubicBezTo>
                    <a:pt x="0" y="0"/>
                    <a:pt x="318" y="2640"/>
                    <a:pt x="769" y="6400"/>
                  </a:cubicBezTo>
                  <a:cubicBezTo>
                    <a:pt x="1705" y="14169"/>
                    <a:pt x="3208" y="26717"/>
                    <a:pt x="3626" y="30493"/>
                  </a:cubicBezTo>
                  <a:cubicBezTo>
                    <a:pt x="3626" y="35907"/>
                    <a:pt x="4578" y="59449"/>
                    <a:pt x="4578" y="59449"/>
                  </a:cubicBezTo>
                  <a:lnTo>
                    <a:pt x="14019" y="57244"/>
                  </a:lnTo>
                  <a:cubicBezTo>
                    <a:pt x="14019" y="57244"/>
                    <a:pt x="13969" y="35957"/>
                    <a:pt x="13818" y="29507"/>
                  </a:cubicBezTo>
                  <a:cubicBezTo>
                    <a:pt x="13718" y="25230"/>
                    <a:pt x="12766" y="13451"/>
                    <a:pt x="11680" y="6400"/>
                  </a:cubicBezTo>
                  <a:cubicBezTo>
                    <a:pt x="11128" y="2824"/>
                    <a:pt x="10727" y="334"/>
                    <a:pt x="10727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2"/>
            <p:cNvSpPr/>
            <p:nvPr/>
          </p:nvSpPr>
          <p:spPr>
            <a:xfrm>
              <a:off x="5350184" y="4743236"/>
              <a:ext cx="515204" cy="114611"/>
            </a:xfrm>
            <a:custGeom>
              <a:avLst/>
              <a:gdLst/>
              <a:ahLst/>
              <a:cxnLst/>
              <a:rect l="l" t="t" r="r" b="b"/>
              <a:pathLst>
                <a:path w="16075" h="3576" extrusionOk="0">
                  <a:moveTo>
                    <a:pt x="9324" y="0"/>
                  </a:moveTo>
                  <a:cubicBezTo>
                    <a:pt x="8622" y="685"/>
                    <a:pt x="7904" y="1521"/>
                    <a:pt x="7503" y="2373"/>
                  </a:cubicBezTo>
                  <a:cubicBezTo>
                    <a:pt x="3710" y="2022"/>
                    <a:pt x="1471" y="1036"/>
                    <a:pt x="1" y="585"/>
                  </a:cubicBezTo>
                  <a:lnTo>
                    <a:pt x="1" y="585"/>
                  </a:lnTo>
                  <a:lnTo>
                    <a:pt x="118" y="3576"/>
                  </a:lnTo>
                  <a:lnTo>
                    <a:pt x="16074" y="3576"/>
                  </a:lnTo>
                  <a:cubicBezTo>
                    <a:pt x="16074" y="3576"/>
                    <a:pt x="15155" y="1604"/>
                    <a:pt x="12565" y="1036"/>
                  </a:cubicBezTo>
                  <a:cubicBezTo>
                    <a:pt x="11446" y="802"/>
                    <a:pt x="10360" y="451"/>
                    <a:pt x="932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2"/>
            <p:cNvSpPr/>
            <p:nvPr/>
          </p:nvSpPr>
          <p:spPr>
            <a:xfrm>
              <a:off x="4886965" y="4644682"/>
              <a:ext cx="511454" cy="213165"/>
            </a:xfrm>
            <a:custGeom>
              <a:avLst/>
              <a:gdLst/>
              <a:ahLst/>
              <a:cxnLst/>
              <a:rect l="l" t="t" r="r" b="b"/>
              <a:pathLst>
                <a:path w="15958" h="6651" extrusionOk="0">
                  <a:moveTo>
                    <a:pt x="6784" y="1"/>
                  </a:moveTo>
                  <a:lnTo>
                    <a:pt x="335" y="502"/>
                  </a:lnTo>
                  <a:lnTo>
                    <a:pt x="168" y="3660"/>
                  </a:lnTo>
                  <a:lnTo>
                    <a:pt x="1" y="6651"/>
                  </a:lnTo>
                  <a:lnTo>
                    <a:pt x="15957" y="6651"/>
                  </a:lnTo>
                  <a:cubicBezTo>
                    <a:pt x="15957" y="6651"/>
                    <a:pt x="15222" y="4679"/>
                    <a:pt x="12682" y="4111"/>
                  </a:cubicBezTo>
                  <a:cubicBezTo>
                    <a:pt x="11596" y="3877"/>
                    <a:pt x="10544" y="3543"/>
                    <a:pt x="9541" y="3075"/>
                  </a:cubicBezTo>
                  <a:cubicBezTo>
                    <a:pt x="6567" y="1672"/>
                    <a:pt x="6784" y="1"/>
                    <a:pt x="678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2"/>
            <p:cNvSpPr/>
            <p:nvPr/>
          </p:nvSpPr>
          <p:spPr>
            <a:xfrm>
              <a:off x="4838762" y="2814339"/>
              <a:ext cx="415592" cy="1905373"/>
            </a:xfrm>
            <a:custGeom>
              <a:avLst/>
              <a:gdLst/>
              <a:ahLst/>
              <a:cxnLst/>
              <a:rect l="l" t="t" r="r" b="b"/>
              <a:pathLst>
                <a:path w="12967" h="59450" extrusionOk="0">
                  <a:moveTo>
                    <a:pt x="803" y="0"/>
                  </a:moveTo>
                  <a:cubicBezTo>
                    <a:pt x="803" y="0"/>
                    <a:pt x="886" y="2640"/>
                    <a:pt x="987" y="6400"/>
                  </a:cubicBezTo>
                  <a:cubicBezTo>
                    <a:pt x="1221" y="14169"/>
                    <a:pt x="1588" y="26717"/>
                    <a:pt x="1672" y="30493"/>
                  </a:cubicBezTo>
                  <a:cubicBezTo>
                    <a:pt x="1187" y="35907"/>
                    <a:pt x="1" y="59449"/>
                    <a:pt x="1" y="59449"/>
                  </a:cubicBezTo>
                  <a:lnTo>
                    <a:pt x="9658" y="57244"/>
                  </a:lnTo>
                  <a:cubicBezTo>
                    <a:pt x="9658" y="57244"/>
                    <a:pt x="12265" y="35406"/>
                    <a:pt x="12683" y="28956"/>
                  </a:cubicBezTo>
                  <a:cubicBezTo>
                    <a:pt x="12967" y="24679"/>
                    <a:pt x="12332" y="13451"/>
                    <a:pt x="11897" y="6400"/>
                  </a:cubicBezTo>
                  <a:cubicBezTo>
                    <a:pt x="11664" y="2824"/>
                    <a:pt x="11480" y="334"/>
                    <a:pt x="11480" y="334"/>
                  </a:cubicBezTo>
                  <a:lnTo>
                    <a:pt x="803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2"/>
            <p:cNvSpPr/>
            <p:nvPr/>
          </p:nvSpPr>
          <p:spPr>
            <a:xfrm>
              <a:off x="4866101" y="2814339"/>
              <a:ext cx="382357" cy="205120"/>
            </a:xfrm>
            <a:custGeom>
              <a:avLst/>
              <a:gdLst/>
              <a:ahLst/>
              <a:cxnLst/>
              <a:rect l="l" t="t" r="r" b="b"/>
              <a:pathLst>
                <a:path w="11930" h="6400" extrusionOk="0">
                  <a:moveTo>
                    <a:pt x="0" y="0"/>
                  </a:moveTo>
                  <a:cubicBezTo>
                    <a:pt x="0" y="0"/>
                    <a:pt x="84" y="2640"/>
                    <a:pt x="217" y="6400"/>
                  </a:cubicBezTo>
                  <a:lnTo>
                    <a:pt x="11930" y="6400"/>
                  </a:lnTo>
                  <a:cubicBezTo>
                    <a:pt x="11696" y="2824"/>
                    <a:pt x="11496" y="334"/>
                    <a:pt x="11496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52"/>
            <p:cNvSpPr/>
            <p:nvPr/>
          </p:nvSpPr>
          <p:spPr>
            <a:xfrm>
              <a:off x="4886965" y="4743236"/>
              <a:ext cx="511454" cy="114611"/>
            </a:xfrm>
            <a:custGeom>
              <a:avLst/>
              <a:gdLst/>
              <a:ahLst/>
              <a:cxnLst/>
              <a:rect l="l" t="t" r="r" b="b"/>
              <a:pathLst>
                <a:path w="15958" h="3576" extrusionOk="0">
                  <a:moveTo>
                    <a:pt x="9541" y="0"/>
                  </a:moveTo>
                  <a:cubicBezTo>
                    <a:pt x="8773" y="685"/>
                    <a:pt x="7971" y="1521"/>
                    <a:pt x="7503" y="2373"/>
                  </a:cubicBezTo>
                  <a:cubicBezTo>
                    <a:pt x="3743" y="2022"/>
                    <a:pt x="1588" y="1036"/>
                    <a:pt x="168" y="585"/>
                  </a:cubicBezTo>
                  <a:lnTo>
                    <a:pt x="1" y="3576"/>
                  </a:lnTo>
                  <a:lnTo>
                    <a:pt x="15957" y="3576"/>
                  </a:lnTo>
                  <a:cubicBezTo>
                    <a:pt x="15957" y="3576"/>
                    <a:pt x="15222" y="1604"/>
                    <a:pt x="12682" y="1036"/>
                  </a:cubicBezTo>
                  <a:cubicBezTo>
                    <a:pt x="11596" y="802"/>
                    <a:pt x="10544" y="468"/>
                    <a:pt x="954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52"/>
            <p:cNvSpPr/>
            <p:nvPr/>
          </p:nvSpPr>
          <p:spPr>
            <a:xfrm>
              <a:off x="5704689" y="1612111"/>
              <a:ext cx="115188" cy="133905"/>
            </a:xfrm>
            <a:custGeom>
              <a:avLst/>
              <a:gdLst/>
              <a:ahLst/>
              <a:cxnLst/>
              <a:rect l="l" t="t" r="r" b="b"/>
              <a:pathLst>
                <a:path w="3594" h="4178" extrusionOk="0">
                  <a:moveTo>
                    <a:pt x="836" y="1"/>
                  </a:moveTo>
                  <a:lnTo>
                    <a:pt x="1" y="3810"/>
                  </a:lnTo>
                  <a:lnTo>
                    <a:pt x="3593" y="4178"/>
                  </a:lnTo>
                  <a:lnTo>
                    <a:pt x="3326" y="602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52"/>
            <p:cNvSpPr/>
            <p:nvPr/>
          </p:nvSpPr>
          <p:spPr>
            <a:xfrm>
              <a:off x="5179357" y="1675314"/>
              <a:ext cx="685485" cy="626449"/>
            </a:xfrm>
            <a:custGeom>
              <a:avLst/>
              <a:gdLst/>
              <a:ahLst/>
              <a:cxnLst/>
              <a:rect l="l" t="t" r="r" b="b"/>
              <a:pathLst>
                <a:path w="21388" h="19546" extrusionOk="0">
                  <a:moveTo>
                    <a:pt x="21204" y="0"/>
                  </a:moveTo>
                  <a:lnTo>
                    <a:pt x="15055" y="17"/>
                  </a:lnTo>
                  <a:cubicBezTo>
                    <a:pt x="15055" y="17"/>
                    <a:pt x="14236" y="4996"/>
                    <a:pt x="13635" y="9541"/>
                  </a:cubicBezTo>
                  <a:cubicBezTo>
                    <a:pt x="11663" y="8171"/>
                    <a:pt x="9675" y="6968"/>
                    <a:pt x="8422" y="6199"/>
                  </a:cubicBezTo>
                  <a:cubicBezTo>
                    <a:pt x="7223" y="5454"/>
                    <a:pt x="6057" y="5121"/>
                    <a:pt x="5007" y="5121"/>
                  </a:cubicBezTo>
                  <a:cubicBezTo>
                    <a:pt x="3348" y="5121"/>
                    <a:pt x="1977" y="5951"/>
                    <a:pt x="1220" y="7302"/>
                  </a:cubicBezTo>
                  <a:cubicBezTo>
                    <a:pt x="1" y="9491"/>
                    <a:pt x="4579" y="13334"/>
                    <a:pt x="6417" y="14436"/>
                  </a:cubicBezTo>
                  <a:cubicBezTo>
                    <a:pt x="8505" y="15690"/>
                    <a:pt x="10577" y="16976"/>
                    <a:pt x="12783" y="17995"/>
                  </a:cubicBezTo>
                  <a:cubicBezTo>
                    <a:pt x="13981" y="18562"/>
                    <a:pt x="15258" y="19546"/>
                    <a:pt x="16561" y="19546"/>
                  </a:cubicBezTo>
                  <a:cubicBezTo>
                    <a:pt x="16948" y="19546"/>
                    <a:pt x="17338" y="19459"/>
                    <a:pt x="17728" y="19248"/>
                  </a:cubicBezTo>
                  <a:cubicBezTo>
                    <a:pt x="20435" y="17795"/>
                    <a:pt x="21154" y="12348"/>
                    <a:pt x="21254" y="9791"/>
                  </a:cubicBezTo>
                  <a:cubicBezTo>
                    <a:pt x="21388" y="6533"/>
                    <a:pt x="21354" y="3258"/>
                    <a:pt x="2120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2"/>
            <p:cNvSpPr/>
            <p:nvPr/>
          </p:nvSpPr>
          <p:spPr>
            <a:xfrm>
              <a:off x="4778252" y="1823641"/>
              <a:ext cx="829005" cy="1100501"/>
            </a:xfrm>
            <a:custGeom>
              <a:avLst/>
              <a:gdLst/>
              <a:ahLst/>
              <a:cxnLst/>
              <a:rect l="l" t="t" r="r" b="b"/>
              <a:pathLst>
                <a:path w="25866" h="34337" extrusionOk="0">
                  <a:moveTo>
                    <a:pt x="8739" y="0"/>
                  </a:moveTo>
                  <a:cubicBezTo>
                    <a:pt x="8422" y="84"/>
                    <a:pt x="8088" y="151"/>
                    <a:pt x="7754" y="201"/>
                  </a:cubicBezTo>
                  <a:cubicBezTo>
                    <a:pt x="5364" y="602"/>
                    <a:pt x="2674" y="686"/>
                    <a:pt x="1237" y="3125"/>
                  </a:cubicBezTo>
                  <a:cubicBezTo>
                    <a:pt x="1" y="5214"/>
                    <a:pt x="1070" y="11262"/>
                    <a:pt x="2140" y="16392"/>
                  </a:cubicBezTo>
                  <a:cubicBezTo>
                    <a:pt x="2741" y="19265"/>
                    <a:pt x="2758" y="22223"/>
                    <a:pt x="2173" y="25097"/>
                  </a:cubicBezTo>
                  <a:cubicBezTo>
                    <a:pt x="1371" y="29090"/>
                    <a:pt x="569" y="34336"/>
                    <a:pt x="569" y="34336"/>
                  </a:cubicBezTo>
                  <a:lnTo>
                    <a:pt x="25866" y="34336"/>
                  </a:lnTo>
                  <a:cubicBezTo>
                    <a:pt x="24730" y="29123"/>
                    <a:pt x="21221" y="18848"/>
                    <a:pt x="21187" y="18764"/>
                  </a:cubicBezTo>
                  <a:cubicBezTo>
                    <a:pt x="21187" y="18764"/>
                    <a:pt x="21889" y="2674"/>
                    <a:pt x="20937" y="1571"/>
                  </a:cubicBezTo>
                  <a:cubicBezTo>
                    <a:pt x="20369" y="886"/>
                    <a:pt x="19015" y="502"/>
                    <a:pt x="18046" y="318"/>
                  </a:cubicBezTo>
                  <a:cubicBezTo>
                    <a:pt x="17428" y="184"/>
                    <a:pt x="16960" y="134"/>
                    <a:pt x="16960" y="134"/>
                  </a:cubicBezTo>
                  <a:cubicBezTo>
                    <a:pt x="16793" y="134"/>
                    <a:pt x="11379" y="0"/>
                    <a:pt x="8739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2"/>
            <p:cNvSpPr/>
            <p:nvPr/>
          </p:nvSpPr>
          <p:spPr>
            <a:xfrm>
              <a:off x="4946418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17" y="118"/>
                  </a:lnTo>
                  <a:cubicBezTo>
                    <a:pt x="101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87" y="5657"/>
                  </a:cubicBezTo>
                  <a:cubicBezTo>
                    <a:pt x="2678" y="5657"/>
                    <a:pt x="2983" y="5618"/>
                    <a:pt x="3292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2"/>
            <p:cNvSpPr/>
            <p:nvPr/>
          </p:nvSpPr>
          <p:spPr>
            <a:xfrm>
              <a:off x="5312172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01" y="118"/>
                  </a:lnTo>
                  <a:cubicBezTo>
                    <a:pt x="84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78" y="5657"/>
                  </a:cubicBezTo>
                  <a:cubicBezTo>
                    <a:pt x="2667" y="5657"/>
                    <a:pt x="2969" y="5618"/>
                    <a:pt x="3275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2"/>
            <p:cNvSpPr/>
            <p:nvPr/>
          </p:nvSpPr>
          <p:spPr>
            <a:xfrm>
              <a:off x="5026735" y="1823641"/>
              <a:ext cx="329923" cy="234574"/>
            </a:xfrm>
            <a:custGeom>
              <a:avLst/>
              <a:gdLst/>
              <a:ahLst/>
              <a:cxnLst/>
              <a:rect l="l" t="t" r="r" b="b"/>
              <a:pathLst>
                <a:path w="10294" h="7319" extrusionOk="0">
                  <a:moveTo>
                    <a:pt x="986" y="0"/>
                  </a:moveTo>
                  <a:cubicBezTo>
                    <a:pt x="669" y="84"/>
                    <a:pt x="335" y="151"/>
                    <a:pt x="1" y="201"/>
                  </a:cubicBezTo>
                  <a:cubicBezTo>
                    <a:pt x="1387" y="3041"/>
                    <a:pt x="5080" y="7085"/>
                    <a:pt x="7152" y="7319"/>
                  </a:cubicBezTo>
                  <a:cubicBezTo>
                    <a:pt x="8438" y="6767"/>
                    <a:pt x="9708" y="2473"/>
                    <a:pt x="10293" y="301"/>
                  </a:cubicBezTo>
                  <a:cubicBezTo>
                    <a:pt x="9675" y="184"/>
                    <a:pt x="9207" y="134"/>
                    <a:pt x="9207" y="134"/>
                  </a:cubicBezTo>
                  <a:cubicBezTo>
                    <a:pt x="9040" y="134"/>
                    <a:pt x="3626" y="0"/>
                    <a:pt x="98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2"/>
            <p:cNvSpPr/>
            <p:nvPr/>
          </p:nvSpPr>
          <p:spPr>
            <a:xfrm>
              <a:off x="4483199" y="2977121"/>
              <a:ext cx="175538" cy="319122"/>
            </a:xfrm>
            <a:custGeom>
              <a:avLst/>
              <a:gdLst/>
              <a:ahLst/>
              <a:cxnLst/>
              <a:rect l="l" t="t" r="r" b="b"/>
              <a:pathLst>
                <a:path w="5477" h="9957" extrusionOk="0">
                  <a:moveTo>
                    <a:pt x="752" y="1"/>
                  </a:moveTo>
                  <a:lnTo>
                    <a:pt x="468" y="4679"/>
                  </a:lnTo>
                  <a:cubicBezTo>
                    <a:pt x="0" y="5899"/>
                    <a:pt x="518" y="9007"/>
                    <a:pt x="736" y="9207"/>
                  </a:cubicBezTo>
                  <a:cubicBezTo>
                    <a:pt x="757" y="9225"/>
                    <a:pt x="776" y="9234"/>
                    <a:pt x="794" y="9234"/>
                  </a:cubicBezTo>
                  <a:cubicBezTo>
                    <a:pt x="1139" y="9234"/>
                    <a:pt x="903" y="6081"/>
                    <a:pt x="1112" y="6081"/>
                  </a:cubicBezTo>
                  <a:cubicBezTo>
                    <a:pt x="1115" y="6081"/>
                    <a:pt x="1117" y="6082"/>
                    <a:pt x="1120" y="6083"/>
                  </a:cubicBezTo>
                  <a:cubicBezTo>
                    <a:pt x="1335" y="6149"/>
                    <a:pt x="1042" y="9642"/>
                    <a:pt x="1491" y="9642"/>
                  </a:cubicBezTo>
                  <a:cubicBezTo>
                    <a:pt x="1496" y="9642"/>
                    <a:pt x="1500" y="9642"/>
                    <a:pt x="1504" y="9641"/>
                  </a:cubicBezTo>
                  <a:cubicBezTo>
                    <a:pt x="1966" y="9575"/>
                    <a:pt x="1858" y="6231"/>
                    <a:pt x="2048" y="6231"/>
                  </a:cubicBezTo>
                  <a:cubicBezTo>
                    <a:pt x="2051" y="6231"/>
                    <a:pt x="2053" y="6232"/>
                    <a:pt x="2056" y="6233"/>
                  </a:cubicBezTo>
                  <a:cubicBezTo>
                    <a:pt x="2256" y="6316"/>
                    <a:pt x="2022" y="9040"/>
                    <a:pt x="2106" y="9458"/>
                  </a:cubicBezTo>
                  <a:cubicBezTo>
                    <a:pt x="2173" y="9737"/>
                    <a:pt x="2262" y="9956"/>
                    <a:pt x="2399" y="9956"/>
                  </a:cubicBezTo>
                  <a:cubicBezTo>
                    <a:pt x="2467" y="9956"/>
                    <a:pt x="2546" y="9902"/>
                    <a:pt x="2640" y="9775"/>
                  </a:cubicBezTo>
                  <a:cubicBezTo>
                    <a:pt x="2924" y="9374"/>
                    <a:pt x="2791" y="6400"/>
                    <a:pt x="3025" y="6350"/>
                  </a:cubicBezTo>
                  <a:cubicBezTo>
                    <a:pt x="3026" y="6350"/>
                    <a:pt x="3028" y="6349"/>
                    <a:pt x="3029" y="6349"/>
                  </a:cubicBezTo>
                  <a:cubicBezTo>
                    <a:pt x="3227" y="6349"/>
                    <a:pt x="2815" y="9526"/>
                    <a:pt x="3292" y="9526"/>
                  </a:cubicBezTo>
                  <a:cubicBezTo>
                    <a:pt x="3313" y="9526"/>
                    <a:pt x="3335" y="9520"/>
                    <a:pt x="3359" y="9508"/>
                  </a:cubicBezTo>
                  <a:cubicBezTo>
                    <a:pt x="3827" y="9274"/>
                    <a:pt x="4127" y="5147"/>
                    <a:pt x="4127" y="5147"/>
                  </a:cubicBezTo>
                  <a:lnTo>
                    <a:pt x="4445" y="5915"/>
                  </a:lnTo>
                  <a:cubicBezTo>
                    <a:pt x="4445" y="5915"/>
                    <a:pt x="4445" y="7603"/>
                    <a:pt x="4846" y="7753"/>
                  </a:cubicBezTo>
                  <a:cubicBezTo>
                    <a:pt x="4864" y="7761"/>
                    <a:pt x="4882" y="7765"/>
                    <a:pt x="4900" y="7765"/>
                  </a:cubicBezTo>
                  <a:cubicBezTo>
                    <a:pt x="5268" y="7765"/>
                    <a:pt x="5477" y="6179"/>
                    <a:pt x="5397" y="5765"/>
                  </a:cubicBezTo>
                  <a:cubicBezTo>
                    <a:pt x="5297" y="5331"/>
                    <a:pt x="5063" y="4044"/>
                    <a:pt x="4061" y="3392"/>
                  </a:cubicBezTo>
                  <a:lnTo>
                    <a:pt x="4729" y="1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2"/>
            <p:cNvSpPr/>
            <p:nvPr/>
          </p:nvSpPr>
          <p:spPr>
            <a:xfrm>
              <a:off x="4454803" y="1875819"/>
              <a:ext cx="564465" cy="1160787"/>
            </a:xfrm>
            <a:custGeom>
              <a:avLst/>
              <a:gdLst/>
              <a:ahLst/>
              <a:cxnLst/>
              <a:rect l="l" t="t" r="r" b="b"/>
              <a:pathLst>
                <a:path w="17612" h="36218" extrusionOk="0">
                  <a:moveTo>
                    <a:pt x="13359" y="1"/>
                  </a:moveTo>
                  <a:cubicBezTo>
                    <a:pt x="10084" y="1"/>
                    <a:pt x="1970" y="14142"/>
                    <a:pt x="1003" y="18122"/>
                  </a:cubicBezTo>
                  <a:cubicBezTo>
                    <a:pt x="1" y="22249"/>
                    <a:pt x="1" y="36217"/>
                    <a:pt x="1" y="36217"/>
                  </a:cubicBezTo>
                  <a:lnTo>
                    <a:pt x="7052" y="36217"/>
                  </a:lnTo>
                  <a:lnTo>
                    <a:pt x="9775" y="19659"/>
                  </a:lnTo>
                  <a:cubicBezTo>
                    <a:pt x="9775" y="19659"/>
                    <a:pt x="15607" y="10319"/>
                    <a:pt x="16609" y="6760"/>
                  </a:cubicBezTo>
                  <a:cubicBezTo>
                    <a:pt x="17612" y="3185"/>
                    <a:pt x="16342" y="1046"/>
                    <a:pt x="13702" y="60"/>
                  </a:cubicBezTo>
                  <a:cubicBezTo>
                    <a:pt x="13595" y="20"/>
                    <a:pt x="13480" y="1"/>
                    <a:pt x="1335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2"/>
            <p:cNvSpPr/>
            <p:nvPr/>
          </p:nvSpPr>
          <p:spPr>
            <a:xfrm>
              <a:off x="5689177" y="1380069"/>
              <a:ext cx="152109" cy="272233"/>
            </a:xfrm>
            <a:custGeom>
              <a:avLst/>
              <a:gdLst/>
              <a:ahLst/>
              <a:cxnLst/>
              <a:rect l="l" t="t" r="r" b="b"/>
              <a:pathLst>
                <a:path w="4746" h="8494" extrusionOk="0">
                  <a:moveTo>
                    <a:pt x="2008" y="1"/>
                  </a:moveTo>
                  <a:cubicBezTo>
                    <a:pt x="1870" y="1"/>
                    <a:pt x="1738" y="94"/>
                    <a:pt x="1704" y="240"/>
                  </a:cubicBezTo>
                  <a:cubicBezTo>
                    <a:pt x="1337" y="1643"/>
                    <a:pt x="234" y="5353"/>
                    <a:pt x="334" y="5386"/>
                  </a:cubicBezTo>
                  <a:cubicBezTo>
                    <a:pt x="334" y="5386"/>
                    <a:pt x="0" y="6138"/>
                    <a:pt x="1103" y="7491"/>
                  </a:cubicBezTo>
                  <a:cubicBezTo>
                    <a:pt x="1489" y="7957"/>
                    <a:pt x="2255" y="8493"/>
                    <a:pt x="3016" y="8493"/>
                  </a:cubicBezTo>
                  <a:cubicBezTo>
                    <a:pt x="3373" y="8493"/>
                    <a:pt x="3729" y="8375"/>
                    <a:pt x="4044" y="8076"/>
                  </a:cubicBezTo>
                  <a:cubicBezTo>
                    <a:pt x="4745" y="7424"/>
                    <a:pt x="4562" y="5837"/>
                    <a:pt x="4127" y="4851"/>
                  </a:cubicBezTo>
                  <a:cubicBezTo>
                    <a:pt x="3960" y="4434"/>
                    <a:pt x="3175" y="3849"/>
                    <a:pt x="2757" y="3665"/>
                  </a:cubicBezTo>
                  <a:cubicBezTo>
                    <a:pt x="2735" y="3654"/>
                    <a:pt x="2703" y="3650"/>
                    <a:pt x="2664" y="3650"/>
                  </a:cubicBezTo>
                  <a:cubicBezTo>
                    <a:pt x="2570" y="3650"/>
                    <a:pt x="2440" y="3672"/>
                    <a:pt x="2332" y="3672"/>
                  </a:cubicBezTo>
                  <a:cubicBezTo>
                    <a:pt x="2275" y="3672"/>
                    <a:pt x="2225" y="3666"/>
                    <a:pt x="2189" y="3648"/>
                  </a:cubicBezTo>
                  <a:cubicBezTo>
                    <a:pt x="2222" y="3314"/>
                    <a:pt x="2423" y="1944"/>
                    <a:pt x="2523" y="1276"/>
                  </a:cubicBezTo>
                  <a:cubicBezTo>
                    <a:pt x="2590" y="858"/>
                    <a:pt x="2540" y="340"/>
                    <a:pt x="2206" y="73"/>
                  </a:cubicBezTo>
                  <a:cubicBezTo>
                    <a:pt x="2145" y="23"/>
                    <a:pt x="2076" y="1"/>
                    <a:pt x="2008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2"/>
            <p:cNvSpPr/>
            <p:nvPr/>
          </p:nvSpPr>
          <p:spPr>
            <a:xfrm>
              <a:off x="5765199" y="1605156"/>
              <a:ext cx="39678" cy="59998"/>
            </a:xfrm>
            <a:custGeom>
              <a:avLst/>
              <a:gdLst/>
              <a:ahLst/>
              <a:cxnLst/>
              <a:rect l="l" t="t" r="r" b="b"/>
              <a:pathLst>
                <a:path w="1238" h="1872" extrusionOk="0">
                  <a:moveTo>
                    <a:pt x="251" y="0"/>
                  </a:moveTo>
                  <a:lnTo>
                    <a:pt x="1" y="1855"/>
                  </a:lnTo>
                  <a:lnTo>
                    <a:pt x="1237" y="1872"/>
                  </a:lnTo>
                  <a:lnTo>
                    <a:pt x="1204" y="101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2"/>
            <p:cNvSpPr/>
            <p:nvPr/>
          </p:nvSpPr>
          <p:spPr>
            <a:xfrm>
              <a:off x="5730393" y="1510417"/>
              <a:ext cx="129867" cy="119643"/>
            </a:xfrm>
            <a:custGeom>
              <a:avLst/>
              <a:gdLst/>
              <a:ahLst/>
              <a:cxnLst/>
              <a:rect l="l" t="t" r="r" b="b"/>
              <a:pathLst>
                <a:path w="4052" h="3733" extrusionOk="0">
                  <a:moveTo>
                    <a:pt x="2072" y="0"/>
                  </a:moveTo>
                  <a:cubicBezTo>
                    <a:pt x="1564" y="0"/>
                    <a:pt x="1050" y="208"/>
                    <a:pt x="669" y="667"/>
                  </a:cubicBezTo>
                  <a:cubicBezTo>
                    <a:pt x="1" y="1453"/>
                    <a:pt x="101" y="2622"/>
                    <a:pt x="886" y="3291"/>
                  </a:cubicBezTo>
                  <a:cubicBezTo>
                    <a:pt x="1250" y="3597"/>
                    <a:pt x="1668" y="3733"/>
                    <a:pt x="2076" y="3733"/>
                  </a:cubicBezTo>
                  <a:cubicBezTo>
                    <a:pt x="3094" y="3733"/>
                    <a:pt x="4051" y="2884"/>
                    <a:pt x="3944" y="1703"/>
                  </a:cubicBezTo>
                  <a:cubicBezTo>
                    <a:pt x="3848" y="647"/>
                    <a:pt x="2969" y="0"/>
                    <a:pt x="207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2"/>
            <p:cNvSpPr/>
            <p:nvPr/>
          </p:nvSpPr>
          <p:spPr>
            <a:xfrm>
              <a:off x="5765744" y="1539871"/>
              <a:ext cx="69645" cy="62850"/>
            </a:xfrm>
            <a:custGeom>
              <a:avLst/>
              <a:gdLst/>
              <a:ahLst/>
              <a:cxnLst/>
              <a:rect l="l" t="t" r="r" b="b"/>
              <a:pathLst>
                <a:path w="2173" h="1961" extrusionOk="0">
                  <a:moveTo>
                    <a:pt x="1100" y="1"/>
                  </a:moveTo>
                  <a:cubicBezTo>
                    <a:pt x="911" y="1"/>
                    <a:pt x="716" y="57"/>
                    <a:pt x="535" y="183"/>
                  </a:cubicBezTo>
                  <a:cubicBezTo>
                    <a:pt x="101" y="500"/>
                    <a:pt x="0" y="1102"/>
                    <a:pt x="301" y="1553"/>
                  </a:cubicBezTo>
                  <a:cubicBezTo>
                    <a:pt x="500" y="1832"/>
                    <a:pt x="797" y="1960"/>
                    <a:pt x="1092" y="1960"/>
                  </a:cubicBezTo>
                  <a:cubicBezTo>
                    <a:pt x="1539" y="1960"/>
                    <a:pt x="1982" y="1665"/>
                    <a:pt x="2072" y="1152"/>
                  </a:cubicBezTo>
                  <a:cubicBezTo>
                    <a:pt x="2172" y="501"/>
                    <a:pt x="1664" y="1"/>
                    <a:pt x="110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2"/>
            <p:cNvSpPr/>
            <p:nvPr/>
          </p:nvSpPr>
          <p:spPr>
            <a:xfrm>
              <a:off x="5678985" y="1527499"/>
              <a:ext cx="112880" cy="102624"/>
            </a:xfrm>
            <a:custGeom>
              <a:avLst/>
              <a:gdLst/>
              <a:ahLst/>
              <a:cxnLst/>
              <a:rect l="l" t="t" r="r" b="b"/>
              <a:pathLst>
                <a:path w="3522" h="3202" extrusionOk="0">
                  <a:moveTo>
                    <a:pt x="786" y="1"/>
                  </a:moveTo>
                  <a:lnTo>
                    <a:pt x="786" y="1"/>
                  </a:lnTo>
                  <a:cubicBezTo>
                    <a:pt x="1" y="2156"/>
                    <a:pt x="736" y="3008"/>
                    <a:pt x="1354" y="3192"/>
                  </a:cubicBezTo>
                  <a:cubicBezTo>
                    <a:pt x="1378" y="3199"/>
                    <a:pt x="1403" y="3202"/>
                    <a:pt x="1431" y="3202"/>
                  </a:cubicBezTo>
                  <a:cubicBezTo>
                    <a:pt x="1947" y="3202"/>
                    <a:pt x="3104" y="2057"/>
                    <a:pt x="3326" y="1772"/>
                  </a:cubicBezTo>
                  <a:cubicBezTo>
                    <a:pt x="3521" y="1520"/>
                    <a:pt x="3425" y="1351"/>
                    <a:pt x="3134" y="1351"/>
                  </a:cubicBezTo>
                  <a:cubicBezTo>
                    <a:pt x="3077" y="1351"/>
                    <a:pt x="3013" y="1357"/>
                    <a:pt x="2941" y="1371"/>
                  </a:cubicBezTo>
                  <a:cubicBezTo>
                    <a:pt x="2507" y="1454"/>
                    <a:pt x="1788" y="1989"/>
                    <a:pt x="1788" y="1989"/>
                  </a:cubicBezTo>
                  <a:cubicBezTo>
                    <a:pt x="1788" y="1989"/>
                    <a:pt x="1454" y="1237"/>
                    <a:pt x="78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2"/>
            <p:cNvSpPr/>
            <p:nvPr/>
          </p:nvSpPr>
          <p:spPr>
            <a:xfrm>
              <a:off x="5748085" y="1462053"/>
              <a:ext cx="123713" cy="91919"/>
            </a:xfrm>
            <a:custGeom>
              <a:avLst/>
              <a:gdLst/>
              <a:ahLst/>
              <a:cxnLst/>
              <a:rect l="l" t="t" r="r" b="b"/>
              <a:pathLst>
                <a:path w="3860" h="2868" extrusionOk="0">
                  <a:moveTo>
                    <a:pt x="1604" y="0"/>
                  </a:moveTo>
                  <a:cubicBezTo>
                    <a:pt x="1316" y="0"/>
                    <a:pt x="1134" y="402"/>
                    <a:pt x="1086" y="639"/>
                  </a:cubicBezTo>
                  <a:cubicBezTo>
                    <a:pt x="1028" y="628"/>
                    <a:pt x="970" y="623"/>
                    <a:pt x="912" y="623"/>
                  </a:cubicBezTo>
                  <a:cubicBezTo>
                    <a:pt x="706" y="623"/>
                    <a:pt x="508" y="692"/>
                    <a:pt x="351" y="823"/>
                  </a:cubicBezTo>
                  <a:cubicBezTo>
                    <a:pt x="0" y="1241"/>
                    <a:pt x="434" y="1592"/>
                    <a:pt x="434" y="1592"/>
                  </a:cubicBezTo>
                  <a:cubicBezTo>
                    <a:pt x="434" y="1592"/>
                    <a:pt x="836" y="1725"/>
                    <a:pt x="1019" y="1775"/>
                  </a:cubicBezTo>
                  <a:cubicBezTo>
                    <a:pt x="1203" y="1842"/>
                    <a:pt x="2022" y="2477"/>
                    <a:pt x="2122" y="2477"/>
                  </a:cubicBezTo>
                  <a:cubicBezTo>
                    <a:pt x="2144" y="2481"/>
                    <a:pt x="2167" y="2482"/>
                    <a:pt x="2189" y="2482"/>
                  </a:cubicBezTo>
                  <a:cubicBezTo>
                    <a:pt x="2379" y="2482"/>
                    <a:pt x="2543" y="2356"/>
                    <a:pt x="2573" y="2176"/>
                  </a:cubicBezTo>
                  <a:cubicBezTo>
                    <a:pt x="2577" y="2177"/>
                    <a:pt x="2582" y="2178"/>
                    <a:pt x="2587" y="2178"/>
                  </a:cubicBezTo>
                  <a:cubicBezTo>
                    <a:pt x="2669" y="2178"/>
                    <a:pt x="2891" y="2059"/>
                    <a:pt x="2891" y="2059"/>
                  </a:cubicBezTo>
                  <a:cubicBezTo>
                    <a:pt x="2891" y="2059"/>
                    <a:pt x="2924" y="2611"/>
                    <a:pt x="3041" y="2728"/>
                  </a:cubicBezTo>
                  <a:cubicBezTo>
                    <a:pt x="3115" y="2793"/>
                    <a:pt x="3189" y="2868"/>
                    <a:pt x="3289" y="2868"/>
                  </a:cubicBezTo>
                  <a:cubicBezTo>
                    <a:pt x="3369" y="2868"/>
                    <a:pt x="3466" y="2819"/>
                    <a:pt x="3592" y="2678"/>
                  </a:cubicBezTo>
                  <a:cubicBezTo>
                    <a:pt x="3860" y="2360"/>
                    <a:pt x="3726" y="1408"/>
                    <a:pt x="3509" y="1090"/>
                  </a:cubicBezTo>
                  <a:cubicBezTo>
                    <a:pt x="3292" y="790"/>
                    <a:pt x="3225" y="706"/>
                    <a:pt x="2673" y="706"/>
                  </a:cubicBezTo>
                  <a:cubicBezTo>
                    <a:pt x="2289" y="255"/>
                    <a:pt x="1955" y="54"/>
                    <a:pt x="1654" y="4"/>
                  </a:cubicBezTo>
                  <a:cubicBezTo>
                    <a:pt x="1637" y="2"/>
                    <a:pt x="1620" y="0"/>
                    <a:pt x="1604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2"/>
            <p:cNvSpPr/>
            <p:nvPr/>
          </p:nvSpPr>
          <p:spPr>
            <a:xfrm>
              <a:off x="5028883" y="1763131"/>
              <a:ext cx="341685" cy="335051"/>
            </a:xfrm>
            <a:custGeom>
              <a:avLst/>
              <a:gdLst/>
              <a:ahLst/>
              <a:cxnLst/>
              <a:rect l="l" t="t" r="r" b="b"/>
              <a:pathLst>
                <a:path w="10661" h="10454" extrusionOk="0">
                  <a:moveTo>
                    <a:pt x="2189" y="0"/>
                  </a:moveTo>
                  <a:cubicBezTo>
                    <a:pt x="1955" y="0"/>
                    <a:pt x="1721" y="51"/>
                    <a:pt x="1504" y="134"/>
                  </a:cubicBezTo>
                  <a:cubicBezTo>
                    <a:pt x="602" y="502"/>
                    <a:pt x="151" y="1454"/>
                    <a:pt x="67" y="2356"/>
                  </a:cubicBezTo>
                  <a:cubicBezTo>
                    <a:pt x="0" y="3292"/>
                    <a:pt x="134" y="4211"/>
                    <a:pt x="435" y="5097"/>
                  </a:cubicBezTo>
                  <a:cubicBezTo>
                    <a:pt x="986" y="6734"/>
                    <a:pt x="2039" y="8171"/>
                    <a:pt x="3442" y="9190"/>
                  </a:cubicBezTo>
                  <a:cubicBezTo>
                    <a:pt x="4399" y="9885"/>
                    <a:pt x="5665" y="10454"/>
                    <a:pt x="6890" y="10454"/>
                  </a:cubicBezTo>
                  <a:cubicBezTo>
                    <a:pt x="7548" y="10454"/>
                    <a:pt x="8194" y="10289"/>
                    <a:pt x="8772" y="9892"/>
                  </a:cubicBezTo>
                  <a:cubicBezTo>
                    <a:pt x="9508" y="9357"/>
                    <a:pt x="10042" y="8605"/>
                    <a:pt x="10293" y="7753"/>
                  </a:cubicBezTo>
                  <a:cubicBezTo>
                    <a:pt x="10627" y="6717"/>
                    <a:pt x="10661" y="5614"/>
                    <a:pt x="10627" y="4545"/>
                  </a:cubicBezTo>
                  <a:cubicBezTo>
                    <a:pt x="10610" y="3526"/>
                    <a:pt x="10544" y="2440"/>
                    <a:pt x="10026" y="1538"/>
                  </a:cubicBezTo>
                  <a:cubicBezTo>
                    <a:pt x="9580" y="762"/>
                    <a:pt x="8776" y="100"/>
                    <a:pt x="7838" y="100"/>
                  </a:cubicBezTo>
                  <a:cubicBezTo>
                    <a:pt x="7827" y="100"/>
                    <a:pt x="7815" y="100"/>
                    <a:pt x="7803" y="101"/>
                  </a:cubicBezTo>
                  <a:cubicBezTo>
                    <a:pt x="7519" y="101"/>
                    <a:pt x="7469" y="518"/>
                    <a:pt x="7770" y="552"/>
                  </a:cubicBezTo>
                  <a:cubicBezTo>
                    <a:pt x="7954" y="552"/>
                    <a:pt x="8121" y="585"/>
                    <a:pt x="8288" y="652"/>
                  </a:cubicBezTo>
                  <a:cubicBezTo>
                    <a:pt x="9040" y="886"/>
                    <a:pt x="9574" y="1571"/>
                    <a:pt x="9825" y="2289"/>
                  </a:cubicBezTo>
                  <a:cubicBezTo>
                    <a:pt x="10159" y="3208"/>
                    <a:pt x="10143" y="4228"/>
                    <a:pt x="10143" y="5180"/>
                  </a:cubicBezTo>
                  <a:cubicBezTo>
                    <a:pt x="10126" y="6116"/>
                    <a:pt x="10059" y="7102"/>
                    <a:pt x="9658" y="7987"/>
                  </a:cubicBezTo>
                  <a:cubicBezTo>
                    <a:pt x="9357" y="8689"/>
                    <a:pt x="8839" y="9357"/>
                    <a:pt x="8104" y="9691"/>
                  </a:cubicBezTo>
                  <a:cubicBezTo>
                    <a:pt x="7717" y="9869"/>
                    <a:pt x="7305" y="9943"/>
                    <a:pt x="6890" y="9943"/>
                  </a:cubicBezTo>
                  <a:cubicBezTo>
                    <a:pt x="6408" y="9943"/>
                    <a:pt x="5922" y="9844"/>
                    <a:pt x="5464" y="9691"/>
                  </a:cubicBezTo>
                  <a:cubicBezTo>
                    <a:pt x="4696" y="9424"/>
                    <a:pt x="3977" y="9006"/>
                    <a:pt x="3342" y="8488"/>
                  </a:cubicBezTo>
                  <a:cubicBezTo>
                    <a:pt x="2122" y="7486"/>
                    <a:pt x="1237" y="6132"/>
                    <a:pt x="819" y="4612"/>
                  </a:cubicBezTo>
                  <a:cubicBezTo>
                    <a:pt x="585" y="3793"/>
                    <a:pt x="452" y="2858"/>
                    <a:pt x="635" y="2022"/>
                  </a:cubicBezTo>
                  <a:cubicBezTo>
                    <a:pt x="819" y="1270"/>
                    <a:pt x="1387" y="518"/>
                    <a:pt x="2223" y="518"/>
                  </a:cubicBezTo>
                  <a:cubicBezTo>
                    <a:pt x="2557" y="518"/>
                    <a:pt x="2523" y="0"/>
                    <a:pt x="218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2"/>
            <p:cNvSpPr/>
            <p:nvPr/>
          </p:nvSpPr>
          <p:spPr>
            <a:xfrm>
              <a:off x="5083496" y="1747202"/>
              <a:ext cx="47658" cy="36505"/>
            </a:xfrm>
            <a:custGeom>
              <a:avLst/>
              <a:gdLst/>
              <a:ahLst/>
              <a:cxnLst/>
              <a:rect l="l" t="t" r="r" b="b"/>
              <a:pathLst>
                <a:path w="1487" h="1139" extrusionOk="0">
                  <a:moveTo>
                    <a:pt x="667" y="0"/>
                  </a:moveTo>
                  <a:cubicBezTo>
                    <a:pt x="636" y="0"/>
                    <a:pt x="602" y="5"/>
                    <a:pt x="569" y="13"/>
                  </a:cubicBezTo>
                  <a:cubicBezTo>
                    <a:pt x="385" y="46"/>
                    <a:pt x="235" y="147"/>
                    <a:pt x="134" y="314"/>
                  </a:cubicBezTo>
                  <a:cubicBezTo>
                    <a:pt x="17" y="497"/>
                    <a:pt x="1" y="748"/>
                    <a:pt x="134" y="949"/>
                  </a:cubicBezTo>
                  <a:cubicBezTo>
                    <a:pt x="218" y="1083"/>
                    <a:pt x="336" y="1139"/>
                    <a:pt x="463" y="1139"/>
                  </a:cubicBezTo>
                  <a:cubicBezTo>
                    <a:pt x="918" y="1139"/>
                    <a:pt x="1487" y="427"/>
                    <a:pt x="1003" y="113"/>
                  </a:cubicBezTo>
                  <a:cubicBezTo>
                    <a:pt x="953" y="80"/>
                    <a:pt x="903" y="46"/>
                    <a:pt x="853" y="30"/>
                  </a:cubicBezTo>
                  <a:cubicBezTo>
                    <a:pt x="819" y="13"/>
                    <a:pt x="786" y="13"/>
                    <a:pt x="753" y="13"/>
                  </a:cubicBezTo>
                  <a:cubicBezTo>
                    <a:pt x="728" y="5"/>
                    <a:pt x="698" y="0"/>
                    <a:pt x="66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2"/>
            <p:cNvSpPr/>
            <p:nvPr/>
          </p:nvSpPr>
          <p:spPr>
            <a:xfrm>
              <a:off x="5257014" y="1755407"/>
              <a:ext cx="47626" cy="36569"/>
            </a:xfrm>
            <a:custGeom>
              <a:avLst/>
              <a:gdLst/>
              <a:ahLst/>
              <a:cxnLst/>
              <a:rect l="l" t="t" r="r" b="b"/>
              <a:pathLst>
                <a:path w="1486" h="1141" extrusionOk="0">
                  <a:moveTo>
                    <a:pt x="690" y="0"/>
                  </a:moveTo>
                  <a:cubicBezTo>
                    <a:pt x="650" y="0"/>
                    <a:pt x="613" y="7"/>
                    <a:pt x="568" y="7"/>
                  </a:cubicBezTo>
                  <a:cubicBezTo>
                    <a:pt x="385" y="41"/>
                    <a:pt x="234" y="141"/>
                    <a:pt x="134" y="308"/>
                  </a:cubicBezTo>
                  <a:cubicBezTo>
                    <a:pt x="0" y="492"/>
                    <a:pt x="0" y="743"/>
                    <a:pt x="134" y="943"/>
                  </a:cubicBezTo>
                  <a:cubicBezTo>
                    <a:pt x="215" y="1083"/>
                    <a:pt x="332" y="1140"/>
                    <a:pt x="459" y="1140"/>
                  </a:cubicBezTo>
                  <a:cubicBezTo>
                    <a:pt x="910" y="1140"/>
                    <a:pt x="1485" y="421"/>
                    <a:pt x="1003" y="108"/>
                  </a:cubicBezTo>
                  <a:cubicBezTo>
                    <a:pt x="953" y="74"/>
                    <a:pt x="903" y="41"/>
                    <a:pt x="836" y="24"/>
                  </a:cubicBezTo>
                  <a:cubicBezTo>
                    <a:pt x="819" y="7"/>
                    <a:pt x="786" y="7"/>
                    <a:pt x="752" y="7"/>
                  </a:cubicBezTo>
                  <a:cubicBezTo>
                    <a:pt x="730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2"/>
            <p:cNvSpPr/>
            <p:nvPr/>
          </p:nvSpPr>
          <p:spPr>
            <a:xfrm>
              <a:off x="5165960" y="2049401"/>
              <a:ext cx="169801" cy="56248"/>
            </a:xfrm>
            <a:custGeom>
              <a:avLst/>
              <a:gdLst/>
              <a:ahLst/>
              <a:cxnLst/>
              <a:rect l="l" t="t" r="r" b="b"/>
              <a:pathLst>
                <a:path w="5298" h="1755" extrusionOk="0">
                  <a:moveTo>
                    <a:pt x="4681" y="0"/>
                  </a:moveTo>
                  <a:cubicBezTo>
                    <a:pt x="4588" y="0"/>
                    <a:pt x="4495" y="24"/>
                    <a:pt x="4412" y="74"/>
                  </a:cubicBezTo>
                  <a:cubicBezTo>
                    <a:pt x="4145" y="241"/>
                    <a:pt x="3861" y="375"/>
                    <a:pt x="3560" y="459"/>
                  </a:cubicBezTo>
                  <a:cubicBezTo>
                    <a:pt x="3393" y="509"/>
                    <a:pt x="3226" y="542"/>
                    <a:pt x="3059" y="576"/>
                  </a:cubicBezTo>
                  <a:cubicBezTo>
                    <a:pt x="2975" y="592"/>
                    <a:pt x="2891" y="609"/>
                    <a:pt x="2825" y="609"/>
                  </a:cubicBezTo>
                  <a:cubicBezTo>
                    <a:pt x="2791" y="609"/>
                    <a:pt x="2741" y="626"/>
                    <a:pt x="2708" y="626"/>
                  </a:cubicBezTo>
                  <a:lnTo>
                    <a:pt x="2674" y="626"/>
                  </a:lnTo>
                  <a:cubicBezTo>
                    <a:pt x="2591" y="634"/>
                    <a:pt x="2507" y="638"/>
                    <a:pt x="2424" y="638"/>
                  </a:cubicBezTo>
                  <a:cubicBezTo>
                    <a:pt x="2340" y="638"/>
                    <a:pt x="2257" y="634"/>
                    <a:pt x="2173" y="626"/>
                  </a:cubicBezTo>
                  <a:cubicBezTo>
                    <a:pt x="2106" y="609"/>
                    <a:pt x="2023" y="609"/>
                    <a:pt x="1939" y="592"/>
                  </a:cubicBezTo>
                  <a:cubicBezTo>
                    <a:pt x="1906" y="592"/>
                    <a:pt x="1856" y="592"/>
                    <a:pt x="1805" y="576"/>
                  </a:cubicBezTo>
                  <a:lnTo>
                    <a:pt x="1789" y="576"/>
                  </a:lnTo>
                  <a:cubicBezTo>
                    <a:pt x="1622" y="542"/>
                    <a:pt x="1455" y="492"/>
                    <a:pt x="1304" y="442"/>
                  </a:cubicBezTo>
                  <a:cubicBezTo>
                    <a:pt x="1221" y="425"/>
                    <a:pt x="1154" y="392"/>
                    <a:pt x="1070" y="358"/>
                  </a:cubicBezTo>
                  <a:cubicBezTo>
                    <a:pt x="1037" y="342"/>
                    <a:pt x="987" y="325"/>
                    <a:pt x="953" y="308"/>
                  </a:cubicBezTo>
                  <a:lnTo>
                    <a:pt x="953" y="308"/>
                  </a:lnTo>
                  <a:cubicBezTo>
                    <a:pt x="953" y="308"/>
                    <a:pt x="970" y="325"/>
                    <a:pt x="970" y="325"/>
                  </a:cubicBezTo>
                  <a:cubicBezTo>
                    <a:pt x="953" y="308"/>
                    <a:pt x="937" y="292"/>
                    <a:pt x="920" y="292"/>
                  </a:cubicBezTo>
                  <a:cubicBezTo>
                    <a:pt x="835" y="241"/>
                    <a:pt x="739" y="217"/>
                    <a:pt x="643" y="217"/>
                  </a:cubicBezTo>
                  <a:cubicBezTo>
                    <a:pt x="453" y="217"/>
                    <a:pt x="262" y="309"/>
                    <a:pt x="151" y="475"/>
                  </a:cubicBezTo>
                  <a:cubicBezTo>
                    <a:pt x="1" y="726"/>
                    <a:pt x="68" y="1077"/>
                    <a:pt x="335" y="1244"/>
                  </a:cubicBezTo>
                  <a:cubicBezTo>
                    <a:pt x="1003" y="1585"/>
                    <a:pt x="1729" y="1755"/>
                    <a:pt x="2454" y="1755"/>
                  </a:cubicBezTo>
                  <a:cubicBezTo>
                    <a:pt x="3326" y="1755"/>
                    <a:pt x="4197" y="1510"/>
                    <a:pt x="4963" y="1027"/>
                  </a:cubicBezTo>
                  <a:cubicBezTo>
                    <a:pt x="5214" y="860"/>
                    <a:pt x="5297" y="525"/>
                    <a:pt x="5164" y="275"/>
                  </a:cubicBezTo>
                  <a:cubicBezTo>
                    <a:pt x="5052" y="97"/>
                    <a:pt x="4867" y="0"/>
                    <a:pt x="46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2"/>
            <p:cNvSpPr/>
            <p:nvPr/>
          </p:nvSpPr>
          <p:spPr>
            <a:xfrm>
              <a:off x="5244419" y="1648360"/>
              <a:ext cx="554561" cy="664461"/>
            </a:xfrm>
            <a:custGeom>
              <a:avLst/>
              <a:gdLst/>
              <a:ahLst/>
              <a:cxnLst/>
              <a:rect l="l" t="t" r="r" b="b"/>
              <a:pathLst>
                <a:path w="17303" h="20732" extrusionOk="0">
                  <a:moveTo>
                    <a:pt x="17004" y="0"/>
                  </a:moveTo>
                  <a:cubicBezTo>
                    <a:pt x="16987" y="0"/>
                    <a:pt x="16969" y="2"/>
                    <a:pt x="16952" y="6"/>
                  </a:cubicBezTo>
                  <a:cubicBezTo>
                    <a:pt x="16784" y="39"/>
                    <a:pt x="16684" y="173"/>
                    <a:pt x="16701" y="323"/>
                  </a:cubicBezTo>
                  <a:cubicBezTo>
                    <a:pt x="16734" y="657"/>
                    <a:pt x="16751" y="992"/>
                    <a:pt x="16734" y="1309"/>
                  </a:cubicBezTo>
                  <a:cubicBezTo>
                    <a:pt x="16634" y="3899"/>
                    <a:pt x="16667" y="6405"/>
                    <a:pt x="16300" y="8945"/>
                  </a:cubicBezTo>
                  <a:cubicBezTo>
                    <a:pt x="15966" y="11251"/>
                    <a:pt x="15632" y="13540"/>
                    <a:pt x="14445" y="15545"/>
                  </a:cubicBezTo>
                  <a:cubicBezTo>
                    <a:pt x="13376" y="17316"/>
                    <a:pt x="11872" y="18970"/>
                    <a:pt x="9900" y="19705"/>
                  </a:cubicBezTo>
                  <a:cubicBezTo>
                    <a:pt x="9079" y="20013"/>
                    <a:pt x="8208" y="20164"/>
                    <a:pt x="7333" y="20164"/>
                  </a:cubicBezTo>
                  <a:cubicBezTo>
                    <a:pt x="7069" y="20164"/>
                    <a:pt x="6805" y="20150"/>
                    <a:pt x="6542" y="20123"/>
                  </a:cubicBezTo>
                  <a:cubicBezTo>
                    <a:pt x="6007" y="20039"/>
                    <a:pt x="5473" y="19922"/>
                    <a:pt x="4955" y="19739"/>
                  </a:cubicBezTo>
                  <a:cubicBezTo>
                    <a:pt x="4420" y="19555"/>
                    <a:pt x="3919" y="19304"/>
                    <a:pt x="3468" y="18970"/>
                  </a:cubicBezTo>
                  <a:cubicBezTo>
                    <a:pt x="1763" y="17750"/>
                    <a:pt x="677" y="15862"/>
                    <a:pt x="460" y="13774"/>
                  </a:cubicBezTo>
                  <a:cubicBezTo>
                    <a:pt x="444" y="13634"/>
                    <a:pt x="330" y="13563"/>
                    <a:pt x="221" y="13563"/>
                  </a:cubicBezTo>
                  <a:cubicBezTo>
                    <a:pt x="108" y="13563"/>
                    <a:pt x="1" y="13638"/>
                    <a:pt x="9" y="13790"/>
                  </a:cubicBezTo>
                  <a:cubicBezTo>
                    <a:pt x="26" y="14074"/>
                    <a:pt x="59" y="14342"/>
                    <a:pt x="109" y="14626"/>
                  </a:cubicBezTo>
                  <a:cubicBezTo>
                    <a:pt x="527" y="16798"/>
                    <a:pt x="1880" y="18686"/>
                    <a:pt x="3819" y="19772"/>
                  </a:cubicBezTo>
                  <a:cubicBezTo>
                    <a:pt x="4086" y="19906"/>
                    <a:pt x="4353" y="20006"/>
                    <a:pt x="4621" y="20140"/>
                  </a:cubicBezTo>
                  <a:cubicBezTo>
                    <a:pt x="4888" y="20273"/>
                    <a:pt x="5172" y="20373"/>
                    <a:pt x="5456" y="20440"/>
                  </a:cubicBezTo>
                  <a:cubicBezTo>
                    <a:pt x="6024" y="20591"/>
                    <a:pt x="6609" y="20691"/>
                    <a:pt x="7194" y="20724"/>
                  </a:cubicBezTo>
                  <a:cubicBezTo>
                    <a:pt x="7302" y="20729"/>
                    <a:pt x="7410" y="20731"/>
                    <a:pt x="7518" y="20731"/>
                  </a:cubicBezTo>
                  <a:cubicBezTo>
                    <a:pt x="8565" y="20731"/>
                    <a:pt x="9615" y="20512"/>
                    <a:pt x="10569" y="20073"/>
                  </a:cubicBezTo>
                  <a:cubicBezTo>
                    <a:pt x="12591" y="19170"/>
                    <a:pt x="14128" y="17399"/>
                    <a:pt x="15180" y="15495"/>
                  </a:cubicBezTo>
                  <a:cubicBezTo>
                    <a:pt x="16400" y="13306"/>
                    <a:pt x="16701" y="10866"/>
                    <a:pt x="16985" y="8393"/>
                  </a:cubicBezTo>
                  <a:cubicBezTo>
                    <a:pt x="17302" y="5687"/>
                    <a:pt x="17236" y="3331"/>
                    <a:pt x="17269" y="240"/>
                  </a:cubicBezTo>
                  <a:cubicBezTo>
                    <a:pt x="17254" y="107"/>
                    <a:pt x="17135" y="0"/>
                    <a:pt x="1700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2"/>
            <p:cNvSpPr/>
            <p:nvPr/>
          </p:nvSpPr>
          <p:spPr>
            <a:xfrm>
              <a:off x="5050837" y="1439137"/>
              <a:ext cx="348640" cy="581066"/>
            </a:xfrm>
            <a:custGeom>
              <a:avLst/>
              <a:gdLst/>
              <a:ahLst/>
              <a:cxnLst/>
              <a:rect l="l" t="t" r="r" b="b"/>
              <a:pathLst>
                <a:path w="10878" h="18130" extrusionOk="0">
                  <a:moveTo>
                    <a:pt x="9524" y="1"/>
                  </a:moveTo>
                  <a:cubicBezTo>
                    <a:pt x="9341" y="368"/>
                    <a:pt x="9073" y="686"/>
                    <a:pt x="8722" y="920"/>
                  </a:cubicBezTo>
                  <a:cubicBezTo>
                    <a:pt x="7787" y="1488"/>
                    <a:pt x="6350" y="1555"/>
                    <a:pt x="5498" y="1855"/>
                  </a:cubicBezTo>
                  <a:cubicBezTo>
                    <a:pt x="4445" y="2223"/>
                    <a:pt x="4211" y="2457"/>
                    <a:pt x="3409" y="3142"/>
                  </a:cubicBezTo>
                  <a:cubicBezTo>
                    <a:pt x="3174" y="2186"/>
                    <a:pt x="2744" y="1605"/>
                    <a:pt x="2098" y="1605"/>
                  </a:cubicBezTo>
                  <a:cubicBezTo>
                    <a:pt x="2010" y="1605"/>
                    <a:pt x="1918" y="1616"/>
                    <a:pt x="1822" y="1638"/>
                  </a:cubicBezTo>
                  <a:cubicBezTo>
                    <a:pt x="970" y="1839"/>
                    <a:pt x="1421" y="4295"/>
                    <a:pt x="1939" y="4562"/>
                  </a:cubicBezTo>
                  <a:cubicBezTo>
                    <a:pt x="2177" y="4693"/>
                    <a:pt x="2369" y="4728"/>
                    <a:pt x="2507" y="4728"/>
                  </a:cubicBezTo>
                  <a:cubicBezTo>
                    <a:pt x="2670" y="4728"/>
                    <a:pt x="2757" y="4679"/>
                    <a:pt x="2757" y="4679"/>
                  </a:cubicBezTo>
                  <a:lnTo>
                    <a:pt x="2757" y="4679"/>
                  </a:lnTo>
                  <a:cubicBezTo>
                    <a:pt x="2757" y="4679"/>
                    <a:pt x="3092" y="8823"/>
                    <a:pt x="2707" y="9942"/>
                  </a:cubicBezTo>
                  <a:cubicBezTo>
                    <a:pt x="2323" y="11062"/>
                    <a:pt x="1170" y="11697"/>
                    <a:pt x="1" y="12081"/>
                  </a:cubicBezTo>
                  <a:cubicBezTo>
                    <a:pt x="1036" y="13986"/>
                    <a:pt x="4512" y="17495"/>
                    <a:pt x="6066" y="18129"/>
                  </a:cubicBezTo>
                  <a:cubicBezTo>
                    <a:pt x="7219" y="17845"/>
                    <a:pt x="8455" y="12131"/>
                    <a:pt x="8455" y="12131"/>
                  </a:cubicBezTo>
                  <a:cubicBezTo>
                    <a:pt x="8455" y="12131"/>
                    <a:pt x="7369" y="11964"/>
                    <a:pt x="6968" y="11530"/>
                  </a:cubicBezTo>
                  <a:cubicBezTo>
                    <a:pt x="6567" y="11045"/>
                    <a:pt x="6350" y="10427"/>
                    <a:pt x="6400" y="9809"/>
                  </a:cubicBezTo>
                  <a:cubicBezTo>
                    <a:pt x="6416" y="9547"/>
                    <a:pt x="6481" y="7919"/>
                    <a:pt x="7192" y="7919"/>
                  </a:cubicBezTo>
                  <a:cubicBezTo>
                    <a:pt x="7206" y="7919"/>
                    <a:pt x="7221" y="7919"/>
                    <a:pt x="7235" y="7921"/>
                  </a:cubicBezTo>
                  <a:cubicBezTo>
                    <a:pt x="7336" y="7921"/>
                    <a:pt x="7453" y="7937"/>
                    <a:pt x="7553" y="7954"/>
                  </a:cubicBezTo>
                  <a:cubicBezTo>
                    <a:pt x="7926" y="8026"/>
                    <a:pt x="8272" y="8062"/>
                    <a:pt x="8579" y="8062"/>
                  </a:cubicBezTo>
                  <a:cubicBezTo>
                    <a:pt x="9123" y="8062"/>
                    <a:pt x="9546" y="7950"/>
                    <a:pt x="9792" y="7737"/>
                  </a:cubicBezTo>
                  <a:cubicBezTo>
                    <a:pt x="10042" y="7520"/>
                    <a:pt x="10176" y="6400"/>
                    <a:pt x="10176" y="5682"/>
                  </a:cubicBezTo>
                  <a:cubicBezTo>
                    <a:pt x="10193" y="4980"/>
                    <a:pt x="10844" y="4930"/>
                    <a:pt x="10844" y="4679"/>
                  </a:cubicBezTo>
                  <a:cubicBezTo>
                    <a:pt x="10878" y="4128"/>
                    <a:pt x="10026" y="4646"/>
                    <a:pt x="10126" y="2323"/>
                  </a:cubicBezTo>
                  <a:cubicBezTo>
                    <a:pt x="10092" y="1037"/>
                    <a:pt x="9875" y="368"/>
                    <a:pt x="952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2"/>
            <p:cNvSpPr/>
            <p:nvPr/>
          </p:nvSpPr>
          <p:spPr>
            <a:xfrm>
              <a:off x="5050837" y="1565511"/>
              <a:ext cx="271015" cy="454693"/>
            </a:xfrm>
            <a:custGeom>
              <a:avLst/>
              <a:gdLst/>
              <a:ahLst/>
              <a:cxnLst/>
              <a:rect l="l" t="t" r="r" b="b"/>
              <a:pathLst>
                <a:path w="8456" h="14187" extrusionOk="0">
                  <a:moveTo>
                    <a:pt x="3275" y="1"/>
                  </a:moveTo>
                  <a:cubicBezTo>
                    <a:pt x="3175" y="619"/>
                    <a:pt x="2757" y="736"/>
                    <a:pt x="2757" y="736"/>
                  </a:cubicBezTo>
                  <a:cubicBezTo>
                    <a:pt x="2757" y="736"/>
                    <a:pt x="3092" y="4880"/>
                    <a:pt x="2707" y="5999"/>
                  </a:cubicBezTo>
                  <a:cubicBezTo>
                    <a:pt x="2323" y="7119"/>
                    <a:pt x="1170" y="7754"/>
                    <a:pt x="1" y="8138"/>
                  </a:cubicBezTo>
                  <a:cubicBezTo>
                    <a:pt x="1036" y="10043"/>
                    <a:pt x="4512" y="13552"/>
                    <a:pt x="6066" y="14186"/>
                  </a:cubicBezTo>
                  <a:cubicBezTo>
                    <a:pt x="7219" y="13902"/>
                    <a:pt x="8455" y="8188"/>
                    <a:pt x="8455" y="8188"/>
                  </a:cubicBezTo>
                  <a:cubicBezTo>
                    <a:pt x="8455" y="8188"/>
                    <a:pt x="7369" y="8021"/>
                    <a:pt x="6968" y="7587"/>
                  </a:cubicBezTo>
                  <a:cubicBezTo>
                    <a:pt x="6567" y="7102"/>
                    <a:pt x="6350" y="6484"/>
                    <a:pt x="6400" y="5866"/>
                  </a:cubicBezTo>
                  <a:cubicBezTo>
                    <a:pt x="6416" y="5604"/>
                    <a:pt x="6481" y="3976"/>
                    <a:pt x="7192" y="3976"/>
                  </a:cubicBezTo>
                  <a:cubicBezTo>
                    <a:pt x="7206" y="3976"/>
                    <a:pt x="7221" y="3976"/>
                    <a:pt x="7235" y="3978"/>
                  </a:cubicBezTo>
                  <a:cubicBezTo>
                    <a:pt x="6433" y="3827"/>
                    <a:pt x="4244" y="3226"/>
                    <a:pt x="3459" y="770"/>
                  </a:cubicBezTo>
                  <a:cubicBezTo>
                    <a:pt x="3426" y="602"/>
                    <a:pt x="3342" y="369"/>
                    <a:pt x="327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2"/>
            <p:cNvSpPr/>
            <p:nvPr/>
          </p:nvSpPr>
          <p:spPr>
            <a:xfrm>
              <a:off x="5109745" y="1507628"/>
              <a:ext cx="37531" cy="62209"/>
            </a:xfrm>
            <a:custGeom>
              <a:avLst/>
              <a:gdLst/>
              <a:ahLst/>
              <a:cxnLst/>
              <a:rect l="l" t="t" r="r" b="b"/>
              <a:pathLst>
                <a:path w="1171" h="1941" extrusionOk="0">
                  <a:moveTo>
                    <a:pt x="253" y="1"/>
                  </a:moveTo>
                  <a:cubicBezTo>
                    <a:pt x="89" y="1"/>
                    <a:pt x="0" y="103"/>
                    <a:pt x="0" y="103"/>
                  </a:cubicBezTo>
                  <a:cubicBezTo>
                    <a:pt x="6" y="103"/>
                    <a:pt x="12" y="102"/>
                    <a:pt x="18" y="102"/>
                  </a:cubicBezTo>
                  <a:cubicBezTo>
                    <a:pt x="604" y="102"/>
                    <a:pt x="686" y="921"/>
                    <a:pt x="686" y="921"/>
                  </a:cubicBezTo>
                  <a:cubicBezTo>
                    <a:pt x="619" y="921"/>
                    <a:pt x="535" y="938"/>
                    <a:pt x="452" y="955"/>
                  </a:cubicBezTo>
                  <a:cubicBezTo>
                    <a:pt x="84" y="1055"/>
                    <a:pt x="117" y="1941"/>
                    <a:pt x="652" y="1941"/>
                  </a:cubicBezTo>
                  <a:cubicBezTo>
                    <a:pt x="1170" y="1941"/>
                    <a:pt x="1103" y="504"/>
                    <a:pt x="602" y="136"/>
                  </a:cubicBezTo>
                  <a:cubicBezTo>
                    <a:pt x="463" y="33"/>
                    <a:pt x="346" y="1"/>
                    <a:pt x="25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2"/>
            <p:cNvSpPr/>
            <p:nvPr/>
          </p:nvSpPr>
          <p:spPr>
            <a:xfrm>
              <a:off x="5285924" y="1489071"/>
              <a:ext cx="51985" cy="25608"/>
            </a:xfrm>
            <a:custGeom>
              <a:avLst/>
              <a:gdLst/>
              <a:ahLst/>
              <a:cxnLst/>
              <a:rect l="l" t="t" r="r" b="b"/>
              <a:pathLst>
                <a:path w="1622" h="799" extrusionOk="0">
                  <a:moveTo>
                    <a:pt x="792" y="1"/>
                  </a:moveTo>
                  <a:cubicBezTo>
                    <a:pt x="448" y="1"/>
                    <a:pt x="109" y="222"/>
                    <a:pt x="1" y="799"/>
                  </a:cubicBezTo>
                  <a:cubicBezTo>
                    <a:pt x="355" y="591"/>
                    <a:pt x="762" y="491"/>
                    <a:pt x="1171" y="491"/>
                  </a:cubicBezTo>
                  <a:cubicBezTo>
                    <a:pt x="1322" y="491"/>
                    <a:pt x="1473" y="504"/>
                    <a:pt x="1621" y="531"/>
                  </a:cubicBezTo>
                  <a:cubicBezTo>
                    <a:pt x="1488" y="222"/>
                    <a:pt x="1137" y="1"/>
                    <a:pt x="79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2"/>
            <p:cNvSpPr/>
            <p:nvPr/>
          </p:nvSpPr>
          <p:spPr>
            <a:xfrm>
              <a:off x="5308967" y="1536057"/>
              <a:ext cx="28941" cy="28973"/>
            </a:xfrm>
            <a:custGeom>
              <a:avLst/>
              <a:gdLst/>
              <a:ahLst/>
              <a:cxnLst/>
              <a:rect l="l" t="t" r="r" b="b"/>
              <a:pathLst>
                <a:path w="903" h="904" extrusionOk="0">
                  <a:moveTo>
                    <a:pt x="468" y="1"/>
                  </a:moveTo>
                  <a:cubicBezTo>
                    <a:pt x="384" y="1"/>
                    <a:pt x="301" y="18"/>
                    <a:pt x="234" y="51"/>
                  </a:cubicBezTo>
                  <a:cubicBezTo>
                    <a:pt x="201" y="85"/>
                    <a:pt x="167" y="101"/>
                    <a:pt x="134" y="135"/>
                  </a:cubicBezTo>
                  <a:cubicBezTo>
                    <a:pt x="84" y="185"/>
                    <a:pt x="33" y="252"/>
                    <a:pt x="17" y="335"/>
                  </a:cubicBezTo>
                  <a:cubicBezTo>
                    <a:pt x="17" y="369"/>
                    <a:pt x="0" y="402"/>
                    <a:pt x="0" y="435"/>
                  </a:cubicBezTo>
                  <a:cubicBezTo>
                    <a:pt x="0" y="686"/>
                    <a:pt x="201" y="887"/>
                    <a:pt x="434" y="903"/>
                  </a:cubicBezTo>
                  <a:cubicBezTo>
                    <a:pt x="518" y="903"/>
                    <a:pt x="602" y="887"/>
                    <a:pt x="668" y="853"/>
                  </a:cubicBezTo>
                  <a:cubicBezTo>
                    <a:pt x="702" y="820"/>
                    <a:pt x="735" y="803"/>
                    <a:pt x="769" y="786"/>
                  </a:cubicBezTo>
                  <a:cubicBezTo>
                    <a:pt x="819" y="719"/>
                    <a:pt x="869" y="653"/>
                    <a:pt x="886" y="569"/>
                  </a:cubicBezTo>
                  <a:cubicBezTo>
                    <a:pt x="886" y="536"/>
                    <a:pt x="902" y="502"/>
                    <a:pt x="902" y="469"/>
                  </a:cubicBezTo>
                  <a:cubicBezTo>
                    <a:pt x="902" y="285"/>
                    <a:pt x="802" y="118"/>
                    <a:pt x="635" y="34"/>
                  </a:cubicBezTo>
                  <a:cubicBezTo>
                    <a:pt x="585" y="18"/>
                    <a:pt x="518" y="1"/>
                    <a:pt x="46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2"/>
            <p:cNvSpPr/>
            <p:nvPr/>
          </p:nvSpPr>
          <p:spPr>
            <a:xfrm>
              <a:off x="5295571" y="1624418"/>
              <a:ext cx="61600" cy="29742"/>
            </a:xfrm>
            <a:custGeom>
              <a:avLst/>
              <a:gdLst/>
              <a:ahLst/>
              <a:cxnLst/>
              <a:rect l="l" t="t" r="r" b="b"/>
              <a:pathLst>
                <a:path w="1922" h="928" extrusionOk="0">
                  <a:moveTo>
                    <a:pt x="0" y="1"/>
                  </a:moveTo>
                  <a:lnTo>
                    <a:pt x="0" y="1"/>
                  </a:lnTo>
                  <a:cubicBezTo>
                    <a:pt x="50" y="469"/>
                    <a:pt x="401" y="836"/>
                    <a:pt x="869" y="920"/>
                  </a:cubicBezTo>
                  <a:cubicBezTo>
                    <a:pt x="906" y="925"/>
                    <a:pt x="941" y="927"/>
                    <a:pt x="976" y="927"/>
                  </a:cubicBezTo>
                  <a:cubicBezTo>
                    <a:pt x="1537" y="927"/>
                    <a:pt x="1922" y="335"/>
                    <a:pt x="1922" y="335"/>
                  </a:cubicBezTo>
                  <a:cubicBezTo>
                    <a:pt x="1922" y="335"/>
                    <a:pt x="1504" y="302"/>
                    <a:pt x="936" y="235"/>
                  </a:cubicBezTo>
                  <a:cubicBezTo>
                    <a:pt x="602" y="201"/>
                    <a:pt x="301" y="11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5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1411" name="Google Shape;1411;p53"/>
          <p:cNvSpPr/>
          <p:nvPr/>
        </p:nvSpPr>
        <p:spPr>
          <a:xfrm>
            <a:off x="1735547" y="2394638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2" name="Google Shape;1412;p53"/>
          <p:cNvCxnSpPr>
            <a:endCxn id="1411" idx="2"/>
          </p:cNvCxnSpPr>
          <p:nvPr/>
        </p:nvCxnSpPr>
        <p:spPr>
          <a:xfrm>
            <a:off x="-257053" y="2453588"/>
            <a:ext cx="199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3" name="Google Shape;1413;p53"/>
          <p:cNvSpPr/>
          <p:nvPr/>
        </p:nvSpPr>
        <p:spPr>
          <a:xfrm>
            <a:off x="1735547" y="3016142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4" name="Google Shape;1414;p53"/>
          <p:cNvCxnSpPr>
            <a:endCxn id="1413" idx="2"/>
          </p:cNvCxnSpPr>
          <p:nvPr/>
        </p:nvCxnSpPr>
        <p:spPr>
          <a:xfrm>
            <a:off x="-257053" y="3075092"/>
            <a:ext cx="199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5" name="Google Shape;1415;p53"/>
          <p:cNvSpPr/>
          <p:nvPr/>
        </p:nvSpPr>
        <p:spPr>
          <a:xfrm>
            <a:off x="1735547" y="3637646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6" name="Google Shape;1416;p53"/>
          <p:cNvCxnSpPr>
            <a:endCxn id="1415" idx="2"/>
          </p:cNvCxnSpPr>
          <p:nvPr/>
        </p:nvCxnSpPr>
        <p:spPr>
          <a:xfrm>
            <a:off x="-257053" y="3696596"/>
            <a:ext cx="199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7" name="Google Shape;1417;p53"/>
          <p:cNvSpPr/>
          <p:nvPr/>
        </p:nvSpPr>
        <p:spPr>
          <a:xfrm>
            <a:off x="1735547" y="4259150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8" name="Google Shape;1418;p53"/>
          <p:cNvCxnSpPr>
            <a:endCxn id="1417" idx="2"/>
          </p:cNvCxnSpPr>
          <p:nvPr/>
        </p:nvCxnSpPr>
        <p:spPr>
          <a:xfrm>
            <a:off x="-257053" y="4318100"/>
            <a:ext cx="199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9" name="Google Shape;1419;p53"/>
          <p:cNvSpPr/>
          <p:nvPr/>
        </p:nvSpPr>
        <p:spPr>
          <a:xfrm>
            <a:off x="375" y="1313050"/>
            <a:ext cx="9143700" cy="615900"/>
          </a:xfrm>
          <a:prstGeom prst="rect">
            <a:avLst/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20" name="Google Shape;1420;p53"/>
          <p:cNvGraphicFramePr/>
          <p:nvPr/>
        </p:nvGraphicFramePr>
        <p:xfrm>
          <a:off x="1874875" y="131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{CA84AA70-E986-4EB8-B557-A61E3157E01B}</a:tableStyleId>
              </a:tblPr>
              <a:tblGrid>
                <a:gridCol w="117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7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500">
                        <a:solidFill>
                          <a:srgbClr val="FFFFFF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>
                          <a:solidFill>
                            <a:srgbClr val="FFFFFF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01</a:t>
                      </a:r>
                      <a:endParaRPr sz="3500">
                        <a:solidFill>
                          <a:srgbClr val="FFFFFF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>
                          <a:solidFill>
                            <a:srgbClr val="FFFFFF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02</a:t>
                      </a:r>
                      <a:endParaRPr sz="3500">
                        <a:solidFill>
                          <a:srgbClr val="FFFFFF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>
                          <a:solidFill>
                            <a:srgbClr val="FFFFFF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03</a:t>
                      </a:r>
                      <a:endParaRPr sz="3500">
                        <a:solidFill>
                          <a:srgbClr val="FFFFFF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>
                          <a:solidFill>
                            <a:srgbClr val="FFFFFF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04</a:t>
                      </a:r>
                      <a:endParaRPr sz="3500">
                        <a:solidFill>
                          <a:srgbClr val="FFFFFF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Saturn</a:t>
                      </a:r>
                      <a:endParaRPr sz="2000">
                        <a:solidFill>
                          <a:schemeClr val="dk1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Venus</a:t>
                      </a:r>
                      <a:endParaRPr sz="2000">
                        <a:solidFill>
                          <a:schemeClr val="dk1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Jupiter</a:t>
                      </a:r>
                      <a:endParaRPr sz="2000">
                        <a:solidFill>
                          <a:schemeClr val="dk1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mpiere"/>
                          <a:ea typeface="Pompiere"/>
                          <a:cs typeface="Pompiere"/>
                          <a:sym typeface="Pompiere"/>
                        </a:rPr>
                        <a:t>Pluto</a:t>
                      </a:r>
                      <a:endParaRPr sz="2000">
                        <a:solidFill>
                          <a:schemeClr val="dk1"/>
                        </a:solidFill>
                        <a:latin typeface="Pompiere"/>
                        <a:ea typeface="Pompiere"/>
                        <a:cs typeface="Pompiere"/>
                        <a:sym typeface="Pompier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21" name="Google Shape;1421;p53"/>
          <p:cNvSpPr/>
          <p:nvPr/>
        </p:nvSpPr>
        <p:spPr>
          <a:xfrm>
            <a:off x="3499169" y="2282788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53"/>
          <p:cNvSpPr/>
          <p:nvPr/>
        </p:nvSpPr>
        <p:spPr>
          <a:xfrm>
            <a:off x="3499169" y="4123975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53"/>
          <p:cNvSpPr/>
          <p:nvPr/>
        </p:nvSpPr>
        <p:spPr>
          <a:xfrm>
            <a:off x="3499169" y="2883900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53"/>
          <p:cNvSpPr/>
          <p:nvPr/>
        </p:nvSpPr>
        <p:spPr>
          <a:xfrm>
            <a:off x="3499169" y="3511800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53"/>
          <p:cNvSpPr/>
          <p:nvPr/>
        </p:nvSpPr>
        <p:spPr>
          <a:xfrm>
            <a:off x="4656431" y="3511800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53"/>
          <p:cNvSpPr/>
          <p:nvPr/>
        </p:nvSpPr>
        <p:spPr>
          <a:xfrm>
            <a:off x="4656431" y="2883900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53"/>
          <p:cNvSpPr/>
          <p:nvPr/>
        </p:nvSpPr>
        <p:spPr>
          <a:xfrm>
            <a:off x="4656431" y="2282788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53"/>
          <p:cNvSpPr/>
          <p:nvPr/>
        </p:nvSpPr>
        <p:spPr>
          <a:xfrm>
            <a:off x="4656431" y="4123975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53"/>
          <p:cNvSpPr/>
          <p:nvPr/>
        </p:nvSpPr>
        <p:spPr>
          <a:xfrm>
            <a:off x="5835131" y="2282788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53"/>
          <p:cNvSpPr/>
          <p:nvPr/>
        </p:nvSpPr>
        <p:spPr>
          <a:xfrm>
            <a:off x="5835131" y="2883900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53"/>
          <p:cNvSpPr/>
          <p:nvPr/>
        </p:nvSpPr>
        <p:spPr>
          <a:xfrm>
            <a:off x="5835131" y="4123975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53"/>
          <p:cNvSpPr/>
          <p:nvPr/>
        </p:nvSpPr>
        <p:spPr>
          <a:xfrm>
            <a:off x="5835131" y="3511800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53"/>
          <p:cNvSpPr/>
          <p:nvPr/>
        </p:nvSpPr>
        <p:spPr>
          <a:xfrm>
            <a:off x="7013844" y="2883900"/>
            <a:ext cx="319500" cy="319500"/>
          </a:xfrm>
          <a:prstGeom prst="mathMin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3"/>
          <p:cNvSpPr/>
          <p:nvPr/>
        </p:nvSpPr>
        <p:spPr>
          <a:xfrm>
            <a:off x="7013844" y="2282788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53"/>
          <p:cNvSpPr/>
          <p:nvPr/>
        </p:nvSpPr>
        <p:spPr>
          <a:xfrm>
            <a:off x="7013844" y="4123975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53"/>
          <p:cNvSpPr/>
          <p:nvPr/>
        </p:nvSpPr>
        <p:spPr>
          <a:xfrm>
            <a:off x="7013844" y="3511800"/>
            <a:ext cx="319500" cy="319500"/>
          </a:xfrm>
          <a:prstGeom prst="mathPlus">
            <a:avLst>
              <a:gd name="adj1" fmla="val 235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4"/>
          <p:cNvSpPr txBox="1">
            <a:spLocks noGrp="1"/>
          </p:cNvSpPr>
          <p:nvPr>
            <p:ph type="title"/>
          </p:nvPr>
        </p:nvSpPr>
        <p:spPr>
          <a:xfrm>
            <a:off x="2030400" y="2532925"/>
            <a:ext cx="5076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</a:t>
            </a:r>
            <a:endParaRPr sz="3500"/>
          </a:p>
        </p:txBody>
      </p:sp>
      <p:sp>
        <p:nvSpPr>
          <p:cNvPr id="1442" name="Google Shape;1442;p54"/>
          <p:cNvSpPr txBox="1">
            <a:spLocks noGrp="1"/>
          </p:cNvSpPr>
          <p:nvPr>
            <p:ph type="title" idx="2"/>
          </p:nvPr>
        </p:nvSpPr>
        <p:spPr>
          <a:xfrm>
            <a:off x="2030550" y="1534348"/>
            <a:ext cx="50760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/>
              <a:t>0</a:t>
            </a:r>
            <a:r>
              <a:rPr lang="en"/>
              <a:t>4</a:t>
            </a:r>
            <a:endParaRPr sz="7100"/>
          </a:p>
        </p:txBody>
      </p:sp>
      <p:grpSp>
        <p:nvGrpSpPr>
          <p:cNvPr id="1443" name="Google Shape;1443;p54"/>
          <p:cNvGrpSpPr/>
          <p:nvPr/>
        </p:nvGrpSpPr>
        <p:grpSpPr>
          <a:xfrm>
            <a:off x="2932026" y="395221"/>
            <a:ext cx="231893" cy="489545"/>
            <a:chOff x="2932026" y="395221"/>
            <a:chExt cx="231893" cy="489545"/>
          </a:xfrm>
        </p:grpSpPr>
        <p:sp>
          <p:nvSpPr>
            <p:cNvPr id="1444" name="Google Shape;1444;p54"/>
            <p:cNvSpPr/>
            <p:nvPr/>
          </p:nvSpPr>
          <p:spPr>
            <a:xfrm rot="5400000">
              <a:off x="2925345" y="401902"/>
              <a:ext cx="245255" cy="231893"/>
            </a:xfrm>
            <a:custGeom>
              <a:avLst/>
              <a:gdLst/>
              <a:ahLst/>
              <a:cxnLst/>
              <a:rect l="l" t="t" r="r" b="b"/>
              <a:pathLst>
                <a:path w="4295" h="4061" extrusionOk="0">
                  <a:moveTo>
                    <a:pt x="1772" y="1"/>
                  </a:moveTo>
                  <a:cubicBezTo>
                    <a:pt x="803" y="1"/>
                    <a:pt x="1" y="803"/>
                    <a:pt x="1" y="1772"/>
                  </a:cubicBezTo>
                  <a:lnTo>
                    <a:pt x="1" y="2290"/>
                  </a:lnTo>
                  <a:cubicBezTo>
                    <a:pt x="1" y="3276"/>
                    <a:pt x="803" y="4061"/>
                    <a:pt x="1772" y="4061"/>
                  </a:cubicBezTo>
                  <a:lnTo>
                    <a:pt x="4295" y="4061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4"/>
            <p:cNvSpPr/>
            <p:nvPr/>
          </p:nvSpPr>
          <p:spPr>
            <a:xfrm rot="5400000">
              <a:off x="2925802" y="646648"/>
              <a:ext cx="244342" cy="231893"/>
            </a:xfrm>
            <a:custGeom>
              <a:avLst/>
              <a:gdLst/>
              <a:ahLst/>
              <a:cxnLst/>
              <a:rect l="l" t="t" r="r" b="b"/>
              <a:pathLst>
                <a:path w="4279" h="4061" extrusionOk="0">
                  <a:moveTo>
                    <a:pt x="1" y="1"/>
                  </a:moveTo>
                  <a:lnTo>
                    <a:pt x="1" y="4061"/>
                  </a:lnTo>
                  <a:lnTo>
                    <a:pt x="2507" y="4061"/>
                  </a:lnTo>
                  <a:cubicBezTo>
                    <a:pt x="3493" y="4061"/>
                    <a:pt x="4278" y="3276"/>
                    <a:pt x="4278" y="2290"/>
                  </a:cubicBezTo>
                  <a:lnTo>
                    <a:pt x="4278" y="1772"/>
                  </a:lnTo>
                  <a:cubicBezTo>
                    <a:pt x="4278" y="803"/>
                    <a:pt x="3493" y="1"/>
                    <a:pt x="25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54"/>
          <p:cNvGrpSpPr/>
          <p:nvPr/>
        </p:nvGrpSpPr>
        <p:grpSpPr>
          <a:xfrm>
            <a:off x="2506945" y="395226"/>
            <a:ext cx="388326" cy="538025"/>
            <a:chOff x="2506945" y="395226"/>
            <a:chExt cx="388326" cy="538025"/>
          </a:xfrm>
        </p:grpSpPr>
        <p:sp>
          <p:nvSpPr>
            <p:cNvPr id="1447" name="Google Shape;1447;p54"/>
            <p:cNvSpPr/>
            <p:nvPr/>
          </p:nvSpPr>
          <p:spPr>
            <a:xfrm rot="4160716">
              <a:off x="2535966" y="434790"/>
              <a:ext cx="244408" cy="231096"/>
            </a:xfrm>
            <a:custGeom>
              <a:avLst/>
              <a:gdLst/>
              <a:ahLst/>
              <a:cxnLst/>
              <a:rect l="l" t="t" r="r" b="b"/>
              <a:pathLst>
                <a:path w="4295" h="4061" extrusionOk="0">
                  <a:moveTo>
                    <a:pt x="1772" y="1"/>
                  </a:moveTo>
                  <a:cubicBezTo>
                    <a:pt x="803" y="1"/>
                    <a:pt x="1" y="803"/>
                    <a:pt x="1" y="1772"/>
                  </a:cubicBezTo>
                  <a:lnTo>
                    <a:pt x="1" y="2290"/>
                  </a:lnTo>
                  <a:cubicBezTo>
                    <a:pt x="1" y="3276"/>
                    <a:pt x="803" y="4061"/>
                    <a:pt x="1772" y="4061"/>
                  </a:cubicBezTo>
                  <a:lnTo>
                    <a:pt x="4295" y="4061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54"/>
            <p:cNvSpPr/>
            <p:nvPr/>
          </p:nvSpPr>
          <p:spPr>
            <a:xfrm rot="4160716">
              <a:off x="2622459" y="663018"/>
              <a:ext cx="243497" cy="231096"/>
            </a:xfrm>
            <a:custGeom>
              <a:avLst/>
              <a:gdLst/>
              <a:ahLst/>
              <a:cxnLst/>
              <a:rect l="l" t="t" r="r" b="b"/>
              <a:pathLst>
                <a:path w="4279" h="4061" extrusionOk="0">
                  <a:moveTo>
                    <a:pt x="1" y="1"/>
                  </a:moveTo>
                  <a:lnTo>
                    <a:pt x="1" y="4061"/>
                  </a:lnTo>
                  <a:lnTo>
                    <a:pt x="2507" y="4061"/>
                  </a:lnTo>
                  <a:cubicBezTo>
                    <a:pt x="3493" y="4061"/>
                    <a:pt x="4278" y="3276"/>
                    <a:pt x="4278" y="2290"/>
                  </a:cubicBezTo>
                  <a:lnTo>
                    <a:pt x="4278" y="1772"/>
                  </a:lnTo>
                  <a:cubicBezTo>
                    <a:pt x="4278" y="803"/>
                    <a:pt x="3493" y="1"/>
                    <a:pt x="2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54"/>
          <p:cNvGrpSpPr/>
          <p:nvPr/>
        </p:nvGrpSpPr>
        <p:grpSpPr>
          <a:xfrm>
            <a:off x="6481204" y="4412964"/>
            <a:ext cx="410722" cy="569061"/>
            <a:chOff x="6481204" y="4412964"/>
            <a:chExt cx="410722" cy="569061"/>
          </a:xfrm>
        </p:grpSpPr>
        <p:sp>
          <p:nvSpPr>
            <p:cNvPr id="1450" name="Google Shape;1450;p54"/>
            <p:cNvSpPr/>
            <p:nvPr/>
          </p:nvSpPr>
          <p:spPr>
            <a:xfrm rot="-6639112">
              <a:off x="6602729" y="4695751"/>
              <a:ext cx="258506" cy="244429"/>
            </a:xfrm>
            <a:custGeom>
              <a:avLst/>
              <a:gdLst/>
              <a:ahLst/>
              <a:cxnLst/>
              <a:rect l="l" t="t" r="r" b="b"/>
              <a:pathLst>
                <a:path w="4295" h="4061" extrusionOk="0">
                  <a:moveTo>
                    <a:pt x="1772" y="1"/>
                  </a:moveTo>
                  <a:cubicBezTo>
                    <a:pt x="803" y="1"/>
                    <a:pt x="1" y="803"/>
                    <a:pt x="1" y="1772"/>
                  </a:cubicBezTo>
                  <a:lnTo>
                    <a:pt x="1" y="2290"/>
                  </a:lnTo>
                  <a:cubicBezTo>
                    <a:pt x="1" y="3276"/>
                    <a:pt x="803" y="4061"/>
                    <a:pt x="1772" y="4061"/>
                  </a:cubicBezTo>
                  <a:lnTo>
                    <a:pt x="4295" y="4061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54"/>
            <p:cNvSpPr/>
            <p:nvPr/>
          </p:nvSpPr>
          <p:spPr>
            <a:xfrm rot="-6639112">
              <a:off x="6512206" y="4454358"/>
              <a:ext cx="257543" cy="244429"/>
            </a:xfrm>
            <a:custGeom>
              <a:avLst/>
              <a:gdLst/>
              <a:ahLst/>
              <a:cxnLst/>
              <a:rect l="l" t="t" r="r" b="b"/>
              <a:pathLst>
                <a:path w="4279" h="4061" extrusionOk="0">
                  <a:moveTo>
                    <a:pt x="1" y="1"/>
                  </a:moveTo>
                  <a:lnTo>
                    <a:pt x="1" y="4061"/>
                  </a:lnTo>
                  <a:lnTo>
                    <a:pt x="2507" y="4061"/>
                  </a:lnTo>
                  <a:cubicBezTo>
                    <a:pt x="3493" y="4061"/>
                    <a:pt x="4278" y="3276"/>
                    <a:pt x="4278" y="2290"/>
                  </a:cubicBezTo>
                  <a:lnTo>
                    <a:pt x="4278" y="1772"/>
                  </a:lnTo>
                  <a:cubicBezTo>
                    <a:pt x="4278" y="803"/>
                    <a:pt x="3493" y="1"/>
                    <a:pt x="25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2" name="Google Shape;1452;p54"/>
          <p:cNvGrpSpPr/>
          <p:nvPr/>
        </p:nvGrpSpPr>
        <p:grpSpPr>
          <a:xfrm>
            <a:off x="6694243" y="4219579"/>
            <a:ext cx="570977" cy="440695"/>
            <a:chOff x="6694243" y="4219579"/>
            <a:chExt cx="570977" cy="440695"/>
          </a:xfrm>
        </p:grpSpPr>
        <p:sp>
          <p:nvSpPr>
            <p:cNvPr id="1453" name="Google Shape;1453;p54"/>
            <p:cNvSpPr/>
            <p:nvPr/>
          </p:nvSpPr>
          <p:spPr>
            <a:xfrm rot="-9289757">
              <a:off x="6966995" y="4372469"/>
              <a:ext cx="258518" cy="244433"/>
            </a:xfrm>
            <a:custGeom>
              <a:avLst/>
              <a:gdLst/>
              <a:ahLst/>
              <a:cxnLst/>
              <a:rect l="l" t="t" r="r" b="b"/>
              <a:pathLst>
                <a:path w="4295" h="4061" extrusionOk="0">
                  <a:moveTo>
                    <a:pt x="1772" y="1"/>
                  </a:moveTo>
                  <a:cubicBezTo>
                    <a:pt x="803" y="1"/>
                    <a:pt x="1" y="803"/>
                    <a:pt x="1" y="1772"/>
                  </a:cubicBezTo>
                  <a:lnTo>
                    <a:pt x="1" y="2290"/>
                  </a:lnTo>
                  <a:cubicBezTo>
                    <a:pt x="1" y="3276"/>
                    <a:pt x="803" y="4061"/>
                    <a:pt x="1772" y="4061"/>
                  </a:cubicBezTo>
                  <a:lnTo>
                    <a:pt x="4295" y="4061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4"/>
            <p:cNvSpPr/>
            <p:nvPr/>
          </p:nvSpPr>
          <p:spPr>
            <a:xfrm rot="-9289757">
              <a:off x="6733996" y="4262745"/>
              <a:ext cx="257555" cy="244433"/>
            </a:xfrm>
            <a:custGeom>
              <a:avLst/>
              <a:gdLst/>
              <a:ahLst/>
              <a:cxnLst/>
              <a:rect l="l" t="t" r="r" b="b"/>
              <a:pathLst>
                <a:path w="4279" h="4061" extrusionOk="0">
                  <a:moveTo>
                    <a:pt x="1" y="1"/>
                  </a:moveTo>
                  <a:lnTo>
                    <a:pt x="1" y="4061"/>
                  </a:lnTo>
                  <a:lnTo>
                    <a:pt x="2507" y="4061"/>
                  </a:lnTo>
                  <a:cubicBezTo>
                    <a:pt x="3493" y="4061"/>
                    <a:pt x="4278" y="3276"/>
                    <a:pt x="4278" y="2290"/>
                  </a:cubicBezTo>
                  <a:lnTo>
                    <a:pt x="4278" y="1772"/>
                  </a:lnTo>
                  <a:cubicBezTo>
                    <a:pt x="4278" y="803"/>
                    <a:pt x="3493" y="1"/>
                    <a:pt x="25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5" name="Google Shape;1455;p54"/>
          <p:cNvSpPr txBox="1">
            <a:spLocks noGrp="1"/>
          </p:cNvSpPr>
          <p:nvPr>
            <p:ph type="subTitle" idx="1"/>
          </p:nvPr>
        </p:nvSpPr>
        <p:spPr>
          <a:xfrm>
            <a:off x="2030250" y="3317569"/>
            <a:ext cx="50760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grpSp>
        <p:nvGrpSpPr>
          <p:cNvPr id="1456" name="Google Shape;1456;p54"/>
          <p:cNvGrpSpPr/>
          <p:nvPr/>
        </p:nvGrpSpPr>
        <p:grpSpPr>
          <a:xfrm>
            <a:off x="7471785" y="2871076"/>
            <a:ext cx="1159343" cy="2437042"/>
            <a:chOff x="5107060" y="1410076"/>
            <a:chExt cx="1159343" cy="2437042"/>
          </a:xfrm>
        </p:grpSpPr>
        <p:sp>
          <p:nvSpPr>
            <p:cNvPr id="1457" name="Google Shape;1457;p54"/>
            <p:cNvSpPr/>
            <p:nvPr/>
          </p:nvSpPr>
          <p:spPr>
            <a:xfrm>
              <a:off x="5107060" y="1410076"/>
              <a:ext cx="1159343" cy="2437042"/>
            </a:xfrm>
            <a:custGeom>
              <a:avLst/>
              <a:gdLst/>
              <a:ahLst/>
              <a:cxnLst/>
              <a:rect l="l" t="t" r="r" b="b"/>
              <a:pathLst>
                <a:path w="75836" h="159414" extrusionOk="0">
                  <a:moveTo>
                    <a:pt x="7665" y="0"/>
                  </a:moveTo>
                  <a:cubicBezTo>
                    <a:pt x="3470" y="0"/>
                    <a:pt x="1" y="3469"/>
                    <a:pt x="1" y="7745"/>
                  </a:cubicBezTo>
                  <a:lnTo>
                    <a:pt x="1" y="151750"/>
                  </a:lnTo>
                  <a:cubicBezTo>
                    <a:pt x="1" y="156025"/>
                    <a:pt x="3470" y="159414"/>
                    <a:pt x="7665" y="159414"/>
                  </a:cubicBezTo>
                  <a:lnTo>
                    <a:pt x="68171" y="159414"/>
                  </a:lnTo>
                  <a:cubicBezTo>
                    <a:pt x="72366" y="159414"/>
                    <a:pt x="75835" y="156025"/>
                    <a:pt x="75835" y="151750"/>
                  </a:cubicBezTo>
                  <a:lnTo>
                    <a:pt x="75835" y="7745"/>
                  </a:lnTo>
                  <a:cubicBezTo>
                    <a:pt x="75835" y="3469"/>
                    <a:pt x="72366" y="0"/>
                    <a:pt x="681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4"/>
            <p:cNvSpPr/>
            <p:nvPr/>
          </p:nvSpPr>
          <p:spPr>
            <a:xfrm>
              <a:off x="5107060" y="1410076"/>
              <a:ext cx="1159343" cy="2437042"/>
            </a:xfrm>
            <a:custGeom>
              <a:avLst/>
              <a:gdLst/>
              <a:ahLst/>
              <a:cxnLst/>
              <a:rect l="l" t="t" r="r" b="b"/>
              <a:pathLst>
                <a:path w="75836" h="159414" extrusionOk="0">
                  <a:moveTo>
                    <a:pt x="7665" y="0"/>
                  </a:moveTo>
                  <a:cubicBezTo>
                    <a:pt x="3470" y="0"/>
                    <a:pt x="1" y="3469"/>
                    <a:pt x="1" y="7745"/>
                  </a:cubicBezTo>
                  <a:lnTo>
                    <a:pt x="1" y="151750"/>
                  </a:lnTo>
                  <a:cubicBezTo>
                    <a:pt x="1" y="156025"/>
                    <a:pt x="3470" y="159414"/>
                    <a:pt x="7665" y="159414"/>
                  </a:cubicBezTo>
                  <a:lnTo>
                    <a:pt x="68171" y="159414"/>
                  </a:lnTo>
                  <a:cubicBezTo>
                    <a:pt x="72366" y="159414"/>
                    <a:pt x="75835" y="156025"/>
                    <a:pt x="75835" y="151750"/>
                  </a:cubicBezTo>
                  <a:lnTo>
                    <a:pt x="75835" y="7745"/>
                  </a:lnTo>
                  <a:cubicBezTo>
                    <a:pt x="75835" y="3469"/>
                    <a:pt x="72366" y="0"/>
                    <a:pt x="68171" y="0"/>
                  </a:cubicBezTo>
                  <a:close/>
                </a:path>
              </a:pathLst>
            </a:custGeom>
            <a:solidFill>
              <a:srgbClr val="D1D1D1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4"/>
            <p:cNvSpPr/>
            <p:nvPr/>
          </p:nvSpPr>
          <p:spPr>
            <a:xfrm>
              <a:off x="5750862" y="1675788"/>
              <a:ext cx="358905" cy="306560"/>
            </a:xfrm>
            <a:custGeom>
              <a:avLst/>
              <a:gdLst/>
              <a:ahLst/>
              <a:cxnLst/>
              <a:rect l="l" t="t" r="r" b="b"/>
              <a:pathLst>
                <a:path w="23477" h="20053" extrusionOk="0">
                  <a:moveTo>
                    <a:pt x="13381" y="1"/>
                  </a:moveTo>
                  <a:cubicBezTo>
                    <a:pt x="10918" y="1"/>
                    <a:pt x="8409" y="914"/>
                    <a:pt x="6373" y="2949"/>
                  </a:cubicBezTo>
                  <a:cubicBezTo>
                    <a:pt x="0" y="9242"/>
                    <a:pt x="4518" y="20052"/>
                    <a:pt x="13392" y="20052"/>
                  </a:cubicBezTo>
                  <a:cubicBezTo>
                    <a:pt x="18959" y="20052"/>
                    <a:pt x="23476" y="15615"/>
                    <a:pt x="23476" y="10049"/>
                  </a:cubicBezTo>
                  <a:cubicBezTo>
                    <a:pt x="23476" y="3991"/>
                    <a:pt x="18530" y="1"/>
                    <a:pt x="13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4"/>
            <p:cNvSpPr/>
            <p:nvPr/>
          </p:nvSpPr>
          <p:spPr>
            <a:xfrm>
              <a:off x="5187228" y="1675788"/>
              <a:ext cx="358920" cy="306560"/>
            </a:xfrm>
            <a:custGeom>
              <a:avLst/>
              <a:gdLst/>
              <a:ahLst/>
              <a:cxnLst/>
              <a:rect l="l" t="t" r="r" b="b"/>
              <a:pathLst>
                <a:path w="23478" h="20053" extrusionOk="0">
                  <a:moveTo>
                    <a:pt x="13356" y="1"/>
                  </a:moveTo>
                  <a:cubicBezTo>
                    <a:pt x="10882" y="1"/>
                    <a:pt x="8355" y="914"/>
                    <a:pt x="6293" y="2949"/>
                  </a:cubicBezTo>
                  <a:cubicBezTo>
                    <a:pt x="1" y="9242"/>
                    <a:pt x="4518" y="20052"/>
                    <a:pt x="13393" y="20052"/>
                  </a:cubicBezTo>
                  <a:cubicBezTo>
                    <a:pt x="18959" y="20052"/>
                    <a:pt x="23477" y="15615"/>
                    <a:pt x="23477" y="10049"/>
                  </a:cubicBezTo>
                  <a:cubicBezTo>
                    <a:pt x="23477" y="3991"/>
                    <a:pt x="18530" y="1"/>
                    <a:pt x="133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4"/>
            <p:cNvSpPr/>
            <p:nvPr/>
          </p:nvSpPr>
          <p:spPr>
            <a:xfrm>
              <a:off x="5750862" y="2212976"/>
              <a:ext cx="358905" cy="307095"/>
            </a:xfrm>
            <a:custGeom>
              <a:avLst/>
              <a:gdLst/>
              <a:ahLst/>
              <a:cxnLst/>
              <a:rect l="l" t="t" r="r" b="b"/>
              <a:pathLst>
                <a:path w="23477" h="20088" extrusionOk="0">
                  <a:moveTo>
                    <a:pt x="13383" y="0"/>
                  </a:moveTo>
                  <a:cubicBezTo>
                    <a:pt x="10919" y="0"/>
                    <a:pt x="8410" y="922"/>
                    <a:pt x="6373" y="2985"/>
                  </a:cubicBezTo>
                  <a:cubicBezTo>
                    <a:pt x="0" y="9277"/>
                    <a:pt x="4518" y="20088"/>
                    <a:pt x="13392" y="20088"/>
                  </a:cubicBezTo>
                  <a:cubicBezTo>
                    <a:pt x="18959" y="20088"/>
                    <a:pt x="23476" y="15570"/>
                    <a:pt x="23476" y="10084"/>
                  </a:cubicBezTo>
                  <a:cubicBezTo>
                    <a:pt x="23476" y="4027"/>
                    <a:pt x="18531" y="0"/>
                    <a:pt x="13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4"/>
            <p:cNvSpPr/>
            <p:nvPr/>
          </p:nvSpPr>
          <p:spPr>
            <a:xfrm>
              <a:off x="5187228" y="2212976"/>
              <a:ext cx="358920" cy="307095"/>
            </a:xfrm>
            <a:custGeom>
              <a:avLst/>
              <a:gdLst/>
              <a:ahLst/>
              <a:cxnLst/>
              <a:rect l="l" t="t" r="r" b="b"/>
              <a:pathLst>
                <a:path w="23478" h="20088" extrusionOk="0">
                  <a:moveTo>
                    <a:pt x="13358" y="0"/>
                  </a:moveTo>
                  <a:cubicBezTo>
                    <a:pt x="10883" y="0"/>
                    <a:pt x="8356" y="922"/>
                    <a:pt x="6293" y="2985"/>
                  </a:cubicBezTo>
                  <a:cubicBezTo>
                    <a:pt x="1" y="9277"/>
                    <a:pt x="4518" y="20088"/>
                    <a:pt x="13393" y="20088"/>
                  </a:cubicBezTo>
                  <a:cubicBezTo>
                    <a:pt x="18959" y="20088"/>
                    <a:pt x="23477" y="15570"/>
                    <a:pt x="23477" y="10084"/>
                  </a:cubicBezTo>
                  <a:cubicBezTo>
                    <a:pt x="23477" y="4027"/>
                    <a:pt x="18531" y="0"/>
                    <a:pt x="13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4"/>
            <p:cNvSpPr/>
            <p:nvPr/>
          </p:nvSpPr>
          <p:spPr>
            <a:xfrm>
              <a:off x="5750862" y="2750270"/>
              <a:ext cx="358905" cy="307523"/>
            </a:xfrm>
            <a:custGeom>
              <a:avLst/>
              <a:gdLst/>
              <a:ahLst/>
              <a:cxnLst/>
              <a:rect l="l" t="t" r="r" b="b"/>
              <a:pathLst>
                <a:path w="23477" h="20116" extrusionOk="0">
                  <a:moveTo>
                    <a:pt x="13345" y="1"/>
                  </a:moveTo>
                  <a:cubicBezTo>
                    <a:pt x="10894" y="1"/>
                    <a:pt x="8400" y="906"/>
                    <a:pt x="6373" y="2932"/>
                  </a:cubicBezTo>
                  <a:cubicBezTo>
                    <a:pt x="0" y="9305"/>
                    <a:pt x="4518" y="20116"/>
                    <a:pt x="13392" y="20116"/>
                  </a:cubicBezTo>
                  <a:cubicBezTo>
                    <a:pt x="18959" y="20116"/>
                    <a:pt x="23476" y="15598"/>
                    <a:pt x="23476" y="10032"/>
                  </a:cubicBezTo>
                  <a:cubicBezTo>
                    <a:pt x="23476" y="4015"/>
                    <a:pt x="18507" y="1"/>
                    <a:pt x="133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4"/>
            <p:cNvSpPr/>
            <p:nvPr/>
          </p:nvSpPr>
          <p:spPr>
            <a:xfrm>
              <a:off x="5187228" y="2750270"/>
              <a:ext cx="358920" cy="307523"/>
            </a:xfrm>
            <a:custGeom>
              <a:avLst/>
              <a:gdLst/>
              <a:ahLst/>
              <a:cxnLst/>
              <a:rect l="l" t="t" r="r" b="b"/>
              <a:pathLst>
                <a:path w="23478" h="20116" extrusionOk="0">
                  <a:moveTo>
                    <a:pt x="13321" y="1"/>
                  </a:moveTo>
                  <a:cubicBezTo>
                    <a:pt x="10858" y="1"/>
                    <a:pt x="8345" y="906"/>
                    <a:pt x="6293" y="2932"/>
                  </a:cubicBezTo>
                  <a:cubicBezTo>
                    <a:pt x="1" y="9305"/>
                    <a:pt x="4518" y="20116"/>
                    <a:pt x="13393" y="20116"/>
                  </a:cubicBezTo>
                  <a:cubicBezTo>
                    <a:pt x="18959" y="20116"/>
                    <a:pt x="23477" y="15598"/>
                    <a:pt x="23477" y="10032"/>
                  </a:cubicBezTo>
                  <a:cubicBezTo>
                    <a:pt x="23477" y="4015"/>
                    <a:pt x="18508" y="1"/>
                    <a:pt x="13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4"/>
            <p:cNvSpPr/>
            <p:nvPr/>
          </p:nvSpPr>
          <p:spPr>
            <a:xfrm>
              <a:off x="5750862" y="3287733"/>
              <a:ext cx="358905" cy="306560"/>
            </a:xfrm>
            <a:custGeom>
              <a:avLst/>
              <a:gdLst/>
              <a:ahLst/>
              <a:cxnLst/>
              <a:rect l="l" t="t" r="r" b="b"/>
              <a:pathLst>
                <a:path w="23477" h="20053" extrusionOk="0">
                  <a:moveTo>
                    <a:pt x="13381" y="1"/>
                  </a:moveTo>
                  <a:cubicBezTo>
                    <a:pt x="10918" y="1"/>
                    <a:pt x="8409" y="913"/>
                    <a:pt x="6373" y="2949"/>
                  </a:cubicBezTo>
                  <a:cubicBezTo>
                    <a:pt x="0" y="9242"/>
                    <a:pt x="4518" y="20052"/>
                    <a:pt x="13392" y="20052"/>
                  </a:cubicBezTo>
                  <a:cubicBezTo>
                    <a:pt x="18959" y="20052"/>
                    <a:pt x="23476" y="15615"/>
                    <a:pt x="23476" y="10049"/>
                  </a:cubicBezTo>
                  <a:cubicBezTo>
                    <a:pt x="23476" y="3991"/>
                    <a:pt x="18530" y="1"/>
                    <a:pt x="13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4"/>
            <p:cNvSpPr/>
            <p:nvPr/>
          </p:nvSpPr>
          <p:spPr>
            <a:xfrm>
              <a:off x="5187228" y="3287733"/>
              <a:ext cx="358920" cy="306560"/>
            </a:xfrm>
            <a:custGeom>
              <a:avLst/>
              <a:gdLst/>
              <a:ahLst/>
              <a:cxnLst/>
              <a:rect l="l" t="t" r="r" b="b"/>
              <a:pathLst>
                <a:path w="23478" h="20053" extrusionOk="0">
                  <a:moveTo>
                    <a:pt x="13381" y="1"/>
                  </a:moveTo>
                  <a:cubicBezTo>
                    <a:pt x="10919" y="1"/>
                    <a:pt x="8410" y="913"/>
                    <a:pt x="6374" y="2949"/>
                  </a:cubicBezTo>
                  <a:cubicBezTo>
                    <a:pt x="1" y="9242"/>
                    <a:pt x="4518" y="20052"/>
                    <a:pt x="13393" y="20052"/>
                  </a:cubicBezTo>
                  <a:cubicBezTo>
                    <a:pt x="18959" y="20052"/>
                    <a:pt x="23477" y="15615"/>
                    <a:pt x="23477" y="10049"/>
                  </a:cubicBezTo>
                  <a:cubicBezTo>
                    <a:pt x="23477" y="3991"/>
                    <a:pt x="18530" y="1"/>
                    <a:pt x="13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54"/>
          <p:cNvGrpSpPr/>
          <p:nvPr/>
        </p:nvGrpSpPr>
        <p:grpSpPr>
          <a:xfrm rot="1013266">
            <a:off x="1046784" y="338991"/>
            <a:ext cx="1179735" cy="1807012"/>
            <a:chOff x="3497592" y="2204323"/>
            <a:chExt cx="1069299" cy="1637857"/>
          </a:xfrm>
        </p:grpSpPr>
        <p:sp>
          <p:nvSpPr>
            <p:cNvPr id="1468" name="Google Shape;1468;p54"/>
            <p:cNvSpPr/>
            <p:nvPr/>
          </p:nvSpPr>
          <p:spPr>
            <a:xfrm>
              <a:off x="3497592" y="2204323"/>
              <a:ext cx="1069299" cy="1637857"/>
            </a:xfrm>
            <a:custGeom>
              <a:avLst/>
              <a:gdLst/>
              <a:ahLst/>
              <a:cxnLst/>
              <a:rect l="l" t="t" r="r" b="b"/>
              <a:pathLst>
                <a:path w="69946" h="107137" extrusionOk="0">
                  <a:moveTo>
                    <a:pt x="2421" y="1"/>
                  </a:moveTo>
                  <a:cubicBezTo>
                    <a:pt x="1533" y="1"/>
                    <a:pt x="726" y="727"/>
                    <a:pt x="726" y="1695"/>
                  </a:cubicBezTo>
                  <a:lnTo>
                    <a:pt x="0" y="104959"/>
                  </a:lnTo>
                  <a:cubicBezTo>
                    <a:pt x="0" y="105927"/>
                    <a:pt x="726" y="106653"/>
                    <a:pt x="1694" y="106653"/>
                  </a:cubicBezTo>
                  <a:lnTo>
                    <a:pt x="67525" y="107137"/>
                  </a:lnTo>
                  <a:cubicBezTo>
                    <a:pt x="68493" y="107137"/>
                    <a:pt x="69300" y="106330"/>
                    <a:pt x="69300" y="105443"/>
                  </a:cubicBezTo>
                  <a:lnTo>
                    <a:pt x="69945" y="2179"/>
                  </a:lnTo>
                  <a:cubicBezTo>
                    <a:pt x="69945" y="1211"/>
                    <a:pt x="69219" y="485"/>
                    <a:pt x="68251" y="404"/>
                  </a:cubicBezTo>
                  <a:lnTo>
                    <a:pt x="24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4"/>
            <p:cNvSpPr/>
            <p:nvPr/>
          </p:nvSpPr>
          <p:spPr>
            <a:xfrm>
              <a:off x="3497592" y="2204323"/>
              <a:ext cx="1069299" cy="1637857"/>
            </a:xfrm>
            <a:custGeom>
              <a:avLst/>
              <a:gdLst/>
              <a:ahLst/>
              <a:cxnLst/>
              <a:rect l="l" t="t" r="r" b="b"/>
              <a:pathLst>
                <a:path w="69946" h="107137" extrusionOk="0">
                  <a:moveTo>
                    <a:pt x="2421" y="1"/>
                  </a:moveTo>
                  <a:cubicBezTo>
                    <a:pt x="1533" y="1"/>
                    <a:pt x="726" y="727"/>
                    <a:pt x="726" y="1695"/>
                  </a:cubicBezTo>
                  <a:lnTo>
                    <a:pt x="0" y="104959"/>
                  </a:lnTo>
                  <a:cubicBezTo>
                    <a:pt x="0" y="105927"/>
                    <a:pt x="726" y="106653"/>
                    <a:pt x="1694" y="106653"/>
                  </a:cubicBezTo>
                  <a:lnTo>
                    <a:pt x="67525" y="107137"/>
                  </a:lnTo>
                  <a:cubicBezTo>
                    <a:pt x="68493" y="107137"/>
                    <a:pt x="69300" y="106330"/>
                    <a:pt x="69300" y="105443"/>
                  </a:cubicBezTo>
                  <a:lnTo>
                    <a:pt x="69945" y="2179"/>
                  </a:lnTo>
                  <a:cubicBezTo>
                    <a:pt x="69945" y="1211"/>
                    <a:pt x="69219" y="485"/>
                    <a:pt x="68251" y="404"/>
                  </a:cubicBezTo>
                  <a:lnTo>
                    <a:pt x="2421" y="1"/>
                  </a:lnTo>
                  <a:close/>
                </a:path>
              </a:pathLst>
            </a:custGeom>
            <a:solidFill>
              <a:srgbClr val="D1D1D1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4"/>
            <p:cNvSpPr/>
            <p:nvPr/>
          </p:nvSpPr>
          <p:spPr>
            <a:xfrm>
              <a:off x="3594958" y="2383462"/>
              <a:ext cx="411998" cy="373153"/>
            </a:xfrm>
            <a:custGeom>
              <a:avLst/>
              <a:gdLst/>
              <a:ahLst/>
              <a:cxnLst/>
              <a:rect l="l" t="t" r="r" b="b"/>
              <a:pathLst>
                <a:path w="26950" h="24409" extrusionOk="0">
                  <a:moveTo>
                    <a:pt x="21383" y="1"/>
                  </a:moveTo>
                  <a:cubicBezTo>
                    <a:pt x="20072" y="1"/>
                    <a:pt x="18761" y="505"/>
                    <a:pt x="17753" y="1514"/>
                  </a:cubicBezTo>
                  <a:lnTo>
                    <a:pt x="3716" y="15551"/>
                  </a:lnTo>
                  <a:cubicBezTo>
                    <a:pt x="0" y="19267"/>
                    <a:pt x="3415" y="24408"/>
                    <a:pt x="7355" y="24408"/>
                  </a:cubicBezTo>
                  <a:cubicBezTo>
                    <a:pt x="8548" y="24408"/>
                    <a:pt x="9789" y="23937"/>
                    <a:pt x="10896" y="22812"/>
                  </a:cubicBezTo>
                  <a:lnTo>
                    <a:pt x="25014" y="8774"/>
                  </a:lnTo>
                  <a:cubicBezTo>
                    <a:pt x="26950" y="6757"/>
                    <a:pt x="26950" y="3530"/>
                    <a:pt x="25014" y="1514"/>
                  </a:cubicBezTo>
                  <a:cubicBezTo>
                    <a:pt x="24005" y="505"/>
                    <a:pt x="22694" y="1"/>
                    <a:pt x="2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4"/>
            <p:cNvSpPr/>
            <p:nvPr/>
          </p:nvSpPr>
          <p:spPr>
            <a:xfrm>
              <a:off x="4031538" y="2383462"/>
              <a:ext cx="413252" cy="373153"/>
            </a:xfrm>
            <a:custGeom>
              <a:avLst/>
              <a:gdLst/>
              <a:ahLst/>
              <a:cxnLst/>
              <a:rect l="l" t="t" r="r" b="b"/>
              <a:pathLst>
                <a:path w="27032" h="24409" extrusionOk="0">
                  <a:moveTo>
                    <a:pt x="21384" y="1"/>
                  </a:moveTo>
                  <a:cubicBezTo>
                    <a:pt x="20073" y="1"/>
                    <a:pt x="18762" y="505"/>
                    <a:pt x="17754" y="1514"/>
                  </a:cubicBezTo>
                  <a:lnTo>
                    <a:pt x="3716" y="15551"/>
                  </a:lnTo>
                  <a:cubicBezTo>
                    <a:pt x="1" y="19267"/>
                    <a:pt x="3415" y="24408"/>
                    <a:pt x="7392" y="24408"/>
                  </a:cubicBezTo>
                  <a:cubicBezTo>
                    <a:pt x="8597" y="24408"/>
                    <a:pt x="9852" y="23937"/>
                    <a:pt x="10977" y="22812"/>
                  </a:cubicBezTo>
                  <a:lnTo>
                    <a:pt x="25015" y="8774"/>
                  </a:lnTo>
                  <a:cubicBezTo>
                    <a:pt x="27031" y="6757"/>
                    <a:pt x="27031" y="3530"/>
                    <a:pt x="25015" y="1514"/>
                  </a:cubicBezTo>
                  <a:cubicBezTo>
                    <a:pt x="24006" y="505"/>
                    <a:pt x="22695" y="1"/>
                    <a:pt x="21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4"/>
            <p:cNvSpPr/>
            <p:nvPr/>
          </p:nvSpPr>
          <p:spPr>
            <a:xfrm>
              <a:off x="3594958" y="2837332"/>
              <a:ext cx="411998" cy="373137"/>
            </a:xfrm>
            <a:custGeom>
              <a:avLst/>
              <a:gdLst/>
              <a:ahLst/>
              <a:cxnLst/>
              <a:rect l="l" t="t" r="r" b="b"/>
              <a:pathLst>
                <a:path w="26950" h="24408" extrusionOk="0">
                  <a:moveTo>
                    <a:pt x="21353" y="0"/>
                  </a:moveTo>
                  <a:cubicBezTo>
                    <a:pt x="20032" y="0"/>
                    <a:pt x="18721" y="504"/>
                    <a:pt x="17753" y="1513"/>
                  </a:cubicBezTo>
                  <a:lnTo>
                    <a:pt x="3716" y="15550"/>
                  </a:lnTo>
                  <a:cubicBezTo>
                    <a:pt x="0" y="19266"/>
                    <a:pt x="3415" y="24407"/>
                    <a:pt x="7355" y="24407"/>
                  </a:cubicBezTo>
                  <a:cubicBezTo>
                    <a:pt x="8548" y="24407"/>
                    <a:pt x="9789" y="23936"/>
                    <a:pt x="10896" y="22811"/>
                  </a:cubicBezTo>
                  <a:lnTo>
                    <a:pt x="25014" y="8774"/>
                  </a:lnTo>
                  <a:cubicBezTo>
                    <a:pt x="26950" y="6757"/>
                    <a:pt x="26950" y="3530"/>
                    <a:pt x="25014" y="1513"/>
                  </a:cubicBezTo>
                  <a:cubicBezTo>
                    <a:pt x="24005" y="504"/>
                    <a:pt x="22674" y="0"/>
                    <a:pt x="21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4"/>
            <p:cNvSpPr/>
            <p:nvPr/>
          </p:nvSpPr>
          <p:spPr>
            <a:xfrm>
              <a:off x="4031538" y="2837332"/>
              <a:ext cx="413252" cy="373137"/>
            </a:xfrm>
            <a:custGeom>
              <a:avLst/>
              <a:gdLst/>
              <a:ahLst/>
              <a:cxnLst/>
              <a:rect l="l" t="t" r="r" b="b"/>
              <a:pathLst>
                <a:path w="27032" h="24408" extrusionOk="0">
                  <a:moveTo>
                    <a:pt x="21384" y="0"/>
                  </a:moveTo>
                  <a:cubicBezTo>
                    <a:pt x="20073" y="0"/>
                    <a:pt x="18762" y="504"/>
                    <a:pt x="17754" y="1513"/>
                  </a:cubicBezTo>
                  <a:lnTo>
                    <a:pt x="3716" y="15550"/>
                  </a:lnTo>
                  <a:cubicBezTo>
                    <a:pt x="1" y="19266"/>
                    <a:pt x="3415" y="24407"/>
                    <a:pt x="7392" y="24407"/>
                  </a:cubicBezTo>
                  <a:cubicBezTo>
                    <a:pt x="8597" y="24407"/>
                    <a:pt x="9852" y="23936"/>
                    <a:pt x="10977" y="22811"/>
                  </a:cubicBezTo>
                  <a:lnTo>
                    <a:pt x="25015" y="8774"/>
                  </a:lnTo>
                  <a:cubicBezTo>
                    <a:pt x="27031" y="6757"/>
                    <a:pt x="27031" y="3530"/>
                    <a:pt x="25015" y="1513"/>
                  </a:cubicBezTo>
                  <a:cubicBezTo>
                    <a:pt x="24006" y="504"/>
                    <a:pt x="22695" y="0"/>
                    <a:pt x="21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4"/>
            <p:cNvSpPr/>
            <p:nvPr/>
          </p:nvSpPr>
          <p:spPr>
            <a:xfrm>
              <a:off x="3595738" y="3291188"/>
              <a:ext cx="411218" cy="372128"/>
            </a:xfrm>
            <a:custGeom>
              <a:avLst/>
              <a:gdLst/>
              <a:ahLst/>
              <a:cxnLst/>
              <a:rect l="l" t="t" r="r" b="b"/>
              <a:pathLst>
                <a:path w="26899" h="24342" extrusionOk="0">
                  <a:moveTo>
                    <a:pt x="21302" y="1"/>
                  </a:moveTo>
                  <a:cubicBezTo>
                    <a:pt x="19981" y="1"/>
                    <a:pt x="18670" y="505"/>
                    <a:pt x="17702" y="1513"/>
                  </a:cubicBezTo>
                  <a:lnTo>
                    <a:pt x="3665" y="15551"/>
                  </a:lnTo>
                  <a:cubicBezTo>
                    <a:pt x="1" y="19277"/>
                    <a:pt x="3412" y="24341"/>
                    <a:pt x="7348" y="24341"/>
                  </a:cubicBezTo>
                  <a:cubicBezTo>
                    <a:pt x="8525" y="24341"/>
                    <a:pt x="9749" y="23889"/>
                    <a:pt x="10845" y="22811"/>
                  </a:cubicBezTo>
                  <a:lnTo>
                    <a:pt x="24963" y="8774"/>
                  </a:lnTo>
                  <a:cubicBezTo>
                    <a:pt x="26899" y="6757"/>
                    <a:pt x="26899" y="3530"/>
                    <a:pt x="24963" y="1513"/>
                  </a:cubicBezTo>
                  <a:cubicBezTo>
                    <a:pt x="23954" y="505"/>
                    <a:pt x="22623" y="1"/>
                    <a:pt x="21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4"/>
            <p:cNvSpPr/>
            <p:nvPr/>
          </p:nvSpPr>
          <p:spPr>
            <a:xfrm>
              <a:off x="4033281" y="3291188"/>
              <a:ext cx="411509" cy="372128"/>
            </a:xfrm>
            <a:custGeom>
              <a:avLst/>
              <a:gdLst/>
              <a:ahLst/>
              <a:cxnLst/>
              <a:rect l="l" t="t" r="r" b="b"/>
              <a:pathLst>
                <a:path w="26918" h="24342" extrusionOk="0">
                  <a:moveTo>
                    <a:pt x="21270" y="1"/>
                  </a:moveTo>
                  <a:cubicBezTo>
                    <a:pt x="19959" y="1"/>
                    <a:pt x="18648" y="505"/>
                    <a:pt x="17640" y="1513"/>
                  </a:cubicBezTo>
                  <a:lnTo>
                    <a:pt x="3602" y="15551"/>
                  </a:lnTo>
                  <a:cubicBezTo>
                    <a:pt x="1" y="19277"/>
                    <a:pt x="3378" y="24341"/>
                    <a:pt x="7332" y="24341"/>
                  </a:cubicBezTo>
                  <a:cubicBezTo>
                    <a:pt x="8515" y="24341"/>
                    <a:pt x="9749" y="23889"/>
                    <a:pt x="10863" y="22811"/>
                  </a:cubicBezTo>
                  <a:lnTo>
                    <a:pt x="24901" y="8774"/>
                  </a:lnTo>
                  <a:cubicBezTo>
                    <a:pt x="26917" y="6757"/>
                    <a:pt x="26917" y="3530"/>
                    <a:pt x="24901" y="1513"/>
                  </a:cubicBezTo>
                  <a:cubicBezTo>
                    <a:pt x="23892" y="505"/>
                    <a:pt x="22581" y="1"/>
                    <a:pt x="2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5"/>
          <p:cNvSpPr/>
          <p:nvPr/>
        </p:nvSpPr>
        <p:spPr>
          <a:xfrm>
            <a:off x="2085150" y="1451900"/>
            <a:ext cx="1958100" cy="5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55"/>
          <p:cNvSpPr/>
          <p:nvPr/>
        </p:nvSpPr>
        <p:spPr>
          <a:xfrm>
            <a:off x="2085150" y="2988839"/>
            <a:ext cx="1958100" cy="5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55"/>
          <p:cNvSpPr/>
          <p:nvPr/>
        </p:nvSpPr>
        <p:spPr>
          <a:xfrm flipH="1">
            <a:off x="5382953" y="2220370"/>
            <a:ext cx="1958100" cy="5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55"/>
          <p:cNvSpPr/>
          <p:nvPr/>
        </p:nvSpPr>
        <p:spPr>
          <a:xfrm flipH="1">
            <a:off x="5382953" y="3757309"/>
            <a:ext cx="1958100" cy="5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55"/>
          <p:cNvSpPr/>
          <p:nvPr/>
        </p:nvSpPr>
        <p:spPr>
          <a:xfrm>
            <a:off x="5333303" y="1643750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5" name="Google Shape;1485;p55"/>
          <p:cNvCxnSpPr>
            <a:stCxn id="1486" idx="6"/>
            <a:endCxn id="1484" idx="2"/>
          </p:cNvCxnSpPr>
          <p:nvPr/>
        </p:nvCxnSpPr>
        <p:spPr>
          <a:xfrm>
            <a:off x="3975000" y="1702700"/>
            <a:ext cx="1358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7" name="Google Shape;1487;p55"/>
          <p:cNvSpPr/>
          <p:nvPr/>
        </p:nvSpPr>
        <p:spPr>
          <a:xfrm>
            <a:off x="3553500" y="3028889"/>
            <a:ext cx="421500" cy="4215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55"/>
          <p:cNvSpPr/>
          <p:nvPr/>
        </p:nvSpPr>
        <p:spPr>
          <a:xfrm>
            <a:off x="5333303" y="3180689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9" name="Google Shape;1489;p55"/>
          <p:cNvCxnSpPr>
            <a:stCxn id="1487" idx="6"/>
            <a:endCxn id="1488" idx="2"/>
          </p:cNvCxnSpPr>
          <p:nvPr/>
        </p:nvCxnSpPr>
        <p:spPr>
          <a:xfrm>
            <a:off x="3975000" y="3239639"/>
            <a:ext cx="1358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0" name="Google Shape;1490;p55"/>
          <p:cNvSpPr/>
          <p:nvPr/>
        </p:nvSpPr>
        <p:spPr>
          <a:xfrm flipH="1">
            <a:off x="5451203" y="2260420"/>
            <a:ext cx="421500" cy="4215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55"/>
          <p:cNvSpPr/>
          <p:nvPr/>
        </p:nvSpPr>
        <p:spPr>
          <a:xfrm flipH="1">
            <a:off x="3975000" y="2412220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92" name="Google Shape;1492;p55"/>
          <p:cNvCxnSpPr>
            <a:stCxn id="1490" idx="6"/>
            <a:endCxn id="1491" idx="2"/>
          </p:cNvCxnSpPr>
          <p:nvPr/>
        </p:nvCxnSpPr>
        <p:spPr>
          <a:xfrm rot="10800000">
            <a:off x="4092803" y="2471170"/>
            <a:ext cx="1358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3" name="Google Shape;1493;p55"/>
          <p:cNvSpPr/>
          <p:nvPr/>
        </p:nvSpPr>
        <p:spPr>
          <a:xfrm flipH="1">
            <a:off x="5451203" y="3797359"/>
            <a:ext cx="421500" cy="4215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55"/>
          <p:cNvSpPr/>
          <p:nvPr/>
        </p:nvSpPr>
        <p:spPr>
          <a:xfrm flipH="1">
            <a:off x="3975000" y="3949159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95" name="Google Shape;1495;p55"/>
          <p:cNvCxnSpPr>
            <a:stCxn id="1493" idx="6"/>
            <a:endCxn id="1494" idx="2"/>
          </p:cNvCxnSpPr>
          <p:nvPr/>
        </p:nvCxnSpPr>
        <p:spPr>
          <a:xfrm rot="10800000">
            <a:off x="4092803" y="4008109"/>
            <a:ext cx="1358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6" name="Google Shape;1486;p55"/>
          <p:cNvSpPr/>
          <p:nvPr/>
        </p:nvSpPr>
        <p:spPr>
          <a:xfrm>
            <a:off x="3553500" y="1491950"/>
            <a:ext cx="421500" cy="4215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5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</a:t>
            </a:r>
            <a:endParaRPr/>
          </a:p>
        </p:txBody>
      </p:sp>
      <p:sp>
        <p:nvSpPr>
          <p:cNvPr id="1497" name="Google Shape;1497;p55"/>
          <p:cNvSpPr txBox="1">
            <a:spLocks noGrp="1"/>
          </p:cNvSpPr>
          <p:nvPr>
            <p:ph type="subTitle" idx="1"/>
          </p:nvPr>
        </p:nvSpPr>
        <p:spPr>
          <a:xfrm>
            <a:off x="2085150" y="1452000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Week 1</a:t>
            </a:r>
            <a:endParaRPr sz="2000"/>
          </a:p>
        </p:txBody>
      </p:sp>
      <p:sp>
        <p:nvSpPr>
          <p:cNvPr id="1498" name="Google Shape;1498;p55"/>
          <p:cNvSpPr txBox="1">
            <a:spLocks noGrp="1"/>
          </p:cNvSpPr>
          <p:nvPr>
            <p:ph type="subTitle" idx="2"/>
          </p:nvPr>
        </p:nvSpPr>
        <p:spPr>
          <a:xfrm>
            <a:off x="5527650" y="1451850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Mars is full of iron oxide dust, which gives the planet its reddish cast</a:t>
            </a:r>
            <a:endParaRPr sz="1100"/>
          </a:p>
        </p:txBody>
      </p:sp>
      <p:sp>
        <p:nvSpPr>
          <p:cNvPr id="1499" name="Google Shape;1499;p55"/>
          <p:cNvSpPr txBox="1">
            <a:spLocks noGrp="1"/>
          </p:cNvSpPr>
          <p:nvPr>
            <p:ph type="subTitle" idx="3"/>
          </p:nvPr>
        </p:nvSpPr>
        <p:spPr>
          <a:xfrm>
            <a:off x="2085150" y="2989014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Week 3</a:t>
            </a:r>
            <a:endParaRPr sz="2000"/>
          </a:p>
        </p:txBody>
      </p:sp>
      <p:sp>
        <p:nvSpPr>
          <p:cNvPr id="1500" name="Google Shape;1500;p55"/>
          <p:cNvSpPr txBox="1">
            <a:spLocks noGrp="1"/>
          </p:cNvSpPr>
          <p:nvPr>
            <p:ph type="subTitle" idx="4"/>
          </p:nvPr>
        </p:nvSpPr>
        <p:spPr>
          <a:xfrm>
            <a:off x="5527650" y="2988864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Venus has a beautiful name and is the second planet from the Sun</a:t>
            </a:r>
            <a:endParaRPr sz="1100"/>
          </a:p>
        </p:txBody>
      </p:sp>
      <p:sp>
        <p:nvSpPr>
          <p:cNvPr id="1501" name="Google Shape;1501;p55"/>
          <p:cNvSpPr txBox="1">
            <a:spLocks noGrp="1"/>
          </p:cNvSpPr>
          <p:nvPr>
            <p:ph type="subTitle" idx="5"/>
          </p:nvPr>
        </p:nvSpPr>
        <p:spPr>
          <a:xfrm>
            <a:off x="5982500" y="2220420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Week 2</a:t>
            </a:r>
            <a:endParaRPr sz="2000"/>
          </a:p>
        </p:txBody>
      </p:sp>
      <p:sp>
        <p:nvSpPr>
          <p:cNvPr id="1502" name="Google Shape;1502;p55"/>
          <p:cNvSpPr txBox="1">
            <a:spLocks noGrp="1"/>
          </p:cNvSpPr>
          <p:nvPr>
            <p:ph type="subTitle" idx="6"/>
          </p:nvPr>
        </p:nvSpPr>
        <p:spPr>
          <a:xfrm>
            <a:off x="2085150" y="2220270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Saturn is the ringed one. It’s a gas giant, composed of hydrogen and helium</a:t>
            </a:r>
            <a:endParaRPr sz="1100"/>
          </a:p>
        </p:txBody>
      </p:sp>
      <p:sp>
        <p:nvSpPr>
          <p:cNvPr id="1503" name="Google Shape;1503;p55"/>
          <p:cNvSpPr txBox="1">
            <a:spLocks noGrp="1"/>
          </p:cNvSpPr>
          <p:nvPr>
            <p:ph type="subTitle" idx="7"/>
          </p:nvPr>
        </p:nvSpPr>
        <p:spPr>
          <a:xfrm>
            <a:off x="5982500" y="3757909"/>
            <a:ext cx="13584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Week 4</a:t>
            </a:r>
            <a:endParaRPr sz="2000"/>
          </a:p>
        </p:txBody>
      </p:sp>
      <p:sp>
        <p:nvSpPr>
          <p:cNvPr id="1504" name="Google Shape;1504;p55"/>
          <p:cNvSpPr txBox="1">
            <a:spLocks noGrp="1"/>
          </p:cNvSpPr>
          <p:nvPr>
            <p:ph type="subTitle" idx="8"/>
          </p:nvPr>
        </p:nvSpPr>
        <p:spPr>
          <a:xfrm>
            <a:off x="2085150" y="3757759"/>
            <a:ext cx="18135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Jupiter is a gas giant and the biggest planet in our Solar System</a:t>
            </a:r>
            <a:endParaRPr sz="1100"/>
          </a:p>
        </p:txBody>
      </p:sp>
      <p:sp>
        <p:nvSpPr>
          <p:cNvPr id="1505" name="Google Shape;1505;p55"/>
          <p:cNvSpPr/>
          <p:nvPr/>
        </p:nvSpPr>
        <p:spPr>
          <a:xfrm>
            <a:off x="3626651" y="1637623"/>
            <a:ext cx="137869" cy="130358"/>
          </a:xfrm>
          <a:custGeom>
            <a:avLst/>
            <a:gdLst/>
            <a:ahLst/>
            <a:cxnLst/>
            <a:rect l="l" t="t" r="r" b="b"/>
            <a:pathLst>
              <a:path w="4295" h="4061" extrusionOk="0">
                <a:moveTo>
                  <a:pt x="1772" y="1"/>
                </a:moveTo>
                <a:cubicBezTo>
                  <a:pt x="803" y="1"/>
                  <a:pt x="1" y="803"/>
                  <a:pt x="1" y="1772"/>
                </a:cubicBezTo>
                <a:lnTo>
                  <a:pt x="1" y="2290"/>
                </a:lnTo>
                <a:cubicBezTo>
                  <a:pt x="1" y="3276"/>
                  <a:pt x="803" y="4061"/>
                  <a:pt x="1772" y="4061"/>
                </a:cubicBezTo>
                <a:lnTo>
                  <a:pt x="4295" y="4061"/>
                </a:lnTo>
                <a:lnTo>
                  <a:pt x="4295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55"/>
          <p:cNvSpPr/>
          <p:nvPr/>
        </p:nvSpPr>
        <p:spPr>
          <a:xfrm>
            <a:off x="3764488" y="1637623"/>
            <a:ext cx="137356" cy="130358"/>
          </a:xfrm>
          <a:custGeom>
            <a:avLst/>
            <a:gdLst/>
            <a:ahLst/>
            <a:cxnLst/>
            <a:rect l="l" t="t" r="r" b="b"/>
            <a:pathLst>
              <a:path w="4279" h="4061" extrusionOk="0">
                <a:moveTo>
                  <a:pt x="1" y="1"/>
                </a:moveTo>
                <a:lnTo>
                  <a:pt x="1" y="4061"/>
                </a:lnTo>
                <a:lnTo>
                  <a:pt x="2507" y="4061"/>
                </a:lnTo>
                <a:cubicBezTo>
                  <a:pt x="3493" y="4061"/>
                  <a:pt x="4278" y="3276"/>
                  <a:pt x="4278" y="2290"/>
                </a:cubicBezTo>
                <a:lnTo>
                  <a:pt x="4278" y="1772"/>
                </a:lnTo>
                <a:cubicBezTo>
                  <a:pt x="4278" y="803"/>
                  <a:pt x="3493" y="1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55"/>
          <p:cNvSpPr/>
          <p:nvPr/>
        </p:nvSpPr>
        <p:spPr>
          <a:xfrm>
            <a:off x="5524351" y="2405980"/>
            <a:ext cx="137869" cy="130358"/>
          </a:xfrm>
          <a:custGeom>
            <a:avLst/>
            <a:gdLst/>
            <a:ahLst/>
            <a:cxnLst/>
            <a:rect l="l" t="t" r="r" b="b"/>
            <a:pathLst>
              <a:path w="4295" h="4061" extrusionOk="0">
                <a:moveTo>
                  <a:pt x="1772" y="1"/>
                </a:moveTo>
                <a:cubicBezTo>
                  <a:pt x="803" y="1"/>
                  <a:pt x="1" y="803"/>
                  <a:pt x="1" y="1772"/>
                </a:cubicBezTo>
                <a:lnTo>
                  <a:pt x="1" y="2290"/>
                </a:lnTo>
                <a:cubicBezTo>
                  <a:pt x="1" y="3276"/>
                  <a:pt x="803" y="4061"/>
                  <a:pt x="1772" y="4061"/>
                </a:cubicBezTo>
                <a:lnTo>
                  <a:pt x="4295" y="4061"/>
                </a:lnTo>
                <a:lnTo>
                  <a:pt x="429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55"/>
          <p:cNvSpPr/>
          <p:nvPr/>
        </p:nvSpPr>
        <p:spPr>
          <a:xfrm>
            <a:off x="5662188" y="2405980"/>
            <a:ext cx="137356" cy="130358"/>
          </a:xfrm>
          <a:custGeom>
            <a:avLst/>
            <a:gdLst/>
            <a:ahLst/>
            <a:cxnLst/>
            <a:rect l="l" t="t" r="r" b="b"/>
            <a:pathLst>
              <a:path w="4279" h="4061" extrusionOk="0">
                <a:moveTo>
                  <a:pt x="1" y="1"/>
                </a:moveTo>
                <a:lnTo>
                  <a:pt x="1" y="4061"/>
                </a:lnTo>
                <a:lnTo>
                  <a:pt x="2507" y="4061"/>
                </a:lnTo>
                <a:cubicBezTo>
                  <a:pt x="3493" y="4061"/>
                  <a:pt x="4278" y="3276"/>
                  <a:pt x="4278" y="2290"/>
                </a:cubicBezTo>
                <a:lnTo>
                  <a:pt x="4278" y="1772"/>
                </a:lnTo>
                <a:cubicBezTo>
                  <a:pt x="4278" y="803"/>
                  <a:pt x="3493" y="1"/>
                  <a:pt x="25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55"/>
          <p:cNvSpPr/>
          <p:nvPr/>
        </p:nvSpPr>
        <p:spPr>
          <a:xfrm>
            <a:off x="3626651" y="3174637"/>
            <a:ext cx="137869" cy="130358"/>
          </a:xfrm>
          <a:custGeom>
            <a:avLst/>
            <a:gdLst/>
            <a:ahLst/>
            <a:cxnLst/>
            <a:rect l="l" t="t" r="r" b="b"/>
            <a:pathLst>
              <a:path w="4295" h="4061" extrusionOk="0">
                <a:moveTo>
                  <a:pt x="1772" y="1"/>
                </a:moveTo>
                <a:cubicBezTo>
                  <a:pt x="803" y="1"/>
                  <a:pt x="1" y="803"/>
                  <a:pt x="1" y="1772"/>
                </a:cubicBezTo>
                <a:lnTo>
                  <a:pt x="1" y="2290"/>
                </a:lnTo>
                <a:cubicBezTo>
                  <a:pt x="1" y="3276"/>
                  <a:pt x="803" y="4061"/>
                  <a:pt x="1772" y="4061"/>
                </a:cubicBezTo>
                <a:lnTo>
                  <a:pt x="4295" y="4061"/>
                </a:lnTo>
                <a:lnTo>
                  <a:pt x="429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55"/>
          <p:cNvSpPr/>
          <p:nvPr/>
        </p:nvSpPr>
        <p:spPr>
          <a:xfrm>
            <a:off x="3764488" y="3174637"/>
            <a:ext cx="137356" cy="130358"/>
          </a:xfrm>
          <a:custGeom>
            <a:avLst/>
            <a:gdLst/>
            <a:ahLst/>
            <a:cxnLst/>
            <a:rect l="l" t="t" r="r" b="b"/>
            <a:pathLst>
              <a:path w="4279" h="4061" extrusionOk="0">
                <a:moveTo>
                  <a:pt x="1" y="1"/>
                </a:moveTo>
                <a:lnTo>
                  <a:pt x="1" y="4061"/>
                </a:lnTo>
                <a:lnTo>
                  <a:pt x="2507" y="4061"/>
                </a:lnTo>
                <a:cubicBezTo>
                  <a:pt x="3493" y="4061"/>
                  <a:pt x="4278" y="3276"/>
                  <a:pt x="4278" y="2290"/>
                </a:cubicBezTo>
                <a:lnTo>
                  <a:pt x="4278" y="1772"/>
                </a:lnTo>
                <a:cubicBezTo>
                  <a:pt x="4278" y="803"/>
                  <a:pt x="3493" y="1"/>
                  <a:pt x="25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55"/>
          <p:cNvSpPr/>
          <p:nvPr/>
        </p:nvSpPr>
        <p:spPr>
          <a:xfrm>
            <a:off x="5524351" y="3942994"/>
            <a:ext cx="137869" cy="130358"/>
          </a:xfrm>
          <a:custGeom>
            <a:avLst/>
            <a:gdLst/>
            <a:ahLst/>
            <a:cxnLst/>
            <a:rect l="l" t="t" r="r" b="b"/>
            <a:pathLst>
              <a:path w="4295" h="4061" extrusionOk="0">
                <a:moveTo>
                  <a:pt x="1772" y="1"/>
                </a:moveTo>
                <a:cubicBezTo>
                  <a:pt x="803" y="1"/>
                  <a:pt x="1" y="803"/>
                  <a:pt x="1" y="1772"/>
                </a:cubicBezTo>
                <a:lnTo>
                  <a:pt x="1" y="2290"/>
                </a:lnTo>
                <a:cubicBezTo>
                  <a:pt x="1" y="3276"/>
                  <a:pt x="803" y="4061"/>
                  <a:pt x="1772" y="4061"/>
                </a:cubicBezTo>
                <a:lnTo>
                  <a:pt x="4295" y="4061"/>
                </a:lnTo>
                <a:lnTo>
                  <a:pt x="429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55"/>
          <p:cNvSpPr/>
          <p:nvPr/>
        </p:nvSpPr>
        <p:spPr>
          <a:xfrm>
            <a:off x="5662188" y="3942994"/>
            <a:ext cx="137356" cy="130358"/>
          </a:xfrm>
          <a:custGeom>
            <a:avLst/>
            <a:gdLst/>
            <a:ahLst/>
            <a:cxnLst/>
            <a:rect l="l" t="t" r="r" b="b"/>
            <a:pathLst>
              <a:path w="4279" h="4061" extrusionOk="0">
                <a:moveTo>
                  <a:pt x="1" y="1"/>
                </a:moveTo>
                <a:lnTo>
                  <a:pt x="1" y="4061"/>
                </a:lnTo>
                <a:lnTo>
                  <a:pt x="2507" y="4061"/>
                </a:lnTo>
                <a:cubicBezTo>
                  <a:pt x="3493" y="4061"/>
                  <a:pt x="4278" y="3276"/>
                  <a:pt x="4278" y="2290"/>
                </a:cubicBezTo>
                <a:lnTo>
                  <a:pt x="4278" y="1772"/>
                </a:lnTo>
                <a:cubicBezTo>
                  <a:pt x="4278" y="803"/>
                  <a:pt x="3493" y="1"/>
                  <a:pt x="250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56"/>
          <p:cNvSpPr txBox="1">
            <a:spLocks noGrp="1"/>
          </p:cNvSpPr>
          <p:nvPr>
            <p:ph type="title"/>
          </p:nvPr>
        </p:nvSpPr>
        <p:spPr>
          <a:xfrm>
            <a:off x="5443200" y="1767600"/>
            <a:ext cx="2980800" cy="1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58"/>
          <p:cNvSpPr txBox="1">
            <a:spLocks noGrp="1"/>
          </p:cNvSpPr>
          <p:nvPr>
            <p:ph type="title"/>
          </p:nvPr>
        </p:nvSpPr>
        <p:spPr>
          <a:xfrm>
            <a:off x="4427593" y="3102404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Monitoring</a:t>
            </a:r>
            <a:endParaRPr/>
          </a:p>
        </p:txBody>
      </p:sp>
      <p:sp>
        <p:nvSpPr>
          <p:cNvPr id="1529" name="Google Shape;1529;p58"/>
          <p:cNvSpPr txBox="1">
            <a:spLocks noGrp="1"/>
          </p:cNvSpPr>
          <p:nvPr>
            <p:ph type="title" idx="2"/>
          </p:nvPr>
        </p:nvSpPr>
        <p:spPr>
          <a:xfrm>
            <a:off x="4430425" y="2103825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530" name="Google Shape;1530;p58"/>
          <p:cNvSpPr txBox="1">
            <a:spLocks noGrp="1"/>
          </p:cNvSpPr>
          <p:nvPr>
            <p:ph type="subTitle" idx="1"/>
          </p:nvPr>
        </p:nvSpPr>
        <p:spPr>
          <a:xfrm>
            <a:off x="4427475" y="3887049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grpSp>
        <p:nvGrpSpPr>
          <p:cNvPr id="1531" name="Google Shape;1531;p58"/>
          <p:cNvGrpSpPr/>
          <p:nvPr/>
        </p:nvGrpSpPr>
        <p:grpSpPr>
          <a:xfrm flipH="1">
            <a:off x="1049620" y="1766986"/>
            <a:ext cx="2798689" cy="3376085"/>
            <a:chOff x="6530856" y="2008041"/>
            <a:chExt cx="2598838" cy="3135003"/>
          </a:xfrm>
        </p:grpSpPr>
        <p:sp>
          <p:nvSpPr>
            <p:cNvPr id="1532" name="Google Shape;1532;p58"/>
            <p:cNvSpPr/>
            <p:nvPr/>
          </p:nvSpPr>
          <p:spPr>
            <a:xfrm>
              <a:off x="8155599" y="2181752"/>
              <a:ext cx="319186" cy="823653"/>
            </a:xfrm>
            <a:custGeom>
              <a:avLst/>
              <a:gdLst/>
              <a:ahLst/>
              <a:cxnLst/>
              <a:rect l="l" t="t" r="r" b="b"/>
              <a:pathLst>
                <a:path w="9959" h="25699" extrusionOk="0">
                  <a:moveTo>
                    <a:pt x="8304" y="1"/>
                  </a:moveTo>
                  <a:lnTo>
                    <a:pt x="0" y="25164"/>
                  </a:lnTo>
                  <a:lnTo>
                    <a:pt x="1654" y="25699"/>
                  </a:lnTo>
                  <a:lnTo>
                    <a:pt x="9958" y="536"/>
                  </a:lnTo>
                  <a:lnTo>
                    <a:pt x="8304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8"/>
            <p:cNvSpPr/>
            <p:nvPr/>
          </p:nvSpPr>
          <p:spPr>
            <a:xfrm>
              <a:off x="8754293" y="2379372"/>
              <a:ext cx="319731" cy="824166"/>
            </a:xfrm>
            <a:custGeom>
              <a:avLst/>
              <a:gdLst/>
              <a:ahLst/>
              <a:cxnLst/>
              <a:rect l="l" t="t" r="r" b="b"/>
              <a:pathLst>
                <a:path w="9976" h="25715" extrusionOk="0">
                  <a:moveTo>
                    <a:pt x="8321" y="0"/>
                  </a:moveTo>
                  <a:lnTo>
                    <a:pt x="0" y="25163"/>
                  </a:lnTo>
                  <a:lnTo>
                    <a:pt x="1671" y="25715"/>
                  </a:lnTo>
                  <a:lnTo>
                    <a:pt x="9975" y="552"/>
                  </a:lnTo>
                  <a:lnTo>
                    <a:pt x="8321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8"/>
            <p:cNvSpPr/>
            <p:nvPr/>
          </p:nvSpPr>
          <p:spPr>
            <a:xfrm>
              <a:off x="7796254" y="3473944"/>
              <a:ext cx="588021" cy="1613525"/>
            </a:xfrm>
            <a:custGeom>
              <a:avLst/>
              <a:gdLst/>
              <a:ahLst/>
              <a:cxnLst/>
              <a:rect l="l" t="t" r="r" b="b"/>
              <a:pathLst>
                <a:path w="18347" h="50344" extrusionOk="0">
                  <a:moveTo>
                    <a:pt x="16408" y="1"/>
                  </a:moveTo>
                  <a:lnTo>
                    <a:pt x="1" y="49708"/>
                  </a:lnTo>
                  <a:lnTo>
                    <a:pt x="1939" y="50343"/>
                  </a:lnTo>
                  <a:lnTo>
                    <a:pt x="18347" y="635"/>
                  </a:lnTo>
                  <a:lnTo>
                    <a:pt x="16408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8"/>
            <p:cNvSpPr/>
            <p:nvPr/>
          </p:nvSpPr>
          <p:spPr>
            <a:xfrm>
              <a:off x="8420652" y="2008041"/>
              <a:ext cx="709042" cy="389023"/>
            </a:xfrm>
            <a:custGeom>
              <a:avLst/>
              <a:gdLst/>
              <a:ahLst/>
              <a:cxnLst/>
              <a:rect l="l" t="t" r="r" b="b"/>
              <a:pathLst>
                <a:path w="22123" h="12138" extrusionOk="0">
                  <a:moveTo>
                    <a:pt x="2586" y="0"/>
                  </a:moveTo>
                  <a:cubicBezTo>
                    <a:pt x="2121" y="0"/>
                    <a:pt x="1672" y="342"/>
                    <a:pt x="1505" y="859"/>
                  </a:cubicBezTo>
                  <a:lnTo>
                    <a:pt x="1" y="5404"/>
                  </a:lnTo>
                  <a:lnTo>
                    <a:pt x="485" y="5571"/>
                  </a:lnTo>
                  <a:lnTo>
                    <a:pt x="19934" y="11987"/>
                  </a:lnTo>
                  <a:lnTo>
                    <a:pt x="20419" y="12138"/>
                  </a:lnTo>
                  <a:lnTo>
                    <a:pt x="21906" y="7610"/>
                  </a:lnTo>
                  <a:cubicBezTo>
                    <a:pt x="22123" y="6975"/>
                    <a:pt x="21856" y="6323"/>
                    <a:pt x="21321" y="6139"/>
                  </a:cubicBezTo>
                  <a:cubicBezTo>
                    <a:pt x="21231" y="6111"/>
                    <a:pt x="21140" y="6098"/>
                    <a:pt x="21049" y="6098"/>
                  </a:cubicBezTo>
                  <a:cubicBezTo>
                    <a:pt x="20595" y="6098"/>
                    <a:pt x="20148" y="6430"/>
                    <a:pt x="19968" y="6958"/>
                  </a:cubicBezTo>
                  <a:lnTo>
                    <a:pt x="19483" y="8512"/>
                  </a:lnTo>
                  <a:lnTo>
                    <a:pt x="2942" y="3065"/>
                  </a:lnTo>
                  <a:lnTo>
                    <a:pt x="3443" y="1511"/>
                  </a:lnTo>
                  <a:cubicBezTo>
                    <a:pt x="3660" y="876"/>
                    <a:pt x="3393" y="225"/>
                    <a:pt x="2858" y="41"/>
                  </a:cubicBezTo>
                  <a:cubicBezTo>
                    <a:pt x="2768" y="13"/>
                    <a:pt x="2677" y="0"/>
                    <a:pt x="258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8"/>
            <p:cNvSpPr/>
            <p:nvPr/>
          </p:nvSpPr>
          <p:spPr>
            <a:xfrm>
              <a:off x="8149157" y="2975470"/>
              <a:ext cx="222267" cy="552221"/>
            </a:xfrm>
            <a:custGeom>
              <a:avLst/>
              <a:gdLst/>
              <a:ahLst/>
              <a:cxnLst/>
              <a:rect l="l" t="t" r="r" b="b"/>
              <a:pathLst>
                <a:path w="6935" h="17230" extrusionOk="0">
                  <a:moveTo>
                    <a:pt x="903" y="0"/>
                  </a:moveTo>
                  <a:cubicBezTo>
                    <a:pt x="796" y="0"/>
                    <a:pt x="687" y="26"/>
                    <a:pt x="585" y="81"/>
                  </a:cubicBezTo>
                  <a:cubicBezTo>
                    <a:pt x="184" y="299"/>
                    <a:pt x="1" y="767"/>
                    <a:pt x="151" y="1201"/>
                  </a:cubicBezTo>
                  <a:lnTo>
                    <a:pt x="5397" y="16757"/>
                  </a:lnTo>
                  <a:cubicBezTo>
                    <a:pt x="5482" y="17045"/>
                    <a:pt x="5747" y="17230"/>
                    <a:pt x="6027" y="17230"/>
                  </a:cubicBezTo>
                  <a:cubicBezTo>
                    <a:pt x="6136" y="17230"/>
                    <a:pt x="6247" y="17202"/>
                    <a:pt x="6350" y="17141"/>
                  </a:cubicBezTo>
                  <a:cubicBezTo>
                    <a:pt x="6751" y="16924"/>
                    <a:pt x="6935" y="16456"/>
                    <a:pt x="6784" y="16021"/>
                  </a:cubicBezTo>
                  <a:lnTo>
                    <a:pt x="1538" y="482"/>
                  </a:lnTo>
                  <a:cubicBezTo>
                    <a:pt x="1453" y="180"/>
                    <a:pt x="1184" y="0"/>
                    <a:pt x="90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8"/>
            <p:cNvSpPr/>
            <p:nvPr/>
          </p:nvSpPr>
          <p:spPr>
            <a:xfrm>
              <a:off x="8323733" y="3175719"/>
              <a:ext cx="485750" cy="353896"/>
            </a:xfrm>
            <a:custGeom>
              <a:avLst/>
              <a:gdLst/>
              <a:ahLst/>
              <a:cxnLst/>
              <a:rect l="l" t="t" r="r" b="b"/>
              <a:pathLst>
                <a:path w="15156" h="11042" extrusionOk="0">
                  <a:moveTo>
                    <a:pt x="14381" y="0"/>
                  </a:moveTo>
                  <a:cubicBezTo>
                    <a:pt x="14245" y="0"/>
                    <a:pt x="14105" y="43"/>
                    <a:pt x="13986" y="133"/>
                  </a:cubicBezTo>
                  <a:lnTo>
                    <a:pt x="502" y="9506"/>
                  </a:lnTo>
                  <a:cubicBezTo>
                    <a:pt x="134" y="9757"/>
                    <a:pt x="1" y="10241"/>
                    <a:pt x="184" y="10659"/>
                  </a:cubicBezTo>
                  <a:cubicBezTo>
                    <a:pt x="292" y="10905"/>
                    <a:pt x="529" y="11042"/>
                    <a:pt x="774" y="11042"/>
                  </a:cubicBezTo>
                  <a:cubicBezTo>
                    <a:pt x="911" y="11042"/>
                    <a:pt x="1050" y="10999"/>
                    <a:pt x="1170" y="10910"/>
                  </a:cubicBezTo>
                  <a:lnTo>
                    <a:pt x="14654" y="1553"/>
                  </a:lnTo>
                  <a:cubicBezTo>
                    <a:pt x="15022" y="1285"/>
                    <a:pt x="15155" y="801"/>
                    <a:pt x="14971" y="383"/>
                  </a:cubicBezTo>
                  <a:cubicBezTo>
                    <a:pt x="14864" y="137"/>
                    <a:pt x="14626" y="0"/>
                    <a:pt x="14381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8"/>
            <p:cNvSpPr/>
            <p:nvPr/>
          </p:nvSpPr>
          <p:spPr>
            <a:xfrm>
              <a:off x="8144606" y="2977297"/>
              <a:ext cx="656288" cy="254797"/>
            </a:xfrm>
            <a:custGeom>
              <a:avLst/>
              <a:gdLst/>
              <a:ahLst/>
              <a:cxnLst/>
              <a:rect l="l" t="t" r="r" b="b"/>
              <a:pathLst>
                <a:path w="20477" h="7950" extrusionOk="0">
                  <a:moveTo>
                    <a:pt x="1470" y="1"/>
                  </a:moveTo>
                  <a:cubicBezTo>
                    <a:pt x="422" y="1"/>
                    <a:pt x="1" y="1671"/>
                    <a:pt x="1212" y="2029"/>
                  </a:cubicBezTo>
                  <a:lnTo>
                    <a:pt x="18973" y="7894"/>
                  </a:lnTo>
                  <a:cubicBezTo>
                    <a:pt x="19086" y="7932"/>
                    <a:pt x="19201" y="7950"/>
                    <a:pt x="19314" y="7950"/>
                  </a:cubicBezTo>
                  <a:cubicBezTo>
                    <a:pt x="19749" y="7950"/>
                    <a:pt x="20151" y="7681"/>
                    <a:pt x="20310" y="7243"/>
                  </a:cubicBezTo>
                  <a:cubicBezTo>
                    <a:pt x="20477" y="6708"/>
                    <a:pt x="20159" y="6123"/>
                    <a:pt x="19608" y="5939"/>
                  </a:cubicBezTo>
                  <a:lnTo>
                    <a:pt x="1864" y="75"/>
                  </a:lnTo>
                  <a:cubicBezTo>
                    <a:pt x="1725" y="24"/>
                    <a:pt x="1593" y="1"/>
                    <a:pt x="1470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8"/>
            <p:cNvSpPr/>
            <p:nvPr/>
          </p:nvSpPr>
          <p:spPr>
            <a:xfrm>
              <a:off x="7762537" y="5010966"/>
              <a:ext cx="130155" cy="132078"/>
            </a:xfrm>
            <a:custGeom>
              <a:avLst/>
              <a:gdLst/>
              <a:ahLst/>
              <a:cxnLst/>
              <a:rect l="l" t="t" r="r" b="b"/>
              <a:pathLst>
                <a:path w="4061" h="4121" extrusionOk="0">
                  <a:moveTo>
                    <a:pt x="1287" y="1"/>
                  </a:moveTo>
                  <a:cubicBezTo>
                    <a:pt x="1126" y="1"/>
                    <a:pt x="966" y="95"/>
                    <a:pt x="902" y="248"/>
                  </a:cubicBezTo>
                  <a:lnTo>
                    <a:pt x="50" y="2854"/>
                  </a:lnTo>
                  <a:cubicBezTo>
                    <a:pt x="0" y="3071"/>
                    <a:pt x="134" y="3289"/>
                    <a:pt x="351" y="3339"/>
                  </a:cubicBezTo>
                  <a:lnTo>
                    <a:pt x="2607" y="4091"/>
                  </a:lnTo>
                  <a:cubicBezTo>
                    <a:pt x="2659" y="4111"/>
                    <a:pt x="2712" y="4120"/>
                    <a:pt x="2764" y="4120"/>
                  </a:cubicBezTo>
                  <a:cubicBezTo>
                    <a:pt x="2928" y="4120"/>
                    <a:pt x="3078" y="4026"/>
                    <a:pt x="3141" y="3873"/>
                  </a:cubicBezTo>
                  <a:lnTo>
                    <a:pt x="3993" y="1284"/>
                  </a:lnTo>
                  <a:cubicBezTo>
                    <a:pt x="4060" y="1066"/>
                    <a:pt x="3927" y="832"/>
                    <a:pt x="3709" y="782"/>
                  </a:cubicBezTo>
                  <a:lnTo>
                    <a:pt x="1437" y="30"/>
                  </a:lnTo>
                  <a:cubicBezTo>
                    <a:pt x="1389" y="10"/>
                    <a:pt x="1338" y="1"/>
                    <a:pt x="128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8"/>
            <p:cNvSpPr/>
            <p:nvPr/>
          </p:nvSpPr>
          <p:spPr>
            <a:xfrm>
              <a:off x="7480850" y="2425941"/>
              <a:ext cx="520556" cy="735836"/>
            </a:xfrm>
            <a:custGeom>
              <a:avLst/>
              <a:gdLst/>
              <a:ahLst/>
              <a:cxnLst/>
              <a:rect l="l" t="t" r="r" b="b"/>
              <a:pathLst>
                <a:path w="16242" h="22959" extrusionOk="0">
                  <a:moveTo>
                    <a:pt x="14787" y="1"/>
                  </a:moveTo>
                  <a:lnTo>
                    <a:pt x="0" y="21989"/>
                  </a:lnTo>
                  <a:lnTo>
                    <a:pt x="1454" y="22958"/>
                  </a:lnTo>
                  <a:lnTo>
                    <a:pt x="16241" y="970"/>
                  </a:lnTo>
                  <a:lnTo>
                    <a:pt x="1478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8"/>
            <p:cNvSpPr/>
            <p:nvPr/>
          </p:nvSpPr>
          <p:spPr>
            <a:xfrm>
              <a:off x="8004579" y="2777786"/>
              <a:ext cx="520011" cy="736349"/>
            </a:xfrm>
            <a:custGeom>
              <a:avLst/>
              <a:gdLst/>
              <a:ahLst/>
              <a:cxnLst/>
              <a:rect l="l" t="t" r="r" b="b"/>
              <a:pathLst>
                <a:path w="16225" h="22975" extrusionOk="0">
                  <a:moveTo>
                    <a:pt x="14787" y="0"/>
                  </a:moveTo>
                  <a:lnTo>
                    <a:pt x="0" y="21989"/>
                  </a:lnTo>
                  <a:lnTo>
                    <a:pt x="1454" y="22975"/>
                  </a:lnTo>
                  <a:lnTo>
                    <a:pt x="16224" y="970"/>
                  </a:lnTo>
                  <a:lnTo>
                    <a:pt x="14787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8"/>
            <p:cNvSpPr/>
            <p:nvPr/>
          </p:nvSpPr>
          <p:spPr>
            <a:xfrm>
              <a:off x="6574764" y="3643713"/>
              <a:ext cx="990185" cy="1428757"/>
            </a:xfrm>
            <a:custGeom>
              <a:avLst/>
              <a:gdLst/>
              <a:ahLst/>
              <a:cxnLst/>
              <a:rect l="l" t="t" r="r" b="b"/>
              <a:pathLst>
                <a:path w="30895" h="44579" extrusionOk="0">
                  <a:moveTo>
                    <a:pt x="29207" y="0"/>
                  </a:moveTo>
                  <a:lnTo>
                    <a:pt x="0" y="43442"/>
                  </a:lnTo>
                  <a:lnTo>
                    <a:pt x="1705" y="44578"/>
                  </a:lnTo>
                  <a:lnTo>
                    <a:pt x="30895" y="1136"/>
                  </a:lnTo>
                  <a:lnTo>
                    <a:pt x="29207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8"/>
            <p:cNvSpPr/>
            <p:nvPr/>
          </p:nvSpPr>
          <p:spPr>
            <a:xfrm>
              <a:off x="7953684" y="2279601"/>
              <a:ext cx="669428" cy="529819"/>
            </a:xfrm>
            <a:custGeom>
              <a:avLst/>
              <a:gdLst/>
              <a:ahLst/>
              <a:cxnLst/>
              <a:rect l="l" t="t" r="r" b="b"/>
              <a:pathLst>
                <a:path w="20887" h="16531" extrusionOk="0">
                  <a:moveTo>
                    <a:pt x="3678" y="1"/>
                  </a:moveTo>
                  <a:cubicBezTo>
                    <a:pt x="3308" y="1"/>
                    <a:pt x="2920" y="205"/>
                    <a:pt x="2674" y="574"/>
                  </a:cubicBezTo>
                  <a:lnTo>
                    <a:pt x="1" y="4550"/>
                  </a:lnTo>
                  <a:lnTo>
                    <a:pt x="435" y="4834"/>
                  </a:lnTo>
                  <a:lnTo>
                    <a:pt x="17428" y="16246"/>
                  </a:lnTo>
                  <a:lnTo>
                    <a:pt x="17846" y="16530"/>
                  </a:lnTo>
                  <a:lnTo>
                    <a:pt x="20519" y="12570"/>
                  </a:lnTo>
                  <a:cubicBezTo>
                    <a:pt x="20887" y="12019"/>
                    <a:pt x="20803" y="11317"/>
                    <a:pt x="20335" y="11000"/>
                  </a:cubicBezTo>
                  <a:cubicBezTo>
                    <a:pt x="20180" y="10895"/>
                    <a:pt x="20001" y="10844"/>
                    <a:pt x="19818" y="10844"/>
                  </a:cubicBezTo>
                  <a:cubicBezTo>
                    <a:pt x="19448" y="10844"/>
                    <a:pt x="19061" y="11049"/>
                    <a:pt x="18815" y="11417"/>
                  </a:cubicBezTo>
                  <a:lnTo>
                    <a:pt x="17913" y="12788"/>
                  </a:lnTo>
                  <a:lnTo>
                    <a:pt x="3460" y="3080"/>
                  </a:lnTo>
                  <a:lnTo>
                    <a:pt x="4379" y="1727"/>
                  </a:lnTo>
                  <a:cubicBezTo>
                    <a:pt x="4746" y="1175"/>
                    <a:pt x="4663" y="473"/>
                    <a:pt x="4195" y="156"/>
                  </a:cubicBezTo>
                  <a:cubicBezTo>
                    <a:pt x="4040" y="51"/>
                    <a:pt x="3861" y="1"/>
                    <a:pt x="367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8"/>
            <p:cNvSpPr/>
            <p:nvPr/>
          </p:nvSpPr>
          <p:spPr>
            <a:xfrm>
              <a:off x="7471748" y="3123669"/>
              <a:ext cx="78202" cy="577958"/>
            </a:xfrm>
            <a:custGeom>
              <a:avLst/>
              <a:gdLst/>
              <a:ahLst/>
              <a:cxnLst/>
              <a:rect l="l" t="t" r="r" b="b"/>
              <a:pathLst>
                <a:path w="2440" h="18033" extrusionOk="0">
                  <a:moveTo>
                    <a:pt x="892" y="0"/>
                  </a:moveTo>
                  <a:cubicBezTo>
                    <a:pt x="840" y="0"/>
                    <a:pt x="788" y="6"/>
                    <a:pt x="735" y="19"/>
                  </a:cubicBezTo>
                  <a:cubicBezTo>
                    <a:pt x="301" y="136"/>
                    <a:pt x="0" y="537"/>
                    <a:pt x="17" y="988"/>
                  </a:cubicBezTo>
                  <a:lnTo>
                    <a:pt x="886" y="17379"/>
                  </a:lnTo>
                  <a:cubicBezTo>
                    <a:pt x="886" y="17744"/>
                    <a:pt x="1192" y="18033"/>
                    <a:pt x="1548" y="18033"/>
                  </a:cubicBezTo>
                  <a:cubicBezTo>
                    <a:pt x="1600" y="18033"/>
                    <a:pt x="1652" y="18027"/>
                    <a:pt x="1705" y="18014"/>
                  </a:cubicBezTo>
                  <a:cubicBezTo>
                    <a:pt x="2139" y="17897"/>
                    <a:pt x="2440" y="17496"/>
                    <a:pt x="2423" y="17045"/>
                  </a:cubicBezTo>
                  <a:lnTo>
                    <a:pt x="1554" y="654"/>
                  </a:lnTo>
                  <a:cubicBezTo>
                    <a:pt x="1554" y="289"/>
                    <a:pt x="1248" y="0"/>
                    <a:pt x="892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8"/>
            <p:cNvSpPr/>
            <p:nvPr/>
          </p:nvSpPr>
          <p:spPr>
            <a:xfrm>
              <a:off x="7503862" y="3480033"/>
              <a:ext cx="549465" cy="225087"/>
            </a:xfrm>
            <a:custGeom>
              <a:avLst/>
              <a:gdLst/>
              <a:ahLst/>
              <a:cxnLst/>
              <a:rect l="l" t="t" r="r" b="b"/>
              <a:pathLst>
                <a:path w="17144" h="7023" extrusionOk="0">
                  <a:moveTo>
                    <a:pt x="16425" y="0"/>
                  </a:moveTo>
                  <a:cubicBezTo>
                    <a:pt x="16347" y="0"/>
                    <a:pt x="16268" y="15"/>
                    <a:pt x="16191" y="44"/>
                  </a:cubicBezTo>
                  <a:lnTo>
                    <a:pt x="686" y="5441"/>
                  </a:lnTo>
                  <a:cubicBezTo>
                    <a:pt x="251" y="5592"/>
                    <a:pt x="1" y="6026"/>
                    <a:pt x="68" y="6461"/>
                  </a:cubicBezTo>
                  <a:cubicBezTo>
                    <a:pt x="121" y="6795"/>
                    <a:pt x="410" y="7022"/>
                    <a:pt x="721" y="7022"/>
                  </a:cubicBezTo>
                  <a:cubicBezTo>
                    <a:pt x="798" y="7022"/>
                    <a:pt x="877" y="7008"/>
                    <a:pt x="953" y="6979"/>
                  </a:cubicBezTo>
                  <a:lnTo>
                    <a:pt x="16459" y="1598"/>
                  </a:lnTo>
                  <a:cubicBezTo>
                    <a:pt x="16893" y="1431"/>
                    <a:pt x="17144" y="997"/>
                    <a:pt x="17077" y="562"/>
                  </a:cubicBezTo>
                  <a:cubicBezTo>
                    <a:pt x="17037" y="228"/>
                    <a:pt x="16739" y="0"/>
                    <a:pt x="16425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8"/>
            <p:cNvSpPr/>
            <p:nvPr/>
          </p:nvSpPr>
          <p:spPr>
            <a:xfrm>
              <a:off x="7462101" y="3129278"/>
              <a:ext cx="585329" cy="401683"/>
            </a:xfrm>
            <a:custGeom>
              <a:avLst/>
              <a:gdLst/>
              <a:ahLst/>
              <a:cxnLst/>
              <a:rect l="l" t="t" r="r" b="b"/>
              <a:pathLst>
                <a:path w="18263" h="12533" extrusionOk="0">
                  <a:moveTo>
                    <a:pt x="1508" y="0"/>
                  </a:moveTo>
                  <a:cubicBezTo>
                    <a:pt x="619" y="0"/>
                    <a:pt x="1" y="1300"/>
                    <a:pt x="986" y="1916"/>
                  </a:cubicBezTo>
                  <a:lnTo>
                    <a:pt x="16492" y="12342"/>
                  </a:lnTo>
                  <a:cubicBezTo>
                    <a:pt x="16679" y="12471"/>
                    <a:pt x="16892" y="12533"/>
                    <a:pt x="17100" y="12533"/>
                  </a:cubicBezTo>
                  <a:cubicBezTo>
                    <a:pt x="17431" y="12533"/>
                    <a:pt x="17751" y="12378"/>
                    <a:pt x="17946" y="12091"/>
                  </a:cubicBezTo>
                  <a:cubicBezTo>
                    <a:pt x="18263" y="11607"/>
                    <a:pt x="18129" y="10955"/>
                    <a:pt x="17645" y="10638"/>
                  </a:cubicBezTo>
                  <a:lnTo>
                    <a:pt x="2122" y="211"/>
                  </a:lnTo>
                  <a:cubicBezTo>
                    <a:pt x="1914" y="63"/>
                    <a:pt x="1704" y="0"/>
                    <a:pt x="1508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8"/>
            <p:cNvSpPr/>
            <p:nvPr/>
          </p:nvSpPr>
          <p:spPr>
            <a:xfrm>
              <a:off x="6530856" y="4983563"/>
              <a:ext cx="142462" cy="140988"/>
            </a:xfrm>
            <a:custGeom>
              <a:avLst/>
              <a:gdLst/>
              <a:ahLst/>
              <a:cxnLst/>
              <a:rect l="l" t="t" r="r" b="b"/>
              <a:pathLst>
                <a:path w="4445" h="4399" extrusionOk="0">
                  <a:moveTo>
                    <a:pt x="1954" y="1"/>
                  </a:moveTo>
                  <a:cubicBezTo>
                    <a:pt x="1833" y="1"/>
                    <a:pt x="1716" y="53"/>
                    <a:pt x="1638" y="150"/>
                  </a:cubicBezTo>
                  <a:lnTo>
                    <a:pt x="101" y="2423"/>
                  </a:lnTo>
                  <a:cubicBezTo>
                    <a:pt x="0" y="2623"/>
                    <a:pt x="67" y="2874"/>
                    <a:pt x="251" y="2974"/>
                  </a:cubicBezTo>
                  <a:lnTo>
                    <a:pt x="2239" y="4311"/>
                  </a:lnTo>
                  <a:cubicBezTo>
                    <a:pt x="2319" y="4369"/>
                    <a:pt x="2411" y="4398"/>
                    <a:pt x="2501" y="4398"/>
                  </a:cubicBezTo>
                  <a:cubicBezTo>
                    <a:pt x="2619" y="4398"/>
                    <a:pt x="2732" y="4348"/>
                    <a:pt x="2807" y="4244"/>
                  </a:cubicBezTo>
                  <a:lnTo>
                    <a:pt x="4345" y="1971"/>
                  </a:lnTo>
                  <a:cubicBezTo>
                    <a:pt x="4445" y="1771"/>
                    <a:pt x="4378" y="1537"/>
                    <a:pt x="4177" y="1420"/>
                  </a:cubicBezTo>
                  <a:lnTo>
                    <a:pt x="2206" y="83"/>
                  </a:lnTo>
                  <a:cubicBezTo>
                    <a:pt x="2129" y="28"/>
                    <a:pt x="2041" y="1"/>
                    <a:pt x="195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58"/>
          <p:cNvGrpSpPr/>
          <p:nvPr/>
        </p:nvGrpSpPr>
        <p:grpSpPr>
          <a:xfrm rot="-9899886" flipH="1">
            <a:off x="7468929" y="-290081"/>
            <a:ext cx="1438691" cy="1903923"/>
            <a:chOff x="780975" y="321469"/>
            <a:chExt cx="1772521" cy="2345704"/>
          </a:xfrm>
        </p:grpSpPr>
        <p:sp>
          <p:nvSpPr>
            <p:cNvPr id="1549" name="Google Shape;1549;p58"/>
            <p:cNvSpPr/>
            <p:nvPr/>
          </p:nvSpPr>
          <p:spPr>
            <a:xfrm>
              <a:off x="780975" y="524825"/>
              <a:ext cx="1772521" cy="2142348"/>
            </a:xfrm>
            <a:custGeom>
              <a:avLst/>
              <a:gdLst/>
              <a:ahLst/>
              <a:cxnLst/>
              <a:rect l="l" t="t" r="r" b="b"/>
              <a:pathLst>
                <a:path w="140816" h="180827" extrusionOk="0">
                  <a:moveTo>
                    <a:pt x="1790" y="0"/>
                  </a:moveTo>
                  <a:cubicBezTo>
                    <a:pt x="778" y="0"/>
                    <a:pt x="0" y="856"/>
                    <a:pt x="0" y="1868"/>
                  </a:cubicBezTo>
                  <a:lnTo>
                    <a:pt x="0" y="179036"/>
                  </a:lnTo>
                  <a:cubicBezTo>
                    <a:pt x="0" y="180048"/>
                    <a:pt x="778" y="180826"/>
                    <a:pt x="1790" y="180826"/>
                  </a:cubicBezTo>
                  <a:lnTo>
                    <a:pt x="139025" y="180826"/>
                  </a:lnTo>
                  <a:cubicBezTo>
                    <a:pt x="140037" y="180826"/>
                    <a:pt x="140816" y="180048"/>
                    <a:pt x="140816" y="179036"/>
                  </a:cubicBezTo>
                  <a:lnTo>
                    <a:pt x="140816" y="1868"/>
                  </a:lnTo>
                  <a:cubicBezTo>
                    <a:pt x="140816" y="856"/>
                    <a:pt x="140037" y="0"/>
                    <a:pt x="1390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8"/>
            <p:cNvSpPr/>
            <p:nvPr/>
          </p:nvSpPr>
          <p:spPr>
            <a:xfrm>
              <a:off x="992163" y="751089"/>
              <a:ext cx="1349996" cy="1781280"/>
            </a:xfrm>
            <a:custGeom>
              <a:avLst/>
              <a:gdLst/>
              <a:ahLst/>
              <a:cxnLst/>
              <a:rect l="l" t="t" r="r" b="b"/>
              <a:pathLst>
                <a:path w="119021" h="158020" extrusionOk="0">
                  <a:moveTo>
                    <a:pt x="1" y="1"/>
                  </a:moveTo>
                  <a:lnTo>
                    <a:pt x="1" y="158020"/>
                  </a:lnTo>
                  <a:lnTo>
                    <a:pt x="119021" y="158020"/>
                  </a:lnTo>
                  <a:lnTo>
                    <a:pt x="119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8"/>
            <p:cNvSpPr/>
            <p:nvPr/>
          </p:nvSpPr>
          <p:spPr>
            <a:xfrm>
              <a:off x="1248809" y="321469"/>
              <a:ext cx="836692" cy="264934"/>
            </a:xfrm>
            <a:custGeom>
              <a:avLst/>
              <a:gdLst/>
              <a:ahLst/>
              <a:cxnLst/>
              <a:rect l="l" t="t" r="r" b="b"/>
              <a:pathLst>
                <a:path w="62196" h="19694" extrusionOk="0">
                  <a:moveTo>
                    <a:pt x="31115" y="3929"/>
                  </a:moveTo>
                  <a:cubicBezTo>
                    <a:pt x="33197" y="3929"/>
                    <a:pt x="35185" y="5547"/>
                    <a:pt x="35185" y="8018"/>
                  </a:cubicBezTo>
                  <a:cubicBezTo>
                    <a:pt x="35185" y="10275"/>
                    <a:pt x="33394" y="12143"/>
                    <a:pt x="31137" y="12143"/>
                  </a:cubicBezTo>
                  <a:cubicBezTo>
                    <a:pt x="27478" y="12143"/>
                    <a:pt x="25610" y="7706"/>
                    <a:pt x="28257" y="5138"/>
                  </a:cubicBezTo>
                  <a:cubicBezTo>
                    <a:pt x="29091" y="4303"/>
                    <a:pt x="30114" y="3929"/>
                    <a:pt x="31115" y="3929"/>
                  </a:cubicBezTo>
                  <a:close/>
                  <a:moveTo>
                    <a:pt x="31137" y="0"/>
                  </a:moveTo>
                  <a:cubicBezTo>
                    <a:pt x="26544" y="0"/>
                    <a:pt x="22808" y="3736"/>
                    <a:pt x="22808" y="8329"/>
                  </a:cubicBezTo>
                  <a:cubicBezTo>
                    <a:pt x="22808" y="8796"/>
                    <a:pt x="22808" y="9185"/>
                    <a:pt x="22886" y="9652"/>
                  </a:cubicBezTo>
                  <a:lnTo>
                    <a:pt x="1557" y="9652"/>
                  </a:lnTo>
                  <a:cubicBezTo>
                    <a:pt x="701" y="9652"/>
                    <a:pt x="0" y="10353"/>
                    <a:pt x="0" y="11209"/>
                  </a:cubicBezTo>
                  <a:lnTo>
                    <a:pt x="0" y="18059"/>
                  </a:lnTo>
                  <a:cubicBezTo>
                    <a:pt x="0" y="18916"/>
                    <a:pt x="701" y="19616"/>
                    <a:pt x="1557" y="19694"/>
                  </a:cubicBezTo>
                  <a:lnTo>
                    <a:pt x="60639" y="19694"/>
                  </a:lnTo>
                  <a:cubicBezTo>
                    <a:pt x="61495" y="19616"/>
                    <a:pt x="62196" y="18916"/>
                    <a:pt x="62196" y="18059"/>
                  </a:cubicBezTo>
                  <a:lnTo>
                    <a:pt x="62196" y="11209"/>
                  </a:lnTo>
                  <a:cubicBezTo>
                    <a:pt x="62196" y="10353"/>
                    <a:pt x="61495" y="9652"/>
                    <a:pt x="60639" y="9652"/>
                  </a:cubicBezTo>
                  <a:lnTo>
                    <a:pt x="39310" y="9652"/>
                  </a:lnTo>
                  <a:cubicBezTo>
                    <a:pt x="39388" y="9185"/>
                    <a:pt x="39388" y="8796"/>
                    <a:pt x="39466" y="8329"/>
                  </a:cubicBezTo>
                  <a:cubicBezTo>
                    <a:pt x="39466" y="3736"/>
                    <a:pt x="35729" y="0"/>
                    <a:pt x="31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Monitoring</a:t>
            </a:r>
            <a:endParaRPr/>
          </a:p>
        </p:txBody>
      </p:sp>
      <p:grpSp>
        <p:nvGrpSpPr>
          <p:cNvPr id="1557" name="Google Shape;1557;p59"/>
          <p:cNvGrpSpPr/>
          <p:nvPr/>
        </p:nvGrpSpPr>
        <p:grpSpPr>
          <a:xfrm>
            <a:off x="908847" y="2973127"/>
            <a:ext cx="1581924" cy="324025"/>
            <a:chOff x="887160" y="3080152"/>
            <a:chExt cx="1581924" cy="324025"/>
          </a:xfrm>
        </p:grpSpPr>
        <p:sp>
          <p:nvSpPr>
            <p:cNvPr id="1558" name="Google Shape;1558;p59"/>
            <p:cNvSpPr/>
            <p:nvPr/>
          </p:nvSpPr>
          <p:spPr>
            <a:xfrm>
              <a:off x="887160" y="3137458"/>
              <a:ext cx="365242" cy="209415"/>
            </a:xfrm>
            <a:custGeom>
              <a:avLst/>
              <a:gdLst/>
              <a:ahLst/>
              <a:cxnLst/>
              <a:rect l="l" t="t" r="r" b="b"/>
              <a:pathLst>
                <a:path w="11396" h="6534" extrusionOk="0">
                  <a:moveTo>
                    <a:pt x="736" y="0"/>
                  </a:moveTo>
                  <a:cubicBezTo>
                    <a:pt x="335" y="0"/>
                    <a:pt x="0" y="334"/>
                    <a:pt x="0" y="752"/>
                  </a:cubicBezTo>
                  <a:lnTo>
                    <a:pt x="0" y="5781"/>
                  </a:lnTo>
                  <a:cubicBezTo>
                    <a:pt x="0" y="6199"/>
                    <a:pt x="335" y="6533"/>
                    <a:pt x="736" y="6533"/>
                  </a:cubicBezTo>
                  <a:lnTo>
                    <a:pt x="769" y="6533"/>
                  </a:lnTo>
                  <a:cubicBezTo>
                    <a:pt x="1187" y="6533"/>
                    <a:pt x="1521" y="6199"/>
                    <a:pt x="1521" y="5781"/>
                  </a:cubicBezTo>
                  <a:lnTo>
                    <a:pt x="1521" y="4745"/>
                  </a:lnTo>
                  <a:lnTo>
                    <a:pt x="10644" y="4745"/>
                  </a:lnTo>
                  <a:cubicBezTo>
                    <a:pt x="11061" y="4745"/>
                    <a:pt x="11396" y="4411"/>
                    <a:pt x="11396" y="3994"/>
                  </a:cubicBezTo>
                  <a:lnTo>
                    <a:pt x="11396" y="2523"/>
                  </a:lnTo>
                  <a:cubicBezTo>
                    <a:pt x="11396" y="2105"/>
                    <a:pt x="11061" y="1771"/>
                    <a:pt x="10644" y="1771"/>
                  </a:cubicBezTo>
                  <a:lnTo>
                    <a:pt x="1521" y="1771"/>
                  </a:lnTo>
                  <a:lnTo>
                    <a:pt x="1521" y="752"/>
                  </a:lnTo>
                  <a:cubicBezTo>
                    <a:pt x="1521" y="334"/>
                    <a:pt x="1187" y="0"/>
                    <a:pt x="76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9"/>
            <p:cNvSpPr/>
            <p:nvPr/>
          </p:nvSpPr>
          <p:spPr>
            <a:xfrm>
              <a:off x="1166155" y="3080152"/>
              <a:ext cx="981627" cy="324025"/>
            </a:xfrm>
            <a:custGeom>
              <a:avLst/>
              <a:gdLst/>
              <a:ahLst/>
              <a:cxnLst/>
              <a:rect l="l" t="t" r="r" b="b"/>
              <a:pathLst>
                <a:path w="30628" h="10110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05"/>
                  </a:lnTo>
                  <a:cubicBezTo>
                    <a:pt x="2607" y="8321"/>
                    <a:pt x="2691" y="8321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53"/>
                    <a:pt x="30627" y="6834"/>
                  </a:cubicBezTo>
                  <a:lnTo>
                    <a:pt x="30627" y="3275"/>
                  </a:lnTo>
                  <a:cubicBezTo>
                    <a:pt x="30627" y="2440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788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9"/>
            <p:cNvSpPr/>
            <p:nvPr/>
          </p:nvSpPr>
          <p:spPr>
            <a:xfrm>
              <a:off x="1166155" y="3080152"/>
              <a:ext cx="981627" cy="324025"/>
            </a:xfrm>
            <a:custGeom>
              <a:avLst/>
              <a:gdLst/>
              <a:ahLst/>
              <a:cxnLst/>
              <a:rect l="l" t="t" r="r" b="b"/>
              <a:pathLst>
                <a:path w="30628" h="10110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05"/>
                  </a:lnTo>
                  <a:cubicBezTo>
                    <a:pt x="2607" y="8321"/>
                    <a:pt x="2691" y="8321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53"/>
                    <a:pt x="30627" y="6834"/>
                  </a:cubicBezTo>
                  <a:lnTo>
                    <a:pt x="30627" y="3275"/>
                  </a:lnTo>
                  <a:cubicBezTo>
                    <a:pt x="30627" y="2440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788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D1D1D1">
                <a:alpha val="27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9"/>
            <p:cNvSpPr/>
            <p:nvPr/>
          </p:nvSpPr>
          <p:spPr>
            <a:xfrm>
              <a:off x="2147750" y="3180437"/>
              <a:ext cx="182108" cy="123457"/>
            </a:xfrm>
            <a:custGeom>
              <a:avLst/>
              <a:gdLst/>
              <a:ahLst/>
              <a:cxnLst/>
              <a:rect l="l" t="t" r="r" b="b"/>
              <a:pathLst>
                <a:path w="5682" h="3852" extrusionOk="0">
                  <a:moveTo>
                    <a:pt x="786" y="0"/>
                  </a:moveTo>
                  <a:cubicBezTo>
                    <a:pt x="397" y="0"/>
                    <a:pt x="9" y="255"/>
                    <a:pt x="0" y="764"/>
                  </a:cubicBezTo>
                  <a:lnTo>
                    <a:pt x="0" y="3087"/>
                  </a:lnTo>
                  <a:cubicBezTo>
                    <a:pt x="9" y="3597"/>
                    <a:pt x="397" y="3851"/>
                    <a:pt x="786" y="3851"/>
                  </a:cubicBezTo>
                  <a:cubicBezTo>
                    <a:pt x="1174" y="3851"/>
                    <a:pt x="1563" y="3597"/>
                    <a:pt x="1571" y="3087"/>
                  </a:cubicBezTo>
                  <a:lnTo>
                    <a:pt x="1571" y="2953"/>
                  </a:lnTo>
                  <a:lnTo>
                    <a:pt x="4946" y="2953"/>
                  </a:lnTo>
                  <a:cubicBezTo>
                    <a:pt x="5347" y="2953"/>
                    <a:pt x="5681" y="2619"/>
                    <a:pt x="5681" y="2201"/>
                  </a:cubicBezTo>
                  <a:lnTo>
                    <a:pt x="5681" y="1633"/>
                  </a:lnTo>
                  <a:cubicBezTo>
                    <a:pt x="5681" y="1232"/>
                    <a:pt x="5347" y="898"/>
                    <a:pt x="4946" y="898"/>
                  </a:cubicBezTo>
                  <a:lnTo>
                    <a:pt x="1571" y="898"/>
                  </a:lnTo>
                  <a:lnTo>
                    <a:pt x="1571" y="764"/>
                  </a:lnTo>
                  <a:cubicBezTo>
                    <a:pt x="1563" y="255"/>
                    <a:pt x="1174" y="0"/>
                    <a:pt x="786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9"/>
            <p:cNvSpPr/>
            <p:nvPr/>
          </p:nvSpPr>
          <p:spPr>
            <a:xfrm>
              <a:off x="2323929" y="3235979"/>
              <a:ext cx="145154" cy="12339"/>
            </a:xfrm>
            <a:custGeom>
              <a:avLst/>
              <a:gdLst/>
              <a:ahLst/>
              <a:cxnLst/>
              <a:rect l="l" t="t" r="r" b="b"/>
              <a:pathLst>
                <a:path w="4529" h="385" extrusionOk="0">
                  <a:moveTo>
                    <a:pt x="67" y="1"/>
                  </a:moveTo>
                  <a:cubicBezTo>
                    <a:pt x="34" y="1"/>
                    <a:pt x="0" y="84"/>
                    <a:pt x="0" y="184"/>
                  </a:cubicBezTo>
                  <a:cubicBezTo>
                    <a:pt x="0" y="301"/>
                    <a:pt x="34" y="385"/>
                    <a:pt x="67" y="385"/>
                  </a:cubicBezTo>
                  <a:lnTo>
                    <a:pt x="4462" y="385"/>
                  </a:lnTo>
                  <a:cubicBezTo>
                    <a:pt x="4495" y="385"/>
                    <a:pt x="4528" y="301"/>
                    <a:pt x="4528" y="184"/>
                  </a:cubicBezTo>
                  <a:cubicBezTo>
                    <a:pt x="4528" y="84"/>
                    <a:pt x="4495" y="1"/>
                    <a:pt x="446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3" name="Google Shape;1563;p59"/>
          <p:cNvSpPr/>
          <p:nvPr/>
        </p:nvSpPr>
        <p:spPr>
          <a:xfrm>
            <a:off x="1623754" y="3030433"/>
            <a:ext cx="546773" cy="208870"/>
          </a:xfrm>
          <a:custGeom>
            <a:avLst/>
            <a:gdLst/>
            <a:ahLst/>
            <a:cxnLst/>
            <a:rect l="l" t="t" r="r" b="b"/>
            <a:pathLst>
              <a:path w="17060" h="6517" extrusionOk="0">
                <a:moveTo>
                  <a:pt x="1421" y="0"/>
                </a:moveTo>
                <a:cubicBezTo>
                  <a:pt x="635" y="34"/>
                  <a:pt x="0" y="702"/>
                  <a:pt x="34" y="1504"/>
                </a:cubicBezTo>
                <a:lnTo>
                  <a:pt x="34" y="5013"/>
                </a:lnTo>
                <a:cubicBezTo>
                  <a:pt x="0" y="5815"/>
                  <a:pt x="635" y="6483"/>
                  <a:pt x="1421" y="6517"/>
                </a:cubicBezTo>
                <a:lnTo>
                  <a:pt x="15640" y="6517"/>
                </a:lnTo>
                <a:cubicBezTo>
                  <a:pt x="16442" y="6483"/>
                  <a:pt x="17060" y="5815"/>
                  <a:pt x="17026" y="5013"/>
                </a:cubicBezTo>
                <a:lnTo>
                  <a:pt x="17026" y="1504"/>
                </a:lnTo>
                <a:cubicBezTo>
                  <a:pt x="17060" y="702"/>
                  <a:pt x="16442" y="34"/>
                  <a:pt x="15640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4" name="Google Shape;1564;p59"/>
          <p:cNvGrpSpPr/>
          <p:nvPr/>
        </p:nvGrpSpPr>
        <p:grpSpPr>
          <a:xfrm>
            <a:off x="1462575" y="3130012"/>
            <a:ext cx="509819" cy="105541"/>
            <a:chOff x="1440888" y="3237037"/>
            <a:chExt cx="509819" cy="105541"/>
          </a:xfrm>
        </p:grpSpPr>
        <p:sp>
          <p:nvSpPr>
            <p:cNvPr id="1565" name="Google Shape;1565;p59"/>
            <p:cNvSpPr/>
            <p:nvPr/>
          </p:nvSpPr>
          <p:spPr>
            <a:xfrm>
              <a:off x="1440888" y="3237037"/>
              <a:ext cx="28941" cy="105541"/>
            </a:xfrm>
            <a:custGeom>
              <a:avLst/>
              <a:gdLst/>
              <a:ahLst/>
              <a:cxnLst/>
              <a:rect l="l" t="t" r="r" b="b"/>
              <a:pathLst>
                <a:path w="903" h="3293" extrusionOk="0">
                  <a:moveTo>
                    <a:pt x="0" y="1"/>
                  </a:moveTo>
                  <a:lnTo>
                    <a:pt x="0" y="3293"/>
                  </a:lnTo>
                  <a:lnTo>
                    <a:pt x="902" y="32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9"/>
            <p:cNvSpPr/>
            <p:nvPr/>
          </p:nvSpPr>
          <p:spPr>
            <a:xfrm>
              <a:off x="1520660" y="3237037"/>
              <a:ext cx="29486" cy="105541"/>
            </a:xfrm>
            <a:custGeom>
              <a:avLst/>
              <a:gdLst/>
              <a:ahLst/>
              <a:cxnLst/>
              <a:rect l="l" t="t" r="r" b="b"/>
              <a:pathLst>
                <a:path w="920" h="3293" extrusionOk="0">
                  <a:moveTo>
                    <a:pt x="1" y="1"/>
                  </a:moveTo>
                  <a:lnTo>
                    <a:pt x="1" y="3293"/>
                  </a:lnTo>
                  <a:lnTo>
                    <a:pt x="920" y="3293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9"/>
            <p:cNvSpPr/>
            <p:nvPr/>
          </p:nvSpPr>
          <p:spPr>
            <a:xfrm>
              <a:off x="1600977" y="3237037"/>
              <a:ext cx="28973" cy="105541"/>
            </a:xfrm>
            <a:custGeom>
              <a:avLst/>
              <a:gdLst/>
              <a:ahLst/>
              <a:cxnLst/>
              <a:rect l="l" t="t" r="r" b="b"/>
              <a:pathLst>
                <a:path w="904" h="3293" extrusionOk="0">
                  <a:moveTo>
                    <a:pt x="1" y="1"/>
                  </a:moveTo>
                  <a:lnTo>
                    <a:pt x="1" y="3293"/>
                  </a:lnTo>
                  <a:lnTo>
                    <a:pt x="903" y="3293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9"/>
            <p:cNvSpPr/>
            <p:nvPr/>
          </p:nvSpPr>
          <p:spPr>
            <a:xfrm>
              <a:off x="1681327" y="3237037"/>
              <a:ext cx="28941" cy="105541"/>
            </a:xfrm>
            <a:custGeom>
              <a:avLst/>
              <a:gdLst/>
              <a:ahLst/>
              <a:cxnLst/>
              <a:rect l="l" t="t" r="r" b="b"/>
              <a:pathLst>
                <a:path w="903" h="3293" extrusionOk="0">
                  <a:moveTo>
                    <a:pt x="0" y="1"/>
                  </a:moveTo>
                  <a:lnTo>
                    <a:pt x="0" y="3293"/>
                  </a:lnTo>
                  <a:lnTo>
                    <a:pt x="902" y="32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9"/>
            <p:cNvSpPr/>
            <p:nvPr/>
          </p:nvSpPr>
          <p:spPr>
            <a:xfrm>
              <a:off x="1761099" y="3237037"/>
              <a:ext cx="28973" cy="105541"/>
            </a:xfrm>
            <a:custGeom>
              <a:avLst/>
              <a:gdLst/>
              <a:ahLst/>
              <a:cxnLst/>
              <a:rect l="l" t="t" r="r" b="b"/>
              <a:pathLst>
                <a:path w="904" h="3293" extrusionOk="0">
                  <a:moveTo>
                    <a:pt x="1" y="1"/>
                  </a:moveTo>
                  <a:lnTo>
                    <a:pt x="1" y="3293"/>
                  </a:lnTo>
                  <a:lnTo>
                    <a:pt x="903" y="3293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9"/>
            <p:cNvSpPr/>
            <p:nvPr/>
          </p:nvSpPr>
          <p:spPr>
            <a:xfrm>
              <a:off x="1841448" y="3237037"/>
              <a:ext cx="28941" cy="105541"/>
            </a:xfrm>
            <a:custGeom>
              <a:avLst/>
              <a:gdLst/>
              <a:ahLst/>
              <a:cxnLst/>
              <a:rect l="l" t="t" r="r" b="b"/>
              <a:pathLst>
                <a:path w="903" h="3293" extrusionOk="0">
                  <a:moveTo>
                    <a:pt x="0" y="1"/>
                  </a:moveTo>
                  <a:lnTo>
                    <a:pt x="0" y="3293"/>
                  </a:lnTo>
                  <a:lnTo>
                    <a:pt x="902" y="32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9"/>
            <p:cNvSpPr/>
            <p:nvPr/>
          </p:nvSpPr>
          <p:spPr>
            <a:xfrm>
              <a:off x="1921221" y="3237037"/>
              <a:ext cx="29486" cy="105541"/>
            </a:xfrm>
            <a:custGeom>
              <a:avLst/>
              <a:gdLst/>
              <a:ahLst/>
              <a:cxnLst/>
              <a:rect l="l" t="t" r="r" b="b"/>
              <a:pathLst>
                <a:path w="920" h="3293" extrusionOk="0">
                  <a:moveTo>
                    <a:pt x="1" y="1"/>
                  </a:moveTo>
                  <a:lnTo>
                    <a:pt x="1" y="3293"/>
                  </a:lnTo>
                  <a:lnTo>
                    <a:pt x="920" y="3293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2" name="Google Shape;1572;p59"/>
          <p:cNvGrpSpPr/>
          <p:nvPr/>
        </p:nvGrpSpPr>
        <p:grpSpPr>
          <a:xfrm>
            <a:off x="908847" y="3557862"/>
            <a:ext cx="1581924" cy="323993"/>
            <a:chOff x="887160" y="3587824"/>
            <a:chExt cx="1581924" cy="323993"/>
          </a:xfrm>
        </p:grpSpPr>
        <p:sp>
          <p:nvSpPr>
            <p:cNvPr id="1573" name="Google Shape;1573;p59"/>
            <p:cNvSpPr/>
            <p:nvPr/>
          </p:nvSpPr>
          <p:spPr>
            <a:xfrm>
              <a:off x="887160" y="3645098"/>
              <a:ext cx="365242" cy="209415"/>
            </a:xfrm>
            <a:custGeom>
              <a:avLst/>
              <a:gdLst/>
              <a:ahLst/>
              <a:cxnLst/>
              <a:rect l="l" t="t" r="r" b="b"/>
              <a:pathLst>
                <a:path w="11396" h="6534" extrusionOk="0">
                  <a:moveTo>
                    <a:pt x="736" y="1"/>
                  </a:moveTo>
                  <a:cubicBezTo>
                    <a:pt x="335" y="1"/>
                    <a:pt x="0" y="335"/>
                    <a:pt x="0" y="753"/>
                  </a:cubicBezTo>
                  <a:lnTo>
                    <a:pt x="0" y="5782"/>
                  </a:lnTo>
                  <a:cubicBezTo>
                    <a:pt x="0" y="6200"/>
                    <a:pt x="335" y="6534"/>
                    <a:pt x="736" y="6534"/>
                  </a:cubicBezTo>
                  <a:lnTo>
                    <a:pt x="769" y="6534"/>
                  </a:lnTo>
                  <a:cubicBezTo>
                    <a:pt x="1187" y="6534"/>
                    <a:pt x="1521" y="6200"/>
                    <a:pt x="1521" y="5782"/>
                  </a:cubicBezTo>
                  <a:lnTo>
                    <a:pt x="1521" y="4763"/>
                  </a:lnTo>
                  <a:lnTo>
                    <a:pt x="10644" y="4763"/>
                  </a:lnTo>
                  <a:cubicBezTo>
                    <a:pt x="11061" y="4763"/>
                    <a:pt x="11396" y="4412"/>
                    <a:pt x="11396" y="4011"/>
                  </a:cubicBezTo>
                  <a:lnTo>
                    <a:pt x="11396" y="2541"/>
                  </a:lnTo>
                  <a:cubicBezTo>
                    <a:pt x="11396" y="2123"/>
                    <a:pt x="11061" y="1789"/>
                    <a:pt x="10644" y="1789"/>
                  </a:cubicBezTo>
                  <a:lnTo>
                    <a:pt x="1521" y="1789"/>
                  </a:lnTo>
                  <a:lnTo>
                    <a:pt x="1521" y="753"/>
                  </a:lnTo>
                  <a:cubicBezTo>
                    <a:pt x="1521" y="335"/>
                    <a:pt x="1187" y="1"/>
                    <a:pt x="76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9"/>
            <p:cNvSpPr/>
            <p:nvPr/>
          </p:nvSpPr>
          <p:spPr>
            <a:xfrm>
              <a:off x="1166155" y="3587824"/>
              <a:ext cx="981627" cy="323993"/>
            </a:xfrm>
            <a:custGeom>
              <a:avLst/>
              <a:gdLst/>
              <a:ahLst/>
              <a:cxnLst/>
              <a:rect l="l" t="t" r="r" b="b"/>
              <a:pathLst>
                <a:path w="30628" h="10109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21"/>
                  </a:lnTo>
                  <a:cubicBezTo>
                    <a:pt x="2607" y="8321"/>
                    <a:pt x="2691" y="8338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69"/>
                    <a:pt x="30627" y="6834"/>
                  </a:cubicBezTo>
                  <a:lnTo>
                    <a:pt x="30627" y="3275"/>
                  </a:lnTo>
                  <a:cubicBezTo>
                    <a:pt x="30627" y="2456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805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9"/>
            <p:cNvSpPr/>
            <p:nvPr/>
          </p:nvSpPr>
          <p:spPr>
            <a:xfrm>
              <a:off x="1166155" y="3587824"/>
              <a:ext cx="981627" cy="323993"/>
            </a:xfrm>
            <a:custGeom>
              <a:avLst/>
              <a:gdLst/>
              <a:ahLst/>
              <a:cxnLst/>
              <a:rect l="l" t="t" r="r" b="b"/>
              <a:pathLst>
                <a:path w="30628" h="10109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21"/>
                  </a:lnTo>
                  <a:cubicBezTo>
                    <a:pt x="2607" y="8321"/>
                    <a:pt x="2691" y="8338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69"/>
                    <a:pt x="30627" y="6834"/>
                  </a:cubicBezTo>
                  <a:lnTo>
                    <a:pt x="30627" y="3275"/>
                  </a:lnTo>
                  <a:cubicBezTo>
                    <a:pt x="30627" y="2456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805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D1D1D1">
                <a:alpha val="27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9"/>
            <p:cNvSpPr/>
            <p:nvPr/>
          </p:nvSpPr>
          <p:spPr>
            <a:xfrm>
              <a:off x="2147750" y="3688077"/>
              <a:ext cx="182108" cy="123489"/>
            </a:xfrm>
            <a:custGeom>
              <a:avLst/>
              <a:gdLst/>
              <a:ahLst/>
              <a:cxnLst/>
              <a:rect l="l" t="t" r="r" b="b"/>
              <a:pathLst>
                <a:path w="5682" h="3853" extrusionOk="0">
                  <a:moveTo>
                    <a:pt x="786" y="1"/>
                  </a:moveTo>
                  <a:cubicBezTo>
                    <a:pt x="397" y="1"/>
                    <a:pt x="9" y="256"/>
                    <a:pt x="0" y="765"/>
                  </a:cubicBezTo>
                  <a:lnTo>
                    <a:pt x="0" y="3088"/>
                  </a:lnTo>
                  <a:cubicBezTo>
                    <a:pt x="9" y="3597"/>
                    <a:pt x="397" y="3852"/>
                    <a:pt x="786" y="3852"/>
                  </a:cubicBezTo>
                  <a:cubicBezTo>
                    <a:pt x="1174" y="3852"/>
                    <a:pt x="1563" y="3597"/>
                    <a:pt x="1571" y="3088"/>
                  </a:cubicBezTo>
                  <a:lnTo>
                    <a:pt x="1571" y="2954"/>
                  </a:lnTo>
                  <a:lnTo>
                    <a:pt x="4946" y="2954"/>
                  </a:lnTo>
                  <a:cubicBezTo>
                    <a:pt x="5347" y="2954"/>
                    <a:pt x="5681" y="2620"/>
                    <a:pt x="5681" y="2219"/>
                  </a:cubicBezTo>
                  <a:lnTo>
                    <a:pt x="5681" y="1651"/>
                  </a:lnTo>
                  <a:cubicBezTo>
                    <a:pt x="5681" y="1233"/>
                    <a:pt x="5347" y="899"/>
                    <a:pt x="4946" y="899"/>
                  </a:cubicBezTo>
                  <a:lnTo>
                    <a:pt x="1571" y="899"/>
                  </a:lnTo>
                  <a:lnTo>
                    <a:pt x="1571" y="765"/>
                  </a:lnTo>
                  <a:cubicBezTo>
                    <a:pt x="1563" y="256"/>
                    <a:pt x="1174" y="1"/>
                    <a:pt x="78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9"/>
            <p:cNvSpPr/>
            <p:nvPr/>
          </p:nvSpPr>
          <p:spPr>
            <a:xfrm>
              <a:off x="2323929" y="3743651"/>
              <a:ext cx="145154" cy="12339"/>
            </a:xfrm>
            <a:custGeom>
              <a:avLst/>
              <a:gdLst/>
              <a:ahLst/>
              <a:cxnLst/>
              <a:rect l="l" t="t" r="r" b="b"/>
              <a:pathLst>
                <a:path w="4529" h="385" extrusionOk="0">
                  <a:moveTo>
                    <a:pt x="67" y="0"/>
                  </a:moveTo>
                  <a:cubicBezTo>
                    <a:pt x="34" y="0"/>
                    <a:pt x="0" y="84"/>
                    <a:pt x="0" y="201"/>
                  </a:cubicBezTo>
                  <a:cubicBezTo>
                    <a:pt x="0" y="301"/>
                    <a:pt x="34" y="385"/>
                    <a:pt x="67" y="385"/>
                  </a:cubicBezTo>
                  <a:lnTo>
                    <a:pt x="4462" y="385"/>
                  </a:lnTo>
                  <a:cubicBezTo>
                    <a:pt x="4495" y="385"/>
                    <a:pt x="4528" y="301"/>
                    <a:pt x="4528" y="201"/>
                  </a:cubicBezTo>
                  <a:cubicBezTo>
                    <a:pt x="4528" y="84"/>
                    <a:pt x="4495" y="0"/>
                    <a:pt x="44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8" name="Google Shape;1578;p59"/>
          <p:cNvSpPr/>
          <p:nvPr/>
        </p:nvSpPr>
        <p:spPr>
          <a:xfrm>
            <a:off x="1752275" y="3615680"/>
            <a:ext cx="417195" cy="208870"/>
          </a:xfrm>
          <a:custGeom>
            <a:avLst/>
            <a:gdLst/>
            <a:ahLst/>
            <a:cxnLst/>
            <a:rect l="l" t="t" r="r" b="b"/>
            <a:pathLst>
              <a:path w="13017" h="6517" extrusionOk="0">
                <a:moveTo>
                  <a:pt x="1053" y="1"/>
                </a:moveTo>
                <a:cubicBezTo>
                  <a:pt x="468" y="1"/>
                  <a:pt x="0" y="669"/>
                  <a:pt x="0" y="1488"/>
                </a:cubicBezTo>
                <a:lnTo>
                  <a:pt x="0" y="5013"/>
                </a:lnTo>
                <a:cubicBezTo>
                  <a:pt x="0" y="5832"/>
                  <a:pt x="468" y="6517"/>
                  <a:pt x="1053" y="6517"/>
                </a:cubicBezTo>
                <a:lnTo>
                  <a:pt x="11964" y="6517"/>
                </a:lnTo>
                <a:cubicBezTo>
                  <a:pt x="12548" y="6517"/>
                  <a:pt x="13016" y="5832"/>
                  <a:pt x="13016" y="5013"/>
                </a:cubicBezTo>
                <a:lnTo>
                  <a:pt x="13016" y="1488"/>
                </a:lnTo>
                <a:cubicBezTo>
                  <a:pt x="13016" y="669"/>
                  <a:pt x="12548" y="1"/>
                  <a:pt x="11964" y="1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9" name="Google Shape;1579;p59"/>
          <p:cNvGrpSpPr/>
          <p:nvPr/>
        </p:nvGrpSpPr>
        <p:grpSpPr>
          <a:xfrm>
            <a:off x="1462575" y="3715291"/>
            <a:ext cx="509819" cy="104996"/>
            <a:chOff x="1440888" y="3745254"/>
            <a:chExt cx="509819" cy="104996"/>
          </a:xfrm>
        </p:grpSpPr>
        <p:sp>
          <p:nvSpPr>
            <p:cNvPr id="1580" name="Google Shape;1580;p59"/>
            <p:cNvSpPr/>
            <p:nvPr/>
          </p:nvSpPr>
          <p:spPr>
            <a:xfrm>
              <a:off x="1440888" y="374525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9"/>
            <p:cNvSpPr/>
            <p:nvPr/>
          </p:nvSpPr>
          <p:spPr>
            <a:xfrm>
              <a:off x="1520660" y="3745254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9"/>
            <p:cNvSpPr/>
            <p:nvPr/>
          </p:nvSpPr>
          <p:spPr>
            <a:xfrm>
              <a:off x="1600977" y="3745254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9"/>
            <p:cNvSpPr/>
            <p:nvPr/>
          </p:nvSpPr>
          <p:spPr>
            <a:xfrm>
              <a:off x="1681327" y="374525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9"/>
            <p:cNvSpPr/>
            <p:nvPr/>
          </p:nvSpPr>
          <p:spPr>
            <a:xfrm>
              <a:off x="1761099" y="3745254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9"/>
            <p:cNvSpPr/>
            <p:nvPr/>
          </p:nvSpPr>
          <p:spPr>
            <a:xfrm>
              <a:off x="1841448" y="374525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9"/>
            <p:cNvSpPr/>
            <p:nvPr/>
          </p:nvSpPr>
          <p:spPr>
            <a:xfrm>
              <a:off x="1921221" y="3745254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59"/>
          <p:cNvGrpSpPr/>
          <p:nvPr/>
        </p:nvGrpSpPr>
        <p:grpSpPr>
          <a:xfrm>
            <a:off x="908847" y="4165054"/>
            <a:ext cx="1581924" cy="323993"/>
            <a:chOff x="887160" y="4096554"/>
            <a:chExt cx="1581924" cy="323993"/>
          </a:xfrm>
        </p:grpSpPr>
        <p:sp>
          <p:nvSpPr>
            <p:cNvPr id="1588" name="Google Shape;1588;p59"/>
            <p:cNvSpPr/>
            <p:nvPr/>
          </p:nvSpPr>
          <p:spPr>
            <a:xfrm>
              <a:off x="887160" y="4153827"/>
              <a:ext cx="365242" cy="209415"/>
            </a:xfrm>
            <a:custGeom>
              <a:avLst/>
              <a:gdLst/>
              <a:ahLst/>
              <a:cxnLst/>
              <a:rect l="l" t="t" r="r" b="b"/>
              <a:pathLst>
                <a:path w="11396" h="6534" extrusionOk="0">
                  <a:moveTo>
                    <a:pt x="736" y="1"/>
                  </a:moveTo>
                  <a:cubicBezTo>
                    <a:pt x="335" y="1"/>
                    <a:pt x="0" y="335"/>
                    <a:pt x="0" y="753"/>
                  </a:cubicBezTo>
                  <a:lnTo>
                    <a:pt x="0" y="5782"/>
                  </a:lnTo>
                  <a:cubicBezTo>
                    <a:pt x="0" y="6200"/>
                    <a:pt x="335" y="6534"/>
                    <a:pt x="736" y="6534"/>
                  </a:cubicBezTo>
                  <a:lnTo>
                    <a:pt x="769" y="6534"/>
                  </a:lnTo>
                  <a:cubicBezTo>
                    <a:pt x="1187" y="6534"/>
                    <a:pt x="1521" y="6200"/>
                    <a:pt x="1521" y="5782"/>
                  </a:cubicBezTo>
                  <a:lnTo>
                    <a:pt x="1521" y="4763"/>
                  </a:lnTo>
                  <a:lnTo>
                    <a:pt x="10644" y="4763"/>
                  </a:lnTo>
                  <a:cubicBezTo>
                    <a:pt x="11061" y="4763"/>
                    <a:pt x="11396" y="4412"/>
                    <a:pt x="11396" y="4011"/>
                  </a:cubicBezTo>
                  <a:lnTo>
                    <a:pt x="11396" y="2541"/>
                  </a:lnTo>
                  <a:cubicBezTo>
                    <a:pt x="11396" y="2123"/>
                    <a:pt x="11061" y="1789"/>
                    <a:pt x="10644" y="1789"/>
                  </a:cubicBezTo>
                  <a:lnTo>
                    <a:pt x="1521" y="1789"/>
                  </a:lnTo>
                  <a:lnTo>
                    <a:pt x="1521" y="753"/>
                  </a:lnTo>
                  <a:cubicBezTo>
                    <a:pt x="1521" y="335"/>
                    <a:pt x="1187" y="1"/>
                    <a:pt x="76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9"/>
            <p:cNvSpPr/>
            <p:nvPr/>
          </p:nvSpPr>
          <p:spPr>
            <a:xfrm>
              <a:off x="1166155" y="4096554"/>
              <a:ext cx="981627" cy="323993"/>
            </a:xfrm>
            <a:custGeom>
              <a:avLst/>
              <a:gdLst/>
              <a:ahLst/>
              <a:cxnLst/>
              <a:rect l="l" t="t" r="r" b="b"/>
              <a:pathLst>
                <a:path w="30628" h="10109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21"/>
                  </a:lnTo>
                  <a:cubicBezTo>
                    <a:pt x="2607" y="8321"/>
                    <a:pt x="2691" y="8338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69"/>
                    <a:pt x="30627" y="6834"/>
                  </a:cubicBezTo>
                  <a:lnTo>
                    <a:pt x="30627" y="3275"/>
                  </a:lnTo>
                  <a:cubicBezTo>
                    <a:pt x="30627" y="2456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805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9"/>
            <p:cNvSpPr/>
            <p:nvPr/>
          </p:nvSpPr>
          <p:spPr>
            <a:xfrm>
              <a:off x="1166155" y="4096554"/>
              <a:ext cx="981627" cy="323993"/>
            </a:xfrm>
            <a:custGeom>
              <a:avLst/>
              <a:gdLst/>
              <a:ahLst/>
              <a:cxnLst/>
              <a:rect l="l" t="t" r="r" b="b"/>
              <a:pathLst>
                <a:path w="30628" h="10109" extrusionOk="0">
                  <a:moveTo>
                    <a:pt x="1270" y="0"/>
                  </a:moveTo>
                  <a:cubicBezTo>
                    <a:pt x="569" y="0"/>
                    <a:pt x="1" y="568"/>
                    <a:pt x="1" y="1270"/>
                  </a:cubicBezTo>
                  <a:lnTo>
                    <a:pt x="1" y="8839"/>
                  </a:lnTo>
                  <a:cubicBezTo>
                    <a:pt x="1" y="9541"/>
                    <a:pt x="569" y="10109"/>
                    <a:pt x="1270" y="10109"/>
                  </a:cubicBezTo>
                  <a:cubicBezTo>
                    <a:pt x="1972" y="10109"/>
                    <a:pt x="2540" y="9541"/>
                    <a:pt x="2540" y="8839"/>
                  </a:cubicBezTo>
                  <a:lnTo>
                    <a:pt x="2540" y="8321"/>
                  </a:lnTo>
                  <a:cubicBezTo>
                    <a:pt x="2607" y="8321"/>
                    <a:pt x="2691" y="8338"/>
                    <a:pt x="2774" y="8338"/>
                  </a:cubicBezTo>
                  <a:lnTo>
                    <a:pt x="29140" y="8338"/>
                  </a:lnTo>
                  <a:cubicBezTo>
                    <a:pt x="29959" y="8338"/>
                    <a:pt x="30627" y="7669"/>
                    <a:pt x="30627" y="6834"/>
                  </a:cubicBezTo>
                  <a:lnTo>
                    <a:pt x="30627" y="3275"/>
                  </a:lnTo>
                  <a:cubicBezTo>
                    <a:pt x="30627" y="2456"/>
                    <a:pt x="29959" y="1771"/>
                    <a:pt x="29140" y="1771"/>
                  </a:cubicBezTo>
                  <a:lnTo>
                    <a:pt x="2774" y="1771"/>
                  </a:lnTo>
                  <a:cubicBezTo>
                    <a:pt x="2691" y="1771"/>
                    <a:pt x="2607" y="1788"/>
                    <a:pt x="2540" y="1805"/>
                  </a:cubicBezTo>
                  <a:lnTo>
                    <a:pt x="2540" y="1270"/>
                  </a:lnTo>
                  <a:cubicBezTo>
                    <a:pt x="2540" y="568"/>
                    <a:pt x="1972" y="0"/>
                    <a:pt x="1270" y="0"/>
                  </a:cubicBezTo>
                  <a:close/>
                </a:path>
              </a:pathLst>
            </a:custGeom>
            <a:solidFill>
              <a:srgbClr val="D1D1D1">
                <a:alpha val="27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9"/>
            <p:cNvSpPr/>
            <p:nvPr/>
          </p:nvSpPr>
          <p:spPr>
            <a:xfrm>
              <a:off x="2147750" y="4196806"/>
              <a:ext cx="182108" cy="123489"/>
            </a:xfrm>
            <a:custGeom>
              <a:avLst/>
              <a:gdLst/>
              <a:ahLst/>
              <a:cxnLst/>
              <a:rect l="l" t="t" r="r" b="b"/>
              <a:pathLst>
                <a:path w="5682" h="3853" extrusionOk="0">
                  <a:moveTo>
                    <a:pt x="786" y="1"/>
                  </a:moveTo>
                  <a:cubicBezTo>
                    <a:pt x="397" y="1"/>
                    <a:pt x="9" y="256"/>
                    <a:pt x="0" y="765"/>
                  </a:cubicBezTo>
                  <a:lnTo>
                    <a:pt x="0" y="3088"/>
                  </a:lnTo>
                  <a:cubicBezTo>
                    <a:pt x="9" y="3597"/>
                    <a:pt x="397" y="3852"/>
                    <a:pt x="786" y="3852"/>
                  </a:cubicBezTo>
                  <a:cubicBezTo>
                    <a:pt x="1174" y="3852"/>
                    <a:pt x="1563" y="3597"/>
                    <a:pt x="1571" y="3088"/>
                  </a:cubicBezTo>
                  <a:lnTo>
                    <a:pt x="1571" y="2954"/>
                  </a:lnTo>
                  <a:lnTo>
                    <a:pt x="4946" y="2954"/>
                  </a:lnTo>
                  <a:cubicBezTo>
                    <a:pt x="5347" y="2954"/>
                    <a:pt x="5681" y="2620"/>
                    <a:pt x="5681" y="2219"/>
                  </a:cubicBezTo>
                  <a:lnTo>
                    <a:pt x="5681" y="1651"/>
                  </a:lnTo>
                  <a:cubicBezTo>
                    <a:pt x="5681" y="1233"/>
                    <a:pt x="5347" y="899"/>
                    <a:pt x="4946" y="899"/>
                  </a:cubicBezTo>
                  <a:lnTo>
                    <a:pt x="1571" y="899"/>
                  </a:lnTo>
                  <a:lnTo>
                    <a:pt x="1571" y="765"/>
                  </a:lnTo>
                  <a:cubicBezTo>
                    <a:pt x="1563" y="256"/>
                    <a:pt x="1174" y="1"/>
                    <a:pt x="78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9"/>
            <p:cNvSpPr/>
            <p:nvPr/>
          </p:nvSpPr>
          <p:spPr>
            <a:xfrm>
              <a:off x="2323929" y="4252381"/>
              <a:ext cx="145154" cy="12339"/>
            </a:xfrm>
            <a:custGeom>
              <a:avLst/>
              <a:gdLst/>
              <a:ahLst/>
              <a:cxnLst/>
              <a:rect l="l" t="t" r="r" b="b"/>
              <a:pathLst>
                <a:path w="4529" h="385" extrusionOk="0">
                  <a:moveTo>
                    <a:pt x="67" y="0"/>
                  </a:moveTo>
                  <a:cubicBezTo>
                    <a:pt x="34" y="0"/>
                    <a:pt x="0" y="84"/>
                    <a:pt x="0" y="201"/>
                  </a:cubicBezTo>
                  <a:cubicBezTo>
                    <a:pt x="0" y="301"/>
                    <a:pt x="34" y="385"/>
                    <a:pt x="67" y="385"/>
                  </a:cubicBezTo>
                  <a:lnTo>
                    <a:pt x="4462" y="385"/>
                  </a:lnTo>
                  <a:cubicBezTo>
                    <a:pt x="4495" y="385"/>
                    <a:pt x="4528" y="301"/>
                    <a:pt x="4528" y="201"/>
                  </a:cubicBezTo>
                  <a:cubicBezTo>
                    <a:pt x="4528" y="84"/>
                    <a:pt x="4495" y="0"/>
                    <a:pt x="44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3" name="Google Shape;1593;p59"/>
          <p:cNvSpPr/>
          <p:nvPr/>
        </p:nvSpPr>
        <p:spPr>
          <a:xfrm>
            <a:off x="1383828" y="4222872"/>
            <a:ext cx="785642" cy="208870"/>
          </a:xfrm>
          <a:custGeom>
            <a:avLst/>
            <a:gdLst/>
            <a:ahLst/>
            <a:cxnLst/>
            <a:rect l="l" t="t" r="r" b="b"/>
            <a:pathLst>
              <a:path w="24513" h="6517" extrusionOk="0">
                <a:moveTo>
                  <a:pt x="2006" y="1"/>
                </a:moveTo>
                <a:cubicBezTo>
                  <a:pt x="903" y="1"/>
                  <a:pt x="1" y="669"/>
                  <a:pt x="1" y="1504"/>
                </a:cubicBezTo>
                <a:lnTo>
                  <a:pt x="1" y="5013"/>
                </a:lnTo>
                <a:cubicBezTo>
                  <a:pt x="1" y="5832"/>
                  <a:pt x="903" y="6517"/>
                  <a:pt x="2006" y="6517"/>
                </a:cubicBezTo>
                <a:lnTo>
                  <a:pt x="22507" y="6517"/>
                </a:lnTo>
                <a:cubicBezTo>
                  <a:pt x="23627" y="6517"/>
                  <a:pt x="24512" y="5832"/>
                  <a:pt x="24512" y="5013"/>
                </a:cubicBezTo>
                <a:lnTo>
                  <a:pt x="24512" y="1504"/>
                </a:lnTo>
                <a:cubicBezTo>
                  <a:pt x="24512" y="669"/>
                  <a:pt x="23610" y="1"/>
                  <a:pt x="22507" y="1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4" name="Google Shape;1594;p59"/>
          <p:cNvGrpSpPr/>
          <p:nvPr/>
        </p:nvGrpSpPr>
        <p:grpSpPr>
          <a:xfrm>
            <a:off x="1462575" y="4322484"/>
            <a:ext cx="509819" cy="104996"/>
            <a:chOff x="1440888" y="4253984"/>
            <a:chExt cx="509819" cy="104996"/>
          </a:xfrm>
        </p:grpSpPr>
        <p:sp>
          <p:nvSpPr>
            <p:cNvPr id="1595" name="Google Shape;1595;p59"/>
            <p:cNvSpPr/>
            <p:nvPr/>
          </p:nvSpPr>
          <p:spPr>
            <a:xfrm>
              <a:off x="1440888" y="425398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9"/>
            <p:cNvSpPr/>
            <p:nvPr/>
          </p:nvSpPr>
          <p:spPr>
            <a:xfrm>
              <a:off x="1520660" y="4253984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9"/>
            <p:cNvSpPr/>
            <p:nvPr/>
          </p:nvSpPr>
          <p:spPr>
            <a:xfrm>
              <a:off x="1600977" y="4253984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9"/>
            <p:cNvSpPr/>
            <p:nvPr/>
          </p:nvSpPr>
          <p:spPr>
            <a:xfrm>
              <a:off x="1681327" y="425398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9"/>
            <p:cNvSpPr/>
            <p:nvPr/>
          </p:nvSpPr>
          <p:spPr>
            <a:xfrm>
              <a:off x="1761099" y="4253984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9"/>
            <p:cNvSpPr/>
            <p:nvPr/>
          </p:nvSpPr>
          <p:spPr>
            <a:xfrm>
              <a:off x="1841448" y="4253984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9"/>
            <p:cNvSpPr/>
            <p:nvPr/>
          </p:nvSpPr>
          <p:spPr>
            <a:xfrm>
              <a:off x="1921221" y="4253984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2" name="Google Shape;1602;p59"/>
          <p:cNvSpPr/>
          <p:nvPr/>
        </p:nvSpPr>
        <p:spPr>
          <a:xfrm flipH="1">
            <a:off x="3657488" y="2507986"/>
            <a:ext cx="754500" cy="754500"/>
          </a:xfrm>
          <a:prstGeom prst="pie">
            <a:avLst>
              <a:gd name="adj1" fmla="val 21442462"/>
              <a:gd name="adj2" fmla="val 1620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59"/>
          <p:cNvSpPr/>
          <p:nvPr/>
        </p:nvSpPr>
        <p:spPr>
          <a:xfrm>
            <a:off x="3761288" y="2611786"/>
            <a:ext cx="546900" cy="546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4" name="Google Shape;1604;p59"/>
          <p:cNvGrpSpPr/>
          <p:nvPr/>
        </p:nvGrpSpPr>
        <p:grpSpPr>
          <a:xfrm>
            <a:off x="3923059" y="2757773"/>
            <a:ext cx="223356" cy="254926"/>
            <a:chOff x="3783999" y="2784555"/>
            <a:chExt cx="223356" cy="254926"/>
          </a:xfrm>
        </p:grpSpPr>
        <p:sp>
          <p:nvSpPr>
            <p:cNvPr id="1605" name="Google Shape;1605;p59"/>
            <p:cNvSpPr/>
            <p:nvPr/>
          </p:nvSpPr>
          <p:spPr>
            <a:xfrm>
              <a:off x="3783999" y="2784555"/>
              <a:ext cx="223356" cy="254926"/>
            </a:xfrm>
            <a:custGeom>
              <a:avLst/>
              <a:gdLst/>
              <a:ahLst/>
              <a:cxnLst/>
              <a:rect l="l" t="t" r="r" b="b"/>
              <a:pathLst>
                <a:path w="6969" h="7954" extrusionOk="0">
                  <a:moveTo>
                    <a:pt x="4729" y="502"/>
                  </a:moveTo>
                  <a:cubicBezTo>
                    <a:pt x="4880" y="502"/>
                    <a:pt x="5013" y="518"/>
                    <a:pt x="5164" y="552"/>
                  </a:cubicBezTo>
                  <a:cubicBezTo>
                    <a:pt x="5782" y="702"/>
                    <a:pt x="6267" y="1187"/>
                    <a:pt x="6417" y="1821"/>
                  </a:cubicBezTo>
                  <a:cubicBezTo>
                    <a:pt x="6450" y="1955"/>
                    <a:pt x="6467" y="2089"/>
                    <a:pt x="6467" y="2239"/>
                  </a:cubicBezTo>
                  <a:cubicBezTo>
                    <a:pt x="6467" y="2640"/>
                    <a:pt x="6333" y="3025"/>
                    <a:pt x="6066" y="3342"/>
                  </a:cubicBezTo>
                  <a:cubicBezTo>
                    <a:pt x="5699" y="3760"/>
                    <a:pt x="5481" y="4294"/>
                    <a:pt x="5465" y="4846"/>
                  </a:cubicBezTo>
                  <a:lnTo>
                    <a:pt x="5465" y="6951"/>
                  </a:lnTo>
                  <a:cubicBezTo>
                    <a:pt x="5473" y="7294"/>
                    <a:pt x="5222" y="7465"/>
                    <a:pt x="4972" y="7465"/>
                  </a:cubicBezTo>
                  <a:cubicBezTo>
                    <a:pt x="4721" y="7465"/>
                    <a:pt x="4470" y="7294"/>
                    <a:pt x="4479" y="6951"/>
                  </a:cubicBezTo>
                  <a:lnTo>
                    <a:pt x="4479" y="5965"/>
                  </a:lnTo>
                  <a:cubicBezTo>
                    <a:pt x="4487" y="5289"/>
                    <a:pt x="3986" y="4950"/>
                    <a:pt x="3485" y="4950"/>
                  </a:cubicBezTo>
                  <a:cubicBezTo>
                    <a:pt x="2983" y="4950"/>
                    <a:pt x="2482" y="5289"/>
                    <a:pt x="2490" y="5965"/>
                  </a:cubicBezTo>
                  <a:lnTo>
                    <a:pt x="2490" y="6951"/>
                  </a:lnTo>
                  <a:cubicBezTo>
                    <a:pt x="2490" y="7285"/>
                    <a:pt x="2244" y="7452"/>
                    <a:pt x="1998" y="7452"/>
                  </a:cubicBezTo>
                  <a:cubicBezTo>
                    <a:pt x="1751" y="7452"/>
                    <a:pt x="1505" y="7285"/>
                    <a:pt x="1505" y="6951"/>
                  </a:cubicBezTo>
                  <a:lnTo>
                    <a:pt x="1505" y="4846"/>
                  </a:lnTo>
                  <a:cubicBezTo>
                    <a:pt x="1488" y="4294"/>
                    <a:pt x="1271" y="3760"/>
                    <a:pt x="903" y="3325"/>
                  </a:cubicBezTo>
                  <a:cubicBezTo>
                    <a:pt x="653" y="3025"/>
                    <a:pt x="502" y="2640"/>
                    <a:pt x="502" y="2239"/>
                  </a:cubicBezTo>
                  <a:cubicBezTo>
                    <a:pt x="502" y="2089"/>
                    <a:pt x="519" y="1955"/>
                    <a:pt x="552" y="1805"/>
                  </a:cubicBezTo>
                  <a:cubicBezTo>
                    <a:pt x="719" y="1187"/>
                    <a:pt x="1187" y="702"/>
                    <a:pt x="1805" y="552"/>
                  </a:cubicBezTo>
                  <a:cubicBezTo>
                    <a:pt x="1956" y="518"/>
                    <a:pt x="2106" y="502"/>
                    <a:pt x="2240" y="502"/>
                  </a:cubicBezTo>
                  <a:cubicBezTo>
                    <a:pt x="2641" y="502"/>
                    <a:pt x="3025" y="635"/>
                    <a:pt x="3326" y="886"/>
                  </a:cubicBezTo>
                  <a:cubicBezTo>
                    <a:pt x="3376" y="928"/>
                    <a:pt x="3435" y="948"/>
                    <a:pt x="3491" y="948"/>
                  </a:cubicBezTo>
                  <a:cubicBezTo>
                    <a:pt x="3547" y="948"/>
                    <a:pt x="3602" y="928"/>
                    <a:pt x="3643" y="886"/>
                  </a:cubicBezTo>
                  <a:cubicBezTo>
                    <a:pt x="3944" y="635"/>
                    <a:pt x="4328" y="502"/>
                    <a:pt x="4729" y="502"/>
                  </a:cubicBezTo>
                  <a:close/>
                  <a:moveTo>
                    <a:pt x="2240" y="0"/>
                  </a:moveTo>
                  <a:cubicBezTo>
                    <a:pt x="2056" y="0"/>
                    <a:pt x="1872" y="17"/>
                    <a:pt x="1688" y="67"/>
                  </a:cubicBezTo>
                  <a:cubicBezTo>
                    <a:pt x="886" y="268"/>
                    <a:pt x="268" y="903"/>
                    <a:pt x="68" y="1705"/>
                  </a:cubicBezTo>
                  <a:cubicBezTo>
                    <a:pt x="34" y="1872"/>
                    <a:pt x="18" y="2055"/>
                    <a:pt x="1" y="2239"/>
                  </a:cubicBezTo>
                  <a:cubicBezTo>
                    <a:pt x="1" y="2757"/>
                    <a:pt x="185" y="3258"/>
                    <a:pt x="519" y="3643"/>
                  </a:cubicBezTo>
                  <a:cubicBezTo>
                    <a:pt x="820" y="3977"/>
                    <a:pt x="987" y="4411"/>
                    <a:pt x="1003" y="4846"/>
                  </a:cubicBezTo>
                  <a:lnTo>
                    <a:pt x="1003" y="6951"/>
                  </a:lnTo>
                  <a:cubicBezTo>
                    <a:pt x="1003" y="7502"/>
                    <a:pt x="1455" y="7937"/>
                    <a:pt x="1989" y="7937"/>
                  </a:cubicBezTo>
                  <a:cubicBezTo>
                    <a:pt x="2541" y="7937"/>
                    <a:pt x="2992" y="7502"/>
                    <a:pt x="2992" y="6951"/>
                  </a:cubicBezTo>
                  <a:lnTo>
                    <a:pt x="2992" y="5965"/>
                  </a:lnTo>
                  <a:cubicBezTo>
                    <a:pt x="2992" y="5631"/>
                    <a:pt x="3238" y="5464"/>
                    <a:pt x="3485" y="5464"/>
                  </a:cubicBezTo>
                  <a:cubicBezTo>
                    <a:pt x="3731" y="5464"/>
                    <a:pt x="3978" y="5631"/>
                    <a:pt x="3978" y="5965"/>
                  </a:cubicBezTo>
                  <a:lnTo>
                    <a:pt x="3978" y="6951"/>
                  </a:lnTo>
                  <a:cubicBezTo>
                    <a:pt x="3978" y="7502"/>
                    <a:pt x="4429" y="7954"/>
                    <a:pt x="4980" y="7954"/>
                  </a:cubicBezTo>
                  <a:cubicBezTo>
                    <a:pt x="5531" y="7954"/>
                    <a:pt x="5983" y="7502"/>
                    <a:pt x="5966" y="6951"/>
                  </a:cubicBezTo>
                  <a:lnTo>
                    <a:pt x="5966" y="4846"/>
                  </a:lnTo>
                  <a:cubicBezTo>
                    <a:pt x="5983" y="4411"/>
                    <a:pt x="6150" y="3977"/>
                    <a:pt x="6450" y="3643"/>
                  </a:cubicBezTo>
                  <a:cubicBezTo>
                    <a:pt x="6785" y="3258"/>
                    <a:pt x="6968" y="2757"/>
                    <a:pt x="6968" y="2239"/>
                  </a:cubicBezTo>
                  <a:cubicBezTo>
                    <a:pt x="6968" y="2055"/>
                    <a:pt x="6935" y="1872"/>
                    <a:pt x="6902" y="1705"/>
                  </a:cubicBezTo>
                  <a:cubicBezTo>
                    <a:pt x="6701" y="903"/>
                    <a:pt x="6083" y="268"/>
                    <a:pt x="5281" y="67"/>
                  </a:cubicBezTo>
                  <a:cubicBezTo>
                    <a:pt x="5097" y="17"/>
                    <a:pt x="4913" y="0"/>
                    <a:pt x="4729" y="0"/>
                  </a:cubicBezTo>
                  <a:cubicBezTo>
                    <a:pt x="4278" y="0"/>
                    <a:pt x="3852" y="140"/>
                    <a:pt x="3485" y="386"/>
                  </a:cubicBezTo>
                  <a:lnTo>
                    <a:pt x="3485" y="386"/>
                  </a:lnTo>
                  <a:cubicBezTo>
                    <a:pt x="3117" y="140"/>
                    <a:pt x="2691" y="0"/>
                    <a:pt x="2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9"/>
            <p:cNvSpPr/>
            <p:nvPr/>
          </p:nvSpPr>
          <p:spPr>
            <a:xfrm>
              <a:off x="3924859" y="2816156"/>
              <a:ext cx="50863" cy="40159"/>
            </a:xfrm>
            <a:custGeom>
              <a:avLst/>
              <a:gdLst/>
              <a:ahLst/>
              <a:cxnLst/>
              <a:rect l="l" t="t" r="r" b="b"/>
              <a:pathLst>
                <a:path w="1587" h="1253" extrusionOk="0">
                  <a:moveTo>
                    <a:pt x="334" y="0"/>
                  </a:moveTo>
                  <a:cubicBezTo>
                    <a:pt x="0" y="0"/>
                    <a:pt x="0" y="501"/>
                    <a:pt x="334" y="501"/>
                  </a:cubicBezTo>
                  <a:cubicBezTo>
                    <a:pt x="401" y="501"/>
                    <a:pt x="468" y="518"/>
                    <a:pt x="518" y="535"/>
                  </a:cubicBezTo>
                  <a:cubicBezTo>
                    <a:pt x="786" y="602"/>
                    <a:pt x="986" y="802"/>
                    <a:pt x="1053" y="1053"/>
                  </a:cubicBezTo>
                  <a:cubicBezTo>
                    <a:pt x="1081" y="1191"/>
                    <a:pt x="1183" y="1252"/>
                    <a:pt x="1288" y="1252"/>
                  </a:cubicBezTo>
                  <a:cubicBezTo>
                    <a:pt x="1435" y="1252"/>
                    <a:pt x="1586" y="1131"/>
                    <a:pt x="1537" y="936"/>
                  </a:cubicBezTo>
                  <a:cubicBezTo>
                    <a:pt x="1420" y="501"/>
                    <a:pt x="1086" y="150"/>
                    <a:pt x="652" y="50"/>
                  </a:cubicBezTo>
                  <a:cubicBezTo>
                    <a:pt x="535" y="17"/>
                    <a:pt x="435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59"/>
          <p:cNvSpPr/>
          <p:nvPr/>
        </p:nvSpPr>
        <p:spPr>
          <a:xfrm flipH="1">
            <a:off x="4836204" y="2507986"/>
            <a:ext cx="754500" cy="754500"/>
          </a:xfrm>
          <a:prstGeom prst="pie">
            <a:avLst>
              <a:gd name="adj1" fmla="val 2131457"/>
              <a:gd name="adj2" fmla="val 1620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59"/>
          <p:cNvSpPr/>
          <p:nvPr/>
        </p:nvSpPr>
        <p:spPr>
          <a:xfrm>
            <a:off x="4940004" y="2611786"/>
            <a:ext cx="546900" cy="546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9" name="Google Shape;1609;p59"/>
          <p:cNvGrpSpPr/>
          <p:nvPr/>
        </p:nvGrpSpPr>
        <p:grpSpPr>
          <a:xfrm>
            <a:off x="5112753" y="2754824"/>
            <a:ext cx="201402" cy="260823"/>
            <a:chOff x="4881711" y="2781350"/>
            <a:chExt cx="201402" cy="260823"/>
          </a:xfrm>
        </p:grpSpPr>
        <p:sp>
          <p:nvSpPr>
            <p:cNvPr id="1610" name="Google Shape;1610;p59"/>
            <p:cNvSpPr/>
            <p:nvPr/>
          </p:nvSpPr>
          <p:spPr>
            <a:xfrm>
              <a:off x="4881711" y="2781350"/>
              <a:ext cx="201402" cy="260823"/>
            </a:xfrm>
            <a:custGeom>
              <a:avLst/>
              <a:gdLst/>
              <a:ahLst/>
              <a:cxnLst/>
              <a:rect l="l" t="t" r="r" b="b"/>
              <a:pathLst>
                <a:path w="6284" h="8138" extrusionOk="0">
                  <a:moveTo>
                    <a:pt x="3142" y="689"/>
                  </a:moveTo>
                  <a:lnTo>
                    <a:pt x="3142" y="689"/>
                  </a:lnTo>
                  <a:cubicBezTo>
                    <a:pt x="3431" y="1078"/>
                    <a:pt x="3696" y="1425"/>
                    <a:pt x="3927" y="1738"/>
                  </a:cubicBezTo>
                  <a:cubicBezTo>
                    <a:pt x="4763" y="2807"/>
                    <a:pt x="5214" y="3425"/>
                    <a:pt x="5465" y="3860"/>
                  </a:cubicBezTo>
                  <a:cubicBezTo>
                    <a:pt x="5665" y="4211"/>
                    <a:pt x="5765" y="4612"/>
                    <a:pt x="5749" y="5029"/>
                  </a:cubicBezTo>
                  <a:cubicBezTo>
                    <a:pt x="5732" y="6466"/>
                    <a:pt x="4579" y="7619"/>
                    <a:pt x="3142" y="7619"/>
                  </a:cubicBezTo>
                  <a:cubicBezTo>
                    <a:pt x="1705" y="7619"/>
                    <a:pt x="552" y="6466"/>
                    <a:pt x="535" y="5029"/>
                  </a:cubicBezTo>
                  <a:cubicBezTo>
                    <a:pt x="519" y="4612"/>
                    <a:pt x="619" y="4211"/>
                    <a:pt x="820" y="3860"/>
                  </a:cubicBezTo>
                  <a:cubicBezTo>
                    <a:pt x="1070" y="3425"/>
                    <a:pt x="1521" y="2807"/>
                    <a:pt x="2357" y="1738"/>
                  </a:cubicBezTo>
                  <a:cubicBezTo>
                    <a:pt x="2588" y="1425"/>
                    <a:pt x="2853" y="1078"/>
                    <a:pt x="3142" y="689"/>
                  </a:cubicBezTo>
                  <a:close/>
                  <a:moveTo>
                    <a:pt x="3142" y="0"/>
                  </a:moveTo>
                  <a:cubicBezTo>
                    <a:pt x="3067" y="0"/>
                    <a:pt x="2992" y="33"/>
                    <a:pt x="2942" y="100"/>
                  </a:cubicBezTo>
                  <a:cubicBezTo>
                    <a:pt x="2557" y="602"/>
                    <a:pt x="2223" y="1036"/>
                    <a:pt x="1939" y="1420"/>
                  </a:cubicBezTo>
                  <a:cubicBezTo>
                    <a:pt x="1120" y="2506"/>
                    <a:pt x="652" y="3108"/>
                    <a:pt x="368" y="3609"/>
                  </a:cubicBezTo>
                  <a:cubicBezTo>
                    <a:pt x="118" y="4043"/>
                    <a:pt x="1" y="4528"/>
                    <a:pt x="18" y="5029"/>
                  </a:cubicBezTo>
                  <a:cubicBezTo>
                    <a:pt x="18" y="6750"/>
                    <a:pt x="1421" y="8137"/>
                    <a:pt x="3142" y="8137"/>
                  </a:cubicBezTo>
                  <a:cubicBezTo>
                    <a:pt x="4863" y="8137"/>
                    <a:pt x="6267" y="6750"/>
                    <a:pt x="6267" y="5029"/>
                  </a:cubicBezTo>
                  <a:cubicBezTo>
                    <a:pt x="6283" y="4528"/>
                    <a:pt x="6166" y="4043"/>
                    <a:pt x="5916" y="3609"/>
                  </a:cubicBezTo>
                  <a:cubicBezTo>
                    <a:pt x="5632" y="3108"/>
                    <a:pt x="5164" y="2506"/>
                    <a:pt x="4345" y="1420"/>
                  </a:cubicBezTo>
                  <a:cubicBezTo>
                    <a:pt x="4061" y="1036"/>
                    <a:pt x="3727" y="602"/>
                    <a:pt x="3343" y="100"/>
                  </a:cubicBezTo>
                  <a:cubicBezTo>
                    <a:pt x="3292" y="33"/>
                    <a:pt x="3217" y="0"/>
                    <a:pt x="31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9"/>
            <p:cNvSpPr/>
            <p:nvPr/>
          </p:nvSpPr>
          <p:spPr>
            <a:xfrm>
              <a:off x="4971675" y="2934485"/>
              <a:ext cx="77144" cy="74484"/>
            </a:xfrm>
            <a:custGeom>
              <a:avLst/>
              <a:gdLst/>
              <a:ahLst/>
              <a:cxnLst/>
              <a:rect l="l" t="t" r="r" b="b"/>
              <a:pathLst>
                <a:path w="2407" h="2324" extrusionOk="0">
                  <a:moveTo>
                    <a:pt x="2154" y="1"/>
                  </a:moveTo>
                  <a:cubicBezTo>
                    <a:pt x="2027" y="1"/>
                    <a:pt x="1897" y="84"/>
                    <a:pt x="1889" y="251"/>
                  </a:cubicBezTo>
                  <a:cubicBezTo>
                    <a:pt x="1889" y="1103"/>
                    <a:pt x="1204" y="1805"/>
                    <a:pt x="335" y="1805"/>
                  </a:cubicBezTo>
                  <a:cubicBezTo>
                    <a:pt x="1" y="1822"/>
                    <a:pt x="1" y="2323"/>
                    <a:pt x="335" y="2323"/>
                  </a:cubicBezTo>
                  <a:cubicBezTo>
                    <a:pt x="1488" y="2323"/>
                    <a:pt x="2407" y="1387"/>
                    <a:pt x="2407" y="251"/>
                  </a:cubicBezTo>
                  <a:cubicBezTo>
                    <a:pt x="2407" y="84"/>
                    <a:pt x="2282" y="1"/>
                    <a:pt x="21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2" name="Google Shape;1612;p59"/>
          <p:cNvSpPr/>
          <p:nvPr/>
        </p:nvSpPr>
        <p:spPr>
          <a:xfrm flipH="1">
            <a:off x="6014921" y="2507986"/>
            <a:ext cx="754500" cy="754500"/>
          </a:xfrm>
          <a:prstGeom prst="pie">
            <a:avLst>
              <a:gd name="adj1" fmla="val 8253840"/>
              <a:gd name="adj2" fmla="val 1620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59"/>
          <p:cNvSpPr/>
          <p:nvPr/>
        </p:nvSpPr>
        <p:spPr>
          <a:xfrm>
            <a:off x="6118721" y="2611786"/>
            <a:ext cx="546900" cy="546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59"/>
          <p:cNvSpPr/>
          <p:nvPr/>
        </p:nvSpPr>
        <p:spPr>
          <a:xfrm>
            <a:off x="6254837" y="2749904"/>
            <a:ext cx="274668" cy="270662"/>
          </a:xfrm>
          <a:custGeom>
            <a:avLst/>
            <a:gdLst/>
            <a:ahLst/>
            <a:cxnLst/>
            <a:rect l="l" t="t" r="r" b="b"/>
            <a:pathLst>
              <a:path w="8570" h="8445" extrusionOk="0">
                <a:moveTo>
                  <a:pt x="6717" y="1385"/>
                </a:moveTo>
                <a:lnTo>
                  <a:pt x="7085" y="1753"/>
                </a:lnTo>
                <a:lnTo>
                  <a:pt x="6349" y="2505"/>
                </a:lnTo>
                <a:lnTo>
                  <a:pt x="5965" y="2137"/>
                </a:lnTo>
                <a:lnTo>
                  <a:pt x="6717" y="1385"/>
                </a:lnTo>
                <a:close/>
                <a:moveTo>
                  <a:pt x="4846" y="1753"/>
                </a:moveTo>
                <a:lnTo>
                  <a:pt x="5414" y="2321"/>
                </a:lnTo>
                <a:lnTo>
                  <a:pt x="6149" y="3056"/>
                </a:lnTo>
                <a:lnTo>
                  <a:pt x="6717" y="3608"/>
                </a:lnTo>
                <a:lnTo>
                  <a:pt x="5915" y="4410"/>
                </a:lnTo>
                <a:lnTo>
                  <a:pt x="5364" y="3858"/>
                </a:lnTo>
                <a:lnTo>
                  <a:pt x="4996" y="4226"/>
                </a:lnTo>
                <a:lnTo>
                  <a:pt x="5547" y="4777"/>
                </a:lnTo>
                <a:lnTo>
                  <a:pt x="4812" y="5529"/>
                </a:lnTo>
                <a:lnTo>
                  <a:pt x="4244" y="4961"/>
                </a:lnTo>
                <a:lnTo>
                  <a:pt x="3877" y="5345"/>
                </a:lnTo>
                <a:lnTo>
                  <a:pt x="4428" y="5897"/>
                </a:lnTo>
                <a:lnTo>
                  <a:pt x="4010" y="6348"/>
                </a:lnTo>
                <a:lnTo>
                  <a:pt x="2273" y="6348"/>
                </a:lnTo>
                <a:cubicBezTo>
                  <a:pt x="2273" y="6348"/>
                  <a:pt x="2239" y="6281"/>
                  <a:pt x="2222" y="6248"/>
                </a:cubicBezTo>
                <a:cubicBezTo>
                  <a:pt x="2189" y="6231"/>
                  <a:pt x="2122" y="6214"/>
                  <a:pt x="2122" y="6197"/>
                </a:cubicBezTo>
                <a:lnTo>
                  <a:pt x="2122" y="4460"/>
                </a:lnTo>
                <a:lnTo>
                  <a:pt x="4846" y="1753"/>
                </a:lnTo>
                <a:close/>
                <a:moveTo>
                  <a:pt x="5974" y="1"/>
                </a:moveTo>
                <a:cubicBezTo>
                  <a:pt x="5772" y="1"/>
                  <a:pt x="5588" y="273"/>
                  <a:pt x="5781" y="466"/>
                </a:cubicBezTo>
                <a:lnTo>
                  <a:pt x="6349" y="1018"/>
                </a:lnTo>
                <a:lnTo>
                  <a:pt x="5598" y="1753"/>
                </a:lnTo>
                <a:lnTo>
                  <a:pt x="5046" y="1202"/>
                </a:lnTo>
                <a:cubicBezTo>
                  <a:pt x="4996" y="1152"/>
                  <a:pt x="4929" y="1126"/>
                  <a:pt x="4862" y="1126"/>
                </a:cubicBezTo>
                <a:cubicBezTo>
                  <a:pt x="4796" y="1126"/>
                  <a:pt x="4729" y="1152"/>
                  <a:pt x="4679" y="1202"/>
                </a:cubicBezTo>
                <a:lnTo>
                  <a:pt x="1688" y="4176"/>
                </a:lnTo>
                <a:cubicBezTo>
                  <a:pt x="1638" y="4226"/>
                  <a:pt x="1604" y="4293"/>
                  <a:pt x="1604" y="4360"/>
                </a:cubicBezTo>
                <a:lnTo>
                  <a:pt x="1604" y="6482"/>
                </a:lnTo>
                <a:lnTo>
                  <a:pt x="100" y="7985"/>
                </a:lnTo>
                <a:cubicBezTo>
                  <a:pt x="0" y="8102"/>
                  <a:pt x="0" y="8269"/>
                  <a:pt x="100" y="8370"/>
                </a:cubicBezTo>
                <a:cubicBezTo>
                  <a:pt x="151" y="8420"/>
                  <a:pt x="217" y="8445"/>
                  <a:pt x="284" y="8445"/>
                </a:cubicBezTo>
                <a:cubicBezTo>
                  <a:pt x="351" y="8445"/>
                  <a:pt x="418" y="8420"/>
                  <a:pt x="468" y="8370"/>
                </a:cubicBezTo>
                <a:lnTo>
                  <a:pt x="1989" y="6866"/>
                </a:lnTo>
                <a:lnTo>
                  <a:pt x="4111" y="6866"/>
                </a:lnTo>
                <a:cubicBezTo>
                  <a:pt x="4177" y="6866"/>
                  <a:pt x="4244" y="6832"/>
                  <a:pt x="4294" y="6782"/>
                </a:cubicBezTo>
                <a:lnTo>
                  <a:pt x="7268" y="3808"/>
                </a:lnTo>
                <a:cubicBezTo>
                  <a:pt x="7369" y="3708"/>
                  <a:pt x="7369" y="3541"/>
                  <a:pt x="7268" y="3424"/>
                </a:cubicBezTo>
                <a:lnTo>
                  <a:pt x="6717" y="2872"/>
                </a:lnTo>
                <a:lnTo>
                  <a:pt x="7452" y="2137"/>
                </a:lnTo>
                <a:lnTo>
                  <a:pt x="8004" y="2689"/>
                </a:lnTo>
                <a:cubicBezTo>
                  <a:pt x="8060" y="2741"/>
                  <a:pt x="8123" y="2764"/>
                  <a:pt x="8183" y="2764"/>
                </a:cubicBezTo>
                <a:cubicBezTo>
                  <a:pt x="8389" y="2764"/>
                  <a:pt x="8569" y="2502"/>
                  <a:pt x="8388" y="2321"/>
                </a:cubicBezTo>
                <a:lnTo>
                  <a:pt x="7636" y="1569"/>
                </a:lnTo>
                <a:lnTo>
                  <a:pt x="6901" y="834"/>
                </a:lnTo>
                <a:lnTo>
                  <a:pt x="6149" y="82"/>
                </a:lnTo>
                <a:cubicBezTo>
                  <a:pt x="6095" y="25"/>
                  <a:pt x="6034" y="1"/>
                  <a:pt x="597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59"/>
          <p:cNvSpPr/>
          <p:nvPr/>
        </p:nvSpPr>
        <p:spPr>
          <a:xfrm flipH="1">
            <a:off x="7193638" y="2507986"/>
            <a:ext cx="754500" cy="754500"/>
          </a:xfrm>
          <a:prstGeom prst="pie">
            <a:avLst>
              <a:gd name="adj1" fmla="val 4435922"/>
              <a:gd name="adj2" fmla="val 16200000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59"/>
          <p:cNvSpPr/>
          <p:nvPr/>
        </p:nvSpPr>
        <p:spPr>
          <a:xfrm>
            <a:off x="7297438" y="2611786"/>
            <a:ext cx="546900" cy="546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7" name="Google Shape;1617;p59"/>
          <p:cNvGrpSpPr/>
          <p:nvPr/>
        </p:nvGrpSpPr>
        <p:grpSpPr>
          <a:xfrm>
            <a:off x="7427352" y="2767420"/>
            <a:ext cx="287072" cy="235632"/>
            <a:chOff x="7146781" y="2794202"/>
            <a:chExt cx="287072" cy="235632"/>
          </a:xfrm>
        </p:grpSpPr>
        <p:sp>
          <p:nvSpPr>
            <p:cNvPr id="1618" name="Google Shape;1618;p59"/>
            <p:cNvSpPr/>
            <p:nvPr/>
          </p:nvSpPr>
          <p:spPr>
            <a:xfrm>
              <a:off x="7328729" y="2830066"/>
              <a:ext cx="66792" cy="27948"/>
            </a:xfrm>
            <a:custGeom>
              <a:avLst/>
              <a:gdLst/>
              <a:ahLst/>
              <a:cxnLst/>
              <a:rect l="l" t="t" r="r" b="b"/>
              <a:pathLst>
                <a:path w="2084" h="872" extrusionOk="0">
                  <a:moveTo>
                    <a:pt x="1090" y="0"/>
                  </a:moveTo>
                  <a:cubicBezTo>
                    <a:pt x="756" y="0"/>
                    <a:pt x="439" y="134"/>
                    <a:pt x="205" y="385"/>
                  </a:cubicBezTo>
                  <a:cubicBezTo>
                    <a:pt x="1" y="576"/>
                    <a:pt x="186" y="864"/>
                    <a:pt x="404" y="864"/>
                  </a:cubicBezTo>
                  <a:cubicBezTo>
                    <a:pt x="471" y="864"/>
                    <a:pt x="542" y="836"/>
                    <a:pt x="606" y="769"/>
                  </a:cubicBezTo>
                  <a:cubicBezTo>
                    <a:pt x="723" y="652"/>
                    <a:pt x="906" y="569"/>
                    <a:pt x="1074" y="569"/>
                  </a:cubicBezTo>
                  <a:cubicBezTo>
                    <a:pt x="1241" y="569"/>
                    <a:pt x="1374" y="652"/>
                    <a:pt x="1475" y="769"/>
                  </a:cubicBezTo>
                  <a:cubicBezTo>
                    <a:pt x="1538" y="841"/>
                    <a:pt x="1613" y="871"/>
                    <a:pt x="1685" y="871"/>
                  </a:cubicBezTo>
                  <a:cubicBezTo>
                    <a:pt x="1896" y="871"/>
                    <a:pt x="2083" y="613"/>
                    <a:pt x="1909" y="401"/>
                  </a:cubicBezTo>
                  <a:cubicBezTo>
                    <a:pt x="1708" y="168"/>
                    <a:pt x="1408" y="17"/>
                    <a:pt x="10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9"/>
            <p:cNvSpPr/>
            <p:nvPr/>
          </p:nvSpPr>
          <p:spPr>
            <a:xfrm>
              <a:off x="7146781" y="2794202"/>
              <a:ext cx="287072" cy="235632"/>
            </a:xfrm>
            <a:custGeom>
              <a:avLst/>
              <a:gdLst/>
              <a:ahLst/>
              <a:cxnLst/>
              <a:rect l="l" t="t" r="r" b="b"/>
              <a:pathLst>
                <a:path w="8957" h="7352" extrusionOk="0">
                  <a:moveTo>
                    <a:pt x="6786" y="567"/>
                  </a:moveTo>
                  <a:cubicBezTo>
                    <a:pt x="7252" y="567"/>
                    <a:pt x="7698" y="782"/>
                    <a:pt x="8004" y="1153"/>
                  </a:cubicBezTo>
                  <a:cubicBezTo>
                    <a:pt x="8254" y="1437"/>
                    <a:pt x="8388" y="1821"/>
                    <a:pt x="8371" y="2206"/>
                  </a:cubicBezTo>
                  <a:cubicBezTo>
                    <a:pt x="8388" y="2690"/>
                    <a:pt x="8188" y="3158"/>
                    <a:pt x="7853" y="3526"/>
                  </a:cubicBezTo>
                  <a:lnTo>
                    <a:pt x="4679" y="6700"/>
                  </a:lnTo>
                  <a:cubicBezTo>
                    <a:pt x="4620" y="6759"/>
                    <a:pt x="4545" y="6788"/>
                    <a:pt x="4472" y="6788"/>
                  </a:cubicBezTo>
                  <a:cubicBezTo>
                    <a:pt x="4399" y="6788"/>
                    <a:pt x="4328" y="6759"/>
                    <a:pt x="4278" y="6700"/>
                  </a:cubicBezTo>
                  <a:lnTo>
                    <a:pt x="1086" y="3526"/>
                  </a:lnTo>
                  <a:cubicBezTo>
                    <a:pt x="752" y="3158"/>
                    <a:pt x="568" y="2690"/>
                    <a:pt x="568" y="2206"/>
                  </a:cubicBezTo>
                  <a:cubicBezTo>
                    <a:pt x="552" y="1821"/>
                    <a:pt x="685" y="1437"/>
                    <a:pt x="936" y="1153"/>
                  </a:cubicBezTo>
                  <a:cubicBezTo>
                    <a:pt x="1242" y="782"/>
                    <a:pt x="1688" y="567"/>
                    <a:pt x="2169" y="567"/>
                  </a:cubicBezTo>
                  <a:cubicBezTo>
                    <a:pt x="2187" y="567"/>
                    <a:pt x="2205" y="568"/>
                    <a:pt x="2223" y="568"/>
                  </a:cubicBezTo>
                  <a:cubicBezTo>
                    <a:pt x="2340" y="568"/>
                    <a:pt x="2440" y="568"/>
                    <a:pt x="2557" y="585"/>
                  </a:cubicBezTo>
                  <a:cubicBezTo>
                    <a:pt x="2908" y="668"/>
                    <a:pt x="3208" y="835"/>
                    <a:pt x="3459" y="1103"/>
                  </a:cubicBezTo>
                  <a:lnTo>
                    <a:pt x="4278" y="1905"/>
                  </a:lnTo>
                  <a:cubicBezTo>
                    <a:pt x="4328" y="1963"/>
                    <a:pt x="4399" y="1993"/>
                    <a:pt x="4472" y="1993"/>
                  </a:cubicBezTo>
                  <a:cubicBezTo>
                    <a:pt x="4545" y="1993"/>
                    <a:pt x="4620" y="1963"/>
                    <a:pt x="4679" y="1905"/>
                  </a:cubicBezTo>
                  <a:lnTo>
                    <a:pt x="5481" y="1103"/>
                  </a:lnTo>
                  <a:cubicBezTo>
                    <a:pt x="5731" y="835"/>
                    <a:pt x="6049" y="668"/>
                    <a:pt x="6383" y="585"/>
                  </a:cubicBezTo>
                  <a:cubicBezTo>
                    <a:pt x="6500" y="568"/>
                    <a:pt x="6617" y="568"/>
                    <a:pt x="6734" y="568"/>
                  </a:cubicBezTo>
                  <a:cubicBezTo>
                    <a:pt x="6751" y="568"/>
                    <a:pt x="6769" y="567"/>
                    <a:pt x="6786" y="567"/>
                  </a:cubicBezTo>
                  <a:close/>
                  <a:moveTo>
                    <a:pt x="2223" y="0"/>
                  </a:moveTo>
                  <a:cubicBezTo>
                    <a:pt x="1554" y="0"/>
                    <a:pt x="936" y="284"/>
                    <a:pt x="518" y="769"/>
                  </a:cubicBezTo>
                  <a:cubicBezTo>
                    <a:pt x="167" y="1170"/>
                    <a:pt x="0" y="1688"/>
                    <a:pt x="0" y="2206"/>
                  </a:cubicBezTo>
                  <a:cubicBezTo>
                    <a:pt x="0" y="2840"/>
                    <a:pt x="251" y="3459"/>
                    <a:pt x="685" y="3910"/>
                  </a:cubicBezTo>
                  <a:lnTo>
                    <a:pt x="3877" y="7101"/>
                  </a:lnTo>
                  <a:cubicBezTo>
                    <a:pt x="4044" y="7268"/>
                    <a:pt x="4261" y="7352"/>
                    <a:pt x="4476" y="7352"/>
                  </a:cubicBezTo>
                  <a:cubicBezTo>
                    <a:pt x="4691" y="7352"/>
                    <a:pt x="4904" y="7268"/>
                    <a:pt x="5063" y="7101"/>
                  </a:cubicBezTo>
                  <a:lnTo>
                    <a:pt x="8254" y="3910"/>
                  </a:lnTo>
                  <a:cubicBezTo>
                    <a:pt x="8689" y="3459"/>
                    <a:pt x="8939" y="2840"/>
                    <a:pt x="8939" y="2206"/>
                  </a:cubicBezTo>
                  <a:cubicBezTo>
                    <a:pt x="8956" y="1688"/>
                    <a:pt x="8772" y="1170"/>
                    <a:pt x="8438" y="769"/>
                  </a:cubicBezTo>
                  <a:cubicBezTo>
                    <a:pt x="8004" y="284"/>
                    <a:pt x="7385" y="0"/>
                    <a:pt x="6734" y="0"/>
                  </a:cubicBezTo>
                  <a:cubicBezTo>
                    <a:pt x="6583" y="0"/>
                    <a:pt x="6433" y="17"/>
                    <a:pt x="6283" y="33"/>
                  </a:cubicBezTo>
                  <a:cubicBezTo>
                    <a:pt x="5832" y="134"/>
                    <a:pt x="5414" y="368"/>
                    <a:pt x="5096" y="702"/>
                  </a:cubicBezTo>
                  <a:lnTo>
                    <a:pt x="4478" y="1320"/>
                  </a:lnTo>
                  <a:lnTo>
                    <a:pt x="3860" y="702"/>
                  </a:lnTo>
                  <a:cubicBezTo>
                    <a:pt x="3526" y="368"/>
                    <a:pt x="3125" y="134"/>
                    <a:pt x="2657" y="33"/>
                  </a:cubicBezTo>
                  <a:cubicBezTo>
                    <a:pt x="2523" y="17"/>
                    <a:pt x="2373" y="0"/>
                    <a:pt x="2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0" name="Google Shape;1620;p59"/>
          <p:cNvSpPr txBox="1">
            <a:spLocks noGrp="1"/>
          </p:cNvSpPr>
          <p:nvPr>
            <p:ph type="subTitle" idx="4294967295"/>
          </p:nvPr>
        </p:nvSpPr>
        <p:spPr>
          <a:xfrm>
            <a:off x="813300" y="1213450"/>
            <a:ext cx="23919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Week 1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1" name="Google Shape;1621;p59"/>
          <p:cNvSpPr txBox="1">
            <a:spLocks noGrp="1"/>
          </p:cNvSpPr>
          <p:nvPr>
            <p:ph type="subTitle" idx="4294967295"/>
          </p:nvPr>
        </p:nvSpPr>
        <p:spPr>
          <a:xfrm>
            <a:off x="3440900" y="1213400"/>
            <a:ext cx="23919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Week 2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2" name="Google Shape;1622;p59"/>
          <p:cNvSpPr txBox="1">
            <a:spLocks noGrp="1"/>
          </p:cNvSpPr>
          <p:nvPr>
            <p:ph type="subTitle" idx="4294967295"/>
          </p:nvPr>
        </p:nvSpPr>
        <p:spPr>
          <a:xfrm>
            <a:off x="3440887" y="3518075"/>
            <a:ext cx="1325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Week 3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3" name="Google Shape;1623;p59"/>
          <p:cNvSpPr txBox="1">
            <a:spLocks noGrp="1"/>
          </p:cNvSpPr>
          <p:nvPr>
            <p:ph type="subTitle" idx="4294967295"/>
          </p:nvPr>
        </p:nvSpPr>
        <p:spPr>
          <a:xfrm>
            <a:off x="813288" y="1647400"/>
            <a:ext cx="23919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Venus has a beautiful name and is the second planet from the Sun</a:t>
            </a:r>
            <a:endParaRPr sz="1100"/>
          </a:p>
        </p:txBody>
      </p:sp>
      <p:sp>
        <p:nvSpPr>
          <p:cNvPr id="1624" name="Google Shape;1624;p59"/>
          <p:cNvSpPr txBox="1">
            <a:spLocks noGrp="1"/>
          </p:cNvSpPr>
          <p:nvPr>
            <p:ph type="subTitle" idx="4294967295"/>
          </p:nvPr>
        </p:nvSpPr>
        <p:spPr>
          <a:xfrm>
            <a:off x="3440888" y="1571200"/>
            <a:ext cx="49830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change the size of the graph, click the circle and drag the colored handle</a:t>
            </a:r>
            <a:endParaRPr sz="1100"/>
          </a:p>
        </p:txBody>
      </p:sp>
      <p:sp>
        <p:nvSpPr>
          <p:cNvPr id="1625" name="Google Shape;1625;p59"/>
          <p:cNvSpPr txBox="1">
            <a:spLocks noGrp="1"/>
          </p:cNvSpPr>
          <p:nvPr>
            <p:ph type="subTitle" idx="4294967295"/>
          </p:nvPr>
        </p:nvSpPr>
        <p:spPr>
          <a:xfrm>
            <a:off x="3440888" y="3875675"/>
            <a:ext cx="13254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Mercury is the closest planet to the Sun</a:t>
            </a:r>
            <a:endParaRPr sz="1100"/>
          </a:p>
        </p:txBody>
      </p:sp>
      <p:sp>
        <p:nvSpPr>
          <p:cNvPr id="1626" name="Google Shape;1626;p59"/>
          <p:cNvSpPr txBox="1">
            <a:spLocks noGrp="1"/>
          </p:cNvSpPr>
          <p:nvPr>
            <p:ph type="subTitle" idx="4294967295"/>
          </p:nvPr>
        </p:nvSpPr>
        <p:spPr>
          <a:xfrm>
            <a:off x="2505738" y="2302450"/>
            <a:ext cx="9201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Venus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7" name="Google Shape;1627;p59"/>
          <p:cNvSpPr txBox="1">
            <a:spLocks noGrp="1"/>
          </p:cNvSpPr>
          <p:nvPr>
            <p:ph type="subTitle" idx="4294967295"/>
          </p:nvPr>
        </p:nvSpPr>
        <p:spPr>
          <a:xfrm>
            <a:off x="2505738" y="2887350"/>
            <a:ext cx="9201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Mars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8" name="Google Shape;1628;p59"/>
          <p:cNvSpPr txBox="1">
            <a:spLocks noGrp="1"/>
          </p:cNvSpPr>
          <p:nvPr>
            <p:ph type="subTitle" idx="4294967295"/>
          </p:nvPr>
        </p:nvSpPr>
        <p:spPr>
          <a:xfrm>
            <a:off x="2505738" y="3472163"/>
            <a:ext cx="9201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Saturn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29" name="Google Shape;1629;p59"/>
          <p:cNvSpPr txBox="1">
            <a:spLocks noGrp="1"/>
          </p:cNvSpPr>
          <p:nvPr>
            <p:ph type="subTitle" idx="4294967295"/>
          </p:nvPr>
        </p:nvSpPr>
        <p:spPr>
          <a:xfrm>
            <a:off x="2505738" y="4078375"/>
            <a:ext cx="9201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Pluto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0" name="Google Shape;1630;p59"/>
          <p:cNvSpPr txBox="1">
            <a:spLocks noGrp="1"/>
          </p:cNvSpPr>
          <p:nvPr>
            <p:ph type="subTitle" idx="4294967295"/>
          </p:nvPr>
        </p:nvSpPr>
        <p:spPr>
          <a:xfrm>
            <a:off x="3657538" y="2240032"/>
            <a:ext cx="754500" cy="2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Venus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1" name="Google Shape;1631;p59"/>
          <p:cNvSpPr txBox="1">
            <a:spLocks noGrp="1"/>
          </p:cNvSpPr>
          <p:nvPr>
            <p:ph type="subTitle" idx="4294967295"/>
          </p:nvPr>
        </p:nvSpPr>
        <p:spPr>
          <a:xfrm>
            <a:off x="4836238" y="2240032"/>
            <a:ext cx="754500" cy="2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Mars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2" name="Google Shape;1632;p59"/>
          <p:cNvSpPr txBox="1">
            <a:spLocks noGrp="1"/>
          </p:cNvSpPr>
          <p:nvPr>
            <p:ph type="subTitle" idx="4294967295"/>
          </p:nvPr>
        </p:nvSpPr>
        <p:spPr>
          <a:xfrm>
            <a:off x="5996337" y="2240032"/>
            <a:ext cx="754500" cy="2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Saturn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3" name="Google Shape;1633;p59"/>
          <p:cNvSpPr txBox="1">
            <a:spLocks noGrp="1"/>
          </p:cNvSpPr>
          <p:nvPr>
            <p:ph type="subTitle" idx="4294967295"/>
          </p:nvPr>
        </p:nvSpPr>
        <p:spPr>
          <a:xfrm>
            <a:off x="7193638" y="2240032"/>
            <a:ext cx="754500" cy="2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Pluto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4" name="Google Shape;1634;p59"/>
          <p:cNvSpPr txBox="1">
            <a:spLocks noGrp="1"/>
          </p:cNvSpPr>
          <p:nvPr>
            <p:ph type="subTitle" idx="4294967295"/>
          </p:nvPr>
        </p:nvSpPr>
        <p:spPr>
          <a:xfrm>
            <a:off x="4898787" y="3652500"/>
            <a:ext cx="715500" cy="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Venus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5" name="Google Shape;1635;p59"/>
          <p:cNvSpPr txBox="1">
            <a:spLocks noGrp="1"/>
          </p:cNvSpPr>
          <p:nvPr>
            <p:ph type="subTitle" idx="4294967295"/>
          </p:nvPr>
        </p:nvSpPr>
        <p:spPr>
          <a:xfrm>
            <a:off x="4898787" y="4067675"/>
            <a:ext cx="715500" cy="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Mars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6" name="Google Shape;1636;p59"/>
          <p:cNvSpPr txBox="1">
            <a:spLocks noGrp="1"/>
          </p:cNvSpPr>
          <p:nvPr>
            <p:ph type="subTitle" idx="4294967295"/>
          </p:nvPr>
        </p:nvSpPr>
        <p:spPr>
          <a:xfrm>
            <a:off x="7708512" y="3652500"/>
            <a:ext cx="715500" cy="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Saturn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7" name="Google Shape;1637;p59"/>
          <p:cNvSpPr txBox="1">
            <a:spLocks noGrp="1"/>
          </p:cNvSpPr>
          <p:nvPr>
            <p:ph type="subTitle" idx="4294967295"/>
          </p:nvPr>
        </p:nvSpPr>
        <p:spPr>
          <a:xfrm>
            <a:off x="7708512" y="4067675"/>
            <a:ext cx="715500" cy="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ompiere"/>
                <a:ea typeface="Pompiere"/>
                <a:cs typeface="Pompiere"/>
                <a:sym typeface="Pompiere"/>
              </a:rPr>
              <a:t>Pluto</a:t>
            </a:r>
            <a:endParaRPr sz="2000"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1638" name="Google Shape;1638;p59"/>
          <p:cNvSpPr/>
          <p:nvPr/>
        </p:nvSpPr>
        <p:spPr>
          <a:xfrm>
            <a:off x="5667174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59"/>
          <p:cNvSpPr/>
          <p:nvPr/>
        </p:nvSpPr>
        <p:spPr>
          <a:xfrm>
            <a:off x="5849898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59"/>
          <p:cNvSpPr/>
          <p:nvPr/>
        </p:nvSpPr>
        <p:spPr>
          <a:xfrm>
            <a:off x="6032623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59"/>
          <p:cNvSpPr/>
          <p:nvPr/>
        </p:nvSpPr>
        <p:spPr>
          <a:xfrm>
            <a:off x="6215348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59"/>
          <p:cNvSpPr/>
          <p:nvPr/>
        </p:nvSpPr>
        <p:spPr>
          <a:xfrm>
            <a:off x="6398073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59"/>
          <p:cNvSpPr/>
          <p:nvPr/>
        </p:nvSpPr>
        <p:spPr>
          <a:xfrm>
            <a:off x="5667174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59"/>
          <p:cNvSpPr/>
          <p:nvPr/>
        </p:nvSpPr>
        <p:spPr>
          <a:xfrm>
            <a:off x="5849898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5" name="Google Shape;1645;p59"/>
          <p:cNvSpPr/>
          <p:nvPr/>
        </p:nvSpPr>
        <p:spPr>
          <a:xfrm>
            <a:off x="6032623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59"/>
          <p:cNvSpPr/>
          <p:nvPr/>
        </p:nvSpPr>
        <p:spPr>
          <a:xfrm>
            <a:off x="6215348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59"/>
          <p:cNvSpPr/>
          <p:nvPr/>
        </p:nvSpPr>
        <p:spPr>
          <a:xfrm>
            <a:off x="6398073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59"/>
          <p:cNvSpPr/>
          <p:nvPr/>
        </p:nvSpPr>
        <p:spPr>
          <a:xfrm>
            <a:off x="6799628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59"/>
          <p:cNvSpPr/>
          <p:nvPr/>
        </p:nvSpPr>
        <p:spPr>
          <a:xfrm>
            <a:off x="6982353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59"/>
          <p:cNvSpPr/>
          <p:nvPr/>
        </p:nvSpPr>
        <p:spPr>
          <a:xfrm>
            <a:off x="7165078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59"/>
          <p:cNvSpPr/>
          <p:nvPr/>
        </p:nvSpPr>
        <p:spPr>
          <a:xfrm>
            <a:off x="7347803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59"/>
          <p:cNvSpPr/>
          <p:nvPr/>
        </p:nvSpPr>
        <p:spPr>
          <a:xfrm>
            <a:off x="7530528" y="3845609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59"/>
          <p:cNvSpPr/>
          <p:nvPr/>
        </p:nvSpPr>
        <p:spPr>
          <a:xfrm>
            <a:off x="6799628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59"/>
          <p:cNvSpPr/>
          <p:nvPr/>
        </p:nvSpPr>
        <p:spPr>
          <a:xfrm>
            <a:off x="6982353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5" name="Google Shape;1655;p59"/>
          <p:cNvSpPr/>
          <p:nvPr/>
        </p:nvSpPr>
        <p:spPr>
          <a:xfrm>
            <a:off x="7165078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59"/>
          <p:cNvSpPr/>
          <p:nvPr/>
        </p:nvSpPr>
        <p:spPr>
          <a:xfrm>
            <a:off x="7347803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59"/>
          <p:cNvSpPr/>
          <p:nvPr/>
        </p:nvSpPr>
        <p:spPr>
          <a:xfrm>
            <a:off x="7530528" y="4260183"/>
            <a:ext cx="107111" cy="126405"/>
          </a:xfrm>
          <a:custGeom>
            <a:avLst/>
            <a:gdLst/>
            <a:ahLst/>
            <a:cxnLst/>
            <a:rect l="l" t="t" r="r" b="b"/>
            <a:pathLst>
              <a:path w="3342" h="3944" extrusionOk="0">
                <a:moveTo>
                  <a:pt x="1677" y="0"/>
                </a:moveTo>
                <a:cubicBezTo>
                  <a:pt x="1646" y="0"/>
                  <a:pt x="1613" y="17"/>
                  <a:pt x="1588" y="50"/>
                </a:cubicBezTo>
                <a:lnTo>
                  <a:pt x="518" y="1938"/>
                </a:lnTo>
                <a:cubicBezTo>
                  <a:pt x="0" y="2824"/>
                  <a:pt x="652" y="3943"/>
                  <a:pt x="1671" y="3943"/>
                </a:cubicBezTo>
                <a:cubicBezTo>
                  <a:pt x="2707" y="3943"/>
                  <a:pt x="3342" y="2824"/>
                  <a:pt x="2841" y="1938"/>
                </a:cubicBezTo>
                <a:lnTo>
                  <a:pt x="1755" y="50"/>
                </a:lnTo>
                <a:cubicBezTo>
                  <a:pt x="1738" y="17"/>
                  <a:pt x="1709" y="0"/>
                  <a:pt x="1677" y="0"/>
                </a:cubicBezTo>
                <a:close/>
              </a:path>
            </a:pathLst>
          </a:custGeom>
          <a:solidFill>
            <a:srgbClr val="62C09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8" name="Google Shape;1658;p59"/>
          <p:cNvGrpSpPr/>
          <p:nvPr/>
        </p:nvGrpSpPr>
        <p:grpSpPr>
          <a:xfrm>
            <a:off x="908847" y="2387761"/>
            <a:ext cx="1581924" cy="324570"/>
            <a:chOff x="887160" y="2571936"/>
            <a:chExt cx="1581924" cy="324570"/>
          </a:xfrm>
        </p:grpSpPr>
        <p:sp>
          <p:nvSpPr>
            <p:cNvPr id="1659" name="Google Shape;1659;p59"/>
            <p:cNvSpPr/>
            <p:nvPr/>
          </p:nvSpPr>
          <p:spPr>
            <a:xfrm>
              <a:off x="887160" y="2629241"/>
              <a:ext cx="365242" cy="209960"/>
            </a:xfrm>
            <a:custGeom>
              <a:avLst/>
              <a:gdLst/>
              <a:ahLst/>
              <a:cxnLst/>
              <a:rect l="l" t="t" r="r" b="b"/>
              <a:pathLst>
                <a:path w="11396" h="6551" extrusionOk="0">
                  <a:moveTo>
                    <a:pt x="736" y="1"/>
                  </a:moveTo>
                  <a:cubicBezTo>
                    <a:pt x="335" y="1"/>
                    <a:pt x="0" y="335"/>
                    <a:pt x="0" y="753"/>
                  </a:cubicBezTo>
                  <a:lnTo>
                    <a:pt x="0" y="5799"/>
                  </a:lnTo>
                  <a:cubicBezTo>
                    <a:pt x="0" y="6216"/>
                    <a:pt x="335" y="6551"/>
                    <a:pt x="736" y="6551"/>
                  </a:cubicBezTo>
                  <a:lnTo>
                    <a:pt x="769" y="6551"/>
                  </a:lnTo>
                  <a:cubicBezTo>
                    <a:pt x="1187" y="6551"/>
                    <a:pt x="1521" y="6216"/>
                    <a:pt x="1521" y="5799"/>
                  </a:cubicBezTo>
                  <a:lnTo>
                    <a:pt x="1521" y="4763"/>
                  </a:lnTo>
                  <a:lnTo>
                    <a:pt x="10644" y="4763"/>
                  </a:lnTo>
                  <a:cubicBezTo>
                    <a:pt x="11061" y="4763"/>
                    <a:pt x="11396" y="4429"/>
                    <a:pt x="11396" y="4011"/>
                  </a:cubicBezTo>
                  <a:lnTo>
                    <a:pt x="11396" y="2540"/>
                  </a:lnTo>
                  <a:cubicBezTo>
                    <a:pt x="11396" y="2123"/>
                    <a:pt x="11061" y="1789"/>
                    <a:pt x="10644" y="1789"/>
                  </a:cubicBezTo>
                  <a:lnTo>
                    <a:pt x="1521" y="1789"/>
                  </a:lnTo>
                  <a:lnTo>
                    <a:pt x="1521" y="753"/>
                  </a:lnTo>
                  <a:cubicBezTo>
                    <a:pt x="1521" y="352"/>
                    <a:pt x="1187" y="1"/>
                    <a:pt x="76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9"/>
            <p:cNvSpPr/>
            <p:nvPr/>
          </p:nvSpPr>
          <p:spPr>
            <a:xfrm>
              <a:off x="1166155" y="2571936"/>
              <a:ext cx="981627" cy="324570"/>
            </a:xfrm>
            <a:custGeom>
              <a:avLst/>
              <a:gdLst/>
              <a:ahLst/>
              <a:cxnLst/>
              <a:rect l="l" t="t" r="r" b="b"/>
              <a:pathLst>
                <a:path w="30628" h="10127" extrusionOk="0">
                  <a:moveTo>
                    <a:pt x="1270" y="1"/>
                  </a:moveTo>
                  <a:cubicBezTo>
                    <a:pt x="569" y="1"/>
                    <a:pt x="1" y="569"/>
                    <a:pt x="1" y="1271"/>
                  </a:cubicBezTo>
                  <a:lnTo>
                    <a:pt x="1" y="8856"/>
                  </a:lnTo>
                  <a:cubicBezTo>
                    <a:pt x="1" y="9558"/>
                    <a:pt x="569" y="10126"/>
                    <a:pt x="1270" y="10126"/>
                  </a:cubicBezTo>
                  <a:cubicBezTo>
                    <a:pt x="1972" y="10126"/>
                    <a:pt x="2540" y="9558"/>
                    <a:pt x="2540" y="8856"/>
                  </a:cubicBezTo>
                  <a:lnTo>
                    <a:pt x="2540" y="8322"/>
                  </a:lnTo>
                  <a:cubicBezTo>
                    <a:pt x="2607" y="8339"/>
                    <a:pt x="2691" y="8339"/>
                    <a:pt x="2774" y="8339"/>
                  </a:cubicBezTo>
                  <a:lnTo>
                    <a:pt x="29140" y="8339"/>
                  </a:lnTo>
                  <a:cubicBezTo>
                    <a:pt x="29959" y="8339"/>
                    <a:pt x="30627" y="7670"/>
                    <a:pt x="30627" y="6851"/>
                  </a:cubicBezTo>
                  <a:lnTo>
                    <a:pt x="30627" y="3276"/>
                  </a:lnTo>
                  <a:cubicBezTo>
                    <a:pt x="30627" y="2457"/>
                    <a:pt x="29959" y="1789"/>
                    <a:pt x="29140" y="1789"/>
                  </a:cubicBezTo>
                  <a:lnTo>
                    <a:pt x="2774" y="1789"/>
                  </a:lnTo>
                  <a:cubicBezTo>
                    <a:pt x="2691" y="1789"/>
                    <a:pt x="2607" y="1789"/>
                    <a:pt x="2540" y="1806"/>
                  </a:cubicBezTo>
                  <a:lnTo>
                    <a:pt x="2540" y="1271"/>
                  </a:lnTo>
                  <a:cubicBezTo>
                    <a:pt x="2540" y="569"/>
                    <a:pt x="1972" y="1"/>
                    <a:pt x="1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9"/>
            <p:cNvSpPr/>
            <p:nvPr/>
          </p:nvSpPr>
          <p:spPr>
            <a:xfrm>
              <a:off x="1166155" y="2571936"/>
              <a:ext cx="981627" cy="324570"/>
            </a:xfrm>
            <a:custGeom>
              <a:avLst/>
              <a:gdLst/>
              <a:ahLst/>
              <a:cxnLst/>
              <a:rect l="l" t="t" r="r" b="b"/>
              <a:pathLst>
                <a:path w="30628" h="10127" extrusionOk="0">
                  <a:moveTo>
                    <a:pt x="1270" y="1"/>
                  </a:moveTo>
                  <a:cubicBezTo>
                    <a:pt x="569" y="1"/>
                    <a:pt x="1" y="569"/>
                    <a:pt x="1" y="1271"/>
                  </a:cubicBezTo>
                  <a:lnTo>
                    <a:pt x="1" y="8856"/>
                  </a:lnTo>
                  <a:cubicBezTo>
                    <a:pt x="1" y="9558"/>
                    <a:pt x="569" y="10126"/>
                    <a:pt x="1270" y="10126"/>
                  </a:cubicBezTo>
                  <a:cubicBezTo>
                    <a:pt x="1972" y="10126"/>
                    <a:pt x="2540" y="9558"/>
                    <a:pt x="2540" y="8856"/>
                  </a:cubicBezTo>
                  <a:lnTo>
                    <a:pt x="2540" y="8322"/>
                  </a:lnTo>
                  <a:cubicBezTo>
                    <a:pt x="2607" y="8339"/>
                    <a:pt x="2691" y="8339"/>
                    <a:pt x="2774" y="8339"/>
                  </a:cubicBezTo>
                  <a:lnTo>
                    <a:pt x="29140" y="8339"/>
                  </a:lnTo>
                  <a:cubicBezTo>
                    <a:pt x="29959" y="8339"/>
                    <a:pt x="30627" y="7670"/>
                    <a:pt x="30627" y="6851"/>
                  </a:cubicBezTo>
                  <a:lnTo>
                    <a:pt x="30627" y="3276"/>
                  </a:lnTo>
                  <a:cubicBezTo>
                    <a:pt x="30627" y="2457"/>
                    <a:pt x="29959" y="1789"/>
                    <a:pt x="29140" y="1789"/>
                  </a:cubicBezTo>
                  <a:lnTo>
                    <a:pt x="2774" y="1789"/>
                  </a:lnTo>
                  <a:cubicBezTo>
                    <a:pt x="2691" y="1789"/>
                    <a:pt x="2607" y="1789"/>
                    <a:pt x="2540" y="1806"/>
                  </a:cubicBezTo>
                  <a:lnTo>
                    <a:pt x="2540" y="1271"/>
                  </a:lnTo>
                  <a:cubicBezTo>
                    <a:pt x="2540" y="569"/>
                    <a:pt x="1972" y="1"/>
                    <a:pt x="1270" y="1"/>
                  </a:cubicBezTo>
                  <a:close/>
                </a:path>
              </a:pathLst>
            </a:custGeom>
            <a:solidFill>
              <a:srgbClr val="D1D1D1">
                <a:alpha val="27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9"/>
            <p:cNvSpPr/>
            <p:nvPr/>
          </p:nvSpPr>
          <p:spPr>
            <a:xfrm>
              <a:off x="2147750" y="2672765"/>
              <a:ext cx="182108" cy="123457"/>
            </a:xfrm>
            <a:custGeom>
              <a:avLst/>
              <a:gdLst/>
              <a:ahLst/>
              <a:cxnLst/>
              <a:rect l="l" t="t" r="r" b="b"/>
              <a:pathLst>
                <a:path w="5682" h="3852" extrusionOk="0">
                  <a:moveTo>
                    <a:pt x="786" y="0"/>
                  </a:moveTo>
                  <a:cubicBezTo>
                    <a:pt x="397" y="0"/>
                    <a:pt x="9" y="255"/>
                    <a:pt x="0" y="765"/>
                  </a:cubicBezTo>
                  <a:lnTo>
                    <a:pt x="0" y="3087"/>
                  </a:lnTo>
                  <a:cubicBezTo>
                    <a:pt x="9" y="3597"/>
                    <a:pt x="397" y="3852"/>
                    <a:pt x="786" y="3852"/>
                  </a:cubicBezTo>
                  <a:cubicBezTo>
                    <a:pt x="1174" y="3852"/>
                    <a:pt x="1563" y="3597"/>
                    <a:pt x="1571" y="3087"/>
                  </a:cubicBezTo>
                  <a:lnTo>
                    <a:pt x="1571" y="2954"/>
                  </a:lnTo>
                  <a:lnTo>
                    <a:pt x="4946" y="2954"/>
                  </a:lnTo>
                  <a:cubicBezTo>
                    <a:pt x="5347" y="2954"/>
                    <a:pt x="5681" y="2619"/>
                    <a:pt x="5681" y="2202"/>
                  </a:cubicBezTo>
                  <a:lnTo>
                    <a:pt x="5681" y="1634"/>
                  </a:lnTo>
                  <a:cubicBezTo>
                    <a:pt x="5681" y="1216"/>
                    <a:pt x="5347" y="882"/>
                    <a:pt x="4946" y="882"/>
                  </a:cubicBezTo>
                  <a:lnTo>
                    <a:pt x="1571" y="882"/>
                  </a:lnTo>
                  <a:lnTo>
                    <a:pt x="1571" y="765"/>
                  </a:lnTo>
                  <a:cubicBezTo>
                    <a:pt x="1563" y="255"/>
                    <a:pt x="1174" y="0"/>
                    <a:pt x="786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9"/>
            <p:cNvSpPr/>
            <p:nvPr/>
          </p:nvSpPr>
          <p:spPr>
            <a:xfrm>
              <a:off x="2323929" y="2728307"/>
              <a:ext cx="145154" cy="11826"/>
            </a:xfrm>
            <a:custGeom>
              <a:avLst/>
              <a:gdLst/>
              <a:ahLst/>
              <a:cxnLst/>
              <a:rect l="l" t="t" r="r" b="b"/>
              <a:pathLst>
                <a:path w="4529" h="369" extrusionOk="0">
                  <a:moveTo>
                    <a:pt x="67" y="1"/>
                  </a:moveTo>
                  <a:cubicBezTo>
                    <a:pt x="34" y="1"/>
                    <a:pt x="0" y="84"/>
                    <a:pt x="0" y="185"/>
                  </a:cubicBezTo>
                  <a:cubicBezTo>
                    <a:pt x="0" y="285"/>
                    <a:pt x="34" y="368"/>
                    <a:pt x="67" y="368"/>
                  </a:cubicBezTo>
                  <a:lnTo>
                    <a:pt x="4462" y="368"/>
                  </a:lnTo>
                  <a:cubicBezTo>
                    <a:pt x="4495" y="368"/>
                    <a:pt x="4528" y="285"/>
                    <a:pt x="4528" y="185"/>
                  </a:cubicBezTo>
                  <a:cubicBezTo>
                    <a:pt x="4528" y="84"/>
                    <a:pt x="4495" y="1"/>
                    <a:pt x="446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4" name="Google Shape;1664;p59"/>
          <p:cNvSpPr/>
          <p:nvPr/>
        </p:nvSpPr>
        <p:spPr>
          <a:xfrm>
            <a:off x="1571257" y="2445611"/>
            <a:ext cx="598213" cy="208870"/>
          </a:xfrm>
          <a:custGeom>
            <a:avLst/>
            <a:gdLst/>
            <a:ahLst/>
            <a:cxnLst/>
            <a:rect l="l" t="t" r="r" b="b"/>
            <a:pathLst>
              <a:path w="18665" h="6517" extrusionOk="0">
                <a:moveTo>
                  <a:pt x="1538" y="1"/>
                </a:moveTo>
                <a:cubicBezTo>
                  <a:pt x="686" y="1"/>
                  <a:pt x="18" y="669"/>
                  <a:pt x="1" y="1504"/>
                </a:cubicBezTo>
                <a:lnTo>
                  <a:pt x="1" y="5013"/>
                </a:lnTo>
                <a:cubicBezTo>
                  <a:pt x="18" y="5848"/>
                  <a:pt x="686" y="6517"/>
                  <a:pt x="1538" y="6517"/>
                </a:cubicBezTo>
                <a:lnTo>
                  <a:pt x="17144" y="6517"/>
                </a:lnTo>
                <a:cubicBezTo>
                  <a:pt x="17979" y="6517"/>
                  <a:pt x="18664" y="5848"/>
                  <a:pt x="18664" y="5013"/>
                </a:cubicBezTo>
                <a:lnTo>
                  <a:pt x="18664" y="1504"/>
                </a:lnTo>
                <a:cubicBezTo>
                  <a:pt x="18664" y="669"/>
                  <a:pt x="17979" y="1"/>
                  <a:pt x="17144" y="1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5" name="Google Shape;1665;p59"/>
          <p:cNvGrpSpPr/>
          <p:nvPr/>
        </p:nvGrpSpPr>
        <p:grpSpPr>
          <a:xfrm>
            <a:off x="1462575" y="2545222"/>
            <a:ext cx="509819" cy="104996"/>
            <a:chOff x="1440888" y="2729397"/>
            <a:chExt cx="509819" cy="104996"/>
          </a:xfrm>
        </p:grpSpPr>
        <p:sp>
          <p:nvSpPr>
            <p:cNvPr id="1666" name="Google Shape;1666;p59"/>
            <p:cNvSpPr/>
            <p:nvPr/>
          </p:nvSpPr>
          <p:spPr>
            <a:xfrm>
              <a:off x="1440888" y="2729397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9"/>
            <p:cNvSpPr/>
            <p:nvPr/>
          </p:nvSpPr>
          <p:spPr>
            <a:xfrm>
              <a:off x="1520660" y="2729397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9"/>
            <p:cNvSpPr/>
            <p:nvPr/>
          </p:nvSpPr>
          <p:spPr>
            <a:xfrm>
              <a:off x="1600977" y="2729397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9"/>
            <p:cNvSpPr/>
            <p:nvPr/>
          </p:nvSpPr>
          <p:spPr>
            <a:xfrm>
              <a:off x="1681327" y="2729397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9"/>
            <p:cNvSpPr/>
            <p:nvPr/>
          </p:nvSpPr>
          <p:spPr>
            <a:xfrm>
              <a:off x="1761099" y="2729397"/>
              <a:ext cx="28973" cy="104996"/>
            </a:xfrm>
            <a:custGeom>
              <a:avLst/>
              <a:gdLst/>
              <a:ahLst/>
              <a:cxnLst/>
              <a:rect l="l" t="t" r="r" b="b"/>
              <a:pathLst>
                <a:path w="904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03" y="3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9"/>
            <p:cNvSpPr/>
            <p:nvPr/>
          </p:nvSpPr>
          <p:spPr>
            <a:xfrm>
              <a:off x="1841448" y="2729397"/>
              <a:ext cx="28941" cy="104996"/>
            </a:xfrm>
            <a:custGeom>
              <a:avLst/>
              <a:gdLst/>
              <a:ahLst/>
              <a:cxnLst/>
              <a:rect l="l" t="t" r="r" b="b"/>
              <a:pathLst>
                <a:path w="903" h="3276" extrusionOk="0">
                  <a:moveTo>
                    <a:pt x="0" y="0"/>
                  </a:moveTo>
                  <a:lnTo>
                    <a:pt x="0" y="3275"/>
                  </a:lnTo>
                  <a:lnTo>
                    <a:pt x="902" y="3275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9"/>
            <p:cNvSpPr/>
            <p:nvPr/>
          </p:nvSpPr>
          <p:spPr>
            <a:xfrm>
              <a:off x="1921221" y="2729397"/>
              <a:ext cx="29486" cy="104996"/>
            </a:xfrm>
            <a:custGeom>
              <a:avLst/>
              <a:gdLst/>
              <a:ahLst/>
              <a:cxnLst/>
              <a:rect l="l" t="t" r="r" b="b"/>
              <a:pathLst>
                <a:path w="920" h="3276" extrusionOk="0">
                  <a:moveTo>
                    <a:pt x="1" y="0"/>
                  </a:moveTo>
                  <a:lnTo>
                    <a:pt x="1" y="3275"/>
                  </a:lnTo>
                  <a:lnTo>
                    <a:pt x="920" y="327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60"/>
          <p:cNvSpPr/>
          <p:nvPr/>
        </p:nvSpPr>
        <p:spPr>
          <a:xfrm rot="1354772">
            <a:off x="2843329" y="1216742"/>
            <a:ext cx="3441716" cy="3441716"/>
          </a:xfrm>
          <a:prstGeom prst="chord">
            <a:avLst>
              <a:gd name="adj1" fmla="val 4029601"/>
              <a:gd name="adj2" fmla="val 1486096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60"/>
          <p:cNvSpPr/>
          <p:nvPr/>
        </p:nvSpPr>
        <p:spPr>
          <a:xfrm rot="-1354772" flipH="1">
            <a:off x="2858954" y="1216742"/>
            <a:ext cx="3441716" cy="3441716"/>
          </a:xfrm>
          <a:prstGeom prst="chord">
            <a:avLst>
              <a:gd name="adj1" fmla="val 4029601"/>
              <a:gd name="adj2" fmla="val 1486096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60"/>
          <p:cNvSpPr/>
          <p:nvPr/>
        </p:nvSpPr>
        <p:spPr>
          <a:xfrm>
            <a:off x="5749306" y="1670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60"/>
          <p:cNvSpPr/>
          <p:nvPr/>
        </p:nvSpPr>
        <p:spPr>
          <a:xfrm>
            <a:off x="5749306" y="4067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60"/>
          <p:cNvSpPr/>
          <p:nvPr/>
        </p:nvSpPr>
        <p:spPr>
          <a:xfrm>
            <a:off x="6191431" y="3268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60"/>
          <p:cNvSpPr/>
          <p:nvPr/>
        </p:nvSpPr>
        <p:spPr>
          <a:xfrm>
            <a:off x="6191431" y="2469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60"/>
          <p:cNvSpPr/>
          <p:nvPr/>
        </p:nvSpPr>
        <p:spPr>
          <a:xfrm flipH="1">
            <a:off x="3292406" y="1670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60"/>
          <p:cNvSpPr/>
          <p:nvPr/>
        </p:nvSpPr>
        <p:spPr>
          <a:xfrm flipH="1">
            <a:off x="3292406" y="4067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60"/>
          <p:cNvSpPr/>
          <p:nvPr/>
        </p:nvSpPr>
        <p:spPr>
          <a:xfrm flipH="1">
            <a:off x="2850281" y="3268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60"/>
          <p:cNvSpPr/>
          <p:nvPr/>
        </p:nvSpPr>
        <p:spPr>
          <a:xfrm flipH="1">
            <a:off x="2850281" y="2469275"/>
            <a:ext cx="117900" cy="117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6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Contraindications - Indications</a:t>
            </a:r>
            <a:endParaRPr/>
          </a:p>
        </p:txBody>
      </p:sp>
      <p:sp>
        <p:nvSpPr>
          <p:cNvPr id="1688" name="Google Shape;1688;p60"/>
          <p:cNvSpPr txBox="1">
            <a:spLocks noGrp="1"/>
          </p:cNvSpPr>
          <p:nvPr>
            <p:ph type="subTitle" idx="1"/>
          </p:nvPr>
        </p:nvSpPr>
        <p:spPr>
          <a:xfrm>
            <a:off x="720000" y="2287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fourth-brightest object in the sky</a:t>
            </a:r>
            <a:endParaRPr/>
          </a:p>
        </p:txBody>
      </p:sp>
      <p:sp>
        <p:nvSpPr>
          <p:cNvPr id="1689" name="Google Shape;1689;p60"/>
          <p:cNvSpPr txBox="1">
            <a:spLocks noGrp="1"/>
          </p:cNvSpPr>
          <p:nvPr>
            <p:ph type="subTitle" idx="2"/>
          </p:nvPr>
        </p:nvSpPr>
        <p:spPr>
          <a:xfrm>
            <a:off x="720000" y="1488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one. It’s a gas giant, composed of hydrogen and helium</a:t>
            </a:r>
            <a:endParaRPr/>
          </a:p>
        </p:txBody>
      </p:sp>
      <p:sp>
        <p:nvSpPr>
          <p:cNvPr id="1690" name="Google Shape;1690;p60"/>
          <p:cNvSpPr txBox="1">
            <a:spLocks noGrp="1"/>
          </p:cNvSpPr>
          <p:nvPr>
            <p:ph type="subTitle" idx="3"/>
          </p:nvPr>
        </p:nvSpPr>
        <p:spPr>
          <a:xfrm>
            <a:off x="720000" y="3086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691" name="Google Shape;1691;p60"/>
          <p:cNvSpPr txBox="1">
            <a:spLocks noGrp="1"/>
          </p:cNvSpPr>
          <p:nvPr>
            <p:ph type="subTitle" idx="4"/>
          </p:nvPr>
        </p:nvSpPr>
        <p:spPr>
          <a:xfrm>
            <a:off x="720000" y="3885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in our Solar System</a:t>
            </a:r>
            <a:endParaRPr/>
          </a:p>
        </p:txBody>
      </p:sp>
      <p:sp>
        <p:nvSpPr>
          <p:cNvPr id="1692" name="Google Shape;1692;p60"/>
          <p:cNvSpPr txBox="1">
            <a:spLocks noGrp="1"/>
          </p:cNvSpPr>
          <p:nvPr>
            <p:ph type="subTitle" idx="5"/>
          </p:nvPr>
        </p:nvSpPr>
        <p:spPr>
          <a:xfrm>
            <a:off x="6549900" y="2287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our Solar System</a:t>
            </a:r>
            <a:endParaRPr/>
          </a:p>
        </p:txBody>
      </p:sp>
      <p:sp>
        <p:nvSpPr>
          <p:cNvPr id="1693" name="Google Shape;1693;p60"/>
          <p:cNvSpPr txBox="1">
            <a:spLocks noGrp="1"/>
          </p:cNvSpPr>
          <p:nvPr>
            <p:ph type="subTitle" idx="6"/>
          </p:nvPr>
        </p:nvSpPr>
        <p:spPr>
          <a:xfrm>
            <a:off x="6549900" y="1488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sp>
        <p:nvSpPr>
          <p:cNvPr id="1694" name="Google Shape;1694;p60"/>
          <p:cNvSpPr txBox="1">
            <a:spLocks noGrp="1"/>
          </p:cNvSpPr>
          <p:nvPr>
            <p:ph type="subTitle" idx="7"/>
          </p:nvPr>
        </p:nvSpPr>
        <p:spPr>
          <a:xfrm>
            <a:off x="6549900" y="3086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Pluto is in the Kuiper belt and is considered a dwarf planet since 2006</a:t>
            </a:r>
            <a:endParaRPr/>
          </a:p>
        </p:txBody>
      </p:sp>
      <p:sp>
        <p:nvSpPr>
          <p:cNvPr id="1695" name="Google Shape;1695;p60"/>
          <p:cNvSpPr txBox="1">
            <a:spLocks noGrp="1"/>
          </p:cNvSpPr>
          <p:nvPr>
            <p:ph type="subTitle" idx="8"/>
          </p:nvPr>
        </p:nvSpPr>
        <p:spPr>
          <a:xfrm>
            <a:off x="6549900" y="3885300"/>
            <a:ext cx="1874100" cy="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Ceres is a dwarf planet and the biggest object in the asteroid belt</a:t>
            </a:r>
            <a:endParaRPr/>
          </a:p>
        </p:txBody>
      </p:sp>
      <p:grpSp>
        <p:nvGrpSpPr>
          <p:cNvPr id="1696" name="Google Shape;1696;p60"/>
          <p:cNvGrpSpPr/>
          <p:nvPr/>
        </p:nvGrpSpPr>
        <p:grpSpPr>
          <a:xfrm>
            <a:off x="4004140" y="1930364"/>
            <a:ext cx="1135720" cy="2010025"/>
            <a:chOff x="3937169" y="1805847"/>
            <a:chExt cx="1322296" cy="2340232"/>
          </a:xfrm>
        </p:grpSpPr>
        <p:sp>
          <p:nvSpPr>
            <p:cNvPr id="1697" name="Google Shape;1697;p60"/>
            <p:cNvSpPr/>
            <p:nvPr/>
          </p:nvSpPr>
          <p:spPr>
            <a:xfrm>
              <a:off x="4004666" y="1853528"/>
              <a:ext cx="1187303" cy="2292551"/>
            </a:xfrm>
            <a:custGeom>
              <a:avLst/>
              <a:gdLst/>
              <a:ahLst/>
              <a:cxnLst/>
              <a:rect l="l" t="t" r="r" b="b"/>
              <a:pathLst>
                <a:path w="37028" h="71497" extrusionOk="0">
                  <a:moveTo>
                    <a:pt x="3092" y="1"/>
                  </a:moveTo>
                  <a:cubicBezTo>
                    <a:pt x="1388" y="1"/>
                    <a:pt x="1" y="1371"/>
                    <a:pt x="1" y="3075"/>
                  </a:cubicBezTo>
                  <a:lnTo>
                    <a:pt x="1" y="68405"/>
                  </a:lnTo>
                  <a:cubicBezTo>
                    <a:pt x="1" y="70109"/>
                    <a:pt x="1388" y="71496"/>
                    <a:pt x="3092" y="71496"/>
                  </a:cubicBezTo>
                  <a:lnTo>
                    <a:pt x="33936" y="71496"/>
                  </a:lnTo>
                  <a:cubicBezTo>
                    <a:pt x="35640" y="71496"/>
                    <a:pt x="37027" y="70109"/>
                    <a:pt x="37027" y="68405"/>
                  </a:cubicBezTo>
                  <a:lnTo>
                    <a:pt x="37027" y="3075"/>
                  </a:lnTo>
                  <a:cubicBezTo>
                    <a:pt x="37027" y="1371"/>
                    <a:pt x="35640" y="1"/>
                    <a:pt x="3393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0"/>
            <p:cNvSpPr/>
            <p:nvPr/>
          </p:nvSpPr>
          <p:spPr>
            <a:xfrm>
              <a:off x="3937169" y="1805847"/>
              <a:ext cx="1322296" cy="505793"/>
            </a:xfrm>
            <a:custGeom>
              <a:avLst/>
              <a:gdLst/>
              <a:ahLst/>
              <a:cxnLst/>
              <a:rect l="l" t="t" r="r" b="b"/>
              <a:pathLst>
                <a:path w="41238" h="15774" extrusionOk="0">
                  <a:moveTo>
                    <a:pt x="3075" y="0"/>
                  </a:moveTo>
                  <a:cubicBezTo>
                    <a:pt x="1371" y="0"/>
                    <a:pt x="1" y="1371"/>
                    <a:pt x="1" y="3075"/>
                  </a:cubicBezTo>
                  <a:lnTo>
                    <a:pt x="1" y="12699"/>
                  </a:lnTo>
                  <a:cubicBezTo>
                    <a:pt x="1" y="14403"/>
                    <a:pt x="1371" y="15773"/>
                    <a:pt x="3075" y="15773"/>
                  </a:cubicBezTo>
                  <a:lnTo>
                    <a:pt x="38163" y="15773"/>
                  </a:lnTo>
                  <a:cubicBezTo>
                    <a:pt x="39867" y="15773"/>
                    <a:pt x="41237" y="14403"/>
                    <a:pt x="41237" y="12699"/>
                  </a:cubicBezTo>
                  <a:lnTo>
                    <a:pt x="41237" y="3075"/>
                  </a:lnTo>
                  <a:cubicBezTo>
                    <a:pt x="41237" y="1371"/>
                    <a:pt x="39867" y="0"/>
                    <a:pt x="3816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0"/>
            <p:cNvSpPr/>
            <p:nvPr/>
          </p:nvSpPr>
          <p:spPr>
            <a:xfrm>
              <a:off x="4250060" y="1876422"/>
              <a:ext cx="67016" cy="364483"/>
            </a:xfrm>
            <a:custGeom>
              <a:avLst/>
              <a:gdLst/>
              <a:ahLst/>
              <a:cxnLst/>
              <a:rect l="l" t="t" r="r" b="b"/>
              <a:pathLst>
                <a:path w="2090" h="11367" extrusionOk="0">
                  <a:moveTo>
                    <a:pt x="1045" y="1"/>
                  </a:moveTo>
                  <a:cubicBezTo>
                    <a:pt x="523" y="1"/>
                    <a:pt x="0" y="348"/>
                    <a:pt x="0" y="1041"/>
                  </a:cubicBezTo>
                  <a:lnTo>
                    <a:pt x="0" y="10331"/>
                  </a:lnTo>
                  <a:cubicBezTo>
                    <a:pt x="0" y="10899"/>
                    <a:pt x="468" y="11367"/>
                    <a:pt x="1053" y="11367"/>
                  </a:cubicBezTo>
                  <a:cubicBezTo>
                    <a:pt x="1621" y="11367"/>
                    <a:pt x="2089" y="10899"/>
                    <a:pt x="2089" y="10331"/>
                  </a:cubicBezTo>
                  <a:lnTo>
                    <a:pt x="2089" y="1041"/>
                  </a:lnTo>
                  <a:cubicBezTo>
                    <a:pt x="2089" y="348"/>
                    <a:pt x="1567" y="1"/>
                    <a:pt x="1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0"/>
            <p:cNvSpPr/>
            <p:nvPr/>
          </p:nvSpPr>
          <p:spPr>
            <a:xfrm>
              <a:off x="4040322" y="1876037"/>
              <a:ext cx="66984" cy="364355"/>
            </a:xfrm>
            <a:custGeom>
              <a:avLst/>
              <a:gdLst/>
              <a:ahLst/>
              <a:cxnLst/>
              <a:rect l="l" t="t" r="r" b="b"/>
              <a:pathLst>
                <a:path w="2089" h="11363" extrusionOk="0">
                  <a:moveTo>
                    <a:pt x="1044" y="0"/>
                  </a:moveTo>
                  <a:cubicBezTo>
                    <a:pt x="522" y="0"/>
                    <a:pt x="0" y="351"/>
                    <a:pt x="8" y="1053"/>
                  </a:cubicBezTo>
                  <a:lnTo>
                    <a:pt x="8" y="10343"/>
                  </a:lnTo>
                  <a:cubicBezTo>
                    <a:pt x="8" y="10911"/>
                    <a:pt x="476" y="11362"/>
                    <a:pt x="1044" y="11362"/>
                  </a:cubicBezTo>
                  <a:cubicBezTo>
                    <a:pt x="1612" y="11362"/>
                    <a:pt x="2080" y="10911"/>
                    <a:pt x="2080" y="10343"/>
                  </a:cubicBezTo>
                  <a:lnTo>
                    <a:pt x="2080" y="1053"/>
                  </a:lnTo>
                  <a:cubicBezTo>
                    <a:pt x="2089" y="351"/>
                    <a:pt x="1567" y="0"/>
                    <a:pt x="10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0"/>
            <p:cNvSpPr/>
            <p:nvPr/>
          </p:nvSpPr>
          <p:spPr>
            <a:xfrm>
              <a:off x="4460085" y="1876422"/>
              <a:ext cx="66471" cy="364483"/>
            </a:xfrm>
            <a:custGeom>
              <a:avLst/>
              <a:gdLst/>
              <a:ahLst/>
              <a:cxnLst/>
              <a:rect l="l" t="t" r="r" b="b"/>
              <a:pathLst>
                <a:path w="2073" h="11367" extrusionOk="0">
                  <a:moveTo>
                    <a:pt x="1036" y="1"/>
                  </a:moveTo>
                  <a:cubicBezTo>
                    <a:pt x="518" y="1"/>
                    <a:pt x="0" y="348"/>
                    <a:pt x="0" y="1041"/>
                  </a:cubicBezTo>
                  <a:lnTo>
                    <a:pt x="0" y="10331"/>
                  </a:lnTo>
                  <a:cubicBezTo>
                    <a:pt x="0" y="10899"/>
                    <a:pt x="468" y="11367"/>
                    <a:pt x="1036" y="11367"/>
                  </a:cubicBezTo>
                  <a:cubicBezTo>
                    <a:pt x="1604" y="11367"/>
                    <a:pt x="2072" y="10899"/>
                    <a:pt x="2072" y="10331"/>
                  </a:cubicBezTo>
                  <a:lnTo>
                    <a:pt x="2072" y="1041"/>
                  </a:lnTo>
                  <a:cubicBezTo>
                    <a:pt x="2072" y="348"/>
                    <a:pt x="1554" y="1"/>
                    <a:pt x="1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0"/>
            <p:cNvSpPr/>
            <p:nvPr/>
          </p:nvSpPr>
          <p:spPr>
            <a:xfrm>
              <a:off x="4670111" y="1876422"/>
              <a:ext cx="66439" cy="364483"/>
            </a:xfrm>
            <a:custGeom>
              <a:avLst/>
              <a:gdLst/>
              <a:ahLst/>
              <a:cxnLst/>
              <a:rect l="l" t="t" r="r" b="b"/>
              <a:pathLst>
                <a:path w="2072" h="11367" extrusionOk="0">
                  <a:moveTo>
                    <a:pt x="1036" y="1"/>
                  </a:moveTo>
                  <a:cubicBezTo>
                    <a:pt x="518" y="1"/>
                    <a:pt x="0" y="348"/>
                    <a:pt x="0" y="1041"/>
                  </a:cubicBezTo>
                  <a:lnTo>
                    <a:pt x="0" y="10331"/>
                  </a:lnTo>
                  <a:cubicBezTo>
                    <a:pt x="0" y="10899"/>
                    <a:pt x="468" y="11367"/>
                    <a:pt x="1036" y="11367"/>
                  </a:cubicBezTo>
                  <a:cubicBezTo>
                    <a:pt x="1604" y="11367"/>
                    <a:pt x="2072" y="10899"/>
                    <a:pt x="2072" y="10331"/>
                  </a:cubicBezTo>
                  <a:lnTo>
                    <a:pt x="2072" y="1041"/>
                  </a:lnTo>
                  <a:cubicBezTo>
                    <a:pt x="2072" y="348"/>
                    <a:pt x="1554" y="1"/>
                    <a:pt x="1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0"/>
            <p:cNvSpPr/>
            <p:nvPr/>
          </p:nvSpPr>
          <p:spPr>
            <a:xfrm>
              <a:off x="4880105" y="1876422"/>
              <a:ext cx="66471" cy="364483"/>
            </a:xfrm>
            <a:custGeom>
              <a:avLst/>
              <a:gdLst/>
              <a:ahLst/>
              <a:cxnLst/>
              <a:rect l="l" t="t" r="r" b="b"/>
              <a:pathLst>
                <a:path w="2073" h="11367" extrusionOk="0">
                  <a:moveTo>
                    <a:pt x="1037" y="1"/>
                  </a:moveTo>
                  <a:cubicBezTo>
                    <a:pt x="519" y="1"/>
                    <a:pt x="1" y="348"/>
                    <a:pt x="1" y="1041"/>
                  </a:cubicBezTo>
                  <a:lnTo>
                    <a:pt x="1" y="10331"/>
                  </a:lnTo>
                  <a:cubicBezTo>
                    <a:pt x="1" y="10899"/>
                    <a:pt x="452" y="11367"/>
                    <a:pt x="1037" y="11367"/>
                  </a:cubicBezTo>
                  <a:cubicBezTo>
                    <a:pt x="1605" y="11367"/>
                    <a:pt x="2073" y="10899"/>
                    <a:pt x="2073" y="10331"/>
                  </a:cubicBezTo>
                  <a:lnTo>
                    <a:pt x="2073" y="1041"/>
                  </a:lnTo>
                  <a:cubicBezTo>
                    <a:pt x="2073" y="348"/>
                    <a:pt x="1555" y="1"/>
                    <a:pt x="1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0"/>
            <p:cNvSpPr/>
            <p:nvPr/>
          </p:nvSpPr>
          <p:spPr>
            <a:xfrm>
              <a:off x="5089585" y="1876422"/>
              <a:ext cx="66471" cy="364483"/>
            </a:xfrm>
            <a:custGeom>
              <a:avLst/>
              <a:gdLst/>
              <a:ahLst/>
              <a:cxnLst/>
              <a:rect l="l" t="t" r="r" b="b"/>
              <a:pathLst>
                <a:path w="2073" h="11367" extrusionOk="0">
                  <a:moveTo>
                    <a:pt x="1037" y="1"/>
                  </a:moveTo>
                  <a:cubicBezTo>
                    <a:pt x="519" y="1"/>
                    <a:pt x="1" y="348"/>
                    <a:pt x="1" y="1041"/>
                  </a:cubicBezTo>
                  <a:lnTo>
                    <a:pt x="1" y="10331"/>
                  </a:lnTo>
                  <a:cubicBezTo>
                    <a:pt x="1" y="10899"/>
                    <a:pt x="469" y="11367"/>
                    <a:pt x="1037" y="11367"/>
                  </a:cubicBezTo>
                  <a:cubicBezTo>
                    <a:pt x="1622" y="11367"/>
                    <a:pt x="2073" y="10899"/>
                    <a:pt x="2073" y="10331"/>
                  </a:cubicBezTo>
                  <a:lnTo>
                    <a:pt x="2073" y="1041"/>
                  </a:lnTo>
                  <a:cubicBezTo>
                    <a:pt x="2073" y="348"/>
                    <a:pt x="1555" y="1"/>
                    <a:pt x="1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0"/>
            <p:cNvSpPr/>
            <p:nvPr/>
          </p:nvSpPr>
          <p:spPr>
            <a:xfrm>
              <a:off x="4109679" y="2630911"/>
              <a:ext cx="977277" cy="290958"/>
            </a:xfrm>
            <a:custGeom>
              <a:avLst/>
              <a:gdLst/>
              <a:ahLst/>
              <a:cxnLst/>
              <a:rect l="l" t="t" r="r" b="b"/>
              <a:pathLst>
                <a:path w="30478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30477" y="9073"/>
                  </a:lnTo>
                  <a:lnTo>
                    <a:pt x="30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1"/>
          <p:cNvSpPr/>
          <p:nvPr/>
        </p:nvSpPr>
        <p:spPr>
          <a:xfrm rot="5400000">
            <a:off x="6640638" y="2971903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11" name="Google Shape;1711;p61"/>
          <p:cNvCxnSpPr>
            <a:stCxn id="1710" idx="4"/>
          </p:cNvCxnSpPr>
          <p:nvPr/>
        </p:nvCxnSpPr>
        <p:spPr>
          <a:xfrm rot="10800000">
            <a:off x="5552838" y="3030853"/>
            <a:ext cx="1087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2" name="Google Shape;1712;p61"/>
          <p:cNvSpPr/>
          <p:nvPr/>
        </p:nvSpPr>
        <p:spPr>
          <a:xfrm rot="5400000">
            <a:off x="6068936" y="1836076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61"/>
          <p:cNvSpPr/>
          <p:nvPr/>
        </p:nvSpPr>
        <p:spPr>
          <a:xfrm rot="5400000">
            <a:off x="6068936" y="4107731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61"/>
          <p:cNvSpPr/>
          <p:nvPr/>
        </p:nvSpPr>
        <p:spPr>
          <a:xfrm>
            <a:off x="4980988" y="1898925"/>
            <a:ext cx="1087906" cy="331354"/>
          </a:xfrm>
          <a:custGeom>
            <a:avLst/>
            <a:gdLst/>
            <a:ahLst/>
            <a:cxnLst/>
            <a:rect l="l" t="t" r="r" b="b"/>
            <a:pathLst>
              <a:path w="43538" h="13233" extrusionOk="0">
                <a:moveTo>
                  <a:pt x="43538" y="0"/>
                </a:moveTo>
                <a:lnTo>
                  <a:pt x="0" y="0"/>
                </a:lnTo>
                <a:lnTo>
                  <a:pt x="0" y="13233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715" name="Google Shape;1715;p61"/>
          <p:cNvGrpSpPr/>
          <p:nvPr/>
        </p:nvGrpSpPr>
        <p:grpSpPr>
          <a:xfrm>
            <a:off x="3704529" y="2367212"/>
            <a:ext cx="1764545" cy="1278282"/>
            <a:chOff x="3704529" y="2367212"/>
            <a:chExt cx="1764545" cy="1278282"/>
          </a:xfrm>
        </p:grpSpPr>
        <p:sp>
          <p:nvSpPr>
            <p:cNvPr id="1716" name="Google Shape;1716;p61"/>
            <p:cNvSpPr/>
            <p:nvPr/>
          </p:nvSpPr>
          <p:spPr>
            <a:xfrm>
              <a:off x="4295211" y="2367212"/>
              <a:ext cx="583182" cy="314923"/>
            </a:xfrm>
            <a:custGeom>
              <a:avLst/>
              <a:gdLst/>
              <a:ahLst/>
              <a:cxnLst/>
              <a:rect l="l" t="t" r="r" b="b"/>
              <a:pathLst>
                <a:path w="18196" h="9826" extrusionOk="0">
                  <a:moveTo>
                    <a:pt x="14203" y="2156"/>
                  </a:moveTo>
                  <a:cubicBezTo>
                    <a:pt x="15005" y="2156"/>
                    <a:pt x="15656" y="2808"/>
                    <a:pt x="15656" y="3610"/>
                  </a:cubicBezTo>
                  <a:lnTo>
                    <a:pt x="15656" y="8021"/>
                  </a:lnTo>
                  <a:cubicBezTo>
                    <a:pt x="15656" y="8806"/>
                    <a:pt x="15005" y="9458"/>
                    <a:pt x="14203" y="9458"/>
                  </a:cubicBezTo>
                  <a:lnTo>
                    <a:pt x="3977" y="9458"/>
                  </a:lnTo>
                  <a:cubicBezTo>
                    <a:pt x="3175" y="9458"/>
                    <a:pt x="2540" y="8806"/>
                    <a:pt x="2540" y="8021"/>
                  </a:cubicBezTo>
                  <a:lnTo>
                    <a:pt x="2540" y="3610"/>
                  </a:lnTo>
                  <a:cubicBezTo>
                    <a:pt x="2540" y="2808"/>
                    <a:pt x="3175" y="2156"/>
                    <a:pt x="3977" y="2156"/>
                  </a:cubicBezTo>
                  <a:close/>
                  <a:moveTo>
                    <a:pt x="2005" y="0"/>
                  </a:moveTo>
                  <a:cubicBezTo>
                    <a:pt x="903" y="0"/>
                    <a:pt x="0" y="903"/>
                    <a:pt x="0" y="2022"/>
                  </a:cubicBezTo>
                  <a:lnTo>
                    <a:pt x="0" y="7820"/>
                  </a:lnTo>
                  <a:cubicBezTo>
                    <a:pt x="0" y="8923"/>
                    <a:pt x="903" y="9825"/>
                    <a:pt x="2005" y="9825"/>
                  </a:cubicBezTo>
                  <a:lnTo>
                    <a:pt x="16191" y="9825"/>
                  </a:lnTo>
                  <a:cubicBezTo>
                    <a:pt x="17294" y="9825"/>
                    <a:pt x="18196" y="8923"/>
                    <a:pt x="18196" y="7820"/>
                  </a:cubicBezTo>
                  <a:lnTo>
                    <a:pt x="18196" y="2022"/>
                  </a:lnTo>
                  <a:cubicBezTo>
                    <a:pt x="18196" y="903"/>
                    <a:pt x="17294" y="0"/>
                    <a:pt x="16191" y="0"/>
                  </a:cubicBezTo>
                  <a:close/>
                </a:path>
              </a:pathLst>
            </a:custGeom>
            <a:solidFill>
              <a:srgbClr val="000000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1"/>
            <p:cNvSpPr/>
            <p:nvPr/>
          </p:nvSpPr>
          <p:spPr>
            <a:xfrm>
              <a:off x="3846992" y="2484483"/>
              <a:ext cx="234574" cy="65895"/>
            </a:xfrm>
            <a:custGeom>
              <a:avLst/>
              <a:gdLst/>
              <a:ahLst/>
              <a:cxnLst/>
              <a:rect l="l" t="t" r="r" b="b"/>
              <a:pathLst>
                <a:path w="7319" h="2056" extrusionOk="0">
                  <a:moveTo>
                    <a:pt x="1370" y="1"/>
                  </a:moveTo>
                  <a:cubicBezTo>
                    <a:pt x="0" y="1"/>
                    <a:pt x="0" y="2056"/>
                    <a:pt x="1370" y="2056"/>
                  </a:cubicBezTo>
                  <a:lnTo>
                    <a:pt x="6299" y="2056"/>
                  </a:lnTo>
                  <a:cubicBezTo>
                    <a:pt x="6851" y="2056"/>
                    <a:pt x="7319" y="1588"/>
                    <a:pt x="7319" y="1037"/>
                  </a:cubicBezTo>
                  <a:cubicBezTo>
                    <a:pt x="7319" y="468"/>
                    <a:pt x="6851" y="1"/>
                    <a:pt x="6299" y="1"/>
                  </a:cubicBezTo>
                  <a:close/>
                </a:path>
              </a:pathLst>
            </a:custGeom>
            <a:solidFill>
              <a:srgbClr val="000000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1"/>
            <p:cNvSpPr/>
            <p:nvPr/>
          </p:nvSpPr>
          <p:spPr>
            <a:xfrm>
              <a:off x="5081333" y="2484483"/>
              <a:ext cx="234061" cy="65895"/>
            </a:xfrm>
            <a:custGeom>
              <a:avLst/>
              <a:gdLst/>
              <a:ahLst/>
              <a:cxnLst/>
              <a:rect l="l" t="t" r="r" b="b"/>
              <a:pathLst>
                <a:path w="7303" h="2056" extrusionOk="0">
                  <a:moveTo>
                    <a:pt x="1354" y="1"/>
                  </a:moveTo>
                  <a:cubicBezTo>
                    <a:pt x="0" y="1"/>
                    <a:pt x="0" y="2056"/>
                    <a:pt x="1354" y="2056"/>
                  </a:cubicBezTo>
                  <a:lnTo>
                    <a:pt x="6283" y="2056"/>
                  </a:lnTo>
                  <a:cubicBezTo>
                    <a:pt x="6851" y="2056"/>
                    <a:pt x="7302" y="1588"/>
                    <a:pt x="7302" y="1037"/>
                  </a:cubicBezTo>
                  <a:cubicBezTo>
                    <a:pt x="7302" y="468"/>
                    <a:pt x="6851" y="1"/>
                    <a:pt x="6283" y="1"/>
                  </a:cubicBezTo>
                  <a:close/>
                </a:path>
              </a:pathLst>
            </a:custGeom>
            <a:solidFill>
              <a:srgbClr val="000000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1"/>
            <p:cNvSpPr/>
            <p:nvPr/>
          </p:nvSpPr>
          <p:spPr>
            <a:xfrm>
              <a:off x="3704529" y="2524642"/>
              <a:ext cx="1764545" cy="1120853"/>
            </a:xfrm>
            <a:custGeom>
              <a:avLst/>
              <a:gdLst/>
              <a:ahLst/>
              <a:cxnLst/>
              <a:rect l="l" t="t" r="r" b="b"/>
              <a:pathLst>
                <a:path w="55056" h="34972" extrusionOk="0">
                  <a:moveTo>
                    <a:pt x="2440" y="1"/>
                  </a:moveTo>
                  <a:cubicBezTo>
                    <a:pt x="1087" y="1"/>
                    <a:pt x="1" y="1104"/>
                    <a:pt x="1" y="2457"/>
                  </a:cubicBezTo>
                  <a:lnTo>
                    <a:pt x="1" y="27353"/>
                  </a:lnTo>
                  <a:cubicBezTo>
                    <a:pt x="101" y="27336"/>
                    <a:pt x="201" y="27336"/>
                    <a:pt x="318" y="27336"/>
                  </a:cubicBezTo>
                  <a:cubicBezTo>
                    <a:pt x="4362" y="27336"/>
                    <a:pt x="7436" y="30995"/>
                    <a:pt x="6734" y="34972"/>
                  </a:cubicBezTo>
                  <a:lnTo>
                    <a:pt x="48322" y="34972"/>
                  </a:lnTo>
                  <a:cubicBezTo>
                    <a:pt x="47620" y="30995"/>
                    <a:pt x="50695" y="27336"/>
                    <a:pt x="54738" y="27336"/>
                  </a:cubicBezTo>
                  <a:cubicBezTo>
                    <a:pt x="54838" y="27336"/>
                    <a:pt x="54955" y="27336"/>
                    <a:pt x="55055" y="27353"/>
                  </a:cubicBezTo>
                  <a:lnTo>
                    <a:pt x="55055" y="2457"/>
                  </a:lnTo>
                  <a:cubicBezTo>
                    <a:pt x="55055" y="1104"/>
                    <a:pt x="53969" y="1"/>
                    <a:pt x="5261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1"/>
            <p:cNvSpPr/>
            <p:nvPr/>
          </p:nvSpPr>
          <p:spPr>
            <a:xfrm>
              <a:off x="3704529" y="2524642"/>
              <a:ext cx="1764545" cy="1120853"/>
            </a:xfrm>
            <a:custGeom>
              <a:avLst/>
              <a:gdLst/>
              <a:ahLst/>
              <a:cxnLst/>
              <a:rect l="l" t="t" r="r" b="b"/>
              <a:pathLst>
                <a:path w="55056" h="34972" extrusionOk="0">
                  <a:moveTo>
                    <a:pt x="2440" y="1"/>
                  </a:moveTo>
                  <a:cubicBezTo>
                    <a:pt x="1087" y="1"/>
                    <a:pt x="1" y="1104"/>
                    <a:pt x="1" y="2457"/>
                  </a:cubicBezTo>
                  <a:lnTo>
                    <a:pt x="1" y="27353"/>
                  </a:lnTo>
                  <a:cubicBezTo>
                    <a:pt x="101" y="27336"/>
                    <a:pt x="201" y="27336"/>
                    <a:pt x="318" y="27336"/>
                  </a:cubicBezTo>
                  <a:cubicBezTo>
                    <a:pt x="4362" y="27336"/>
                    <a:pt x="7436" y="30995"/>
                    <a:pt x="6734" y="34972"/>
                  </a:cubicBezTo>
                  <a:lnTo>
                    <a:pt x="48322" y="34972"/>
                  </a:lnTo>
                  <a:cubicBezTo>
                    <a:pt x="47620" y="30995"/>
                    <a:pt x="50695" y="27336"/>
                    <a:pt x="54738" y="27336"/>
                  </a:cubicBezTo>
                  <a:cubicBezTo>
                    <a:pt x="54838" y="27336"/>
                    <a:pt x="54955" y="27336"/>
                    <a:pt x="55055" y="27353"/>
                  </a:cubicBezTo>
                  <a:lnTo>
                    <a:pt x="55055" y="2457"/>
                  </a:lnTo>
                  <a:cubicBezTo>
                    <a:pt x="55055" y="1104"/>
                    <a:pt x="53969" y="1"/>
                    <a:pt x="52616" y="1"/>
                  </a:cubicBezTo>
                  <a:close/>
                </a:path>
              </a:pathLst>
            </a:custGeom>
            <a:solidFill>
              <a:srgbClr val="FFFFFF">
                <a:alpha val="4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1"/>
            <p:cNvSpPr/>
            <p:nvPr/>
          </p:nvSpPr>
          <p:spPr>
            <a:xfrm>
              <a:off x="3704529" y="3400729"/>
              <a:ext cx="238356" cy="244766"/>
            </a:xfrm>
            <a:custGeom>
              <a:avLst/>
              <a:gdLst/>
              <a:ahLst/>
              <a:cxnLst/>
              <a:rect l="l" t="t" r="r" b="b"/>
              <a:pathLst>
                <a:path w="7437" h="7637" extrusionOk="0">
                  <a:moveTo>
                    <a:pt x="318" y="1"/>
                  </a:moveTo>
                  <a:cubicBezTo>
                    <a:pt x="201" y="1"/>
                    <a:pt x="101" y="1"/>
                    <a:pt x="1" y="18"/>
                  </a:cubicBezTo>
                  <a:lnTo>
                    <a:pt x="1" y="5197"/>
                  </a:lnTo>
                  <a:cubicBezTo>
                    <a:pt x="1" y="6534"/>
                    <a:pt x="1087" y="7637"/>
                    <a:pt x="2440" y="7637"/>
                  </a:cubicBezTo>
                  <a:lnTo>
                    <a:pt x="6734" y="7637"/>
                  </a:lnTo>
                  <a:cubicBezTo>
                    <a:pt x="7436" y="3660"/>
                    <a:pt x="4362" y="1"/>
                    <a:pt x="318" y="1"/>
                  </a:cubicBezTo>
                  <a:close/>
                </a:path>
              </a:pathLst>
            </a:custGeom>
            <a:solidFill>
              <a:srgbClr val="000000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1"/>
            <p:cNvSpPr/>
            <p:nvPr/>
          </p:nvSpPr>
          <p:spPr>
            <a:xfrm>
              <a:off x="5230750" y="3400729"/>
              <a:ext cx="238324" cy="244766"/>
            </a:xfrm>
            <a:custGeom>
              <a:avLst/>
              <a:gdLst/>
              <a:ahLst/>
              <a:cxnLst/>
              <a:rect l="l" t="t" r="r" b="b"/>
              <a:pathLst>
                <a:path w="7436" h="7637" extrusionOk="0">
                  <a:moveTo>
                    <a:pt x="7118" y="1"/>
                  </a:moveTo>
                  <a:cubicBezTo>
                    <a:pt x="3075" y="1"/>
                    <a:pt x="0" y="3643"/>
                    <a:pt x="702" y="7637"/>
                  </a:cubicBezTo>
                  <a:lnTo>
                    <a:pt x="4996" y="7637"/>
                  </a:lnTo>
                  <a:cubicBezTo>
                    <a:pt x="6349" y="7637"/>
                    <a:pt x="7435" y="6534"/>
                    <a:pt x="7435" y="5197"/>
                  </a:cubicBezTo>
                  <a:lnTo>
                    <a:pt x="7435" y="18"/>
                  </a:lnTo>
                  <a:cubicBezTo>
                    <a:pt x="7335" y="1"/>
                    <a:pt x="7218" y="1"/>
                    <a:pt x="7118" y="1"/>
                  </a:cubicBezTo>
                  <a:close/>
                </a:path>
              </a:pathLst>
            </a:custGeom>
            <a:solidFill>
              <a:srgbClr val="000000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1"/>
            <p:cNvSpPr/>
            <p:nvPr/>
          </p:nvSpPr>
          <p:spPr>
            <a:xfrm>
              <a:off x="3844043" y="2622779"/>
              <a:ext cx="45799" cy="738624"/>
            </a:xfrm>
            <a:custGeom>
              <a:avLst/>
              <a:gdLst/>
              <a:ahLst/>
              <a:cxnLst/>
              <a:rect l="l" t="t" r="r" b="b"/>
              <a:pathLst>
                <a:path w="1429" h="23046" extrusionOk="0">
                  <a:moveTo>
                    <a:pt x="717" y="1"/>
                  </a:moveTo>
                  <a:cubicBezTo>
                    <a:pt x="360" y="1"/>
                    <a:pt x="0" y="239"/>
                    <a:pt x="9" y="715"/>
                  </a:cubicBezTo>
                  <a:lnTo>
                    <a:pt x="9" y="22319"/>
                  </a:lnTo>
                  <a:cubicBezTo>
                    <a:pt x="0" y="22804"/>
                    <a:pt x="360" y="23046"/>
                    <a:pt x="717" y="23046"/>
                  </a:cubicBezTo>
                  <a:cubicBezTo>
                    <a:pt x="1074" y="23046"/>
                    <a:pt x="1429" y="22804"/>
                    <a:pt x="1412" y="22319"/>
                  </a:cubicBezTo>
                  <a:lnTo>
                    <a:pt x="1412" y="715"/>
                  </a:lnTo>
                  <a:cubicBezTo>
                    <a:pt x="1429" y="239"/>
                    <a:pt x="1074" y="1"/>
                    <a:pt x="717" y="1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1"/>
            <p:cNvSpPr/>
            <p:nvPr/>
          </p:nvSpPr>
          <p:spPr>
            <a:xfrm>
              <a:off x="4023715" y="2623997"/>
              <a:ext cx="46056" cy="939834"/>
            </a:xfrm>
            <a:custGeom>
              <a:avLst/>
              <a:gdLst/>
              <a:ahLst/>
              <a:cxnLst/>
              <a:rect l="l" t="t" r="r" b="b"/>
              <a:pathLst>
                <a:path w="1437" h="29324" extrusionOk="0">
                  <a:moveTo>
                    <a:pt x="719" y="0"/>
                  </a:moveTo>
                  <a:cubicBezTo>
                    <a:pt x="376" y="0"/>
                    <a:pt x="33" y="226"/>
                    <a:pt x="17" y="677"/>
                  </a:cubicBezTo>
                  <a:lnTo>
                    <a:pt x="17" y="28597"/>
                  </a:lnTo>
                  <a:cubicBezTo>
                    <a:pt x="0" y="29081"/>
                    <a:pt x="359" y="29324"/>
                    <a:pt x="719" y="29324"/>
                  </a:cubicBezTo>
                  <a:cubicBezTo>
                    <a:pt x="1078" y="29324"/>
                    <a:pt x="1437" y="29081"/>
                    <a:pt x="1420" y="28597"/>
                  </a:cubicBezTo>
                  <a:lnTo>
                    <a:pt x="1420" y="677"/>
                  </a:lnTo>
                  <a:cubicBezTo>
                    <a:pt x="1404" y="226"/>
                    <a:pt x="1061" y="0"/>
                    <a:pt x="719" y="0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61"/>
            <p:cNvSpPr/>
            <p:nvPr/>
          </p:nvSpPr>
          <p:spPr>
            <a:xfrm>
              <a:off x="4204157" y="2623196"/>
              <a:ext cx="45030" cy="939834"/>
            </a:xfrm>
            <a:custGeom>
              <a:avLst/>
              <a:gdLst/>
              <a:ahLst/>
              <a:cxnLst/>
              <a:rect l="l" t="t" r="r" b="b"/>
              <a:pathLst>
                <a:path w="1405" h="29324" extrusionOk="0">
                  <a:moveTo>
                    <a:pt x="703" y="0"/>
                  </a:moveTo>
                  <a:cubicBezTo>
                    <a:pt x="352" y="0"/>
                    <a:pt x="1" y="234"/>
                    <a:pt x="1" y="702"/>
                  </a:cubicBezTo>
                  <a:lnTo>
                    <a:pt x="1" y="28622"/>
                  </a:lnTo>
                  <a:cubicBezTo>
                    <a:pt x="1" y="29090"/>
                    <a:pt x="352" y="29324"/>
                    <a:pt x="703" y="29324"/>
                  </a:cubicBezTo>
                  <a:cubicBezTo>
                    <a:pt x="1053" y="29324"/>
                    <a:pt x="1404" y="29090"/>
                    <a:pt x="1404" y="28622"/>
                  </a:cubicBezTo>
                  <a:lnTo>
                    <a:pt x="1404" y="702"/>
                  </a:lnTo>
                  <a:cubicBezTo>
                    <a:pt x="1404" y="234"/>
                    <a:pt x="1053" y="0"/>
                    <a:pt x="703" y="0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61"/>
            <p:cNvSpPr/>
            <p:nvPr/>
          </p:nvSpPr>
          <p:spPr>
            <a:xfrm>
              <a:off x="4383829" y="2623580"/>
              <a:ext cx="45832" cy="939866"/>
            </a:xfrm>
            <a:custGeom>
              <a:avLst/>
              <a:gdLst/>
              <a:ahLst/>
              <a:cxnLst/>
              <a:rect l="l" t="t" r="r" b="b"/>
              <a:pathLst>
                <a:path w="1430" h="29325" extrusionOk="0">
                  <a:moveTo>
                    <a:pt x="717" y="1"/>
                  </a:moveTo>
                  <a:cubicBezTo>
                    <a:pt x="372" y="1"/>
                    <a:pt x="26" y="230"/>
                    <a:pt x="9" y="690"/>
                  </a:cubicBezTo>
                  <a:lnTo>
                    <a:pt x="9" y="28610"/>
                  </a:lnTo>
                  <a:cubicBezTo>
                    <a:pt x="1" y="29086"/>
                    <a:pt x="360" y="29324"/>
                    <a:pt x="717" y="29324"/>
                  </a:cubicBezTo>
                  <a:cubicBezTo>
                    <a:pt x="1074" y="29324"/>
                    <a:pt x="1429" y="29086"/>
                    <a:pt x="1412" y="28610"/>
                  </a:cubicBezTo>
                  <a:lnTo>
                    <a:pt x="1412" y="690"/>
                  </a:lnTo>
                  <a:cubicBezTo>
                    <a:pt x="1404" y="230"/>
                    <a:pt x="1062" y="1"/>
                    <a:pt x="717" y="1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61"/>
            <p:cNvSpPr/>
            <p:nvPr/>
          </p:nvSpPr>
          <p:spPr>
            <a:xfrm>
              <a:off x="4564046" y="2623997"/>
              <a:ext cx="45543" cy="939834"/>
            </a:xfrm>
            <a:custGeom>
              <a:avLst/>
              <a:gdLst/>
              <a:ahLst/>
              <a:cxnLst/>
              <a:rect l="l" t="t" r="r" b="b"/>
              <a:pathLst>
                <a:path w="1421" h="29324" extrusionOk="0">
                  <a:moveTo>
                    <a:pt x="704" y="0"/>
                  </a:moveTo>
                  <a:cubicBezTo>
                    <a:pt x="363" y="0"/>
                    <a:pt x="25" y="226"/>
                    <a:pt x="17" y="677"/>
                  </a:cubicBezTo>
                  <a:lnTo>
                    <a:pt x="17" y="28597"/>
                  </a:lnTo>
                  <a:cubicBezTo>
                    <a:pt x="0" y="29081"/>
                    <a:pt x="355" y="29324"/>
                    <a:pt x="710" y="29324"/>
                  </a:cubicBezTo>
                  <a:cubicBezTo>
                    <a:pt x="1065" y="29324"/>
                    <a:pt x="1420" y="29081"/>
                    <a:pt x="1404" y="28597"/>
                  </a:cubicBezTo>
                  <a:lnTo>
                    <a:pt x="1404" y="677"/>
                  </a:lnTo>
                  <a:cubicBezTo>
                    <a:pt x="1387" y="226"/>
                    <a:pt x="1044" y="0"/>
                    <a:pt x="704" y="0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61"/>
            <p:cNvSpPr/>
            <p:nvPr/>
          </p:nvSpPr>
          <p:spPr>
            <a:xfrm>
              <a:off x="4743975" y="2623997"/>
              <a:ext cx="45543" cy="939834"/>
            </a:xfrm>
            <a:custGeom>
              <a:avLst/>
              <a:gdLst/>
              <a:ahLst/>
              <a:cxnLst/>
              <a:rect l="l" t="t" r="r" b="b"/>
              <a:pathLst>
                <a:path w="1421" h="29324" extrusionOk="0">
                  <a:moveTo>
                    <a:pt x="704" y="0"/>
                  </a:moveTo>
                  <a:cubicBezTo>
                    <a:pt x="363" y="0"/>
                    <a:pt x="25" y="226"/>
                    <a:pt x="17" y="677"/>
                  </a:cubicBezTo>
                  <a:lnTo>
                    <a:pt x="17" y="28597"/>
                  </a:lnTo>
                  <a:cubicBezTo>
                    <a:pt x="0" y="29081"/>
                    <a:pt x="355" y="29324"/>
                    <a:pt x="710" y="29324"/>
                  </a:cubicBezTo>
                  <a:cubicBezTo>
                    <a:pt x="1065" y="29324"/>
                    <a:pt x="1420" y="29081"/>
                    <a:pt x="1404" y="28597"/>
                  </a:cubicBezTo>
                  <a:lnTo>
                    <a:pt x="1404" y="677"/>
                  </a:lnTo>
                  <a:cubicBezTo>
                    <a:pt x="1387" y="226"/>
                    <a:pt x="1044" y="0"/>
                    <a:pt x="704" y="0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61"/>
            <p:cNvSpPr/>
            <p:nvPr/>
          </p:nvSpPr>
          <p:spPr>
            <a:xfrm>
              <a:off x="4923904" y="2623580"/>
              <a:ext cx="45543" cy="939866"/>
            </a:xfrm>
            <a:custGeom>
              <a:avLst/>
              <a:gdLst/>
              <a:ahLst/>
              <a:cxnLst/>
              <a:rect l="l" t="t" r="r" b="b"/>
              <a:pathLst>
                <a:path w="1421" h="29325" extrusionOk="0">
                  <a:moveTo>
                    <a:pt x="710" y="1"/>
                  </a:moveTo>
                  <a:cubicBezTo>
                    <a:pt x="368" y="1"/>
                    <a:pt x="25" y="230"/>
                    <a:pt x="17" y="690"/>
                  </a:cubicBezTo>
                  <a:lnTo>
                    <a:pt x="17" y="28610"/>
                  </a:lnTo>
                  <a:cubicBezTo>
                    <a:pt x="0" y="29086"/>
                    <a:pt x="355" y="29324"/>
                    <a:pt x="710" y="29324"/>
                  </a:cubicBezTo>
                  <a:cubicBezTo>
                    <a:pt x="1065" y="29324"/>
                    <a:pt x="1420" y="29086"/>
                    <a:pt x="1404" y="28610"/>
                  </a:cubicBezTo>
                  <a:lnTo>
                    <a:pt x="1404" y="690"/>
                  </a:lnTo>
                  <a:cubicBezTo>
                    <a:pt x="1395" y="230"/>
                    <a:pt x="1053" y="1"/>
                    <a:pt x="710" y="1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1"/>
            <p:cNvSpPr/>
            <p:nvPr/>
          </p:nvSpPr>
          <p:spPr>
            <a:xfrm>
              <a:off x="5103832" y="2623580"/>
              <a:ext cx="45543" cy="939866"/>
            </a:xfrm>
            <a:custGeom>
              <a:avLst/>
              <a:gdLst/>
              <a:ahLst/>
              <a:cxnLst/>
              <a:rect l="l" t="t" r="r" b="b"/>
              <a:pathLst>
                <a:path w="1421" h="29325" extrusionOk="0">
                  <a:moveTo>
                    <a:pt x="710" y="1"/>
                  </a:moveTo>
                  <a:cubicBezTo>
                    <a:pt x="368" y="1"/>
                    <a:pt x="25" y="230"/>
                    <a:pt x="17" y="690"/>
                  </a:cubicBezTo>
                  <a:lnTo>
                    <a:pt x="17" y="28610"/>
                  </a:lnTo>
                  <a:cubicBezTo>
                    <a:pt x="0" y="29086"/>
                    <a:pt x="355" y="29324"/>
                    <a:pt x="710" y="29324"/>
                  </a:cubicBezTo>
                  <a:cubicBezTo>
                    <a:pt x="1065" y="29324"/>
                    <a:pt x="1420" y="29086"/>
                    <a:pt x="1404" y="28610"/>
                  </a:cubicBezTo>
                  <a:lnTo>
                    <a:pt x="1404" y="690"/>
                  </a:lnTo>
                  <a:cubicBezTo>
                    <a:pt x="1395" y="230"/>
                    <a:pt x="1053" y="1"/>
                    <a:pt x="710" y="1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1"/>
            <p:cNvSpPr/>
            <p:nvPr/>
          </p:nvSpPr>
          <p:spPr>
            <a:xfrm>
              <a:off x="5283761" y="2622779"/>
              <a:ext cx="45799" cy="738624"/>
            </a:xfrm>
            <a:custGeom>
              <a:avLst/>
              <a:gdLst/>
              <a:ahLst/>
              <a:cxnLst/>
              <a:rect l="l" t="t" r="r" b="b"/>
              <a:pathLst>
                <a:path w="1429" h="23046" extrusionOk="0">
                  <a:moveTo>
                    <a:pt x="713" y="1"/>
                  </a:moveTo>
                  <a:cubicBezTo>
                    <a:pt x="355" y="1"/>
                    <a:pt x="0" y="239"/>
                    <a:pt x="17" y="715"/>
                  </a:cubicBezTo>
                  <a:lnTo>
                    <a:pt x="17" y="22319"/>
                  </a:lnTo>
                  <a:cubicBezTo>
                    <a:pt x="0" y="22804"/>
                    <a:pt x="355" y="23046"/>
                    <a:pt x="713" y="23046"/>
                  </a:cubicBezTo>
                  <a:cubicBezTo>
                    <a:pt x="1070" y="23046"/>
                    <a:pt x="1429" y="22804"/>
                    <a:pt x="1421" y="22319"/>
                  </a:cubicBezTo>
                  <a:lnTo>
                    <a:pt x="1421" y="715"/>
                  </a:lnTo>
                  <a:cubicBezTo>
                    <a:pt x="1429" y="239"/>
                    <a:pt x="1070" y="1"/>
                    <a:pt x="713" y="1"/>
                  </a:cubicBezTo>
                  <a:close/>
                </a:path>
              </a:pathLst>
            </a:custGeom>
            <a:solidFill>
              <a:srgbClr val="000000">
                <a:alpha val="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1"/>
            <p:cNvSpPr/>
            <p:nvPr/>
          </p:nvSpPr>
          <p:spPr>
            <a:xfrm>
              <a:off x="4179542" y="2761299"/>
              <a:ext cx="790449" cy="663563"/>
            </a:xfrm>
            <a:custGeom>
              <a:avLst/>
              <a:gdLst/>
              <a:ahLst/>
              <a:cxnLst/>
              <a:rect l="l" t="t" r="r" b="b"/>
              <a:pathLst>
                <a:path w="24663" h="20704" extrusionOk="0">
                  <a:moveTo>
                    <a:pt x="18220" y="0"/>
                  </a:moveTo>
                  <a:cubicBezTo>
                    <a:pt x="16014" y="0"/>
                    <a:pt x="13905" y="1128"/>
                    <a:pt x="12699" y="3076"/>
                  </a:cubicBezTo>
                  <a:cubicBezTo>
                    <a:pt x="11474" y="1075"/>
                    <a:pt x="9353" y="5"/>
                    <a:pt x="7199" y="5"/>
                  </a:cubicBezTo>
                  <a:cubicBezTo>
                    <a:pt x="5738" y="5"/>
                    <a:pt x="4263" y="496"/>
                    <a:pt x="3041" y="1522"/>
                  </a:cubicBezTo>
                  <a:cubicBezTo>
                    <a:pt x="34" y="4079"/>
                    <a:pt x="0" y="8724"/>
                    <a:pt x="2974" y="11314"/>
                  </a:cubicBezTo>
                  <a:lnTo>
                    <a:pt x="12114" y="20453"/>
                  </a:lnTo>
                  <a:cubicBezTo>
                    <a:pt x="12281" y="20620"/>
                    <a:pt x="12494" y="20704"/>
                    <a:pt x="12707" y="20704"/>
                  </a:cubicBezTo>
                  <a:cubicBezTo>
                    <a:pt x="12920" y="20704"/>
                    <a:pt x="13133" y="20620"/>
                    <a:pt x="13300" y="20453"/>
                  </a:cubicBezTo>
                  <a:lnTo>
                    <a:pt x="22440" y="11314"/>
                  </a:lnTo>
                  <a:cubicBezTo>
                    <a:pt x="23843" y="10094"/>
                    <a:pt x="24645" y="8323"/>
                    <a:pt x="24645" y="6451"/>
                  </a:cubicBezTo>
                  <a:cubicBezTo>
                    <a:pt x="24662" y="3561"/>
                    <a:pt x="22741" y="1021"/>
                    <a:pt x="19950" y="236"/>
                  </a:cubicBezTo>
                  <a:cubicBezTo>
                    <a:pt x="19376" y="77"/>
                    <a:pt x="18795" y="0"/>
                    <a:pt x="1822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1"/>
            <p:cNvSpPr/>
            <p:nvPr/>
          </p:nvSpPr>
          <p:spPr>
            <a:xfrm>
              <a:off x="4452640" y="2947157"/>
              <a:ext cx="268323" cy="268323"/>
            </a:xfrm>
            <a:custGeom>
              <a:avLst/>
              <a:gdLst/>
              <a:ahLst/>
              <a:cxnLst/>
              <a:rect l="l" t="t" r="r" b="b"/>
              <a:pathLst>
                <a:path w="8372" h="8372" extrusionOk="0">
                  <a:moveTo>
                    <a:pt x="3275" y="1"/>
                  </a:moveTo>
                  <a:cubicBezTo>
                    <a:pt x="3075" y="1"/>
                    <a:pt x="2908" y="151"/>
                    <a:pt x="2908" y="352"/>
                  </a:cubicBezTo>
                  <a:lnTo>
                    <a:pt x="2908" y="2908"/>
                  </a:lnTo>
                  <a:lnTo>
                    <a:pt x="368" y="2908"/>
                  </a:lnTo>
                  <a:cubicBezTo>
                    <a:pt x="168" y="2908"/>
                    <a:pt x="1" y="3075"/>
                    <a:pt x="1" y="3276"/>
                  </a:cubicBezTo>
                  <a:lnTo>
                    <a:pt x="1" y="5097"/>
                  </a:lnTo>
                  <a:cubicBezTo>
                    <a:pt x="1" y="5297"/>
                    <a:pt x="168" y="5448"/>
                    <a:pt x="368" y="5448"/>
                  </a:cubicBezTo>
                  <a:lnTo>
                    <a:pt x="2908" y="5448"/>
                  </a:lnTo>
                  <a:lnTo>
                    <a:pt x="2908" y="8004"/>
                  </a:lnTo>
                  <a:cubicBezTo>
                    <a:pt x="2908" y="8205"/>
                    <a:pt x="3075" y="8372"/>
                    <a:pt x="3275" y="8372"/>
                  </a:cubicBezTo>
                  <a:lnTo>
                    <a:pt x="5097" y="8372"/>
                  </a:lnTo>
                  <a:cubicBezTo>
                    <a:pt x="5297" y="8372"/>
                    <a:pt x="5464" y="8205"/>
                    <a:pt x="5464" y="8004"/>
                  </a:cubicBezTo>
                  <a:lnTo>
                    <a:pt x="5464" y="5448"/>
                  </a:lnTo>
                  <a:lnTo>
                    <a:pt x="8004" y="5448"/>
                  </a:lnTo>
                  <a:cubicBezTo>
                    <a:pt x="8205" y="5448"/>
                    <a:pt x="8372" y="5297"/>
                    <a:pt x="8372" y="5097"/>
                  </a:cubicBezTo>
                  <a:lnTo>
                    <a:pt x="8372" y="3276"/>
                  </a:lnTo>
                  <a:cubicBezTo>
                    <a:pt x="8372" y="3075"/>
                    <a:pt x="8205" y="2908"/>
                    <a:pt x="8004" y="2908"/>
                  </a:cubicBezTo>
                  <a:lnTo>
                    <a:pt x="5464" y="2908"/>
                  </a:lnTo>
                  <a:lnTo>
                    <a:pt x="5464" y="352"/>
                  </a:lnTo>
                  <a:cubicBezTo>
                    <a:pt x="5464" y="151"/>
                    <a:pt x="5297" y="1"/>
                    <a:pt x="5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4" name="Google Shape;1734;p61"/>
          <p:cNvSpPr/>
          <p:nvPr/>
        </p:nvSpPr>
        <p:spPr>
          <a:xfrm rot="10800000" flipH="1">
            <a:off x="4980988" y="3836742"/>
            <a:ext cx="1087906" cy="331354"/>
          </a:xfrm>
          <a:custGeom>
            <a:avLst/>
            <a:gdLst/>
            <a:ahLst/>
            <a:cxnLst/>
            <a:rect l="l" t="t" r="r" b="b"/>
            <a:pathLst>
              <a:path w="43538" h="13233" extrusionOk="0">
                <a:moveTo>
                  <a:pt x="43538" y="0"/>
                </a:moveTo>
                <a:lnTo>
                  <a:pt x="0" y="0"/>
                </a:lnTo>
                <a:lnTo>
                  <a:pt x="0" y="13233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735" name="Google Shape;1735;p61"/>
          <p:cNvCxnSpPr>
            <a:stCxn id="1736" idx="4"/>
          </p:cNvCxnSpPr>
          <p:nvPr/>
        </p:nvCxnSpPr>
        <p:spPr>
          <a:xfrm>
            <a:off x="2503063" y="3030853"/>
            <a:ext cx="1088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7" name="Google Shape;1737;p61"/>
          <p:cNvSpPr/>
          <p:nvPr/>
        </p:nvSpPr>
        <p:spPr>
          <a:xfrm rot="-5400000" flipH="1">
            <a:off x="2957164" y="1836075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61"/>
          <p:cNvSpPr/>
          <p:nvPr/>
        </p:nvSpPr>
        <p:spPr>
          <a:xfrm rot="-5400000" flipH="1">
            <a:off x="2957164" y="4107731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61"/>
          <p:cNvSpPr/>
          <p:nvPr/>
        </p:nvSpPr>
        <p:spPr>
          <a:xfrm flipH="1">
            <a:off x="3075107" y="1898925"/>
            <a:ext cx="1087906" cy="331354"/>
          </a:xfrm>
          <a:custGeom>
            <a:avLst/>
            <a:gdLst/>
            <a:ahLst/>
            <a:cxnLst/>
            <a:rect l="l" t="t" r="r" b="b"/>
            <a:pathLst>
              <a:path w="43538" h="13233" extrusionOk="0">
                <a:moveTo>
                  <a:pt x="43538" y="0"/>
                </a:moveTo>
                <a:lnTo>
                  <a:pt x="0" y="0"/>
                </a:lnTo>
                <a:lnTo>
                  <a:pt x="0" y="13233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40" name="Google Shape;1740;p61"/>
          <p:cNvSpPr/>
          <p:nvPr/>
        </p:nvSpPr>
        <p:spPr>
          <a:xfrm rot="10800000">
            <a:off x="3075107" y="3836742"/>
            <a:ext cx="1087906" cy="331354"/>
          </a:xfrm>
          <a:custGeom>
            <a:avLst/>
            <a:gdLst/>
            <a:ahLst/>
            <a:cxnLst/>
            <a:rect l="l" t="t" r="r" b="b"/>
            <a:pathLst>
              <a:path w="43538" h="13233" extrusionOk="0">
                <a:moveTo>
                  <a:pt x="43538" y="0"/>
                </a:moveTo>
                <a:lnTo>
                  <a:pt x="0" y="0"/>
                </a:lnTo>
                <a:lnTo>
                  <a:pt x="0" y="13233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6" name="Google Shape;1736;p61"/>
          <p:cNvSpPr/>
          <p:nvPr/>
        </p:nvSpPr>
        <p:spPr>
          <a:xfrm rot="-5400000" flipH="1">
            <a:off x="2385163" y="2971903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6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Post-prevention</a:t>
            </a:r>
            <a:endParaRPr/>
          </a:p>
        </p:txBody>
      </p:sp>
      <p:sp>
        <p:nvSpPr>
          <p:cNvPr id="1742" name="Google Shape;1742;p61"/>
          <p:cNvSpPr txBox="1">
            <a:spLocks noGrp="1"/>
          </p:cNvSpPr>
          <p:nvPr>
            <p:ph type="subTitle" idx="1"/>
          </p:nvPr>
        </p:nvSpPr>
        <p:spPr>
          <a:xfrm>
            <a:off x="2957175" y="1567325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743" name="Google Shape;1743;p61"/>
          <p:cNvSpPr txBox="1">
            <a:spLocks noGrp="1"/>
          </p:cNvSpPr>
          <p:nvPr>
            <p:ph type="subTitle" idx="2"/>
          </p:nvPr>
        </p:nvSpPr>
        <p:spPr>
          <a:xfrm>
            <a:off x="1291975" y="15765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our Solar System</a:t>
            </a:r>
            <a:endParaRPr/>
          </a:p>
        </p:txBody>
      </p:sp>
      <p:sp>
        <p:nvSpPr>
          <p:cNvPr id="1744" name="Google Shape;1744;p61"/>
          <p:cNvSpPr txBox="1">
            <a:spLocks noGrp="1"/>
          </p:cNvSpPr>
          <p:nvPr>
            <p:ph type="subTitle" idx="3"/>
          </p:nvPr>
        </p:nvSpPr>
        <p:spPr>
          <a:xfrm>
            <a:off x="2957175" y="3836931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745" name="Google Shape;1745;p61"/>
          <p:cNvSpPr txBox="1">
            <a:spLocks noGrp="1"/>
          </p:cNvSpPr>
          <p:nvPr>
            <p:ph type="subTitle" idx="4"/>
          </p:nvPr>
        </p:nvSpPr>
        <p:spPr>
          <a:xfrm>
            <a:off x="1291975" y="38461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our Solar System</a:t>
            </a:r>
            <a:endParaRPr/>
          </a:p>
        </p:txBody>
      </p:sp>
      <p:sp>
        <p:nvSpPr>
          <p:cNvPr id="1746" name="Google Shape;1746;p61"/>
          <p:cNvSpPr txBox="1">
            <a:spLocks noGrp="1"/>
          </p:cNvSpPr>
          <p:nvPr>
            <p:ph type="subTitle" idx="6"/>
          </p:nvPr>
        </p:nvSpPr>
        <p:spPr>
          <a:xfrm>
            <a:off x="720000" y="27092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terribly hot and its atmosphere is extremely poisonous</a:t>
            </a:r>
            <a:endParaRPr/>
          </a:p>
        </p:txBody>
      </p:sp>
      <p:sp>
        <p:nvSpPr>
          <p:cNvPr id="1747" name="Google Shape;1747;p61"/>
          <p:cNvSpPr txBox="1">
            <a:spLocks noGrp="1"/>
          </p:cNvSpPr>
          <p:nvPr>
            <p:ph type="subTitle" idx="5"/>
          </p:nvPr>
        </p:nvSpPr>
        <p:spPr>
          <a:xfrm>
            <a:off x="2385075" y="2700037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748" name="Google Shape;1748;p61"/>
          <p:cNvSpPr txBox="1">
            <a:spLocks noGrp="1"/>
          </p:cNvSpPr>
          <p:nvPr>
            <p:ph type="subTitle" idx="7"/>
          </p:nvPr>
        </p:nvSpPr>
        <p:spPr>
          <a:xfrm flipH="1">
            <a:off x="4980825" y="1567325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749" name="Google Shape;1749;p61"/>
          <p:cNvSpPr txBox="1">
            <a:spLocks noGrp="1"/>
          </p:cNvSpPr>
          <p:nvPr>
            <p:ph type="subTitle" idx="8"/>
          </p:nvPr>
        </p:nvSpPr>
        <p:spPr>
          <a:xfrm flipH="1">
            <a:off x="6277925" y="15765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in our Solar System</a:t>
            </a:r>
            <a:endParaRPr/>
          </a:p>
        </p:txBody>
      </p:sp>
      <p:sp>
        <p:nvSpPr>
          <p:cNvPr id="1750" name="Google Shape;1750;p61"/>
          <p:cNvSpPr txBox="1">
            <a:spLocks noGrp="1"/>
          </p:cNvSpPr>
          <p:nvPr>
            <p:ph type="subTitle" idx="9"/>
          </p:nvPr>
        </p:nvSpPr>
        <p:spPr>
          <a:xfrm flipH="1">
            <a:off x="4980825" y="3836931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751" name="Google Shape;1751;p61"/>
          <p:cNvSpPr txBox="1">
            <a:spLocks noGrp="1"/>
          </p:cNvSpPr>
          <p:nvPr>
            <p:ph type="subTitle" idx="13"/>
          </p:nvPr>
        </p:nvSpPr>
        <p:spPr>
          <a:xfrm flipH="1">
            <a:off x="6277925" y="38461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gas giant, composed mostly of hydrogen and helium</a:t>
            </a:r>
            <a:endParaRPr/>
          </a:p>
        </p:txBody>
      </p:sp>
      <p:sp>
        <p:nvSpPr>
          <p:cNvPr id="1752" name="Google Shape;1752;p61"/>
          <p:cNvSpPr txBox="1">
            <a:spLocks noGrp="1"/>
          </p:cNvSpPr>
          <p:nvPr>
            <p:ph type="subTitle" idx="15"/>
          </p:nvPr>
        </p:nvSpPr>
        <p:spPr>
          <a:xfrm flipH="1">
            <a:off x="6849900" y="2709275"/>
            <a:ext cx="1574100" cy="6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1753" name="Google Shape;1753;p61"/>
          <p:cNvSpPr txBox="1">
            <a:spLocks noGrp="1"/>
          </p:cNvSpPr>
          <p:nvPr>
            <p:ph type="subTitle" idx="14"/>
          </p:nvPr>
        </p:nvSpPr>
        <p:spPr>
          <a:xfrm flipH="1">
            <a:off x="5552925" y="2700037"/>
            <a:ext cx="12060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Timeline</a:t>
            </a:r>
            <a:endParaRPr/>
          </a:p>
        </p:txBody>
      </p:sp>
      <p:sp>
        <p:nvSpPr>
          <p:cNvPr id="1759" name="Google Shape;1759;p62"/>
          <p:cNvSpPr txBox="1">
            <a:spLocks noGrp="1"/>
          </p:cNvSpPr>
          <p:nvPr>
            <p:ph type="subTitle" idx="1"/>
          </p:nvPr>
        </p:nvSpPr>
        <p:spPr>
          <a:xfrm>
            <a:off x="892750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760" name="Google Shape;1760;p62"/>
          <p:cNvSpPr txBox="1">
            <a:spLocks noGrp="1"/>
          </p:cNvSpPr>
          <p:nvPr>
            <p:ph type="subTitle" idx="2"/>
          </p:nvPr>
        </p:nvSpPr>
        <p:spPr>
          <a:xfrm>
            <a:off x="892750" y="3583031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our Solar System</a:t>
            </a:r>
            <a:endParaRPr/>
          </a:p>
        </p:txBody>
      </p:sp>
      <p:sp>
        <p:nvSpPr>
          <p:cNvPr id="1761" name="Google Shape;1761;p62"/>
          <p:cNvSpPr txBox="1">
            <a:spLocks noGrp="1"/>
          </p:cNvSpPr>
          <p:nvPr>
            <p:ph type="subTitle" idx="3"/>
          </p:nvPr>
        </p:nvSpPr>
        <p:spPr>
          <a:xfrm>
            <a:off x="2760225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762" name="Google Shape;1762;p62"/>
          <p:cNvSpPr txBox="1">
            <a:spLocks noGrp="1"/>
          </p:cNvSpPr>
          <p:nvPr>
            <p:ph type="subTitle" idx="4"/>
          </p:nvPr>
        </p:nvSpPr>
        <p:spPr>
          <a:xfrm>
            <a:off x="2760225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one. It’s a gas giant, composed of hydrogen and helium</a:t>
            </a:r>
            <a:endParaRPr/>
          </a:p>
        </p:txBody>
      </p:sp>
      <p:sp>
        <p:nvSpPr>
          <p:cNvPr id="1763" name="Google Shape;1763;p62"/>
          <p:cNvSpPr txBox="1">
            <a:spLocks noGrp="1"/>
          </p:cNvSpPr>
          <p:nvPr>
            <p:ph type="subTitle" idx="5"/>
          </p:nvPr>
        </p:nvSpPr>
        <p:spPr>
          <a:xfrm>
            <a:off x="4627700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764" name="Google Shape;1764;p62"/>
          <p:cNvSpPr txBox="1">
            <a:spLocks noGrp="1"/>
          </p:cNvSpPr>
          <p:nvPr>
            <p:ph type="subTitle" idx="6"/>
          </p:nvPr>
        </p:nvSpPr>
        <p:spPr>
          <a:xfrm>
            <a:off x="4627700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765" name="Google Shape;1765;p62"/>
          <p:cNvSpPr txBox="1">
            <a:spLocks noGrp="1"/>
          </p:cNvSpPr>
          <p:nvPr>
            <p:ph type="subTitle" idx="7"/>
          </p:nvPr>
        </p:nvSpPr>
        <p:spPr>
          <a:xfrm>
            <a:off x="6495175" y="3344700"/>
            <a:ext cx="17661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</a:t>
            </a:r>
            <a:endParaRPr/>
          </a:p>
        </p:txBody>
      </p:sp>
      <p:sp>
        <p:nvSpPr>
          <p:cNvPr id="1766" name="Google Shape;1766;p62"/>
          <p:cNvSpPr txBox="1">
            <a:spLocks noGrp="1"/>
          </p:cNvSpPr>
          <p:nvPr>
            <p:ph type="subTitle" idx="8"/>
          </p:nvPr>
        </p:nvSpPr>
        <p:spPr>
          <a:xfrm>
            <a:off x="6495175" y="3583046"/>
            <a:ext cx="1766100" cy="10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full of iron oxide dust, which gives the planet its reddish cast</a:t>
            </a:r>
            <a:endParaRPr/>
          </a:p>
        </p:txBody>
      </p:sp>
      <p:sp>
        <p:nvSpPr>
          <p:cNvPr id="1767" name="Google Shape;1767;p62"/>
          <p:cNvSpPr/>
          <p:nvPr/>
        </p:nvSpPr>
        <p:spPr>
          <a:xfrm>
            <a:off x="-159047" y="1503550"/>
            <a:ext cx="9478382" cy="897715"/>
          </a:xfrm>
          <a:custGeom>
            <a:avLst/>
            <a:gdLst/>
            <a:ahLst/>
            <a:cxnLst/>
            <a:rect l="l" t="t" r="r" b="b"/>
            <a:pathLst>
              <a:path w="285107" h="27003" extrusionOk="0">
                <a:moveTo>
                  <a:pt x="27753" y="0"/>
                </a:moveTo>
                <a:cubicBezTo>
                  <a:pt x="27333" y="0"/>
                  <a:pt x="26997" y="280"/>
                  <a:pt x="26913" y="672"/>
                </a:cubicBezTo>
                <a:lnTo>
                  <a:pt x="22824" y="22374"/>
                </a:lnTo>
                <a:lnTo>
                  <a:pt x="18679" y="6889"/>
                </a:lnTo>
                <a:cubicBezTo>
                  <a:pt x="18567" y="6525"/>
                  <a:pt x="18231" y="6273"/>
                  <a:pt x="17867" y="6273"/>
                </a:cubicBezTo>
                <a:cubicBezTo>
                  <a:pt x="17475" y="6273"/>
                  <a:pt x="17139" y="6525"/>
                  <a:pt x="17055" y="6889"/>
                </a:cubicBezTo>
                <a:lnTo>
                  <a:pt x="13667" y="19042"/>
                </a:lnTo>
                <a:lnTo>
                  <a:pt x="1121" y="19042"/>
                </a:lnTo>
                <a:cubicBezTo>
                  <a:pt x="1" y="19042"/>
                  <a:pt x="1" y="20722"/>
                  <a:pt x="1121" y="20722"/>
                </a:cubicBezTo>
                <a:lnTo>
                  <a:pt x="14283" y="20722"/>
                </a:lnTo>
                <a:cubicBezTo>
                  <a:pt x="14675" y="20722"/>
                  <a:pt x="15011" y="20470"/>
                  <a:pt x="15095" y="20106"/>
                </a:cubicBezTo>
                <a:lnTo>
                  <a:pt x="17839" y="10305"/>
                </a:lnTo>
                <a:lnTo>
                  <a:pt x="22152" y="26379"/>
                </a:lnTo>
                <a:cubicBezTo>
                  <a:pt x="22260" y="26799"/>
                  <a:pt x="22611" y="27003"/>
                  <a:pt x="22964" y="27003"/>
                </a:cubicBezTo>
                <a:cubicBezTo>
                  <a:pt x="23340" y="27003"/>
                  <a:pt x="23717" y="26771"/>
                  <a:pt x="23804" y="26323"/>
                </a:cubicBezTo>
                <a:lnTo>
                  <a:pt x="27725" y="5545"/>
                </a:lnTo>
                <a:lnTo>
                  <a:pt x="31337" y="26295"/>
                </a:lnTo>
                <a:cubicBezTo>
                  <a:pt x="31421" y="26687"/>
                  <a:pt x="31729" y="26967"/>
                  <a:pt x="32093" y="26995"/>
                </a:cubicBezTo>
                <a:lnTo>
                  <a:pt x="32177" y="26995"/>
                </a:lnTo>
                <a:cubicBezTo>
                  <a:pt x="32541" y="26995"/>
                  <a:pt x="32849" y="26771"/>
                  <a:pt x="32961" y="26435"/>
                </a:cubicBezTo>
                <a:lnTo>
                  <a:pt x="36658" y="16214"/>
                </a:lnTo>
                <a:lnTo>
                  <a:pt x="54552" y="16214"/>
                </a:lnTo>
                <a:lnTo>
                  <a:pt x="58221" y="26435"/>
                </a:lnTo>
                <a:cubicBezTo>
                  <a:pt x="58333" y="26771"/>
                  <a:pt x="58669" y="26995"/>
                  <a:pt x="59005" y="26995"/>
                </a:cubicBezTo>
                <a:lnTo>
                  <a:pt x="59089" y="26995"/>
                </a:lnTo>
                <a:cubicBezTo>
                  <a:pt x="59453" y="26967"/>
                  <a:pt x="59789" y="26687"/>
                  <a:pt x="59845" y="26295"/>
                </a:cubicBezTo>
                <a:lnTo>
                  <a:pt x="63485" y="5545"/>
                </a:lnTo>
                <a:lnTo>
                  <a:pt x="67378" y="26323"/>
                </a:lnTo>
                <a:cubicBezTo>
                  <a:pt x="67465" y="26771"/>
                  <a:pt x="67842" y="27003"/>
                  <a:pt x="68218" y="27003"/>
                </a:cubicBezTo>
                <a:cubicBezTo>
                  <a:pt x="68571" y="27003"/>
                  <a:pt x="68922" y="26799"/>
                  <a:pt x="69030" y="26379"/>
                </a:cubicBezTo>
                <a:lnTo>
                  <a:pt x="73343" y="10305"/>
                </a:lnTo>
                <a:lnTo>
                  <a:pt x="76087" y="20106"/>
                </a:lnTo>
                <a:cubicBezTo>
                  <a:pt x="76199" y="20470"/>
                  <a:pt x="76535" y="20722"/>
                  <a:pt x="76899" y="20722"/>
                </a:cubicBezTo>
                <a:lnTo>
                  <a:pt x="90593" y="20722"/>
                </a:lnTo>
                <a:cubicBezTo>
                  <a:pt x="90985" y="20722"/>
                  <a:pt x="91321" y="20470"/>
                  <a:pt x="91405" y="20106"/>
                </a:cubicBezTo>
                <a:lnTo>
                  <a:pt x="94149" y="10305"/>
                </a:lnTo>
                <a:lnTo>
                  <a:pt x="98462" y="26379"/>
                </a:lnTo>
                <a:cubicBezTo>
                  <a:pt x="98570" y="26799"/>
                  <a:pt x="98921" y="27003"/>
                  <a:pt x="99274" y="27003"/>
                </a:cubicBezTo>
                <a:cubicBezTo>
                  <a:pt x="99650" y="27003"/>
                  <a:pt x="100028" y="26771"/>
                  <a:pt x="100114" y="26323"/>
                </a:cubicBezTo>
                <a:lnTo>
                  <a:pt x="104035" y="5545"/>
                </a:lnTo>
                <a:lnTo>
                  <a:pt x="107647" y="26295"/>
                </a:lnTo>
                <a:cubicBezTo>
                  <a:pt x="107731" y="26687"/>
                  <a:pt x="108039" y="26967"/>
                  <a:pt x="108403" y="26995"/>
                </a:cubicBezTo>
                <a:lnTo>
                  <a:pt x="108487" y="26995"/>
                </a:lnTo>
                <a:cubicBezTo>
                  <a:pt x="108851" y="26995"/>
                  <a:pt x="109159" y="26771"/>
                  <a:pt x="109271" y="26435"/>
                </a:cubicBezTo>
                <a:lnTo>
                  <a:pt x="112968" y="16214"/>
                </a:lnTo>
                <a:lnTo>
                  <a:pt x="130862" y="16214"/>
                </a:lnTo>
                <a:lnTo>
                  <a:pt x="134531" y="26435"/>
                </a:lnTo>
                <a:cubicBezTo>
                  <a:pt x="134643" y="26771"/>
                  <a:pt x="134979" y="26995"/>
                  <a:pt x="135315" y="26995"/>
                </a:cubicBezTo>
                <a:lnTo>
                  <a:pt x="135399" y="26995"/>
                </a:lnTo>
                <a:cubicBezTo>
                  <a:pt x="135763" y="26967"/>
                  <a:pt x="136099" y="26687"/>
                  <a:pt x="136155" y="26295"/>
                </a:cubicBezTo>
                <a:lnTo>
                  <a:pt x="139796" y="5545"/>
                </a:lnTo>
                <a:lnTo>
                  <a:pt x="143716" y="26323"/>
                </a:lnTo>
                <a:cubicBezTo>
                  <a:pt x="143788" y="26771"/>
                  <a:pt x="144159" y="27003"/>
                  <a:pt x="144532" y="27003"/>
                </a:cubicBezTo>
                <a:cubicBezTo>
                  <a:pt x="144881" y="27003"/>
                  <a:pt x="145232" y="26799"/>
                  <a:pt x="145340" y="26379"/>
                </a:cubicBezTo>
                <a:lnTo>
                  <a:pt x="149653" y="10305"/>
                </a:lnTo>
                <a:lnTo>
                  <a:pt x="152397" y="20106"/>
                </a:lnTo>
                <a:cubicBezTo>
                  <a:pt x="152509" y="20470"/>
                  <a:pt x="152845" y="20722"/>
                  <a:pt x="153209" y="20722"/>
                </a:cubicBezTo>
                <a:lnTo>
                  <a:pt x="167267" y="20722"/>
                </a:lnTo>
                <a:cubicBezTo>
                  <a:pt x="167631" y="20722"/>
                  <a:pt x="167967" y="20470"/>
                  <a:pt x="168079" y="20106"/>
                </a:cubicBezTo>
                <a:lnTo>
                  <a:pt x="170824" y="10305"/>
                </a:lnTo>
                <a:lnTo>
                  <a:pt x="175136" y="26379"/>
                </a:lnTo>
                <a:cubicBezTo>
                  <a:pt x="175245" y="26799"/>
                  <a:pt x="175596" y="27003"/>
                  <a:pt x="175945" y="27003"/>
                </a:cubicBezTo>
                <a:cubicBezTo>
                  <a:pt x="176318" y="27003"/>
                  <a:pt x="176688" y="26771"/>
                  <a:pt x="176760" y="26323"/>
                </a:cubicBezTo>
                <a:lnTo>
                  <a:pt x="180681" y="5545"/>
                </a:lnTo>
                <a:lnTo>
                  <a:pt x="184321" y="26295"/>
                </a:lnTo>
                <a:cubicBezTo>
                  <a:pt x="184377" y="26687"/>
                  <a:pt x="184686" y="26967"/>
                  <a:pt x="185078" y="26995"/>
                </a:cubicBezTo>
                <a:lnTo>
                  <a:pt x="185134" y="26995"/>
                </a:lnTo>
                <a:cubicBezTo>
                  <a:pt x="185498" y="26995"/>
                  <a:pt x="185806" y="26771"/>
                  <a:pt x="185946" y="26435"/>
                </a:cubicBezTo>
                <a:lnTo>
                  <a:pt x="189614" y="16214"/>
                </a:lnTo>
                <a:lnTo>
                  <a:pt x="207509" y="16214"/>
                </a:lnTo>
                <a:lnTo>
                  <a:pt x="211205" y="26435"/>
                </a:lnTo>
                <a:cubicBezTo>
                  <a:pt x="211317" y="26771"/>
                  <a:pt x="211625" y="26995"/>
                  <a:pt x="211989" y="26995"/>
                </a:cubicBezTo>
                <a:lnTo>
                  <a:pt x="212045" y="26995"/>
                </a:lnTo>
                <a:cubicBezTo>
                  <a:pt x="212437" y="26967"/>
                  <a:pt x="212745" y="26687"/>
                  <a:pt x="212801" y="26295"/>
                </a:cubicBezTo>
                <a:lnTo>
                  <a:pt x="216442" y="5545"/>
                </a:lnTo>
                <a:lnTo>
                  <a:pt x="220362" y="26323"/>
                </a:lnTo>
                <a:cubicBezTo>
                  <a:pt x="220449" y="26771"/>
                  <a:pt x="220819" y="27003"/>
                  <a:pt x="221192" y="27003"/>
                </a:cubicBezTo>
                <a:cubicBezTo>
                  <a:pt x="221541" y="27003"/>
                  <a:pt x="221893" y="26799"/>
                  <a:pt x="222014" y="26379"/>
                </a:cubicBezTo>
                <a:lnTo>
                  <a:pt x="226327" y="10305"/>
                </a:lnTo>
                <a:lnTo>
                  <a:pt x="229071" y="20106"/>
                </a:lnTo>
                <a:cubicBezTo>
                  <a:pt x="229155" y="20470"/>
                  <a:pt x="229491" y="20722"/>
                  <a:pt x="229884" y="20722"/>
                </a:cubicBezTo>
                <a:lnTo>
                  <a:pt x="243913" y="20722"/>
                </a:lnTo>
                <a:cubicBezTo>
                  <a:pt x="244305" y="20722"/>
                  <a:pt x="244642" y="20470"/>
                  <a:pt x="244726" y="20106"/>
                </a:cubicBezTo>
                <a:lnTo>
                  <a:pt x="247470" y="10305"/>
                </a:lnTo>
                <a:lnTo>
                  <a:pt x="251782" y="26379"/>
                </a:lnTo>
                <a:cubicBezTo>
                  <a:pt x="251891" y="26799"/>
                  <a:pt x="252242" y="27003"/>
                  <a:pt x="252594" y="27003"/>
                </a:cubicBezTo>
                <a:cubicBezTo>
                  <a:pt x="252970" y="27003"/>
                  <a:pt x="253348" y="26771"/>
                  <a:pt x="253435" y="26323"/>
                </a:cubicBezTo>
                <a:lnTo>
                  <a:pt x="257355" y="5545"/>
                </a:lnTo>
                <a:lnTo>
                  <a:pt x="260968" y="26295"/>
                </a:lnTo>
                <a:cubicBezTo>
                  <a:pt x="261052" y="26687"/>
                  <a:pt x="261360" y="26967"/>
                  <a:pt x="261724" y="26995"/>
                </a:cubicBezTo>
                <a:lnTo>
                  <a:pt x="261808" y="26995"/>
                </a:lnTo>
                <a:cubicBezTo>
                  <a:pt x="262172" y="26995"/>
                  <a:pt x="262480" y="26771"/>
                  <a:pt x="262592" y="26435"/>
                </a:cubicBezTo>
                <a:lnTo>
                  <a:pt x="266288" y="16214"/>
                </a:lnTo>
                <a:lnTo>
                  <a:pt x="283987" y="16214"/>
                </a:lnTo>
                <a:cubicBezTo>
                  <a:pt x="285107" y="16214"/>
                  <a:pt x="285107" y="14534"/>
                  <a:pt x="283987" y="14534"/>
                </a:cubicBezTo>
                <a:lnTo>
                  <a:pt x="265672" y="14534"/>
                </a:lnTo>
                <a:cubicBezTo>
                  <a:pt x="265336" y="14534"/>
                  <a:pt x="265000" y="14758"/>
                  <a:pt x="264888" y="15094"/>
                </a:cubicBezTo>
                <a:lnTo>
                  <a:pt x="262088" y="22906"/>
                </a:lnTo>
                <a:lnTo>
                  <a:pt x="258195" y="700"/>
                </a:lnTo>
                <a:cubicBezTo>
                  <a:pt x="258139" y="308"/>
                  <a:pt x="257775" y="0"/>
                  <a:pt x="257383" y="0"/>
                </a:cubicBezTo>
                <a:cubicBezTo>
                  <a:pt x="256963" y="0"/>
                  <a:pt x="256627" y="280"/>
                  <a:pt x="256543" y="672"/>
                </a:cubicBezTo>
                <a:lnTo>
                  <a:pt x="252455" y="22374"/>
                </a:lnTo>
                <a:lnTo>
                  <a:pt x="248310" y="6889"/>
                </a:lnTo>
                <a:cubicBezTo>
                  <a:pt x="248198" y="6525"/>
                  <a:pt x="247862" y="6273"/>
                  <a:pt x="247498" y="6273"/>
                </a:cubicBezTo>
                <a:cubicBezTo>
                  <a:pt x="247106" y="6273"/>
                  <a:pt x="246770" y="6525"/>
                  <a:pt x="246686" y="6889"/>
                </a:cubicBezTo>
                <a:lnTo>
                  <a:pt x="243269" y="19042"/>
                </a:lnTo>
                <a:lnTo>
                  <a:pt x="230500" y="19042"/>
                </a:lnTo>
                <a:lnTo>
                  <a:pt x="227111" y="6889"/>
                </a:lnTo>
                <a:cubicBezTo>
                  <a:pt x="226999" y="6525"/>
                  <a:pt x="226691" y="6273"/>
                  <a:pt x="226299" y="6273"/>
                </a:cubicBezTo>
                <a:cubicBezTo>
                  <a:pt x="225907" y="6273"/>
                  <a:pt x="225599" y="6525"/>
                  <a:pt x="225487" y="6889"/>
                </a:cubicBezTo>
                <a:lnTo>
                  <a:pt x="221342" y="22374"/>
                </a:lnTo>
                <a:lnTo>
                  <a:pt x="217254" y="672"/>
                </a:lnTo>
                <a:cubicBezTo>
                  <a:pt x="217170" y="280"/>
                  <a:pt x="216834" y="0"/>
                  <a:pt x="216414" y="0"/>
                </a:cubicBezTo>
                <a:cubicBezTo>
                  <a:pt x="215994" y="0"/>
                  <a:pt x="215658" y="308"/>
                  <a:pt x="215574" y="700"/>
                </a:cubicBezTo>
                <a:lnTo>
                  <a:pt x="211709" y="22906"/>
                </a:lnTo>
                <a:lnTo>
                  <a:pt x="208909" y="15094"/>
                </a:lnTo>
                <a:cubicBezTo>
                  <a:pt x="208769" y="14758"/>
                  <a:pt x="208461" y="14534"/>
                  <a:pt x="208097" y="14534"/>
                </a:cubicBezTo>
                <a:lnTo>
                  <a:pt x="189026" y="14534"/>
                </a:lnTo>
                <a:cubicBezTo>
                  <a:pt x="188662" y="14534"/>
                  <a:pt x="188354" y="14758"/>
                  <a:pt x="188242" y="15094"/>
                </a:cubicBezTo>
                <a:lnTo>
                  <a:pt x="185442" y="22906"/>
                </a:lnTo>
                <a:lnTo>
                  <a:pt x="181549" y="700"/>
                </a:lnTo>
                <a:cubicBezTo>
                  <a:pt x="181465" y="308"/>
                  <a:pt x="181129" y="0"/>
                  <a:pt x="180709" y="0"/>
                </a:cubicBezTo>
                <a:cubicBezTo>
                  <a:pt x="180317" y="0"/>
                  <a:pt x="179953" y="280"/>
                  <a:pt x="179897" y="672"/>
                </a:cubicBezTo>
                <a:lnTo>
                  <a:pt x="175808" y="22374"/>
                </a:lnTo>
                <a:lnTo>
                  <a:pt x="171636" y="6889"/>
                </a:lnTo>
                <a:cubicBezTo>
                  <a:pt x="171552" y="6525"/>
                  <a:pt x="171216" y="6273"/>
                  <a:pt x="170824" y="6273"/>
                </a:cubicBezTo>
                <a:cubicBezTo>
                  <a:pt x="170460" y="6273"/>
                  <a:pt x="170124" y="6525"/>
                  <a:pt x="170012" y="6889"/>
                </a:cubicBezTo>
                <a:lnTo>
                  <a:pt x="166623" y="19042"/>
                </a:lnTo>
                <a:lnTo>
                  <a:pt x="153853" y="19042"/>
                </a:lnTo>
                <a:lnTo>
                  <a:pt x="150465" y="6889"/>
                </a:lnTo>
                <a:cubicBezTo>
                  <a:pt x="150353" y="6525"/>
                  <a:pt x="150017" y="6273"/>
                  <a:pt x="149653" y="6273"/>
                </a:cubicBezTo>
                <a:lnTo>
                  <a:pt x="149625" y="6273"/>
                </a:lnTo>
                <a:cubicBezTo>
                  <a:pt x="149261" y="6273"/>
                  <a:pt x="148925" y="6525"/>
                  <a:pt x="148841" y="6889"/>
                </a:cubicBezTo>
                <a:lnTo>
                  <a:pt x="144668" y="22374"/>
                </a:lnTo>
                <a:lnTo>
                  <a:pt x="140580" y="672"/>
                </a:lnTo>
                <a:cubicBezTo>
                  <a:pt x="140496" y="280"/>
                  <a:pt x="140160" y="0"/>
                  <a:pt x="139768" y="0"/>
                </a:cubicBezTo>
                <a:lnTo>
                  <a:pt x="139740" y="0"/>
                </a:lnTo>
                <a:cubicBezTo>
                  <a:pt x="139348" y="0"/>
                  <a:pt x="138983" y="308"/>
                  <a:pt x="138927" y="700"/>
                </a:cubicBezTo>
                <a:lnTo>
                  <a:pt x="135035" y="22906"/>
                </a:lnTo>
                <a:lnTo>
                  <a:pt x="132235" y="15094"/>
                </a:lnTo>
                <a:cubicBezTo>
                  <a:pt x="132123" y="14758"/>
                  <a:pt x="131786" y="14534"/>
                  <a:pt x="131450" y="14534"/>
                </a:cubicBezTo>
                <a:lnTo>
                  <a:pt x="112352" y="14534"/>
                </a:lnTo>
                <a:cubicBezTo>
                  <a:pt x="112016" y="14534"/>
                  <a:pt x="111680" y="14758"/>
                  <a:pt x="111568" y="15094"/>
                </a:cubicBezTo>
                <a:lnTo>
                  <a:pt x="108767" y="22906"/>
                </a:lnTo>
                <a:lnTo>
                  <a:pt x="104875" y="700"/>
                </a:lnTo>
                <a:cubicBezTo>
                  <a:pt x="104819" y="308"/>
                  <a:pt x="104455" y="0"/>
                  <a:pt x="104063" y="0"/>
                </a:cubicBezTo>
                <a:cubicBezTo>
                  <a:pt x="103643" y="0"/>
                  <a:pt x="103307" y="280"/>
                  <a:pt x="103223" y="672"/>
                </a:cubicBezTo>
                <a:lnTo>
                  <a:pt x="99134" y="22374"/>
                </a:lnTo>
                <a:lnTo>
                  <a:pt x="94990" y="6889"/>
                </a:lnTo>
                <a:cubicBezTo>
                  <a:pt x="94878" y="6525"/>
                  <a:pt x="94542" y="6273"/>
                  <a:pt x="94177" y="6273"/>
                </a:cubicBezTo>
                <a:cubicBezTo>
                  <a:pt x="93785" y="6273"/>
                  <a:pt x="93449" y="6525"/>
                  <a:pt x="93365" y="6889"/>
                </a:cubicBezTo>
                <a:lnTo>
                  <a:pt x="89949" y="19042"/>
                </a:lnTo>
                <a:lnTo>
                  <a:pt x="77543" y="19042"/>
                </a:lnTo>
                <a:lnTo>
                  <a:pt x="74155" y="6889"/>
                </a:lnTo>
                <a:cubicBezTo>
                  <a:pt x="74043" y="6525"/>
                  <a:pt x="73707" y="6273"/>
                  <a:pt x="73343" y="6273"/>
                </a:cubicBezTo>
                <a:lnTo>
                  <a:pt x="73315" y="6273"/>
                </a:lnTo>
                <a:cubicBezTo>
                  <a:pt x="72951" y="6273"/>
                  <a:pt x="72615" y="6525"/>
                  <a:pt x="72531" y="6889"/>
                </a:cubicBezTo>
                <a:lnTo>
                  <a:pt x="68358" y="22374"/>
                </a:lnTo>
                <a:lnTo>
                  <a:pt x="64270" y="672"/>
                </a:lnTo>
                <a:cubicBezTo>
                  <a:pt x="64186" y="280"/>
                  <a:pt x="63849" y="0"/>
                  <a:pt x="63457" y="0"/>
                </a:cubicBezTo>
                <a:lnTo>
                  <a:pt x="63429" y="0"/>
                </a:lnTo>
                <a:cubicBezTo>
                  <a:pt x="63037" y="0"/>
                  <a:pt x="62673" y="308"/>
                  <a:pt x="62617" y="700"/>
                </a:cubicBezTo>
                <a:lnTo>
                  <a:pt x="58725" y="22906"/>
                </a:lnTo>
                <a:lnTo>
                  <a:pt x="55924" y="15094"/>
                </a:lnTo>
                <a:cubicBezTo>
                  <a:pt x="55812" y="14758"/>
                  <a:pt x="55476" y="14534"/>
                  <a:pt x="55140" y="14534"/>
                </a:cubicBezTo>
                <a:lnTo>
                  <a:pt x="36042" y="14534"/>
                </a:lnTo>
                <a:cubicBezTo>
                  <a:pt x="35706" y="14534"/>
                  <a:pt x="35370" y="14758"/>
                  <a:pt x="35258" y="15094"/>
                </a:cubicBezTo>
                <a:lnTo>
                  <a:pt x="32457" y="22906"/>
                </a:lnTo>
                <a:lnTo>
                  <a:pt x="28565" y="700"/>
                </a:lnTo>
                <a:cubicBezTo>
                  <a:pt x="28509" y="308"/>
                  <a:pt x="28145" y="0"/>
                  <a:pt x="27753" y="0"/>
                </a:cubicBezTo>
                <a:close/>
              </a:path>
            </a:pathLst>
          </a:cu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68" name="Google Shape;1768;p62"/>
          <p:cNvCxnSpPr/>
          <p:nvPr/>
        </p:nvCxnSpPr>
        <p:spPr>
          <a:xfrm>
            <a:off x="1055438" y="2083375"/>
            <a:ext cx="0" cy="1097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9" name="Google Shape;1769;p62"/>
          <p:cNvSpPr/>
          <p:nvPr/>
        </p:nvSpPr>
        <p:spPr>
          <a:xfrm flipH="1">
            <a:off x="996488" y="1957778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0" name="Google Shape;1770;p62"/>
          <p:cNvCxnSpPr/>
          <p:nvPr/>
        </p:nvCxnSpPr>
        <p:spPr>
          <a:xfrm>
            <a:off x="6667375" y="2084275"/>
            <a:ext cx="0" cy="1096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1" name="Google Shape;1771;p62"/>
          <p:cNvSpPr/>
          <p:nvPr/>
        </p:nvSpPr>
        <p:spPr>
          <a:xfrm flipH="1">
            <a:off x="6608422" y="1957778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2" name="Google Shape;1772;p62"/>
          <p:cNvCxnSpPr/>
          <p:nvPr/>
        </p:nvCxnSpPr>
        <p:spPr>
          <a:xfrm>
            <a:off x="4793675" y="1862575"/>
            <a:ext cx="0" cy="131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3" name="Google Shape;1773;p62"/>
          <p:cNvSpPr/>
          <p:nvPr/>
        </p:nvSpPr>
        <p:spPr>
          <a:xfrm flipH="1">
            <a:off x="4734722" y="1744678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4" name="Google Shape;1774;p62"/>
          <p:cNvCxnSpPr/>
          <p:nvPr/>
        </p:nvCxnSpPr>
        <p:spPr>
          <a:xfrm>
            <a:off x="2924575" y="1931875"/>
            <a:ext cx="0" cy="124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5" name="Google Shape;1775;p62"/>
          <p:cNvSpPr/>
          <p:nvPr/>
        </p:nvSpPr>
        <p:spPr>
          <a:xfrm flipH="1">
            <a:off x="2865622" y="1811253"/>
            <a:ext cx="117900" cy="1179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0" name="Google Shape;1780;p63"/>
          <p:cNvGrpSpPr/>
          <p:nvPr/>
        </p:nvGrpSpPr>
        <p:grpSpPr>
          <a:xfrm>
            <a:off x="2772125" y="289957"/>
            <a:ext cx="3893582" cy="4990859"/>
            <a:chOff x="2772125" y="289957"/>
            <a:chExt cx="3893582" cy="4990859"/>
          </a:xfrm>
        </p:grpSpPr>
        <p:grpSp>
          <p:nvGrpSpPr>
            <p:cNvPr id="1781" name="Google Shape;1781;p63"/>
            <p:cNvGrpSpPr/>
            <p:nvPr/>
          </p:nvGrpSpPr>
          <p:grpSpPr>
            <a:xfrm>
              <a:off x="2772125" y="289957"/>
              <a:ext cx="3489773" cy="4321192"/>
              <a:chOff x="2772125" y="289957"/>
              <a:chExt cx="3489773" cy="4321192"/>
            </a:xfrm>
          </p:grpSpPr>
          <p:grpSp>
            <p:nvGrpSpPr>
              <p:cNvPr id="1782" name="Google Shape;1782;p63"/>
              <p:cNvGrpSpPr/>
              <p:nvPr/>
            </p:nvGrpSpPr>
            <p:grpSpPr>
              <a:xfrm>
                <a:off x="2772125" y="664600"/>
                <a:ext cx="3489773" cy="3946549"/>
                <a:chOff x="2772125" y="664600"/>
                <a:chExt cx="3489773" cy="3946549"/>
              </a:xfrm>
            </p:grpSpPr>
            <p:sp>
              <p:nvSpPr>
                <p:cNvPr id="1783" name="Google Shape;1783;p63"/>
                <p:cNvSpPr/>
                <p:nvPr/>
              </p:nvSpPr>
              <p:spPr>
                <a:xfrm>
                  <a:off x="2772125" y="664600"/>
                  <a:ext cx="3489773" cy="3946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16" h="180827" extrusionOk="0">
                      <a:moveTo>
                        <a:pt x="1790" y="0"/>
                      </a:moveTo>
                      <a:cubicBezTo>
                        <a:pt x="778" y="0"/>
                        <a:pt x="0" y="856"/>
                        <a:pt x="0" y="1868"/>
                      </a:cubicBezTo>
                      <a:lnTo>
                        <a:pt x="0" y="179036"/>
                      </a:lnTo>
                      <a:cubicBezTo>
                        <a:pt x="0" y="180048"/>
                        <a:pt x="778" y="180826"/>
                        <a:pt x="1790" y="180826"/>
                      </a:cubicBezTo>
                      <a:lnTo>
                        <a:pt x="139025" y="180826"/>
                      </a:lnTo>
                      <a:cubicBezTo>
                        <a:pt x="140037" y="180826"/>
                        <a:pt x="140816" y="180048"/>
                        <a:pt x="140816" y="179036"/>
                      </a:cubicBezTo>
                      <a:lnTo>
                        <a:pt x="140816" y="1868"/>
                      </a:lnTo>
                      <a:cubicBezTo>
                        <a:pt x="140816" y="856"/>
                        <a:pt x="140037" y="0"/>
                        <a:pt x="1390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63"/>
                <p:cNvSpPr/>
                <p:nvPr/>
              </p:nvSpPr>
              <p:spPr>
                <a:xfrm>
                  <a:off x="3042180" y="914319"/>
                  <a:ext cx="2949638" cy="3448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21" h="158020" extrusionOk="0">
                      <a:moveTo>
                        <a:pt x="1" y="1"/>
                      </a:moveTo>
                      <a:lnTo>
                        <a:pt x="1" y="158020"/>
                      </a:lnTo>
                      <a:lnTo>
                        <a:pt x="119021" y="158020"/>
                      </a:lnTo>
                      <a:lnTo>
                        <a:pt x="119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85" name="Google Shape;1785;p63"/>
              <p:cNvSpPr/>
              <p:nvPr/>
            </p:nvSpPr>
            <p:spPr>
              <a:xfrm>
                <a:off x="3746327" y="289957"/>
                <a:ext cx="1541372" cy="488067"/>
              </a:xfrm>
              <a:custGeom>
                <a:avLst/>
                <a:gdLst/>
                <a:ahLst/>
                <a:cxnLst/>
                <a:rect l="l" t="t" r="r" b="b"/>
                <a:pathLst>
                  <a:path w="62196" h="19694" extrusionOk="0">
                    <a:moveTo>
                      <a:pt x="31115" y="3929"/>
                    </a:moveTo>
                    <a:cubicBezTo>
                      <a:pt x="33197" y="3929"/>
                      <a:pt x="35185" y="5547"/>
                      <a:pt x="35185" y="8018"/>
                    </a:cubicBezTo>
                    <a:cubicBezTo>
                      <a:pt x="35185" y="10275"/>
                      <a:pt x="33394" y="12143"/>
                      <a:pt x="31137" y="12143"/>
                    </a:cubicBezTo>
                    <a:cubicBezTo>
                      <a:pt x="27478" y="12143"/>
                      <a:pt x="25610" y="7706"/>
                      <a:pt x="28257" y="5138"/>
                    </a:cubicBezTo>
                    <a:cubicBezTo>
                      <a:pt x="29091" y="4303"/>
                      <a:pt x="30114" y="3929"/>
                      <a:pt x="31115" y="3929"/>
                    </a:cubicBezTo>
                    <a:close/>
                    <a:moveTo>
                      <a:pt x="31137" y="0"/>
                    </a:moveTo>
                    <a:cubicBezTo>
                      <a:pt x="26544" y="0"/>
                      <a:pt x="22808" y="3736"/>
                      <a:pt x="22808" y="8329"/>
                    </a:cubicBezTo>
                    <a:cubicBezTo>
                      <a:pt x="22808" y="8796"/>
                      <a:pt x="22808" y="9185"/>
                      <a:pt x="22886" y="9652"/>
                    </a:cubicBezTo>
                    <a:lnTo>
                      <a:pt x="1557" y="9652"/>
                    </a:lnTo>
                    <a:cubicBezTo>
                      <a:pt x="701" y="9652"/>
                      <a:pt x="0" y="10353"/>
                      <a:pt x="0" y="11209"/>
                    </a:cubicBezTo>
                    <a:lnTo>
                      <a:pt x="0" y="18059"/>
                    </a:lnTo>
                    <a:cubicBezTo>
                      <a:pt x="0" y="18916"/>
                      <a:pt x="701" y="19616"/>
                      <a:pt x="1557" y="19694"/>
                    </a:cubicBezTo>
                    <a:lnTo>
                      <a:pt x="60639" y="19694"/>
                    </a:lnTo>
                    <a:cubicBezTo>
                      <a:pt x="61495" y="19616"/>
                      <a:pt x="62196" y="18916"/>
                      <a:pt x="62196" y="18059"/>
                    </a:cubicBezTo>
                    <a:lnTo>
                      <a:pt x="62196" y="11209"/>
                    </a:lnTo>
                    <a:cubicBezTo>
                      <a:pt x="62196" y="10353"/>
                      <a:pt x="61495" y="9652"/>
                      <a:pt x="60639" y="9652"/>
                    </a:cubicBezTo>
                    <a:lnTo>
                      <a:pt x="39310" y="9652"/>
                    </a:lnTo>
                    <a:cubicBezTo>
                      <a:pt x="39388" y="9185"/>
                      <a:pt x="39388" y="8796"/>
                      <a:pt x="39466" y="8329"/>
                    </a:cubicBezTo>
                    <a:cubicBezTo>
                      <a:pt x="39466" y="3736"/>
                      <a:pt x="35729" y="0"/>
                      <a:pt x="311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6" name="Google Shape;1786;p63"/>
            <p:cNvGrpSpPr/>
            <p:nvPr/>
          </p:nvGrpSpPr>
          <p:grpSpPr>
            <a:xfrm>
              <a:off x="4612307" y="3076644"/>
              <a:ext cx="2053401" cy="2204172"/>
              <a:chOff x="4612307" y="3076644"/>
              <a:chExt cx="2053401" cy="2204172"/>
            </a:xfrm>
          </p:grpSpPr>
          <p:sp>
            <p:nvSpPr>
              <p:cNvPr id="1787" name="Google Shape;1787;p63"/>
              <p:cNvSpPr/>
              <p:nvPr/>
            </p:nvSpPr>
            <p:spPr>
              <a:xfrm rot="1751529">
                <a:off x="5034588" y="3186841"/>
                <a:ext cx="968457" cy="1983779"/>
              </a:xfrm>
              <a:custGeom>
                <a:avLst/>
                <a:gdLst/>
                <a:ahLst/>
                <a:cxnLst/>
                <a:rect l="l" t="t" r="r" b="b"/>
                <a:pathLst>
                  <a:path w="39078" h="80047" extrusionOk="0">
                    <a:moveTo>
                      <a:pt x="33799" y="1"/>
                    </a:moveTo>
                    <a:cubicBezTo>
                      <a:pt x="33120" y="1"/>
                      <a:pt x="32467" y="383"/>
                      <a:pt x="32227" y="1041"/>
                    </a:cubicBezTo>
                    <a:lnTo>
                      <a:pt x="312" y="76314"/>
                    </a:lnTo>
                    <a:cubicBezTo>
                      <a:pt x="1" y="77093"/>
                      <a:pt x="390" y="78105"/>
                      <a:pt x="1246" y="78494"/>
                    </a:cubicBezTo>
                    <a:lnTo>
                      <a:pt x="4671" y="79895"/>
                    </a:lnTo>
                    <a:cubicBezTo>
                      <a:pt x="4897" y="79998"/>
                      <a:pt x="5129" y="80046"/>
                      <a:pt x="5354" y="80046"/>
                    </a:cubicBezTo>
                    <a:cubicBezTo>
                      <a:pt x="5983" y="80046"/>
                      <a:pt x="6564" y="79669"/>
                      <a:pt x="6851" y="79039"/>
                    </a:cubicBezTo>
                    <a:lnTo>
                      <a:pt x="38688" y="3766"/>
                    </a:lnTo>
                    <a:cubicBezTo>
                      <a:pt x="39077" y="2910"/>
                      <a:pt x="38688" y="1976"/>
                      <a:pt x="37832" y="1586"/>
                    </a:cubicBezTo>
                    <a:lnTo>
                      <a:pt x="34407" y="107"/>
                    </a:lnTo>
                    <a:cubicBezTo>
                      <a:pt x="34209" y="35"/>
                      <a:pt x="34003" y="1"/>
                      <a:pt x="337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63"/>
              <p:cNvSpPr/>
              <p:nvPr/>
            </p:nvSpPr>
            <p:spPr>
              <a:xfrm rot="1751529">
                <a:off x="6020815" y="3222050"/>
                <a:ext cx="490028" cy="762637"/>
              </a:xfrm>
              <a:custGeom>
                <a:avLst/>
                <a:gdLst/>
                <a:ahLst/>
                <a:cxnLst/>
                <a:rect l="l" t="t" r="r" b="b"/>
                <a:pathLst>
                  <a:path w="19773" h="30773" extrusionOk="0">
                    <a:moveTo>
                      <a:pt x="12539" y="1"/>
                    </a:moveTo>
                    <a:cubicBezTo>
                      <a:pt x="11892" y="1"/>
                      <a:pt x="11284" y="378"/>
                      <a:pt x="11054" y="1008"/>
                    </a:cubicBezTo>
                    <a:lnTo>
                      <a:pt x="390" y="26229"/>
                    </a:lnTo>
                    <a:cubicBezTo>
                      <a:pt x="1" y="27085"/>
                      <a:pt x="390" y="28019"/>
                      <a:pt x="1246" y="28408"/>
                    </a:cubicBezTo>
                    <a:lnTo>
                      <a:pt x="6617" y="30666"/>
                    </a:lnTo>
                    <a:cubicBezTo>
                      <a:pt x="6797" y="30738"/>
                      <a:pt x="6990" y="30772"/>
                      <a:pt x="7183" y="30772"/>
                    </a:cubicBezTo>
                    <a:cubicBezTo>
                      <a:pt x="7826" y="30772"/>
                      <a:pt x="8480" y="30390"/>
                      <a:pt x="8719" y="29732"/>
                    </a:cubicBezTo>
                    <a:lnTo>
                      <a:pt x="19383" y="4589"/>
                    </a:lnTo>
                    <a:cubicBezTo>
                      <a:pt x="19773" y="3732"/>
                      <a:pt x="19383" y="2721"/>
                      <a:pt x="18527" y="2409"/>
                    </a:cubicBezTo>
                    <a:lnTo>
                      <a:pt x="13234" y="152"/>
                    </a:lnTo>
                    <a:cubicBezTo>
                      <a:pt x="13008" y="49"/>
                      <a:pt x="12771" y="1"/>
                      <a:pt x="125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9" name="Google Shape;1789;p63"/>
            <p:cNvSpPr/>
            <p:nvPr/>
          </p:nvSpPr>
          <p:spPr>
            <a:xfrm>
              <a:off x="5050407" y="1130631"/>
              <a:ext cx="478426" cy="478426"/>
            </a:xfrm>
            <a:custGeom>
              <a:avLst/>
              <a:gdLst/>
              <a:ahLst/>
              <a:cxnLst/>
              <a:rect l="l" t="t" r="r" b="b"/>
              <a:pathLst>
                <a:path w="19305" h="19305" extrusionOk="0">
                  <a:moveTo>
                    <a:pt x="7551" y="0"/>
                  </a:moveTo>
                  <a:cubicBezTo>
                    <a:pt x="7084" y="0"/>
                    <a:pt x="6694" y="311"/>
                    <a:pt x="6694" y="778"/>
                  </a:cubicBezTo>
                  <a:lnTo>
                    <a:pt x="6694" y="6694"/>
                  </a:lnTo>
                  <a:lnTo>
                    <a:pt x="778" y="6694"/>
                  </a:lnTo>
                  <a:cubicBezTo>
                    <a:pt x="389" y="6694"/>
                    <a:pt x="0" y="7084"/>
                    <a:pt x="0" y="7551"/>
                  </a:cubicBezTo>
                  <a:lnTo>
                    <a:pt x="0" y="11754"/>
                  </a:lnTo>
                  <a:cubicBezTo>
                    <a:pt x="0" y="12221"/>
                    <a:pt x="389" y="12533"/>
                    <a:pt x="778" y="12533"/>
                  </a:cubicBezTo>
                  <a:lnTo>
                    <a:pt x="6694" y="12533"/>
                  </a:lnTo>
                  <a:lnTo>
                    <a:pt x="6694" y="18449"/>
                  </a:lnTo>
                  <a:cubicBezTo>
                    <a:pt x="6694" y="18916"/>
                    <a:pt x="7084" y="19305"/>
                    <a:pt x="7551" y="19305"/>
                  </a:cubicBezTo>
                  <a:lnTo>
                    <a:pt x="11754" y="19305"/>
                  </a:lnTo>
                  <a:cubicBezTo>
                    <a:pt x="12221" y="19305"/>
                    <a:pt x="12533" y="18916"/>
                    <a:pt x="12533" y="18449"/>
                  </a:cubicBezTo>
                  <a:lnTo>
                    <a:pt x="12533" y="12533"/>
                  </a:lnTo>
                  <a:lnTo>
                    <a:pt x="18449" y="12533"/>
                  </a:lnTo>
                  <a:cubicBezTo>
                    <a:pt x="18916" y="12533"/>
                    <a:pt x="19305" y="12221"/>
                    <a:pt x="19305" y="11754"/>
                  </a:cubicBezTo>
                  <a:lnTo>
                    <a:pt x="19305" y="7551"/>
                  </a:lnTo>
                  <a:cubicBezTo>
                    <a:pt x="19305" y="7084"/>
                    <a:pt x="18916" y="6694"/>
                    <a:pt x="18449" y="6694"/>
                  </a:cubicBezTo>
                  <a:lnTo>
                    <a:pt x="12610" y="6694"/>
                  </a:lnTo>
                  <a:lnTo>
                    <a:pt x="12610" y="778"/>
                  </a:lnTo>
                  <a:cubicBezTo>
                    <a:pt x="12533" y="389"/>
                    <a:pt x="12221" y="0"/>
                    <a:pt x="11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63"/>
          <p:cNvSpPr txBox="1">
            <a:spLocks noGrp="1"/>
          </p:cNvSpPr>
          <p:nvPr>
            <p:ph type="title"/>
          </p:nvPr>
        </p:nvSpPr>
        <p:spPr>
          <a:xfrm>
            <a:off x="3192200" y="1490958"/>
            <a:ext cx="2649300" cy="8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791" name="Google Shape;1791;p63"/>
          <p:cNvSpPr txBox="1">
            <a:spLocks noGrp="1"/>
          </p:cNvSpPr>
          <p:nvPr>
            <p:ph type="subTitle" idx="1"/>
          </p:nvPr>
        </p:nvSpPr>
        <p:spPr>
          <a:xfrm>
            <a:off x="3192200" y="2295108"/>
            <a:ext cx="2649300" cy="20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97" name="Google Shape;1797;p64"/>
          <p:cNvSpPr txBox="1">
            <a:spLocks noGrp="1"/>
          </p:cNvSpPr>
          <p:nvPr>
            <p:ph type="body" idx="1"/>
          </p:nvPr>
        </p:nvSpPr>
        <p:spPr>
          <a:xfrm>
            <a:off x="720000" y="860400"/>
            <a:ext cx="5874600" cy="37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</a:t>
            </a:r>
            <a:r>
              <a:rPr lang="en" i="1"/>
              <a:t>Title of the publication.</a:t>
            </a:r>
            <a:r>
              <a:rPr lang="en"/>
              <a:t> Publisher</a:t>
            </a:r>
            <a:endParaRPr/>
          </a:p>
        </p:txBody>
      </p:sp>
      <p:grpSp>
        <p:nvGrpSpPr>
          <p:cNvPr id="1798" name="Google Shape;1798;p64"/>
          <p:cNvGrpSpPr/>
          <p:nvPr/>
        </p:nvGrpSpPr>
        <p:grpSpPr>
          <a:xfrm>
            <a:off x="5548475" y="1189413"/>
            <a:ext cx="2588100" cy="5238775"/>
            <a:chOff x="2507125" y="238100"/>
            <a:chExt cx="2588100" cy="5238775"/>
          </a:xfrm>
        </p:grpSpPr>
        <p:sp>
          <p:nvSpPr>
            <p:cNvPr id="1799" name="Google Shape;1799;p64"/>
            <p:cNvSpPr/>
            <p:nvPr/>
          </p:nvSpPr>
          <p:spPr>
            <a:xfrm>
              <a:off x="3798025" y="260400"/>
              <a:ext cx="689850" cy="1216925"/>
            </a:xfrm>
            <a:custGeom>
              <a:avLst/>
              <a:gdLst/>
              <a:ahLst/>
              <a:cxnLst/>
              <a:rect l="l" t="t" r="r" b="b"/>
              <a:pathLst>
                <a:path w="27594" h="48677" extrusionOk="0">
                  <a:moveTo>
                    <a:pt x="12485" y="1"/>
                  </a:moveTo>
                  <a:cubicBezTo>
                    <a:pt x="8453" y="1"/>
                    <a:pt x="4728" y="2644"/>
                    <a:pt x="3322" y="6638"/>
                  </a:cubicBezTo>
                  <a:cubicBezTo>
                    <a:pt x="2799" y="8185"/>
                    <a:pt x="2458" y="9800"/>
                    <a:pt x="2321" y="11461"/>
                  </a:cubicBezTo>
                  <a:cubicBezTo>
                    <a:pt x="2162" y="13258"/>
                    <a:pt x="1843" y="15010"/>
                    <a:pt x="547" y="16420"/>
                  </a:cubicBezTo>
                  <a:cubicBezTo>
                    <a:pt x="342" y="16647"/>
                    <a:pt x="183" y="16898"/>
                    <a:pt x="69" y="17171"/>
                  </a:cubicBezTo>
                  <a:cubicBezTo>
                    <a:pt x="1" y="17421"/>
                    <a:pt x="183" y="17694"/>
                    <a:pt x="456" y="17694"/>
                  </a:cubicBezTo>
                  <a:cubicBezTo>
                    <a:pt x="797" y="17648"/>
                    <a:pt x="1138" y="17580"/>
                    <a:pt x="1479" y="17512"/>
                  </a:cubicBezTo>
                  <a:cubicBezTo>
                    <a:pt x="1810" y="17441"/>
                    <a:pt x="2038" y="17393"/>
                    <a:pt x="2203" y="17393"/>
                  </a:cubicBezTo>
                  <a:cubicBezTo>
                    <a:pt x="2570" y="17393"/>
                    <a:pt x="2619" y="17636"/>
                    <a:pt x="2776" y="18422"/>
                  </a:cubicBezTo>
                  <a:cubicBezTo>
                    <a:pt x="2981" y="19445"/>
                    <a:pt x="3208" y="20469"/>
                    <a:pt x="3413" y="21493"/>
                  </a:cubicBezTo>
                  <a:cubicBezTo>
                    <a:pt x="3686" y="22766"/>
                    <a:pt x="4050" y="23381"/>
                    <a:pt x="5074" y="24154"/>
                  </a:cubicBezTo>
                  <a:cubicBezTo>
                    <a:pt x="5910" y="24790"/>
                    <a:pt x="6673" y="24823"/>
                    <a:pt x="7580" y="24823"/>
                  </a:cubicBezTo>
                  <a:cubicBezTo>
                    <a:pt x="7683" y="24823"/>
                    <a:pt x="7789" y="24822"/>
                    <a:pt x="7896" y="24822"/>
                  </a:cubicBezTo>
                  <a:cubicBezTo>
                    <a:pt x="8127" y="24822"/>
                    <a:pt x="8368" y="24824"/>
                    <a:pt x="8622" y="24836"/>
                  </a:cubicBezTo>
                  <a:cubicBezTo>
                    <a:pt x="8736" y="24859"/>
                    <a:pt x="8827" y="24859"/>
                    <a:pt x="8918" y="24859"/>
                  </a:cubicBezTo>
                  <a:cubicBezTo>
                    <a:pt x="9737" y="24950"/>
                    <a:pt x="9759" y="24927"/>
                    <a:pt x="9850" y="25701"/>
                  </a:cubicBezTo>
                  <a:cubicBezTo>
                    <a:pt x="9964" y="26633"/>
                    <a:pt x="9987" y="29295"/>
                    <a:pt x="10123" y="30228"/>
                  </a:cubicBezTo>
                  <a:cubicBezTo>
                    <a:pt x="10237" y="30978"/>
                    <a:pt x="10078" y="31501"/>
                    <a:pt x="9373" y="31820"/>
                  </a:cubicBezTo>
                  <a:cubicBezTo>
                    <a:pt x="8986" y="32002"/>
                    <a:pt x="8941" y="32343"/>
                    <a:pt x="9077" y="32730"/>
                  </a:cubicBezTo>
                  <a:cubicBezTo>
                    <a:pt x="9145" y="32957"/>
                    <a:pt x="9214" y="33208"/>
                    <a:pt x="9282" y="33435"/>
                  </a:cubicBezTo>
                  <a:cubicBezTo>
                    <a:pt x="10123" y="36142"/>
                    <a:pt x="10942" y="38872"/>
                    <a:pt x="11830" y="41579"/>
                  </a:cubicBezTo>
                  <a:cubicBezTo>
                    <a:pt x="12489" y="43671"/>
                    <a:pt x="13217" y="45741"/>
                    <a:pt x="13945" y="47811"/>
                  </a:cubicBezTo>
                  <a:cubicBezTo>
                    <a:pt x="14059" y="48153"/>
                    <a:pt x="14104" y="48676"/>
                    <a:pt x="14605" y="48676"/>
                  </a:cubicBezTo>
                  <a:cubicBezTo>
                    <a:pt x="14615" y="48676"/>
                    <a:pt x="14625" y="48677"/>
                    <a:pt x="14635" y="48677"/>
                  </a:cubicBezTo>
                  <a:cubicBezTo>
                    <a:pt x="15020" y="48677"/>
                    <a:pt x="15133" y="48259"/>
                    <a:pt x="15310" y="47993"/>
                  </a:cubicBezTo>
                  <a:cubicBezTo>
                    <a:pt x="17198" y="45036"/>
                    <a:pt x="19313" y="42261"/>
                    <a:pt x="21611" y="39622"/>
                  </a:cubicBezTo>
                  <a:cubicBezTo>
                    <a:pt x="22111" y="39076"/>
                    <a:pt x="22589" y="38508"/>
                    <a:pt x="23067" y="37916"/>
                  </a:cubicBezTo>
                  <a:cubicBezTo>
                    <a:pt x="24318" y="36301"/>
                    <a:pt x="25546" y="34663"/>
                    <a:pt x="26797" y="33048"/>
                  </a:cubicBezTo>
                  <a:cubicBezTo>
                    <a:pt x="27025" y="32753"/>
                    <a:pt x="27594" y="31729"/>
                    <a:pt x="27252" y="31547"/>
                  </a:cubicBezTo>
                  <a:cubicBezTo>
                    <a:pt x="26934" y="31388"/>
                    <a:pt x="26160" y="30819"/>
                    <a:pt x="25842" y="30705"/>
                  </a:cubicBezTo>
                  <a:cubicBezTo>
                    <a:pt x="24773" y="30273"/>
                    <a:pt x="23271" y="30910"/>
                    <a:pt x="22999" y="29841"/>
                  </a:cubicBezTo>
                  <a:cubicBezTo>
                    <a:pt x="22862" y="29363"/>
                    <a:pt x="22453" y="28635"/>
                    <a:pt x="22430" y="28135"/>
                  </a:cubicBezTo>
                  <a:cubicBezTo>
                    <a:pt x="22225" y="25291"/>
                    <a:pt x="22020" y="22721"/>
                    <a:pt x="21861" y="19900"/>
                  </a:cubicBezTo>
                  <a:cubicBezTo>
                    <a:pt x="21702" y="17512"/>
                    <a:pt x="22635" y="14828"/>
                    <a:pt x="22544" y="12416"/>
                  </a:cubicBezTo>
                  <a:cubicBezTo>
                    <a:pt x="22475" y="10233"/>
                    <a:pt x="22043" y="8049"/>
                    <a:pt x="21224" y="6001"/>
                  </a:cubicBezTo>
                  <a:cubicBezTo>
                    <a:pt x="19905" y="2703"/>
                    <a:pt x="17471" y="656"/>
                    <a:pt x="13900" y="110"/>
                  </a:cubicBezTo>
                  <a:cubicBezTo>
                    <a:pt x="13426" y="36"/>
                    <a:pt x="12953" y="1"/>
                    <a:pt x="12485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4"/>
            <p:cNvSpPr/>
            <p:nvPr/>
          </p:nvSpPr>
          <p:spPr>
            <a:xfrm>
              <a:off x="3780975" y="238100"/>
              <a:ext cx="660825" cy="533125"/>
            </a:xfrm>
            <a:custGeom>
              <a:avLst/>
              <a:gdLst/>
              <a:ahLst/>
              <a:cxnLst/>
              <a:rect l="l" t="t" r="r" b="b"/>
              <a:pathLst>
                <a:path w="26433" h="21325" extrusionOk="0">
                  <a:moveTo>
                    <a:pt x="16077" y="1"/>
                  </a:moveTo>
                  <a:cubicBezTo>
                    <a:pt x="16049" y="1"/>
                    <a:pt x="16020" y="1"/>
                    <a:pt x="15992" y="1"/>
                  </a:cubicBezTo>
                  <a:cubicBezTo>
                    <a:pt x="12966" y="24"/>
                    <a:pt x="9918" y="69"/>
                    <a:pt x="6893" y="92"/>
                  </a:cubicBezTo>
                  <a:cubicBezTo>
                    <a:pt x="6837" y="91"/>
                    <a:pt x="6781" y="91"/>
                    <a:pt x="6725" y="91"/>
                  </a:cubicBezTo>
                  <a:cubicBezTo>
                    <a:pt x="5327" y="91"/>
                    <a:pt x="3952" y="364"/>
                    <a:pt x="2662" y="911"/>
                  </a:cubicBezTo>
                  <a:cubicBezTo>
                    <a:pt x="1001" y="1639"/>
                    <a:pt x="114" y="2913"/>
                    <a:pt x="46" y="4732"/>
                  </a:cubicBezTo>
                  <a:cubicBezTo>
                    <a:pt x="0" y="5961"/>
                    <a:pt x="410" y="7144"/>
                    <a:pt x="1183" y="8054"/>
                  </a:cubicBezTo>
                  <a:cubicBezTo>
                    <a:pt x="2457" y="9623"/>
                    <a:pt x="4186" y="10328"/>
                    <a:pt x="6165" y="10397"/>
                  </a:cubicBezTo>
                  <a:cubicBezTo>
                    <a:pt x="6240" y="10398"/>
                    <a:pt x="6315" y="10399"/>
                    <a:pt x="6389" y="10399"/>
                  </a:cubicBezTo>
                  <a:cubicBezTo>
                    <a:pt x="7657" y="10399"/>
                    <a:pt x="8921" y="10217"/>
                    <a:pt x="10146" y="9873"/>
                  </a:cubicBezTo>
                  <a:cubicBezTo>
                    <a:pt x="10350" y="9822"/>
                    <a:pt x="10568" y="9720"/>
                    <a:pt x="10798" y="9720"/>
                  </a:cubicBezTo>
                  <a:cubicBezTo>
                    <a:pt x="10875" y="9720"/>
                    <a:pt x="10953" y="9731"/>
                    <a:pt x="11033" y="9760"/>
                  </a:cubicBezTo>
                  <a:cubicBezTo>
                    <a:pt x="11306" y="10192"/>
                    <a:pt x="11283" y="10715"/>
                    <a:pt x="11351" y="11193"/>
                  </a:cubicBezTo>
                  <a:cubicBezTo>
                    <a:pt x="11488" y="12080"/>
                    <a:pt x="11579" y="12967"/>
                    <a:pt x="11693" y="13854"/>
                  </a:cubicBezTo>
                  <a:cubicBezTo>
                    <a:pt x="11715" y="14104"/>
                    <a:pt x="11761" y="14355"/>
                    <a:pt x="11829" y="14582"/>
                  </a:cubicBezTo>
                  <a:cubicBezTo>
                    <a:pt x="11870" y="14906"/>
                    <a:pt x="12162" y="15139"/>
                    <a:pt x="12482" y="15139"/>
                  </a:cubicBezTo>
                  <a:cubicBezTo>
                    <a:pt x="12522" y="15139"/>
                    <a:pt x="12562" y="15136"/>
                    <a:pt x="12602" y="15128"/>
                  </a:cubicBezTo>
                  <a:cubicBezTo>
                    <a:pt x="12739" y="15105"/>
                    <a:pt x="12898" y="15083"/>
                    <a:pt x="13035" y="15060"/>
                  </a:cubicBezTo>
                  <a:cubicBezTo>
                    <a:pt x="14331" y="14832"/>
                    <a:pt x="14582" y="14855"/>
                    <a:pt x="14718" y="13445"/>
                  </a:cubicBezTo>
                  <a:cubicBezTo>
                    <a:pt x="14741" y="13149"/>
                    <a:pt x="14786" y="12853"/>
                    <a:pt x="14900" y="12580"/>
                  </a:cubicBezTo>
                  <a:cubicBezTo>
                    <a:pt x="14991" y="12239"/>
                    <a:pt x="15150" y="11921"/>
                    <a:pt x="15378" y="11648"/>
                  </a:cubicBezTo>
                  <a:cubicBezTo>
                    <a:pt x="15669" y="11303"/>
                    <a:pt x="16011" y="11132"/>
                    <a:pt x="16346" y="11132"/>
                  </a:cubicBezTo>
                  <a:cubicBezTo>
                    <a:pt x="16718" y="11132"/>
                    <a:pt x="17081" y="11343"/>
                    <a:pt x="17357" y="11761"/>
                  </a:cubicBezTo>
                  <a:cubicBezTo>
                    <a:pt x="17630" y="12125"/>
                    <a:pt x="17789" y="12535"/>
                    <a:pt x="17880" y="12990"/>
                  </a:cubicBezTo>
                  <a:cubicBezTo>
                    <a:pt x="17994" y="13627"/>
                    <a:pt x="18130" y="14264"/>
                    <a:pt x="18221" y="14901"/>
                  </a:cubicBezTo>
                  <a:cubicBezTo>
                    <a:pt x="18358" y="15742"/>
                    <a:pt x="18426" y="16584"/>
                    <a:pt x="18585" y="17403"/>
                  </a:cubicBezTo>
                  <a:cubicBezTo>
                    <a:pt x="18835" y="18540"/>
                    <a:pt x="19222" y="19609"/>
                    <a:pt x="20064" y="20474"/>
                  </a:cubicBezTo>
                  <a:cubicBezTo>
                    <a:pt x="20581" y="21030"/>
                    <a:pt x="21291" y="21325"/>
                    <a:pt x="22005" y="21325"/>
                  </a:cubicBezTo>
                  <a:cubicBezTo>
                    <a:pt x="22516" y="21325"/>
                    <a:pt x="23030" y="21174"/>
                    <a:pt x="23476" y="20860"/>
                  </a:cubicBezTo>
                  <a:cubicBezTo>
                    <a:pt x="23863" y="20610"/>
                    <a:pt x="24181" y="20315"/>
                    <a:pt x="24454" y="19951"/>
                  </a:cubicBezTo>
                  <a:cubicBezTo>
                    <a:pt x="25159" y="19086"/>
                    <a:pt x="25614" y="18085"/>
                    <a:pt x="25819" y="16993"/>
                  </a:cubicBezTo>
                  <a:cubicBezTo>
                    <a:pt x="26001" y="15924"/>
                    <a:pt x="26137" y="14832"/>
                    <a:pt x="26205" y="13740"/>
                  </a:cubicBezTo>
                  <a:cubicBezTo>
                    <a:pt x="26433" y="10055"/>
                    <a:pt x="25318" y="6439"/>
                    <a:pt x="23089" y="3504"/>
                  </a:cubicBezTo>
                  <a:cubicBezTo>
                    <a:pt x="21354" y="1161"/>
                    <a:pt x="18995" y="1"/>
                    <a:pt x="1607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4"/>
            <p:cNvSpPr/>
            <p:nvPr/>
          </p:nvSpPr>
          <p:spPr>
            <a:xfrm>
              <a:off x="3907225" y="603625"/>
              <a:ext cx="39825" cy="39975"/>
            </a:xfrm>
            <a:custGeom>
              <a:avLst/>
              <a:gdLst/>
              <a:ahLst/>
              <a:cxnLst/>
              <a:rect l="l" t="t" r="r" b="b"/>
              <a:pathLst>
                <a:path w="1593" h="1599" extrusionOk="0">
                  <a:moveTo>
                    <a:pt x="848" y="1"/>
                  </a:moveTo>
                  <a:cubicBezTo>
                    <a:pt x="823" y="1"/>
                    <a:pt x="798" y="3"/>
                    <a:pt x="774" y="7"/>
                  </a:cubicBezTo>
                  <a:cubicBezTo>
                    <a:pt x="569" y="7"/>
                    <a:pt x="364" y="98"/>
                    <a:pt x="228" y="234"/>
                  </a:cubicBezTo>
                  <a:cubicBezTo>
                    <a:pt x="137" y="325"/>
                    <a:pt x="91" y="416"/>
                    <a:pt x="69" y="507"/>
                  </a:cubicBezTo>
                  <a:cubicBezTo>
                    <a:pt x="23" y="598"/>
                    <a:pt x="0" y="712"/>
                    <a:pt x="0" y="826"/>
                  </a:cubicBezTo>
                  <a:lnTo>
                    <a:pt x="23" y="1008"/>
                  </a:lnTo>
                  <a:cubicBezTo>
                    <a:pt x="69" y="1144"/>
                    <a:pt x="137" y="1281"/>
                    <a:pt x="251" y="1371"/>
                  </a:cubicBezTo>
                  <a:lnTo>
                    <a:pt x="433" y="1508"/>
                  </a:lnTo>
                  <a:cubicBezTo>
                    <a:pt x="546" y="1576"/>
                    <a:pt x="683" y="1599"/>
                    <a:pt x="819" y="1599"/>
                  </a:cubicBezTo>
                  <a:cubicBezTo>
                    <a:pt x="933" y="1599"/>
                    <a:pt x="1024" y="1576"/>
                    <a:pt x="1115" y="1531"/>
                  </a:cubicBezTo>
                  <a:cubicBezTo>
                    <a:pt x="1229" y="1485"/>
                    <a:pt x="1320" y="1440"/>
                    <a:pt x="1388" y="1349"/>
                  </a:cubicBezTo>
                  <a:cubicBezTo>
                    <a:pt x="1524" y="1190"/>
                    <a:pt x="1593" y="985"/>
                    <a:pt x="1593" y="780"/>
                  </a:cubicBezTo>
                  <a:lnTo>
                    <a:pt x="1570" y="575"/>
                  </a:lnTo>
                  <a:cubicBezTo>
                    <a:pt x="1524" y="439"/>
                    <a:pt x="1456" y="325"/>
                    <a:pt x="1342" y="211"/>
                  </a:cubicBezTo>
                  <a:lnTo>
                    <a:pt x="1183" y="98"/>
                  </a:lnTo>
                  <a:cubicBezTo>
                    <a:pt x="1090" y="41"/>
                    <a:pt x="965" y="1"/>
                    <a:pt x="84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4"/>
            <p:cNvSpPr/>
            <p:nvPr/>
          </p:nvSpPr>
          <p:spPr>
            <a:xfrm>
              <a:off x="3906075" y="736275"/>
              <a:ext cx="81925" cy="39075"/>
            </a:xfrm>
            <a:custGeom>
              <a:avLst/>
              <a:gdLst/>
              <a:ahLst/>
              <a:cxnLst/>
              <a:rect l="l" t="t" r="r" b="b"/>
              <a:pathLst>
                <a:path w="3277" h="1563" extrusionOk="0">
                  <a:moveTo>
                    <a:pt x="3276" y="1"/>
                  </a:moveTo>
                  <a:lnTo>
                    <a:pt x="3276" y="1"/>
                  </a:lnTo>
                  <a:cubicBezTo>
                    <a:pt x="2776" y="206"/>
                    <a:pt x="2230" y="365"/>
                    <a:pt x="1707" y="410"/>
                  </a:cubicBezTo>
                  <a:cubicBezTo>
                    <a:pt x="729" y="547"/>
                    <a:pt x="1" y="570"/>
                    <a:pt x="1" y="570"/>
                  </a:cubicBezTo>
                  <a:cubicBezTo>
                    <a:pt x="1" y="570"/>
                    <a:pt x="676" y="1563"/>
                    <a:pt x="1600" y="1563"/>
                  </a:cubicBezTo>
                  <a:cubicBezTo>
                    <a:pt x="1665" y="1563"/>
                    <a:pt x="1731" y="1558"/>
                    <a:pt x="1798" y="1548"/>
                  </a:cubicBezTo>
                  <a:cubicBezTo>
                    <a:pt x="3163" y="1366"/>
                    <a:pt x="3276" y="1"/>
                    <a:pt x="3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4"/>
            <p:cNvSpPr/>
            <p:nvPr/>
          </p:nvSpPr>
          <p:spPr>
            <a:xfrm>
              <a:off x="3903250" y="563400"/>
              <a:ext cx="63700" cy="31300"/>
            </a:xfrm>
            <a:custGeom>
              <a:avLst/>
              <a:gdLst/>
              <a:ahLst/>
              <a:cxnLst/>
              <a:rect l="l" t="t" r="r" b="b"/>
              <a:pathLst>
                <a:path w="2548" h="1252" extrusionOk="0">
                  <a:moveTo>
                    <a:pt x="1274" y="1"/>
                  </a:moveTo>
                  <a:cubicBezTo>
                    <a:pt x="569" y="1"/>
                    <a:pt x="0" y="842"/>
                    <a:pt x="0" y="842"/>
                  </a:cubicBezTo>
                  <a:cubicBezTo>
                    <a:pt x="283" y="748"/>
                    <a:pt x="576" y="697"/>
                    <a:pt x="873" y="697"/>
                  </a:cubicBezTo>
                  <a:cubicBezTo>
                    <a:pt x="1006" y="697"/>
                    <a:pt x="1140" y="707"/>
                    <a:pt x="1274" y="728"/>
                  </a:cubicBezTo>
                  <a:cubicBezTo>
                    <a:pt x="1729" y="842"/>
                    <a:pt x="2161" y="1024"/>
                    <a:pt x="2548" y="1252"/>
                  </a:cubicBezTo>
                  <a:cubicBezTo>
                    <a:pt x="2548" y="1252"/>
                    <a:pt x="2161" y="23"/>
                    <a:pt x="127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4"/>
            <p:cNvSpPr/>
            <p:nvPr/>
          </p:nvSpPr>
          <p:spPr>
            <a:xfrm>
              <a:off x="3893000" y="4814350"/>
              <a:ext cx="604550" cy="662525"/>
            </a:xfrm>
            <a:custGeom>
              <a:avLst/>
              <a:gdLst/>
              <a:ahLst/>
              <a:cxnLst/>
              <a:rect l="l" t="t" r="r" b="b"/>
              <a:pathLst>
                <a:path w="24182" h="26501" extrusionOk="0">
                  <a:moveTo>
                    <a:pt x="18881" y="0"/>
                  </a:moveTo>
                  <a:lnTo>
                    <a:pt x="10828" y="3185"/>
                  </a:lnTo>
                  <a:cubicBezTo>
                    <a:pt x="10828" y="3185"/>
                    <a:pt x="12080" y="8690"/>
                    <a:pt x="10192" y="13353"/>
                  </a:cubicBezTo>
                  <a:cubicBezTo>
                    <a:pt x="8281" y="18016"/>
                    <a:pt x="7007" y="20132"/>
                    <a:pt x="4050" y="22247"/>
                  </a:cubicBezTo>
                  <a:lnTo>
                    <a:pt x="4027" y="22247"/>
                  </a:lnTo>
                  <a:cubicBezTo>
                    <a:pt x="1070" y="24363"/>
                    <a:pt x="1" y="26501"/>
                    <a:pt x="1" y="26501"/>
                  </a:cubicBezTo>
                  <a:lnTo>
                    <a:pt x="14423" y="26501"/>
                  </a:lnTo>
                  <a:cubicBezTo>
                    <a:pt x="14423" y="26501"/>
                    <a:pt x="21201" y="15468"/>
                    <a:pt x="24181" y="9531"/>
                  </a:cubicBezTo>
                  <a:cubicBezTo>
                    <a:pt x="24045" y="8621"/>
                    <a:pt x="22088" y="5255"/>
                    <a:pt x="20587" y="2775"/>
                  </a:cubicBezTo>
                  <a:cubicBezTo>
                    <a:pt x="19632" y="1206"/>
                    <a:pt x="18881" y="0"/>
                    <a:pt x="1888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64"/>
            <p:cNvSpPr/>
            <p:nvPr/>
          </p:nvSpPr>
          <p:spPr>
            <a:xfrm>
              <a:off x="3893000" y="4883725"/>
              <a:ext cx="604550" cy="593150"/>
            </a:xfrm>
            <a:custGeom>
              <a:avLst/>
              <a:gdLst/>
              <a:ahLst/>
              <a:cxnLst/>
              <a:rect l="l" t="t" r="r" b="b"/>
              <a:pathLst>
                <a:path w="24182" h="23726" extrusionOk="0">
                  <a:moveTo>
                    <a:pt x="20587" y="0"/>
                  </a:moveTo>
                  <a:cubicBezTo>
                    <a:pt x="19018" y="1934"/>
                    <a:pt x="19632" y="5505"/>
                    <a:pt x="19245" y="8144"/>
                  </a:cubicBezTo>
                  <a:cubicBezTo>
                    <a:pt x="18813" y="11215"/>
                    <a:pt x="14718" y="19017"/>
                    <a:pt x="14718" y="19017"/>
                  </a:cubicBezTo>
                  <a:cubicBezTo>
                    <a:pt x="14718" y="19017"/>
                    <a:pt x="10851" y="18858"/>
                    <a:pt x="8235" y="18858"/>
                  </a:cubicBezTo>
                  <a:cubicBezTo>
                    <a:pt x="5710" y="18858"/>
                    <a:pt x="4163" y="19381"/>
                    <a:pt x="4050" y="19472"/>
                  </a:cubicBezTo>
                  <a:lnTo>
                    <a:pt x="4027" y="19472"/>
                  </a:lnTo>
                  <a:cubicBezTo>
                    <a:pt x="1070" y="21588"/>
                    <a:pt x="1" y="23726"/>
                    <a:pt x="1" y="23726"/>
                  </a:cubicBezTo>
                  <a:lnTo>
                    <a:pt x="14423" y="23726"/>
                  </a:lnTo>
                  <a:cubicBezTo>
                    <a:pt x="14423" y="23726"/>
                    <a:pt x="21201" y="12693"/>
                    <a:pt x="24181" y="6756"/>
                  </a:cubicBezTo>
                  <a:cubicBezTo>
                    <a:pt x="24045" y="5846"/>
                    <a:pt x="22088" y="2480"/>
                    <a:pt x="2058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64"/>
            <p:cNvSpPr/>
            <p:nvPr/>
          </p:nvSpPr>
          <p:spPr>
            <a:xfrm>
              <a:off x="3691125" y="2599875"/>
              <a:ext cx="786525" cy="2416950"/>
            </a:xfrm>
            <a:custGeom>
              <a:avLst/>
              <a:gdLst/>
              <a:ahLst/>
              <a:cxnLst/>
              <a:rect l="l" t="t" r="r" b="b"/>
              <a:pathLst>
                <a:path w="31461" h="96678" extrusionOk="0">
                  <a:moveTo>
                    <a:pt x="1274" y="0"/>
                  </a:moveTo>
                  <a:cubicBezTo>
                    <a:pt x="1274" y="0"/>
                    <a:pt x="1138" y="3867"/>
                    <a:pt x="978" y="9623"/>
                  </a:cubicBezTo>
                  <a:cubicBezTo>
                    <a:pt x="569" y="24795"/>
                    <a:pt x="0" y="53070"/>
                    <a:pt x="1274" y="58621"/>
                  </a:cubicBezTo>
                  <a:cubicBezTo>
                    <a:pt x="3026" y="66264"/>
                    <a:pt x="17903" y="96677"/>
                    <a:pt x="17903" y="96677"/>
                  </a:cubicBezTo>
                  <a:lnTo>
                    <a:pt x="31460" y="91423"/>
                  </a:lnTo>
                  <a:lnTo>
                    <a:pt x="19654" y="45928"/>
                  </a:lnTo>
                  <a:cubicBezTo>
                    <a:pt x="19654" y="45928"/>
                    <a:pt x="21360" y="23226"/>
                    <a:pt x="21588" y="9623"/>
                  </a:cubicBezTo>
                  <a:cubicBezTo>
                    <a:pt x="21656" y="5073"/>
                    <a:pt x="21565" y="1547"/>
                    <a:pt x="21178" y="228"/>
                  </a:cubicBezTo>
                  <a:lnTo>
                    <a:pt x="1274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64"/>
            <p:cNvSpPr/>
            <p:nvPr/>
          </p:nvSpPr>
          <p:spPr>
            <a:xfrm>
              <a:off x="3896975" y="5165225"/>
              <a:ext cx="747850" cy="311650"/>
            </a:xfrm>
            <a:custGeom>
              <a:avLst/>
              <a:gdLst/>
              <a:ahLst/>
              <a:cxnLst/>
              <a:rect l="l" t="t" r="r" b="b"/>
              <a:pathLst>
                <a:path w="29914" h="12466" extrusionOk="0">
                  <a:moveTo>
                    <a:pt x="17198" y="0"/>
                  </a:moveTo>
                  <a:lnTo>
                    <a:pt x="17198" y="0"/>
                  </a:lnTo>
                  <a:cubicBezTo>
                    <a:pt x="17198" y="0"/>
                    <a:pt x="17630" y="3140"/>
                    <a:pt x="12057" y="5755"/>
                  </a:cubicBezTo>
                  <a:cubicBezTo>
                    <a:pt x="10169" y="6620"/>
                    <a:pt x="8190" y="7257"/>
                    <a:pt x="6165" y="7689"/>
                  </a:cubicBezTo>
                  <a:cubicBezTo>
                    <a:pt x="1388" y="8758"/>
                    <a:pt x="1" y="12466"/>
                    <a:pt x="1" y="12466"/>
                  </a:cubicBezTo>
                  <a:lnTo>
                    <a:pt x="29914" y="12466"/>
                  </a:lnTo>
                  <a:lnTo>
                    <a:pt x="29618" y="6847"/>
                  </a:lnTo>
                  <a:lnTo>
                    <a:pt x="29322" y="910"/>
                  </a:lnTo>
                  <a:lnTo>
                    <a:pt x="17198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64"/>
            <p:cNvSpPr/>
            <p:nvPr/>
          </p:nvSpPr>
          <p:spPr>
            <a:xfrm>
              <a:off x="4108525" y="2488975"/>
              <a:ext cx="606825" cy="2785450"/>
            </a:xfrm>
            <a:custGeom>
              <a:avLst/>
              <a:gdLst/>
              <a:ahLst/>
              <a:cxnLst/>
              <a:rect l="l" t="t" r="r" b="b"/>
              <a:pathLst>
                <a:path w="24273" h="111418" extrusionOk="0">
                  <a:moveTo>
                    <a:pt x="22680" y="1"/>
                  </a:moveTo>
                  <a:lnTo>
                    <a:pt x="2776" y="638"/>
                  </a:lnTo>
                  <a:cubicBezTo>
                    <a:pt x="2776" y="638"/>
                    <a:pt x="2435" y="5324"/>
                    <a:pt x="2003" y="11989"/>
                  </a:cubicBezTo>
                  <a:cubicBezTo>
                    <a:pt x="1161" y="25228"/>
                    <a:pt x="1" y="46269"/>
                    <a:pt x="524" y="54276"/>
                  </a:cubicBezTo>
                  <a:cubicBezTo>
                    <a:pt x="1320" y="66355"/>
                    <a:pt x="6188" y="107301"/>
                    <a:pt x="6188" y="107301"/>
                  </a:cubicBezTo>
                  <a:lnTo>
                    <a:pt x="24273" y="111418"/>
                  </a:lnTo>
                  <a:cubicBezTo>
                    <a:pt x="24273" y="111418"/>
                    <a:pt x="22066" y="67288"/>
                    <a:pt x="21156" y="57142"/>
                  </a:cubicBezTo>
                  <a:cubicBezTo>
                    <a:pt x="21315" y="50068"/>
                    <a:pt x="21998" y="26570"/>
                    <a:pt x="22430" y="11989"/>
                  </a:cubicBezTo>
                  <a:cubicBezTo>
                    <a:pt x="22635" y="4960"/>
                    <a:pt x="22794" y="1"/>
                    <a:pt x="22794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4"/>
            <p:cNvSpPr/>
            <p:nvPr/>
          </p:nvSpPr>
          <p:spPr>
            <a:xfrm>
              <a:off x="3896975" y="5309100"/>
              <a:ext cx="747850" cy="167775"/>
            </a:xfrm>
            <a:custGeom>
              <a:avLst/>
              <a:gdLst/>
              <a:ahLst/>
              <a:cxnLst/>
              <a:rect l="l" t="t" r="r" b="b"/>
              <a:pathLst>
                <a:path w="29914" h="6711" extrusionOk="0">
                  <a:moveTo>
                    <a:pt x="12057" y="0"/>
                  </a:moveTo>
                  <a:cubicBezTo>
                    <a:pt x="10169" y="865"/>
                    <a:pt x="8190" y="1502"/>
                    <a:pt x="6165" y="1934"/>
                  </a:cubicBezTo>
                  <a:cubicBezTo>
                    <a:pt x="1388" y="3003"/>
                    <a:pt x="1" y="6711"/>
                    <a:pt x="1" y="6711"/>
                  </a:cubicBezTo>
                  <a:lnTo>
                    <a:pt x="29914" y="6711"/>
                  </a:lnTo>
                  <a:lnTo>
                    <a:pt x="29618" y="1092"/>
                  </a:lnTo>
                  <a:cubicBezTo>
                    <a:pt x="26957" y="1911"/>
                    <a:pt x="22930" y="3777"/>
                    <a:pt x="15856" y="4414"/>
                  </a:cubicBezTo>
                  <a:cubicBezTo>
                    <a:pt x="14991" y="2844"/>
                    <a:pt x="13490" y="1274"/>
                    <a:pt x="1205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64"/>
            <p:cNvSpPr/>
            <p:nvPr/>
          </p:nvSpPr>
          <p:spPr>
            <a:xfrm>
              <a:off x="4734650" y="1938700"/>
              <a:ext cx="360575" cy="1374225"/>
            </a:xfrm>
            <a:custGeom>
              <a:avLst/>
              <a:gdLst/>
              <a:ahLst/>
              <a:cxnLst/>
              <a:rect l="l" t="t" r="r" b="b"/>
              <a:pathLst>
                <a:path w="14423" h="54969" extrusionOk="0">
                  <a:moveTo>
                    <a:pt x="8862" y="1"/>
                  </a:moveTo>
                  <a:cubicBezTo>
                    <a:pt x="8776" y="1"/>
                    <a:pt x="8681" y="6"/>
                    <a:pt x="8577" y="15"/>
                  </a:cubicBezTo>
                  <a:cubicBezTo>
                    <a:pt x="7917" y="83"/>
                    <a:pt x="7280" y="151"/>
                    <a:pt x="6643" y="242"/>
                  </a:cubicBezTo>
                  <a:cubicBezTo>
                    <a:pt x="4664" y="538"/>
                    <a:pt x="2708" y="834"/>
                    <a:pt x="729" y="1152"/>
                  </a:cubicBezTo>
                  <a:cubicBezTo>
                    <a:pt x="115" y="1243"/>
                    <a:pt x="1" y="1425"/>
                    <a:pt x="92" y="2085"/>
                  </a:cubicBezTo>
                  <a:cubicBezTo>
                    <a:pt x="228" y="3063"/>
                    <a:pt x="342" y="4064"/>
                    <a:pt x="547" y="5042"/>
                  </a:cubicBezTo>
                  <a:cubicBezTo>
                    <a:pt x="1138" y="8022"/>
                    <a:pt x="1843" y="10979"/>
                    <a:pt x="2367" y="13982"/>
                  </a:cubicBezTo>
                  <a:cubicBezTo>
                    <a:pt x="2822" y="16529"/>
                    <a:pt x="3095" y="19100"/>
                    <a:pt x="3436" y="21670"/>
                  </a:cubicBezTo>
                  <a:cubicBezTo>
                    <a:pt x="3913" y="25333"/>
                    <a:pt x="4027" y="29018"/>
                    <a:pt x="3459" y="32703"/>
                  </a:cubicBezTo>
                  <a:cubicBezTo>
                    <a:pt x="2958" y="35546"/>
                    <a:pt x="2753" y="38435"/>
                    <a:pt x="2799" y="41324"/>
                  </a:cubicBezTo>
                  <a:cubicBezTo>
                    <a:pt x="2822" y="42371"/>
                    <a:pt x="2822" y="43417"/>
                    <a:pt x="2844" y="44463"/>
                  </a:cubicBezTo>
                  <a:cubicBezTo>
                    <a:pt x="2913" y="45806"/>
                    <a:pt x="2981" y="47148"/>
                    <a:pt x="3049" y="48490"/>
                  </a:cubicBezTo>
                  <a:cubicBezTo>
                    <a:pt x="3026" y="48899"/>
                    <a:pt x="3117" y="49286"/>
                    <a:pt x="3299" y="49650"/>
                  </a:cubicBezTo>
                  <a:cubicBezTo>
                    <a:pt x="3394" y="49893"/>
                    <a:pt x="3616" y="50023"/>
                    <a:pt x="3843" y="50023"/>
                  </a:cubicBezTo>
                  <a:cubicBezTo>
                    <a:pt x="3999" y="50023"/>
                    <a:pt x="4157" y="49962"/>
                    <a:pt x="4277" y="49832"/>
                  </a:cubicBezTo>
                  <a:cubicBezTo>
                    <a:pt x="4596" y="49491"/>
                    <a:pt x="4801" y="49081"/>
                    <a:pt x="4869" y="48626"/>
                  </a:cubicBezTo>
                  <a:cubicBezTo>
                    <a:pt x="5074" y="47512"/>
                    <a:pt x="5256" y="46374"/>
                    <a:pt x="5506" y="45260"/>
                  </a:cubicBezTo>
                  <a:cubicBezTo>
                    <a:pt x="5597" y="44850"/>
                    <a:pt x="5551" y="44190"/>
                    <a:pt x="5961" y="44099"/>
                  </a:cubicBezTo>
                  <a:cubicBezTo>
                    <a:pt x="6006" y="44088"/>
                    <a:pt x="6048" y="44082"/>
                    <a:pt x="6086" y="44082"/>
                  </a:cubicBezTo>
                  <a:cubicBezTo>
                    <a:pt x="6493" y="44082"/>
                    <a:pt x="6549" y="44698"/>
                    <a:pt x="6757" y="45009"/>
                  </a:cubicBezTo>
                  <a:cubicBezTo>
                    <a:pt x="6871" y="45169"/>
                    <a:pt x="6984" y="45351"/>
                    <a:pt x="7053" y="45533"/>
                  </a:cubicBezTo>
                  <a:cubicBezTo>
                    <a:pt x="7712" y="47034"/>
                    <a:pt x="8281" y="48581"/>
                    <a:pt x="8167" y="50287"/>
                  </a:cubicBezTo>
                  <a:cubicBezTo>
                    <a:pt x="8099" y="51265"/>
                    <a:pt x="8145" y="52266"/>
                    <a:pt x="8145" y="53267"/>
                  </a:cubicBezTo>
                  <a:cubicBezTo>
                    <a:pt x="8122" y="53767"/>
                    <a:pt x="8236" y="54268"/>
                    <a:pt x="8440" y="54723"/>
                  </a:cubicBezTo>
                  <a:cubicBezTo>
                    <a:pt x="8532" y="54879"/>
                    <a:pt x="8721" y="54969"/>
                    <a:pt x="8896" y="54969"/>
                  </a:cubicBezTo>
                  <a:cubicBezTo>
                    <a:pt x="9025" y="54969"/>
                    <a:pt x="9146" y="54920"/>
                    <a:pt x="9214" y="54814"/>
                  </a:cubicBezTo>
                  <a:cubicBezTo>
                    <a:pt x="9418" y="54495"/>
                    <a:pt x="9600" y="54131"/>
                    <a:pt x="9782" y="53767"/>
                  </a:cubicBezTo>
                  <a:cubicBezTo>
                    <a:pt x="9828" y="53767"/>
                    <a:pt x="9873" y="53767"/>
                    <a:pt x="9919" y="53790"/>
                  </a:cubicBezTo>
                  <a:cubicBezTo>
                    <a:pt x="10242" y="53915"/>
                    <a:pt x="10462" y="53988"/>
                    <a:pt x="10624" y="53988"/>
                  </a:cubicBezTo>
                  <a:cubicBezTo>
                    <a:pt x="10874" y="53988"/>
                    <a:pt x="10987" y="53817"/>
                    <a:pt x="11124" y="53403"/>
                  </a:cubicBezTo>
                  <a:cubicBezTo>
                    <a:pt x="11284" y="52948"/>
                    <a:pt x="11420" y="52471"/>
                    <a:pt x="11534" y="51993"/>
                  </a:cubicBezTo>
                  <a:cubicBezTo>
                    <a:pt x="11966" y="52152"/>
                    <a:pt x="11852" y="52516"/>
                    <a:pt x="12012" y="52766"/>
                  </a:cubicBezTo>
                  <a:cubicBezTo>
                    <a:pt x="12197" y="53056"/>
                    <a:pt x="12454" y="53204"/>
                    <a:pt x="12703" y="53204"/>
                  </a:cubicBezTo>
                  <a:cubicBezTo>
                    <a:pt x="12942" y="53204"/>
                    <a:pt x="13175" y="53068"/>
                    <a:pt x="13331" y="52789"/>
                  </a:cubicBezTo>
                  <a:cubicBezTo>
                    <a:pt x="13604" y="52334"/>
                    <a:pt x="13786" y="51811"/>
                    <a:pt x="13877" y="51265"/>
                  </a:cubicBezTo>
                  <a:cubicBezTo>
                    <a:pt x="14423" y="48103"/>
                    <a:pt x="14377" y="44873"/>
                    <a:pt x="13740" y="41756"/>
                  </a:cubicBezTo>
                  <a:cubicBezTo>
                    <a:pt x="13513" y="40687"/>
                    <a:pt x="13217" y="39618"/>
                    <a:pt x="12967" y="38549"/>
                  </a:cubicBezTo>
                  <a:cubicBezTo>
                    <a:pt x="12831" y="37980"/>
                    <a:pt x="12694" y="37389"/>
                    <a:pt x="12580" y="36797"/>
                  </a:cubicBezTo>
                  <a:cubicBezTo>
                    <a:pt x="11989" y="33545"/>
                    <a:pt x="11898" y="30269"/>
                    <a:pt x="11852" y="26971"/>
                  </a:cubicBezTo>
                  <a:cubicBezTo>
                    <a:pt x="11807" y="24241"/>
                    <a:pt x="11943" y="21488"/>
                    <a:pt x="12012" y="18759"/>
                  </a:cubicBezTo>
                  <a:cubicBezTo>
                    <a:pt x="12080" y="16325"/>
                    <a:pt x="11943" y="13868"/>
                    <a:pt x="11579" y="11457"/>
                  </a:cubicBezTo>
                  <a:cubicBezTo>
                    <a:pt x="11193" y="8932"/>
                    <a:pt x="10647" y="6452"/>
                    <a:pt x="10146" y="3973"/>
                  </a:cubicBezTo>
                  <a:cubicBezTo>
                    <a:pt x="9896" y="2949"/>
                    <a:pt x="9737" y="1903"/>
                    <a:pt x="9646" y="879"/>
                  </a:cubicBezTo>
                  <a:cubicBezTo>
                    <a:pt x="9626" y="210"/>
                    <a:pt x="9419" y="1"/>
                    <a:pt x="886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64"/>
            <p:cNvSpPr/>
            <p:nvPr/>
          </p:nvSpPr>
          <p:spPr>
            <a:xfrm>
              <a:off x="3151425" y="1827975"/>
              <a:ext cx="409500" cy="448500"/>
            </a:xfrm>
            <a:custGeom>
              <a:avLst/>
              <a:gdLst/>
              <a:ahLst/>
              <a:cxnLst/>
              <a:rect l="l" t="t" r="r" b="b"/>
              <a:pathLst>
                <a:path w="16380" h="17940" extrusionOk="0">
                  <a:moveTo>
                    <a:pt x="7552" y="1"/>
                  </a:moveTo>
                  <a:cubicBezTo>
                    <a:pt x="7245" y="1"/>
                    <a:pt x="7028" y="368"/>
                    <a:pt x="6507" y="1168"/>
                  </a:cubicBezTo>
                  <a:cubicBezTo>
                    <a:pt x="5574" y="2647"/>
                    <a:pt x="4687" y="4148"/>
                    <a:pt x="3572" y="5513"/>
                  </a:cubicBezTo>
                  <a:cubicBezTo>
                    <a:pt x="2526" y="6764"/>
                    <a:pt x="1502" y="8061"/>
                    <a:pt x="479" y="9357"/>
                  </a:cubicBezTo>
                  <a:cubicBezTo>
                    <a:pt x="1" y="9926"/>
                    <a:pt x="1" y="10108"/>
                    <a:pt x="433" y="10654"/>
                  </a:cubicBezTo>
                  <a:cubicBezTo>
                    <a:pt x="865" y="11200"/>
                    <a:pt x="1343" y="11723"/>
                    <a:pt x="1821" y="12223"/>
                  </a:cubicBezTo>
                  <a:cubicBezTo>
                    <a:pt x="3299" y="13725"/>
                    <a:pt x="4710" y="15249"/>
                    <a:pt x="6052" y="16864"/>
                  </a:cubicBezTo>
                  <a:cubicBezTo>
                    <a:pt x="6653" y="17593"/>
                    <a:pt x="6919" y="17939"/>
                    <a:pt x="7203" y="17939"/>
                  </a:cubicBezTo>
                  <a:cubicBezTo>
                    <a:pt x="7478" y="17939"/>
                    <a:pt x="7769" y="17615"/>
                    <a:pt x="8395" y="17000"/>
                  </a:cubicBezTo>
                  <a:cubicBezTo>
                    <a:pt x="11329" y="14111"/>
                    <a:pt x="13649" y="10745"/>
                    <a:pt x="16197" y="7537"/>
                  </a:cubicBezTo>
                  <a:cubicBezTo>
                    <a:pt x="16265" y="7401"/>
                    <a:pt x="16334" y="7264"/>
                    <a:pt x="16379" y="7128"/>
                  </a:cubicBezTo>
                  <a:cubicBezTo>
                    <a:pt x="16334" y="6992"/>
                    <a:pt x="16265" y="6855"/>
                    <a:pt x="16174" y="6741"/>
                  </a:cubicBezTo>
                  <a:cubicBezTo>
                    <a:pt x="15879" y="6446"/>
                    <a:pt x="15583" y="6195"/>
                    <a:pt x="15287" y="5945"/>
                  </a:cubicBezTo>
                  <a:cubicBezTo>
                    <a:pt x="13126" y="4216"/>
                    <a:pt x="10988" y="2510"/>
                    <a:pt x="8827" y="804"/>
                  </a:cubicBezTo>
                  <a:cubicBezTo>
                    <a:pt x="8157" y="283"/>
                    <a:pt x="7821" y="1"/>
                    <a:pt x="755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4"/>
            <p:cNvSpPr/>
            <p:nvPr/>
          </p:nvSpPr>
          <p:spPr>
            <a:xfrm>
              <a:off x="3309525" y="1024650"/>
              <a:ext cx="1699825" cy="1956950"/>
            </a:xfrm>
            <a:custGeom>
              <a:avLst/>
              <a:gdLst/>
              <a:ahLst/>
              <a:cxnLst/>
              <a:rect l="l" t="t" r="r" b="b"/>
              <a:pathLst>
                <a:path w="67993" h="78278" extrusionOk="0">
                  <a:moveTo>
                    <a:pt x="44406" y="1"/>
                  </a:moveTo>
                  <a:cubicBezTo>
                    <a:pt x="43930" y="1"/>
                    <a:pt x="43695" y="324"/>
                    <a:pt x="43107" y="1500"/>
                  </a:cubicBezTo>
                  <a:cubicBezTo>
                    <a:pt x="40923" y="5936"/>
                    <a:pt x="39035" y="8370"/>
                    <a:pt x="36670" y="12715"/>
                  </a:cubicBezTo>
                  <a:cubicBezTo>
                    <a:pt x="36465" y="13101"/>
                    <a:pt x="36237" y="13488"/>
                    <a:pt x="36010" y="13875"/>
                  </a:cubicBezTo>
                  <a:cubicBezTo>
                    <a:pt x="35975" y="13944"/>
                    <a:pt x="35897" y="13974"/>
                    <a:pt x="35808" y="13974"/>
                  </a:cubicBezTo>
                  <a:cubicBezTo>
                    <a:pt x="35663" y="13974"/>
                    <a:pt x="35489" y="13896"/>
                    <a:pt x="35419" y="13784"/>
                  </a:cubicBezTo>
                  <a:cubicBezTo>
                    <a:pt x="35146" y="13215"/>
                    <a:pt x="34804" y="12783"/>
                    <a:pt x="34577" y="12351"/>
                  </a:cubicBezTo>
                  <a:cubicBezTo>
                    <a:pt x="32803" y="9098"/>
                    <a:pt x="32006" y="7801"/>
                    <a:pt x="30414" y="4890"/>
                  </a:cubicBezTo>
                  <a:cubicBezTo>
                    <a:pt x="29936" y="4025"/>
                    <a:pt x="29595" y="3070"/>
                    <a:pt x="29140" y="2183"/>
                  </a:cubicBezTo>
                  <a:cubicBezTo>
                    <a:pt x="28933" y="1782"/>
                    <a:pt x="28764" y="1604"/>
                    <a:pt x="28489" y="1604"/>
                  </a:cubicBezTo>
                  <a:cubicBezTo>
                    <a:pt x="28342" y="1604"/>
                    <a:pt x="28164" y="1655"/>
                    <a:pt x="27935" y="1750"/>
                  </a:cubicBezTo>
                  <a:cubicBezTo>
                    <a:pt x="26001" y="2569"/>
                    <a:pt x="24068" y="3388"/>
                    <a:pt x="22157" y="4230"/>
                  </a:cubicBezTo>
                  <a:cubicBezTo>
                    <a:pt x="21884" y="4344"/>
                    <a:pt x="21611" y="4503"/>
                    <a:pt x="21361" y="4639"/>
                  </a:cubicBezTo>
                  <a:cubicBezTo>
                    <a:pt x="18381" y="6186"/>
                    <a:pt x="16015" y="8461"/>
                    <a:pt x="14081" y="11168"/>
                  </a:cubicBezTo>
                  <a:cubicBezTo>
                    <a:pt x="12171" y="13807"/>
                    <a:pt x="10328" y="16468"/>
                    <a:pt x="8508" y="19152"/>
                  </a:cubicBezTo>
                  <a:cubicBezTo>
                    <a:pt x="5915" y="22997"/>
                    <a:pt x="3367" y="26864"/>
                    <a:pt x="820" y="30731"/>
                  </a:cubicBezTo>
                  <a:cubicBezTo>
                    <a:pt x="615" y="31026"/>
                    <a:pt x="433" y="31322"/>
                    <a:pt x="251" y="31618"/>
                  </a:cubicBezTo>
                  <a:cubicBezTo>
                    <a:pt x="1" y="32141"/>
                    <a:pt x="46" y="32459"/>
                    <a:pt x="433" y="32846"/>
                  </a:cubicBezTo>
                  <a:cubicBezTo>
                    <a:pt x="638" y="33051"/>
                    <a:pt x="865" y="33256"/>
                    <a:pt x="1093" y="33438"/>
                  </a:cubicBezTo>
                  <a:cubicBezTo>
                    <a:pt x="3618" y="35394"/>
                    <a:pt x="6029" y="37487"/>
                    <a:pt x="8645" y="39306"/>
                  </a:cubicBezTo>
                  <a:cubicBezTo>
                    <a:pt x="9327" y="39786"/>
                    <a:pt x="9714" y="40041"/>
                    <a:pt x="10048" y="40041"/>
                  </a:cubicBezTo>
                  <a:cubicBezTo>
                    <a:pt x="10427" y="40041"/>
                    <a:pt x="10736" y="39712"/>
                    <a:pt x="11329" y="39011"/>
                  </a:cubicBezTo>
                  <a:cubicBezTo>
                    <a:pt x="12717" y="37373"/>
                    <a:pt x="14059" y="35690"/>
                    <a:pt x="15424" y="34052"/>
                  </a:cubicBezTo>
                  <a:cubicBezTo>
                    <a:pt x="15674" y="33733"/>
                    <a:pt x="15947" y="33438"/>
                    <a:pt x="16220" y="33142"/>
                  </a:cubicBezTo>
                  <a:cubicBezTo>
                    <a:pt x="16258" y="33095"/>
                    <a:pt x="16315" y="33071"/>
                    <a:pt x="16373" y="33071"/>
                  </a:cubicBezTo>
                  <a:cubicBezTo>
                    <a:pt x="16454" y="33071"/>
                    <a:pt x="16534" y="33117"/>
                    <a:pt x="16561" y="33210"/>
                  </a:cubicBezTo>
                  <a:cubicBezTo>
                    <a:pt x="16606" y="33347"/>
                    <a:pt x="16629" y="33506"/>
                    <a:pt x="16606" y="33665"/>
                  </a:cubicBezTo>
                  <a:cubicBezTo>
                    <a:pt x="16584" y="37441"/>
                    <a:pt x="16788" y="41240"/>
                    <a:pt x="16379" y="45016"/>
                  </a:cubicBezTo>
                  <a:cubicBezTo>
                    <a:pt x="16038" y="48292"/>
                    <a:pt x="15515" y="51545"/>
                    <a:pt x="14764" y="54752"/>
                  </a:cubicBezTo>
                  <a:cubicBezTo>
                    <a:pt x="13877" y="58323"/>
                    <a:pt x="12808" y="61872"/>
                    <a:pt x="11534" y="65330"/>
                  </a:cubicBezTo>
                  <a:cubicBezTo>
                    <a:pt x="10533" y="67991"/>
                    <a:pt x="9623" y="70675"/>
                    <a:pt x="8690" y="73359"/>
                  </a:cubicBezTo>
                  <a:cubicBezTo>
                    <a:pt x="8440" y="74133"/>
                    <a:pt x="8508" y="74315"/>
                    <a:pt x="9304" y="74520"/>
                  </a:cubicBezTo>
                  <a:cubicBezTo>
                    <a:pt x="9987" y="74724"/>
                    <a:pt x="10669" y="74861"/>
                    <a:pt x="11352" y="75020"/>
                  </a:cubicBezTo>
                  <a:cubicBezTo>
                    <a:pt x="15992" y="76157"/>
                    <a:pt x="20724" y="76976"/>
                    <a:pt x="25478" y="77477"/>
                  </a:cubicBezTo>
                  <a:cubicBezTo>
                    <a:pt x="30610" y="78005"/>
                    <a:pt x="35741" y="78278"/>
                    <a:pt x="40891" y="78278"/>
                  </a:cubicBezTo>
                  <a:cubicBezTo>
                    <a:pt x="41289" y="78278"/>
                    <a:pt x="41686" y="78276"/>
                    <a:pt x="42084" y="78273"/>
                  </a:cubicBezTo>
                  <a:cubicBezTo>
                    <a:pt x="44063" y="78250"/>
                    <a:pt x="47861" y="78182"/>
                    <a:pt x="51615" y="77773"/>
                  </a:cubicBezTo>
                  <a:cubicBezTo>
                    <a:pt x="52775" y="77659"/>
                    <a:pt x="53890" y="77477"/>
                    <a:pt x="55027" y="77295"/>
                  </a:cubicBezTo>
                  <a:cubicBezTo>
                    <a:pt x="55709" y="77181"/>
                    <a:pt x="55800" y="77090"/>
                    <a:pt x="55846" y="76430"/>
                  </a:cubicBezTo>
                  <a:cubicBezTo>
                    <a:pt x="55960" y="75134"/>
                    <a:pt x="56051" y="73837"/>
                    <a:pt x="56142" y="72563"/>
                  </a:cubicBezTo>
                  <a:cubicBezTo>
                    <a:pt x="56187" y="71403"/>
                    <a:pt x="56187" y="70266"/>
                    <a:pt x="56278" y="69106"/>
                  </a:cubicBezTo>
                  <a:cubicBezTo>
                    <a:pt x="56505" y="66080"/>
                    <a:pt x="56574" y="63032"/>
                    <a:pt x="56665" y="60007"/>
                  </a:cubicBezTo>
                  <a:cubicBezTo>
                    <a:pt x="56801" y="54707"/>
                    <a:pt x="56483" y="49429"/>
                    <a:pt x="56437" y="44129"/>
                  </a:cubicBezTo>
                  <a:cubicBezTo>
                    <a:pt x="56437" y="42696"/>
                    <a:pt x="56392" y="41240"/>
                    <a:pt x="56369" y="39807"/>
                  </a:cubicBezTo>
                  <a:cubicBezTo>
                    <a:pt x="56301" y="39488"/>
                    <a:pt x="56528" y="39193"/>
                    <a:pt x="56847" y="39170"/>
                  </a:cubicBezTo>
                  <a:cubicBezTo>
                    <a:pt x="57279" y="39079"/>
                    <a:pt x="57734" y="38988"/>
                    <a:pt x="58166" y="38897"/>
                  </a:cubicBezTo>
                  <a:cubicBezTo>
                    <a:pt x="60850" y="38419"/>
                    <a:pt x="63580" y="38124"/>
                    <a:pt x="66241" y="37373"/>
                  </a:cubicBezTo>
                  <a:cubicBezTo>
                    <a:pt x="67902" y="36918"/>
                    <a:pt x="67993" y="36850"/>
                    <a:pt x="67879" y="35144"/>
                  </a:cubicBezTo>
                  <a:cubicBezTo>
                    <a:pt x="67788" y="33233"/>
                    <a:pt x="67538" y="31368"/>
                    <a:pt x="67151" y="29502"/>
                  </a:cubicBezTo>
                  <a:cubicBezTo>
                    <a:pt x="66287" y="25612"/>
                    <a:pt x="65582" y="21677"/>
                    <a:pt x="64490" y="17833"/>
                  </a:cubicBezTo>
                  <a:cubicBezTo>
                    <a:pt x="63921" y="15831"/>
                    <a:pt x="63330" y="13807"/>
                    <a:pt x="62420" y="11918"/>
                  </a:cubicBezTo>
                  <a:cubicBezTo>
                    <a:pt x="60191" y="7278"/>
                    <a:pt x="56847" y="3820"/>
                    <a:pt x="51865" y="2137"/>
                  </a:cubicBezTo>
                  <a:cubicBezTo>
                    <a:pt x="51387" y="1978"/>
                    <a:pt x="50932" y="1796"/>
                    <a:pt x="50455" y="1637"/>
                  </a:cubicBezTo>
                  <a:cubicBezTo>
                    <a:pt x="48931" y="1045"/>
                    <a:pt x="47338" y="590"/>
                    <a:pt x="45723" y="249"/>
                  </a:cubicBezTo>
                  <a:cubicBezTo>
                    <a:pt x="45094" y="127"/>
                    <a:pt x="44703" y="1"/>
                    <a:pt x="44406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4"/>
            <p:cNvSpPr/>
            <p:nvPr/>
          </p:nvSpPr>
          <p:spPr>
            <a:xfrm>
              <a:off x="3811675" y="1538700"/>
              <a:ext cx="265600" cy="256025"/>
            </a:xfrm>
            <a:custGeom>
              <a:avLst/>
              <a:gdLst/>
              <a:ahLst/>
              <a:cxnLst/>
              <a:rect l="l" t="t" r="r" b="b"/>
              <a:pathLst>
                <a:path w="10624" h="10241" extrusionOk="0">
                  <a:moveTo>
                    <a:pt x="9600" y="1"/>
                  </a:moveTo>
                  <a:cubicBezTo>
                    <a:pt x="7075" y="23"/>
                    <a:pt x="4528" y="69"/>
                    <a:pt x="1980" y="114"/>
                  </a:cubicBezTo>
                  <a:cubicBezTo>
                    <a:pt x="1548" y="137"/>
                    <a:pt x="1093" y="183"/>
                    <a:pt x="660" y="251"/>
                  </a:cubicBezTo>
                  <a:cubicBezTo>
                    <a:pt x="274" y="274"/>
                    <a:pt x="1" y="592"/>
                    <a:pt x="46" y="956"/>
                  </a:cubicBezTo>
                  <a:cubicBezTo>
                    <a:pt x="23" y="1752"/>
                    <a:pt x="46" y="2548"/>
                    <a:pt x="46" y="3663"/>
                  </a:cubicBezTo>
                  <a:cubicBezTo>
                    <a:pt x="69" y="4141"/>
                    <a:pt x="92" y="4937"/>
                    <a:pt x="160" y="5733"/>
                  </a:cubicBezTo>
                  <a:cubicBezTo>
                    <a:pt x="228" y="6688"/>
                    <a:pt x="387" y="7621"/>
                    <a:pt x="638" y="8531"/>
                  </a:cubicBezTo>
                  <a:cubicBezTo>
                    <a:pt x="797" y="9282"/>
                    <a:pt x="1388" y="9873"/>
                    <a:pt x="2162" y="9987"/>
                  </a:cubicBezTo>
                  <a:cubicBezTo>
                    <a:pt x="2594" y="10100"/>
                    <a:pt x="3026" y="10169"/>
                    <a:pt x="3481" y="10214"/>
                  </a:cubicBezTo>
                  <a:cubicBezTo>
                    <a:pt x="4138" y="10227"/>
                    <a:pt x="4794" y="10240"/>
                    <a:pt x="5455" y="10240"/>
                  </a:cubicBezTo>
                  <a:cubicBezTo>
                    <a:pt x="5939" y="10240"/>
                    <a:pt x="6426" y="10233"/>
                    <a:pt x="6916" y="10214"/>
                  </a:cubicBezTo>
                  <a:cubicBezTo>
                    <a:pt x="7416" y="10169"/>
                    <a:pt x="7894" y="10078"/>
                    <a:pt x="8372" y="9941"/>
                  </a:cubicBezTo>
                  <a:cubicBezTo>
                    <a:pt x="9122" y="9782"/>
                    <a:pt x="9737" y="9213"/>
                    <a:pt x="9896" y="8463"/>
                  </a:cubicBezTo>
                  <a:cubicBezTo>
                    <a:pt x="10078" y="7894"/>
                    <a:pt x="10192" y="7302"/>
                    <a:pt x="10237" y="6711"/>
                  </a:cubicBezTo>
                  <a:cubicBezTo>
                    <a:pt x="10396" y="4914"/>
                    <a:pt x="10487" y="3140"/>
                    <a:pt x="10601" y="1343"/>
                  </a:cubicBezTo>
                  <a:cubicBezTo>
                    <a:pt x="10624" y="1092"/>
                    <a:pt x="10624" y="842"/>
                    <a:pt x="10601" y="592"/>
                  </a:cubicBezTo>
                  <a:cubicBezTo>
                    <a:pt x="10624" y="274"/>
                    <a:pt x="10374" y="23"/>
                    <a:pt x="10055" y="23"/>
                  </a:cubicBezTo>
                  <a:cubicBezTo>
                    <a:pt x="9896" y="1"/>
                    <a:pt x="9759" y="1"/>
                    <a:pt x="960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64"/>
            <p:cNvSpPr/>
            <p:nvPr/>
          </p:nvSpPr>
          <p:spPr>
            <a:xfrm>
              <a:off x="3916900" y="1494825"/>
              <a:ext cx="68250" cy="377725"/>
            </a:xfrm>
            <a:custGeom>
              <a:avLst/>
              <a:gdLst/>
              <a:ahLst/>
              <a:cxnLst/>
              <a:rect l="l" t="t" r="r" b="b"/>
              <a:pathLst>
                <a:path w="2730" h="15109" extrusionOk="0">
                  <a:moveTo>
                    <a:pt x="792" y="0"/>
                  </a:moveTo>
                  <a:cubicBezTo>
                    <a:pt x="756" y="0"/>
                    <a:pt x="719" y="2"/>
                    <a:pt x="682" y="4"/>
                  </a:cubicBezTo>
                  <a:cubicBezTo>
                    <a:pt x="668" y="3"/>
                    <a:pt x="653" y="2"/>
                    <a:pt x="639" y="2"/>
                  </a:cubicBezTo>
                  <a:cubicBezTo>
                    <a:pt x="339" y="2"/>
                    <a:pt x="89" y="223"/>
                    <a:pt x="46" y="527"/>
                  </a:cubicBezTo>
                  <a:cubicBezTo>
                    <a:pt x="23" y="732"/>
                    <a:pt x="0" y="914"/>
                    <a:pt x="0" y="1119"/>
                  </a:cubicBezTo>
                  <a:cubicBezTo>
                    <a:pt x="0" y="3052"/>
                    <a:pt x="0" y="5008"/>
                    <a:pt x="0" y="6942"/>
                  </a:cubicBezTo>
                  <a:lnTo>
                    <a:pt x="23" y="6942"/>
                  </a:lnTo>
                  <a:cubicBezTo>
                    <a:pt x="68" y="8284"/>
                    <a:pt x="91" y="9626"/>
                    <a:pt x="137" y="10968"/>
                  </a:cubicBezTo>
                  <a:cubicBezTo>
                    <a:pt x="182" y="12060"/>
                    <a:pt x="273" y="13152"/>
                    <a:pt x="341" y="14244"/>
                  </a:cubicBezTo>
                  <a:cubicBezTo>
                    <a:pt x="387" y="14494"/>
                    <a:pt x="455" y="14722"/>
                    <a:pt x="569" y="14949"/>
                  </a:cubicBezTo>
                  <a:cubicBezTo>
                    <a:pt x="614" y="15040"/>
                    <a:pt x="705" y="15086"/>
                    <a:pt x="796" y="15108"/>
                  </a:cubicBezTo>
                  <a:cubicBezTo>
                    <a:pt x="955" y="15086"/>
                    <a:pt x="1069" y="15017"/>
                    <a:pt x="1160" y="14904"/>
                  </a:cubicBezTo>
                  <a:cubicBezTo>
                    <a:pt x="1251" y="14744"/>
                    <a:pt x="1297" y="14540"/>
                    <a:pt x="1319" y="14358"/>
                  </a:cubicBezTo>
                  <a:cubicBezTo>
                    <a:pt x="1410" y="13402"/>
                    <a:pt x="1501" y="12470"/>
                    <a:pt x="1524" y="11514"/>
                  </a:cubicBezTo>
                  <a:cubicBezTo>
                    <a:pt x="1570" y="9035"/>
                    <a:pt x="1570" y="6533"/>
                    <a:pt x="1592" y="4053"/>
                  </a:cubicBezTo>
                  <a:cubicBezTo>
                    <a:pt x="1592" y="3507"/>
                    <a:pt x="1592" y="2961"/>
                    <a:pt x="1615" y="2415"/>
                  </a:cubicBezTo>
                  <a:cubicBezTo>
                    <a:pt x="1615" y="2120"/>
                    <a:pt x="1752" y="2029"/>
                    <a:pt x="2047" y="1938"/>
                  </a:cubicBezTo>
                  <a:cubicBezTo>
                    <a:pt x="2525" y="1778"/>
                    <a:pt x="2730" y="1073"/>
                    <a:pt x="2389" y="755"/>
                  </a:cubicBezTo>
                  <a:cubicBezTo>
                    <a:pt x="1937" y="367"/>
                    <a:pt x="1424" y="0"/>
                    <a:pt x="79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64"/>
            <p:cNvSpPr/>
            <p:nvPr/>
          </p:nvSpPr>
          <p:spPr>
            <a:xfrm>
              <a:off x="2507125" y="1561150"/>
              <a:ext cx="1023650" cy="1024875"/>
            </a:xfrm>
            <a:custGeom>
              <a:avLst/>
              <a:gdLst/>
              <a:ahLst/>
              <a:cxnLst/>
              <a:rect l="l" t="t" r="r" b="b"/>
              <a:pathLst>
                <a:path w="40946" h="40995" extrusionOk="0">
                  <a:moveTo>
                    <a:pt x="16411" y="1"/>
                  </a:moveTo>
                  <a:cubicBezTo>
                    <a:pt x="16197" y="1"/>
                    <a:pt x="15946" y="142"/>
                    <a:pt x="15468" y="331"/>
                  </a:cubicBezTo>
                  <a:cubicBezTo>
                    <a:pt x="10555" y="2264"/>
                    <a:pt x="5641" y="4243"/>
                    <a:pt x="751" y="6200"/>
                  </a:cubicBezTo>
                  <a:cubicBezTo>
                    <a:pt x="455" y="6268"/>
                    <a:pt x="182" y="6450"/>
                    <a:pt x="0" y="6700"/>
                  </a:cubicBezTo>
                  <a:cubicBezTo>
                    <a:pt x="68" y="7269"/>
                    <a:pt x="500" y="7656"/>
                    <a:pt x="819" y="8088"/>
                  </a:cubicBezTo>
                  <a:cubicBezTo>
                    <a:pt x="3367" y="11341"/>
                    <a:pt x="5937" y="14594"/>
                    <a:pt x="8462" y="17869"/>
                  </a:cubicBezTo>
                  <a:cubicBezTo>
                    <a:pt x="14194" y="25353"/>
                    <a:pt x="19950" y="32814"/>
                    <a:pt x="25682" y="40298"/>
                  </a:cubicBezTo>
                  <a:cubicBezTo>
                    <a:pt x="26045" y="40774"/>
                    <a:pt x="26256" y="40995"/>
                    <a:pt x="26517" y="40995"/>
                  </a:cubicBezTo>
                  <a:cubicBezTo>
                    <a:pt x="26730" y="40995"/>
                    <a:pt x="26977" y="40847"/>
                    <a:pt x="27365" y="40571"/>
                  </a:cubicBezTo>
                  <a:cubicBezTo>
                    <a:pt x="27570" y="40435"/>
                    <a:pt x="27775" y="40276"/>
                    <a:pt x="27957" y="40116"/>
                  </a:cubicBezTo>
                  <a:cubicBezTo>
                    <a:pt x="32051" y="37023"/>
                    <a:pt x="35987" y="33701"/>
                    <a:pt x="39945" y="30426"/>
                  </a:cubicBezTo>
                  <a:cubicBezTo>
                    <a:pt x="40945" y="29607"/>
                    <a:pt x="40945" y="29584"/>
                    <a:pt x="40104" y="28561"/>
                  </a:cubicBezTo>
                  <a:cubicBezTo>
                    <a:pt x="32552" y="19348"/>
                    <a:pt x="24999" y="10112"/>
                    <a:pt x="17447" y="900"/>
                  </a:cubicBezTo>
                  <a:cubicBezTo>
                    <a:pt x="16897" y="234"/>
                    <a:pt x="16685" y="1"/>
                    <a:pt x="1641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64"/>
            <p:cNvSpPr/>
            <p:nvPr/>
          </p:nvSpPr>
          <p:spPr>
            <a:xfrm>
              <a:off x="2642450" y="1607325"/>
              <a:ext cx="203625" cy="112250"/>
            </a:xfrm>
            <a:custGeom>
              <a:avLst/>
              <a:gdLst/>
              <a:ahLst/>
              <a:cxnLst/>
              <a:rect l="l" t="t" r="r" b="b"/>
              <a:pathLst>
                <a:path w="8145" h="4490" extrusionOk="0">
                  <a:moveTo>
                    <a:pt x="3742" y="1"/>
                  </a:moveTo>
                  <a:cubicBezTo>
                    <a:pt x="3315" y="1"/>
                    <a:pt x="2912" y="310"/>
                    <a:pt x="2844" y="781"/>
                  </a:cubicBezTo>
                  <a:cubicBezTo>
                    <a:pt x="2822" y="941"/>
                    <a:pt x="2799" y="1077"/>
                    <a:pt x="2844" y="1236"/>
                  </a:cubicBezTo>
                  <a:cubicBezTo>
                    <a:pt x="3026" y="1873"/>
                    <a:pt x="2617" y="2101"/>
                    <a:pt x="2139" y="2328"/>
                  </a:cubicBezTo>
                  <a:cubicBezTo>
                    <a:pt x="1479" y="2578"/>
                    <a:pt x="888" y="2942"/>
                    <a:pt x="342" y="3375"/>
                  </a:cubicBezTo>
                  <a:cubicBezTo>
                    <a:pt x="92" y="3534"/>
                    <a:pt x="1" y="3875"/>
                    <a:pt x="115" y="4171"/>
                  </a:cubicBezTo>
                  <a:cubicBezTo>
                    <a:pt x="251" y="4421"/>
                    <a:pt x="501" y="4467"/>
                    <a:pt x="820" y="4489"/>
                  </a:cubicBezTo>
                  <a:cubicBezTo>
                    <a:pt x="1047" y="4467"/>
                    <a:pt x="1275" y="4421"/>
                    <a:pt x="1479" y="4353"/>
                  </a:cubicBezTo>
                  <a:cubicBezTo>
                    <a:pt x="3459" y="3579"/>
                    <a:pt x="5460" y="2829"/>
                    <a:pt x="7303" y="1760"/>
                  </a:cubicBezTo>
                  <a:cubicBezTo>
                    <a:pt x="7553" y="1600"/>
                    <a:pt x="7781" y="1418"/>
                    <a:pt x="7985" y="1191"/>
                  </a:cubicBezTo>
                  <a:cubicBezTo>
                    <a:pt x="8122" y="1054"/>
                    <a:pt x="8145" y="827"/>
                    <a:pt x="8031" y="645"/>
                  </a:cubicBezTo>
                  <a:cubicBezTo>
                    <a:pt x="7940" y="531"/>
                    <a:pt x="7826" y="463"/>
                    <a:pt x="7690" y="417"/>
                  </a:cubicBezTo>
                  <a:cubicBezTo>
                    <a:pt x="7600" y="409"/>
                    <a:pt x="7511" y="404"/>
                    <a:pt x="7422" y="404"/>
                  </a:cubicBezTo>
                  <a:cubicBezTo>
                    <a:pt x="7058" y="404"/>
                    <a:pt x="6699" y="480"/>
                    <a:pt x="6370" y="645"/>
                  </a:cubicBezTo>
                  <a:cubicBezTo>
                    <a:pt x="6044" y="777"/>
                    <a:pt x="5727" y="882"/>
                    <a:pt x="5432" y="882"/>
                  </a:cubicBezTo>
                  <a:cubicBezTo>
                    <a:pt x="5067" y="882"/>
                    <a:pt x="4736" y="723"/>
                    <a:pt x="4459" y="258"/>
                  </a:cubicBezTo>
                  <a:cubicBezTo>
                    <a:pt x="4391" y="190"/>
                    <a:pt x="4277" y="167"/>
                    <a:pt x="4186" y="122"/>
                  </a:cubicBezTo>
                  <a:cubicBezTo>
                    <a:pt x="4044" y="39"/>
                    <a:pt x="3892" y="1"/>
                    <a:pt x="3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64"/>
            <p:cNvSpPr/>
            <p:nvPr/>
          </p:nvSpPr>
          <p:spPr>
            <a:xfrm>
              <a:off x="2605700" y="1863300"/>
              <a:ext cx="236400" cy="284725"/>
            </a:xfrm>
            <a:custGeom>
              <a:avLst/>
              <a:gdLst/>
              <a:ahLst/>
              <a:cxnLst/>
              <a:rect l="l" t="t" r="r" b="b"/>
              <a:pathLst>
                <a:path w="9456" h="11389" extrusionOk="0">
                  <a:moveTo>
                    <a:pt x="6286" y="1"/>
                  </a:moveTo>
                  <a:cubicBezTo>
                    <a:pt x="6171" y="1"/>
                    <a:pt x="6045" y="16"/>
                    <a:pt x="5907" y="51"/>
                  </a:cubicBezTo>
                  <a:cubicBezTo>
                    <a:pt x="4405" y="415"/>
                    <a:pt x="629" y="3236"/>
                    <a:pt x="356" y="4350"/>
                  </a:cubicBezTo>
                  <a:cubicBezTo>
                    <a:pt x="1" y="5773"/>
                    <a:pt x="4663" y="11388"/>
                    <a:pt x="5597" y="11388"/>
                  </a:cubicBezTo>
                  <a:cubicBezTo>
                    <a:pt x="5619" y="11388"/>
                    <a:pt x="5639" y="11385"/>
                    <a:pt x="5656" y="11379"/>
                  </a:cubicBezTo>
                  <a:cubicBezTo>
                    <a:pt x="6430" y="11106"/>
                    <a:pt x="9273" y="7876"/>
                    <a:pt x="9387" y="7285"/>
                  </a:cubicBezTo>
                  <a:cubicBezTo>
                    <a:pt x="9455" y="6921"/>
                    <a:pt x="9433" y="6534"/>
                    <a:pt x="9273" y="6193"/>
                  </a:cubicBezTo>
                  <a:cubicBezTo>
                    <a:pt x="9137" y="5897"/>
                    <a:pt x="8955" y="5647"/>
                    <a:pt x="8727" y="5442"/>
                  </a:cubicBezTo>
                  <a:cubicBezTo>
                    <a:pt x="9046" y="4714"/>
                    <a:pt x="9046" y="4168"/>
                    <a:pt x="8136" y="3463"/>
                  </a:cubicBezTo>
                  <a:cubicBezTo>
                    <a:pt x="8272" y="3258"/>
                    <a:pt x="8363" y="3008"/>
                    <a:pt x="8409" y="2758"/>
                  </a:cubicBezTo>
                  <a:cubicBezTo>
                    <a:pt x="8614" y="1689"/>
                    <a:pt x="7453" y="1484"/>
                    <a:pt x="7453" y="1484"/>
                  </a:cubicBezTo>
                  <a:cubicBezTo>
                    <a:pt x="7453" y="1279"/>
                    <a:pt x="7408" y="1097"/>
                    <a:pt x="7363" y="915"/>
                  </a:cubicBezTo>
                  <a:cubicBezTo>
                    <a:pt x="7227" y="491"/>
                    <a:pt x="6929" y="1"/>
                    <a:pt x="628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64"/>
            <p:cNvSpPr/>
            <p:nvPr/>
          </p:nvSpPr>
          <p:spPr>
            <a:xfrm>
              <a:off x="2663500" y="1886175"/>
              <a:ext cx="128550" cy="118875"/>
            </a:xfrm>
            <a:custGeom>
              <a:avLst/>
              <a:gdLst/>
              <a:ahLst/>
              <a:cxnLst/>
              <a:rect l="l" t="t" r="r" b="b"/>
              <a:pathLst>
                <a:path w="5142" h="4755" extrusionOk="0">
                  <a:moveTo>
                    <a:pt x="5051" y="0"/>
                  </a:moveTo>
                  <a:cubicBezTo>
                    <a:pt x="3777" y="250"/>
                    <a:pt x="2639" y="933"/>
                    <a:pt x="1798" y="1911"/>
                  </a:cubicBezTo>
                  <a:cubicBezTo>
                    <a:pt x="1206" y="2639"/>
                    <a:pt x="23" y="4686"/>
                    <a:pt x="1" y="4754"/>
                  </a:cubicBezTo>
                  <a:cubicBezTo>
                    <a:pt x="69" y="4686"/>
                    <a:pt x="2639" y="2025"/>
                    <a:pt x="3299" y="1547"/>
                  </a:cubicBezTo>
                  <a:cubicBezTo>
                    <a:pt x="3959" y="1092"/>
                    <a:pt x="4732" y="592"/>
                    <a:pt x="5141" y="569"/>
                  </a:cubicBezTo>
                  <a:cubicBezTo>
                    <a:pt x="5141" y="364"/>
                    <a:pt x="5096" y="182"/>
                    <a:pt x="505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64"/>
            <p:cNvSpPr/>
            <p:nvPr/>
          </p:nvSpPr>
          <p:spPr>
            <a:xfrm>
              <a:off x="2713550" y="1932225"/>
              <a:ext cx="102375" cy="106950"/>
            </a:xfrm>
            <a:custGeom>
              <a:avLst/>
              <a:gdLst/>
              <a:ahLst/>
              <a:cxnLst/>
              <a:rect l="l" t="t" r="r" b="b"/>
              <a:pathLst>
                <a:path w="4095" h="4278" extrusionOk="0">
                  <a:moveTo>
                    <a:pt x="4095" y="1"/>
                  </a:moveTo>
                  <a:lnTo>
                    <a:pt x="4095" y="1"/>
                  </a:lnTo>
                  <a:cubicBezTo>
                    <a:pt x="3526" y="251"/>
                    <a:pt x="2958" y="547"/>
                    <a:pt x="2457" y="911"/>
                  </a:cubicBezTo>
                  <a:cubicBezTo>
                    <a:pt x="1320" y="1707"/>
                    <a:pt x="46" y="4209"/>
                    <a:pt x="0" y="4277"/>
                  </a:cubicBezTo>
                  <a:lnTo>
                    <a:pt x="3822" y="706"/>
                  </a:lnTo>
                  <a:cubicBezTo>
                    <a:pt x="3958" y="501"/>
                    <a:pt x="4049" y="251"/>
                    <a:pt x="409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4"/>
            <p:cNvSpPr/>
            <p:nvPr/>
          </p:nvSpPr>
          <p:spPr>
            <a:xfrm>
              <a:off x="2766425" y="1999350"/>
              <a:ext cx="71125" cy="73950"/>
            </a:xfrm>
            <a:custGeom>
              <a:avLst/>
              <a:gdLst/>
              <a:ahLst/>
              <a:cxnLst/>
              <a:rect l="l" t="t" r="r" b="b"/>
              <a:pathLst>
                <a:path w="2845" h="2958" extrusionOk="0">
                  <a:moveTo>
                    <a:pt x="2298" y="0"/>
                  </a:moveTo>
                  <a:lnTo>
                    <a:pt x="1" y="2957"/>
                  </a:lnTo>
                  <a:cubicBezTo>
                    <a:pt x="1" y="2957"/>
                    <a:pt x="1934" y="1752"/>
                    <a:pt x="2844" y="751"/>
                  </a:cubicBezTo>
                  <a:cubicBezTo>
                    <a:pt x="2708" y="455"/>
                    <a:pt x="2526" y="205"/>
                    <a:pt x="2298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64"/>
            <p:cNvSpPr/>
            <p:nvPr/>
          </p:nvSpPr>
          <p:spPr>
            <a:xfrm>
              <a:off x="3981150" y="1024825"/>
              <a:ext cx="484550" cy="417650"/>
            </a:xfrm>
            <a:custGeom>
              <a:avLst/>
              <a:gdLst/>
              <a:ahLst/>
              <a:cxnLst/>
              <a:rect l="l" t="t" r="r" b="b"/>
              <a:pathLst>
                <a:path w="19382" h="16706" extrusionOk="0">
                  <a:moveTo>
                    <a:pt x="17551" y="0"/>
                  </a:moveTo>
                  <a:cubicBezTo>
                    <a:pt x="17068" y="0"/>
                    <a:pt x="16835" y="322"/>
                    <a:pt x="16242" y="1493"/>
                  </a:cubicBezTo>
                  <a:cubicBezTo>
                    <a:pt x="14058" y="5929"/>
                    <a:pt x="12170" y="8363"/>
                    <a:pt x="9805" y="12708"/>
                  </a:cubicBezTo>
                  <a:cubicBezTo>
                    <a:pt x="9600" y="13094"/>
                    <a:pt x="9372" y="13481"/>
                    <a:pt x="9145" y="13868"/>
                  </a:cubicBezTo>
                  <a:cubicBezTo>
                    <a:pt x="9110" y="13937"/>
                    <a:pt x="9032" y="13967"/>
                    <a:pt x="8943" y="13967"/>
                  </a:cubicBezTo>
                  <a:cubicBezTo>
                    <a:pt x="8798" y="13967"/>
                    <a:pt x="8624" y="13889"/>
                    <a:pt x="8554" y="13777"/>
                  </a:cubicBezTo>
                  <a:cubicBezTo>
                    <a:pt x="8281" y="13208"/>
                    <a:pt x="7939" y="12776"/>
                    <a:pt x="7712" y="12344"/>
                  </a:cubicBezTo>
                  <a:cubicBezTo>
                    <a:pt x="5938" y="9091"/>
                    <a:pt x="5141" y="7794"/>
                    <a:pt x="3549" y="4883"/>
                  </a:cubicBezTo>
                  <a:cubicBezTo>
                    <a:pt x="3071" y="4018"/>
                    <a:pt x="2730" y="3063"/>
                    <a:pt x="2275" y="2176"/>
                  </a:cubicBezTo>
                  <a:cubicBezTo>
                    <a:pt x="2071" y="1782"/>
                    <a:pt x="1905" y="1603"/>
                    <a:pt x="1638" y="1603"/>
                  </a:cubicBezTo>
                  <a:cubicBezTo>
                    <a:pt x="1488" y="1603"/>
                    <a:pt x="1307" y="1660"/>
                    <a:pt x="1070" y="1766"/>
                  </a:cubicBezTo>
                  <a:cubicBezTo>
                    <a:pt x="706" y="1903"/>
                    <a:pt x="364" y="2062"/>
                    <a:pt x="1" y="2198"/>
                  </a:cubicBezTo>
                  <a:lnTo>
                    <a:pt x="7462" y="16006"/>
                  </a:lnTo>
                  <a:cubicBezTo>
                    <a:pt x="7718" y="16473"/>
                    <a:pt x="8178" y="16706"/>
                    <a:pt x="8636" y="16706"/>
                  </a:cubicBezTo>
                  <a:cubicBezTo>
                    <a:pt x="9071" y="16706"/>
                    <a:pt x="9504" y="16495"/>
                    <a:pt x="9759" y="16074"/>
                  </a:cubicBezTo>
                  <a:lnTo>
                    <a:pt x="19381" y="356"/>
                  </a:lnTo>
                  <a:cubicBezTo>
                    <a:pt x="19199" y="333"/>
                    <a:pt x="19040" y="288"/>
                    <a:pt x="18858" y="242"/>
                  </a:cubicBezTo>
                  <a:cubicBezTo>
                    <a:pt x="18236" y="121"/>
                    <a:pt x="17847" y="0"/>
                    <a:pt x="1755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64"/>
            <p:cNvSpPr/>
            <p:nvPr/>
          </p:nvSpPr>
          <p:spPr>
            <a:xfrm>
              <a:off x="4358750" y="989600"/>
              <a:ext cx="488525" cy="977200"/>
            </a:xfrm>
            <a:custGeom>
              <a:avLst/>
              <a:gdLst/>
              <a:ahLst/>
              <a:cxnLst/>
              <a:rect l="l" t="t" r="r" b="b"/>
              <a:pathLst>
                <a:path w="19541" h="39088" extrusionOk="0">
                  <a:moveTo>
                    <a:pt x="755" y="0"/>
                  </a:moveTo>
                  <a:cubicBezTo>
                    <a:pt x="457" y="0"/>
                    <a:pt x="168" y="194"/>
                    <a:pt x="69" y="491"/>
                  </a:cubicBezTo>
                  <a:cubicBezTo>
                    <a:pt x="1" y="855"/>
                    <a:pt x="183" y="1219"/>
                    <a:pt x="547" y="1333"/>
                  </a:cubicBezTo>
                  <a:cubicBezTo>
                    <a:pt x="1002" y="1492"/>
                    <a:pt x="1479" y="1628"/>
                    <a:pt x="1980" y="1742"/>
                  </a:cubicBezTo>
                  <a:cubicBezTo>
                    <a:pt x="4209" y="2288"/>
                    <a:pt x="5779" y="3653"/>
                    <a:pt x="6780" y="5677"/>
                  </a:cubicBezTo>
                  <a:cubicBezTo>
                    <a:pt x="7553" y="7247"/>
                    <a:pt x="8053" y="8930"/>
                    <a:pt x="8304" y="10659"/>
                  </a:cubicBezTo>
                  <a:cubicBezTo>
                    <a:pt x="8599" y="12888"/>
                    <a:pt x="8781" y="15140"/>
                    <a:pt x="8827" y="17370"/>
                  </a:cubicBezTo>
                  <a:cubicBezTo>
                    <a:pt x="8872" y="19189"/>
                    <a:pt x="9077" y="19007"/>
                    <a:pt x="7303" y="19440"/>
                  </a:cubicBezTo>
                  <a:cubicBezTo>
                    <a:pt x="5710" y="19826"/>
                    <a:pt x="4414" y="21009"/>
                    <a:pt x="3936" y="22556"/>
                  </a:cubicBezTo>
                  <a:cubicBezTo>
                    <a:pt x="3754" y="23079"/>
                    <a:pt x="3595" y="23602"/>
                    <a:pt x="3504" y="24148"/>
                  </a:cubicBezTo>
                  <a:cubicBezTo>
                    <a:pt x="3185" y="25718"/>
                    <a:pt x="3117" y="27333"/>
                    <a:pt x="3276" y="28925"/>
                  </a:cubicBezTo>
                  <a:cubicBezTo>
                    <a:pt x="3436" y="31018"/>
                    <a:pt x="3845" y="33065"/>
                    <a:pt x="4755" y="34999"/>
                  </a:cubicBezTo>
                  <a:cubicBezTo>
                    <a:pt x="5187" y="36000"/>
                    <a:pt x="5870" y="36887"/>
                    <a:pt x="6757" y="37569"/>
                  </a:cubicBezTo>
                  <a:cubicBezTo>
                    <a:pt x="7257" y="37956"/>
                    <a:pt x="7826" y="38275"/>
                    <a:pt x="8235" y="38798"/>
                  </a:cubicBezTo>
                  <a:cubicBezTo>
                    <a:pt x="8392" y="38986"/>
                    <a:pt x="8625" y="39088"/>
                    <a:pt x="8867" y="39088"/>
                  </a:cubicBezTo>
                  <a:cubicBezTo>
                    <a:pt x="8975" y="39088"/>
                    <a:pt x="9085" y="39067"/>
                    <a:pt x="9191" y="39025"/>
                  </a:cubicBezTo>
                  <a:cubicBezTo>
                    <a:pt x="9805" y="38798"/>
                    <a:pt x="10169" y="37933"/>
                    <a:pt x="9964" y="37251"/>
                  </a:cubicBezTo>
                  <a:cubicBezTo>
                    <a:pt x="9826" y="36784"/>
                    <a:pt x="9543" y="36541"/>
                    <a:pt x="9066" y="36541"/>
                  </a:cubicBezTo>
                  <a:cubicBezTo>
                    <a:pt x="8915" y="36541"/>
                    <a:pt x="8745" y="36565"/>
                    <a:pt x="8554" y="36614"/>
                  </a:cubicBezTo>
                  <a:cubicBezTo>
                    <a:pt x="8452" y="36650"/>
                    <a:pt x="8346" y="36668"/>
                    <a:pt x="8240" y="36668"/>
                  </a:cubicBezTo>
                  <a:cubicBezTo>
                    <a:pt x="8013" y="36668"/>
                    <a:pt x="7784" y="36587"/>
                    <a:pt x="7598" y="36432"/>
                  </a:cubicBezTo>
                  <a:cubicBezTo>
                    <a:pt x="6916" y="35909"/>
                    <a:pt x="6393" y="35226"/>
                    <a:pt x="6074" y="34430"/>
                  </a:cubicBezTo>
                  <a:cubicBezTo>
                    <a:pt x="4550" y="31041"/>
                    <a:pt x="4346" y="27492"/>
                    <a:pt x="5005" y="23875"/>
                  </a:cubicBezTo>
                  <a:cubicBezTo>
                    <a:pt x="5074" y="23602"/>
                    <a:pt x="5165" y="23307"/>
                    <a:pt x="5278" y="23034"/>
                  </a:cubicBezTo>
                  <a:cubicBezTo>
                    <a:pt x="5642" y="21919"/>
                    <a:pt x="6552" y="21077"/>
                    <a:pt x="7689" y="20804"/>
                  </a:cubicBezTo>
                  <a:cubicBezTo>
                    <a:pt x="8918" y="20509"/>
                    <a:pt x="10146" y="20281"/>
                    <a:pt x="11375" y="20145"/>
                  </a:cubicBezTo>
                  <a:cubicBezTo>
                    <a:pt x="11583" y="20107"/>
                    <a:pt x="11791" y="20088"/>
                    <a:pt x="11998" y="20088"/>
                  </a:cubicBezTo>
                  <a:cubicBezTo>
                    <a:pt x="13148" y="20088"/>
                    <a:pt x="14245" y="20663"/>
                    <a:pt x="14900" y="21646"/>
                  </a:cubicBezTo>
                  <a:cubicBezTo>
                    <a:pt x="15264" y="22124"/>
                    <a:pt x="15583" y="22624"/>
                    <a:pt x="15856" y="23147"/>
                  </a:cubicBezTo>
                  <a:cubicBezTo>
                    <a:pt x="16516" y="24376"/>
                    <a:pt x="17039" y="25695"/>
                    <a:pt x="17380" y="27037"/>
                  </a:cubicBezTo>
                  <a:cubicBezTo>
                    <a:pt x="17903" y="28812"/>
                    <a:pt x="18085" y="30677"/>
                    <a:pt x="17949" y="32519"/>
                  </a:cubicBezTo>
                  <a:cubicBezTo>
                    <a:pt x="17903" y="33111"/>
                    <a:pt x="17744" y="33702"/>
                    <a:pt x="17494" y="34248"/>
                  </a:cubicBezTo>
                  <a:cubicBezTo>
                    <a:pt x="17221" y="34794"/>
                    <a:pt x="16948" y="35249"/>
                    <a:pt x="16174" y="35249"/>
                  </a:cubicBezTo>
                  <a:cubicBezTo>
                    <a:pt x="16163" y="35249"/>
                    <a:pt x="16151" y="35248"/>
                    <a:pt x="16140" y="35248"/>
                  </a:cubicBezTo>
                  <a:cubicBezTo>
                    <a:pt x="15549" y="35248"/>
                    <a:pt x="15267" y="35829"/>
                    <a:pt x="15378" y="36432"/>
                  </a:cubicBezTo>
                  <a:cubicBezTo>
                    <a:pt x="15469" y="36819"/>
                    <a:pt x="15674" y="37160"/>
                    <a:pt x="15992" y="37410"/>
                  </a:cubicBezTo>
                  <a:cubicBezTo>
                    <a:pt x="16208" y="37572"/>
                    <a:pt x="16455" y="37652"/>
                    <a:pt x="16690" y="37652"/>
                  </a:cubicBezTo>
                  <a:cubicBezTo>
                    <a:pt x="17049" y="37652"/>
                    <a:pt x="17379" y="37463"/>
                    <a:pt x="17516" y="37092"/>
                  </a:cubicBezTo>
                  <a:cubicBezTo>
                    <a:pt x="17721" y="36591"/>
                    <a:pt x="17971" y="36113"/>
                    <a:pt x="18290" y="35659"/>
                  </a:cubicBezTo>
                  <a:cubicBezTo>
                    <a:pt x="18995" y="34635"/>
                    <a:pt x="19382" y="33407"/>
                    <a:pt x="19404" y="32155"/>
                  </a:cubicBezTo>
                  <a:cubicBezTo>
                    <a:pt x="19541" y="28357"/>
                    <a:pt x="18495" y="24853"/>
                    <a:pt x="16607" y="21601"/>
                  </a:cubicBezTo>
                  <a:cubicBezTo>
                    <a:pt x="16288" y="21100"/>
                    <a:pt x="15924" y="20622"/>
                    <a:pt x="15515" y="20190"/>
                  </a:cubicBezTo>
                  <a:cubicBezTo>
                    <a:pt x="14656" y="19224"/>
                    <a:pt x="13411" y="18683"/>
                    <a:pt x="12126" y="18683"/>
                  </a:cubicBezTo>
                  <a:cubicBezTo>
                    <a:pt x="12050" y="18683"/>
                    <a:pt x="11974" y="18685"/>
                    <a:pt x="11898" y="18689"/>
                  </a:cubicBezTo>
                  <a:cubicBezTo>
                    <a:pt x="11614" y="18702"/>
                    <a:pt x="11321" y="18764"/>
                    <a:pt x="11021" y="18764"/>
                  </a:cubicBezTo>
                  <a:cubicBezTo>
                    <a:pt x="10817" y="18764"/>
                    <a:pt x="10608" y="18736"/>
                    <a:pt x="10396" y="18643"/>
                  </a:cubicBezTo>
                  <a:lnTo>
                    <a:pt x="10419" y="18643"/>
                  </a:lnTo>
                  <a:cubicBezTo>
                    <a:pt x="10169" y="17961"/>
                    <a:pt x="10214" y="17279"/>
                    <a:pt x="10192" y="16573"/>
                  </a:cubicBezTo>
                  <a:cubicBezTo>
                    <a:pt x="10169" y="14731"/>
                    <a:pt x="10032" y="12888"/>
                    <a:pt x="9805" y="11046"/>
                  </a:cubicBezTo>
                  <a:cubicBezTo>
                    <a:pt x="9555" y="9135"/>
                    <a:pt x="9032" y="7247"/>
                    <a:pt x="8258" y="5450"/>
                  </a:cubicBezTo>
                  <a:cubicBezTo>
                    <a:pt x="6825" y="2242"/>
                    <a:pt x="4255" y="582"/>
                    <a:pt x="888" y="13"/>
                  </a:cubicBezTo>
                  <a:cubicBezTo>
                    <a:pt x="844" y="4"/>
                    <a:pt x="799" y="0"/>
                    <a:pt x="75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64"/>
            <p:cNvSpPr/>
            <p:nvPr/>
          </p:nvSpPr>
          <p:spPr>
            <a:xfrm>
              <a:off x="3576250" y="1031925"/>
              <a:ext cx="469750" cy="825275"/>
            </a:xfrm>
            <a:custGeom>
              <a:avLst/>
              <a:gdLst/>
              <a:ahLst/>
              <a:cxnLst/>
              <a:rect l="l" t="t" r="r" b="b"/>
              <a:pathLst>
                <a:path w="18790" h="33011" extrusionOk="0">
                  <a:moveTo>
                    <a:pt x="17930" y="0"/>
                  </a:moveTo>
                  <a:cubicBezTo>
                    <a:pt x="17795" y="0"/>
                    <a:pt x="17661" y="23"/>
                    <a:pt x="17539" y="72"/>
                  </a:cubicBezTo>
                  <a:cubicBezTo>
                    <a:pt x="16424" y="322"/>
                    <a:pt x="15332" y="686"/>
                    <a:pt x="14286" y="1164"/>
                  </a:cubicBezTo>
                  <a:cubicBezTo>
                    <a:pt x="12056" y="2301"/>
                    <a:pt x="10123" y="3939"/>
                    <a:pt x="8667" y="5986"/>
                  </a:cubicBezTo>
                  <a:cubicBezTo>
                    <a:pt x="6734" y="8648"/>
                    <a:pt x="5551" y="11650"/>
                    <a:pt x="4709" y="14812"/>
                  </a:cubicBezTo>
                  <a:cubicBezTo>
                    <a:pt x="3708" y="18565"/>
                    <a:pt x="2980" y="22387"/>
                    <a:pt x="2594" y="26254"/>
                  </a:cubicBezTo>
                  <a:cubicBezTo>
                    <a:pt x="2503" y="27096"/>
                    <a:pt x="2366" y="27846"/>
                    <a:pt x="1456" y="28188"/>
                  </a:cubicBezTo>
                  <a:cubicBezTo>
                    <a:pt x="1297" y="28279"/>
                    <a:pt x="1138" y="28415"/>
                    <a:pt x="1024" y="28574"/>
                  </a:cubicBezTo>
                  <a:cubicBezTo>
                    <a:pt x="364" y="29462"/>
                    <a:pt x="0" y="30417"/>
                    <a:pt x="455" y="31509"/>
                  </a:cubicBezTo>
                  <a:cubicBezTo>
                    <a:pt x="887" y="32532"/>
                    <a:pt x="1775" y="32942"/>
                    <a:pt x="2684" y="33010"/>
                  </a:cubicBezTo>
                  <a:cubicBezTo>
                    <a:pt x="2703" y="33010"/>
                    <a:pt x="2722" y="33011"/>
                    <a:pt x="2740" y="33011"/>
                  </a:cubicBezTo>
                  <a:cubicBezTo>
                    <a:pt x="3947" y="33011"/>
                    <a:pt x="5035" y="32288"/>
                    <a:pt x="5505" y="31168"/>
                  </a:cubicBezTo>
                  <a:cubicBezTo>
                    <a:pt x="5937" y="30053"/>
                    <a:pt x="5551" y="28779"/>
                    <a:pt x="4573" y="28097"/>
                  </a:cubicBezTo>
                  <a:cubicBezTo>
                    <a:pt x="3936" y="27687"/>
                    <a:pt x="3822" y="27278"/>
                    <a:pt x="3936" y="26618"/>
                  </a:cubicBezTo>
                  <a:cubicBezTo>
                    <a:pt x="4118" y="25435"/>
                    <a:pt x="4254" y="24252"/>
                    <a:pt x="4436" y="23069"/>
                  </a:cubicBezTo>
                  <a:cubicBezTo>
                    <a:pt x="4959" y="19566"/>
                    <a:pt x="5755" y="16109"/>
                    <a:pt x="6825" y="12742"/>
                  </a:cubicBezTo>
                  <a:cubicBezTo>
                    <a:pt x="7575" y="10467"/>
                    <a:pt x="8690" y="8306"/>
                    <a:pt x="10146" y="6396"/>
                  </a:cubicBezTo>
                  <a:cubicBezTo>
                    <a:pt x="11920" y="4075"/>
                    <a:pt x="14172" y="2437"/>
                    <a:pt x="17038" y="1664"/>
                  </a:cubicBezTo>
                  <a:cubicBezTo>
                    <a:pt x="17379" y="1573"/>
                    <a:pt x="17698" y="1459"/>
                    <a:pt x="18039" y="1346"/>
                  </a:cubicBezTo>
                  <a:cubicBezTo>
                    <a:pt x="18221" y="1277"/>
                    <a:pt x="18380" y="1164"/>
                    <a:pt x="18517" y="1027"/>
                  </a:cubicBezTo>
                  <a:cubicBezTo>
                    <a:pt x="18790" y="709"/>
                    <a:pt x="18676" y="208"/>
                    <a:pt x="18267" y="49"/>
                  </a:cubicBezTo>
                  <a:cubicBezTo>
                    <a:pt x="18161" y="17"/>
                    <a:pt x="18046" y="0"/>
                    <a:pt x="1793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64"/>
            <p:cNvSpPr/>
            <p:nvPr/>
          </p:nvSpPr>
          <p:spPr>
            <a:xfrm>
              <a:off x="4138100" y="2960425"/>
              <a:ext cx="526075" cy="174500"/>
            </a:xfrm>
            <a:custGeom>
              <a:avLst/>
              <a:gdLst/>
              <a:ahLst/>
              <a:cxnLst/>
              <a:rect l="l" t="t" r="r" b="b"/>
              <a:pathLst>
                <a:path w="21043" h="6980" extrusionOk="0">
                  <a:moveTo>
                    <a:pt x="21042" y="0"/>
                  </a:moveTo>
                  <a:lnTo>
                    <a:pt x="21042" y="0"/>
                  </a:lnTo>
                  <a:cubicBezTo>
                    <a:pt x="20201" y="137"/>
                    <a:pt x="19336" y="251"/>
                    <a:pt x="18472" y="342"/>
                  </a:cubicBezTo>
                  <a:cubicBezTo>
                    <a:pt x="14718" y="751"/>
                    <a:pt x="10920" y="819"/>
                    <a:pt x="8941" y="842"/>
                  </a:cubicBezTo>
                  <a:cubicBezTo>
                    <a:pt x="5733" y="842"/>
                    <a:pt x="2935" y="774"/>
                    <a:pt x="365" y="660"/>
                  </a:cubicBezTo>
                  <a:cubicBezTo>
                    <a:pt x="228" y="2753"/>
                    <a:pt x="1" y="6301"/>
                    <a:pt x="1" y="6301"/>
                  </a:cubicBezTo>
                  <a:cubicBezTo>
                    <a:pt x="1" y="6301"/>
                    <a:pt x="4537" y="6979"/>
                    <a:pt x="10232" y="6979"/>
                  </a:cubicBezTo>
                  <a:cubicBezTo>
                    <a:pt x="13573" y="6979"/>
                    <a:pt x="17312" y="6746"/>
                    <a:pt x="20769" y="6006"/>
                  </a:cubicBezTo>
                  <a:cubicBezTo>
                    <a:pt x="20769" y="6006"/>
                    <a:pt x="20974" y="2480"/>
                    <a:pt x="2104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9" name="Google Shape;1829;p65"/>
          <p:cNvGrpSpPr/>
          <p:nvPr/>
        </p:nvGrpSpPr>
        <p:grpSpPr>
          <a:xfrm>
            <a:off x="3687291" y="1691292"/>
            <a:ext cx="1762951" cy="2503234"/>
            <a:chOff x="3687291" y="1691292"/>
            <a:chExt cx="1762951" cy="2503234"/>
          </a:xfrm>
        </p:grpSpPr>
        <p:sp>
          <p:nvSpPr>
            <p:cNvPr id="1830" name="Google Shape;1830;p65"/>
            <p:cNvSpPr/>
            <p:nvPr/>
          </p:nvSpPr>
          <p:spPr>
            <a:xfrm>
              <a:off x="4337586" y="2061799"/>
              <a:ext cx="108225" cy="148508"/>
            </a:xfrm>
            <a:custGeom>
              <a:avLst/>
              <a:gdLst/>
              <a:ahLst/>
              <a:cxnLst/>
              <a:rect l="l" t="t" r="r" b="b"/>
              <a:pathLst>
                <a:path w="8591" h="11791" extrusionOk="0">
                  <a:moveTo>
                    <a:pt x="3896" y="0"/>
                  </a:moveTo>
                  <a:cubicBezTo>
                    <a:pt x="3676" y="0"/>
                    <a:pt x="3440" y="34"/>
                    <a:pt x="3187" y="106"/>
                  </a:cubicBezTo>
                  <a:cubicBezTo>
                    <a:pt x="1" y="993"/>
                    <a:pt x="969" y="4905"/>
                    <a:pt x="2098" y="6478"/>
                  </a:cubicBezTo>
                  <a:cubicBezTo>
                    <a:pt x="3560" y="8428"/>
                    <a:pt x="3700" y="11791"/>
                    <a:pt x="5268" y="11791"/>
                  </a:cubicBezTo>
                  <a:cubicBezTo>
                    <a:pt x="5516" y="11791"/>
                    <a:pt x="5800" y="11706"/>
                    <a:pt x="6131" y="11519"/>
                  </a:cubicBezTo>
                  <a:cubicBezTo>
                    <a:pt x="8591" y="10148"/>
                    <a:pt x="6857" y="4219"/>
                    <a:pt x="6857" y="4219"/>
                  </a:cubicBezTo>
                  <a:cubicBezTo>
                    <a:pt x="6857" y="4219"/>
                    <a:pt x="6380" y="0"/>
                    <a:pt x="3896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4756214" y="2062769"/>
              <a:ext cx="123985" cy="144792"/>
            </a:xfrm>
            <a:custGeom>
              <a:avLst/>
              <a:gdLst/>
              <a:ahLst/>
              <a:cxnLst/>
              <a:rect l="l" t="t" r="r" b="b"/>
              <a:pathLst>
                <a:path w="9842" h="11496" extrusionOk="0">
                  <a:moveTo>
                    <a:pt x="5840" y="1"/>
                  </a:moveTo>
                  <a:cubicBezTo>
                    <a:pt x="3622" y="1"/>
                    <a:pt x="2622" y="3780"/>
                    <a:pt x="2622" y="3780"/>
                  </a:cubicBezTo>
                  <a:cubicBezTo>
                    <a:pt x="2622" y="3780"/>
                    <a:pt x="1" y="9385"/>
                    <a:pt x="2219" y="11079"/>
                  </a:cubicBezTo>
                  <a:cubicBezTo>
                    <a:pt x="2590" y="11369"/>
                    <a:pt x="2914" y="11496"/>
                    <a:pt x="3205" y="11496"/>
                  </a:cubicBezTo>
                  <a:cubicBezTo>
                    <a:pt x="4653" y="11496"/>
                    <a:pt x="5292" y="8362"/>
                    <a:pt x="6938" y="6683"/>
                  </a:cubicBezTo>
                  <a:cubicBezTo>
                    <a:pt x="8309" y="5352"/>
                    <a:pt x="9841" y="1642"/>
                    <a:pt x="6817" y="231"/>
                  </a:cubicBezTo>
                  <a:cubicBezTo>
                    <a:pt x="6468" y="71"/>
                    <a:pt x="6143" y="1"/>
                    <a:pt x="584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4380771" y="1805579"/>
              <a:ext cx="467418" cy="877355"/>
            </a:xfrm>
            <a:custGeom>
              <a:avLst/>
              <a:gdLst/>
              <a:ahLst/>
              <a:cxnLst/>
              <a:rect l="l" t="t" r="r" b="b"/>
              <a:pathLst>
                <a:path w="37104" h="69659" extrusionOk="0">
                  <a:moveTo>
                    <a:pt x="20536" y="1"/>
                  </a:moveTo>
                  <a:cubicBezTo>
                    <a:pt x="19441" y="1"/>
                    <a:pt x="18345" y="108"/>
                    <a:pt x="17262" y="325"/>
                  </a:cubicBezTo>
                  <a:cubicBezTo>
                    <a:pt x="16334" y="526"/>
                    <a:pt x="15406" y="728"/>
                    <a:pt x="14479" y="970"/>
                  </a:cubicBezTo>
                  <a:cubicBezTo>
                    <a:pt x="9317" y="2301"/>
                    <a:pt x="5808" y="5487"/>
                    <a:pt x="3711" y="10367"/>
                  </a:cubicBezTo>
                  <a:cubicBezTo>
                    <a:pt x="2501" y="13311"/>
                    <a:pt x="1816" y="16456"/>
                    <a:pt x="1654" y="19642"/>
                  </a:cubicBezTo>
                  <a:cubicBezTo>
                    <a:pt x="1533" y="20933"/>
                    <a:pt x="1695" y="29765"/>
                    <a:pt x="1816" y="30934"/>
                  </a:cubicBezTo>
                  <a:cubicBezTo>
                    <a:pt x="1856" y="31338"/>
                    <a:pt x="1896" y="31741"/>
                    <a:pt x="1937" y="32144"/>
                  </a:cubicBezTo>
                  <a:cubicBezTo>
                    <a:pt x="2138" y="33556"/>
                    <a:pt x="2461" y="34967"/>
                    <a:pt x="2945" y="36339"/>
                  </a:cubicBezTo>
                  <a:cubicBezTo>
                    <a:pt x="3469" y="37790"/>
                    <a:pt x="5123" y="39283"/>
                    <a:pt x="6897" y="40130"/>
                  </a:cubicBezTo>
                  <a:cubicBezTo>
                    <a:pt x="7623" y="40492"/>
                    <a:pt x="7784" y="41420"/>
                    <a:pt x="7744" y="42267"/>
                  </a:cubicBezTo>
                  <a:cubicBezTo>
                    <a:pt x="7704" y="44646"/>
                    <a:pt x="7744" y="48074"/>
                    <a:pt x="7744" y="50454"/>
                  </a:cubicBezTo>
                  <a:cubicBezTo>
                    <a:pt x="7704" y="51664"/>
                    <a:pt x="7542" y="51785"/>
                    <a:pt x="6453" y="52148"/>
                  </a:cubicBezTo>
                  <a:cubicBezTo>
                    <a:pt x="5163" y="52551"/>
                    <a:pt x="2340" y="52874"/>
                    <a:pt x="1049" y="53357"/>
                  </a:cubicBezTo>
                  <a:cubicBezTo>
                    <a:pt x="81" y="53680"/>
                    <a:pt x="1" y="54487"/>
                    <a:pt x="767" y="55213"/>
                  </a:cubicBezTo>
                  <a:cubicBezTo>
                    <a:pt x="1009" y="55414"/>
                    <a:pt x="1251" y="55616"/>
                    <a:pt x="1533" y="55777"/>
                  </a:cubicBezTo>
                  <a:cubicBezTo>
                    <a:pt x="7220" y="60012"/>
                    <a:pt x="12906" y="64246"/>
                    <a:pt x="18592" y="68481"/>
                  </a:cubicBezTo>
                  <a:cubicBezTo>
                    <a:pt x="18996" y="68763"/>
                    <a:pt x="19359" y="69086"/>
                    <a:pt x="19762" y="69328"/>
                  </a:cubicBezTo>
                  <a:cubicBezTo>
                    <a:pt x="20128" y="69547"/>
                    <a:pt x="20427" y="69659"/>
                    <a:pt x="20709" y="69659"/>
                  </a:cubicBezTo>
                  <a:cubicBezTo>
                    <a:pt x="21049" y="69659"/>
                    <a:pt x="21364" y="69497"/>
                    <a:pt x="21738" y="69166"/>
                  </a:cubicBezTo>
                  <a:cubicBezTo>
                    <a:pt x="21940" y="68924"/>
                    <a:pt x="22182" y="68723"/>
                    <a:pt x="22383" y="68481"/>
                  </a:cubicBezTo>
                  <a:cubicBezTo>
                    <a:pt x="26215" y="64045"/>
                    <a:pt x="30369" y="59971"/>
                    <a:pt x="34401" y="55777"/>
                  </a:cubicBezTo>
                  <a:cubicBezTo>
                    <a:pt x="35127" y="55051"/>
                    <a:pt x="35813" y="54245"/>
                    <a:pt x="36458" y="53438"/>
                  </a:cubicBezTo>
                  <a:cubicBezTo>
                    <a:pt x="37103" y="52672"/>
                    <a:pt x="36902" y="52188"/>
                    <a:pt x="35894" y="51946"/>
                  </a:cubicBezTo>
                  <a:cubicBezTo>
                    <a:pt x="32794" y="51284"/>
                    <a:pt x="31017" y="50953"/>
                    <a:pt x="30902" y="50953"/>
                  </a:cubicBezTo>
                  <a:cubicBezTo>
                    <a:pt x="30884" y="50953"/>
                    <a:pt x="30907" y="50962"/>
                    <a:pt x="30973" y="50978"/>
                  </a:cubicBezTo>
                  <a:cubicBezTo>
                    <a:pt x="29804" y="50736"/>
                    <a:pt x="27707" y="50696"/>
                    <a:pt x="27747" y="49607"/>
                  </a:cubicBezTo>
                  <a:cubicBezTo>
                    <a:pt x="27828" y="47147"/>
                    <a:pt x="27949" y="43678"/>
                    <a:pt x="28110" y="41218"/>
                  </a:cubicBezTo>
                  <a:cubicBezTo>
                    <a:pt x="28110" y="40654"/>
                    <a:pt x="28150" y="40009"/>
                    <a:pt x="28594" y="39646"/>
                  </a:cubicBezTo>
                  <a:cubicBezTo>
                    <a:pt x="30328" y="38274"/>
                    <a:pt x="32546" y="35653"/>
                    <a:pt x="33071" y="33475"/>
                  </a:cubicBezTo>
                  <a:cubicBezTo>
                    <a:pt x="33514" y="31580"/>
                    <a:pt x="33917" y="29725"/>
                    <a:pt x="34280" y="27869"/>
                  </a:cubicBezTo>
                  <a:cubicBezTo>
                    <a:pt x="34442" y="27144"/>
                    <a:pt x="35087" y="19965"/>
                    <a:pt x="35087" y="19965"/>
                  </a:cubicBezTo>
                  <a:cubicBezTo>
                    <a:pt x="35047" y="19521"/>
                    <a:pt x="35006" y="19158"/>
                    <a:pt x="35006" y="18755"/>
                  </a:cubicBezTo>
                  <a:cubicBezTo>
                    <a:pt x="35047" y="16416"/>
                    <a:pt x="34845" y="14117"/>
                    <a:pt x="34482" y="11818"/>
                  </a:cubicBezTo>
                  <a:cubicBezTo>
                    <a:pt x="34119" y="9479"/>
                    <a:pt x="33192" y="7221"/>
                    <a:pt x="31861" y="5205"/>
                  </a:cubicBezTo>
                  <a:cubicBezTo>
                    <a:pt x="30651" y="3390"/>
                    <a:pt x="28917" y="2019"/>
                    <a:pt x="26900" y="1252"/>
                  </a:cubicBezTo>
                  <a:cubicBezTo>
                    <a:pt x="24864" y="422"/>
                    <a:pt x="22703" y="1"/>
                    <a:pt x="2053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4380771" y="2313032"/>
              <a:ext cx="467418" cy="369903"/>
            </a:xfrm>
            <a:custGeom>
              <a:avLst/>
              <a:gdLst/>
              <a:ahLst/>
              <a:cxnLst/>
              <a:rect l="l" t="t" r="r" b="b"/>
              <a:pathLst>
                <a:path w="37104" h="29369" extrusionOk="0">
                  <a:moveTo>
                    <a:pt x="28191" y="1"/>
                  </a:moveTo>
                  <a:lnTo>
                    <a:pt x="28191" y="1"/>
                  </a:lnTo>
                  <a:cubicBezTo>
                    <a:pt x="24156" y="2727"/>
                    <a:pt x="20548" y="3630"/>
                    <a:pt x="17487" y="3630"/>
                  </a:cubicBezTo>
                  <a:cubicBezTo>
                    <a:pt x="12622" y="3630"/>
                    <a:pt x="9136" y="1351"/>
                    <a:pt x="7502" y="485"/>
                  </a:cubicBezTo>
                  <a:lnTo>
                    <a:pt x="7502" y="485"/>
                  </a:lnTo>
                  <a:cubicBezTo>
                    <a:pt x="7704" y="969"/>
                    <a:pt x="7784" y="1493"/>
                    <a:pt x="7744" y="1977"/>
                  </a:cubicBezTo>
                  <a:cubicBezTo>
                    <a:pt x="7704" y="4397"/>
                    <a:pt x="7744" y="7784"/>
                    <a:pt x="7744" y="10164"/>
                  </a:cubicBezTo>
                  <a:cubicBezTo>
                    <a:pt x="7704" y="11374"/>
                    <a:pt x="7542" y="11495"/>
                    <a:pt x="6453" y="11858"/>
                  </a:cubicBezTo>
                  <a:cubicBezTo>
                    <a:pt x="5163" y="12261"/>
                    <a:pt x="2300" y="12584"/>
                    <a:pt x="1049" y="13067"/>
                  </a:cubicBezTo>
                  <a:cubicBezTo>
                    <a:pt x="81" y="13430"/>
                    <a:pt x="1" y="14197"/>
                    <a:pt x="767" y="14923"/>
                  </a:cubicBezTo>
                  <a:cubicBezTo>
                    <a:pt x="1009" y="15124"/>
                    <a:pt x="1251" y="15326"/>
                    <a:pt x="1533" y="15487"/>
                  </a:cubicBezTo>
                  <a:cubicBezTo>
                    <a:pt x="7220" y="19722"/>
                    <a:pt x="12906" y="23956"/>
                    <a:pt x="18592" y="28191"/>
                  </a:cubicBezTo>
                  <a:cubicBezTo>
                    <a:pt x="18996" y="28473"/>
                    <a:pt x="19359" y="28796"/>
                    <a:pt x="19762" y="29038"/>
                  </a:cubicBezTo>
                  <a:cubicBezTo>
                    <a:pt x="20128" y="29257"/>
                    <a:pt x="20427" y="29369"/>
                    <a:pt x="20706" y="29369"/>
                  </a:cubicBezTo>
                  <a:cubicBezTo>
                    <a:pt x="21041" y="29369"/>
                    <a:pt x="21345" y="29207"/>
                    <a:pt x="21698" y="28876"/>
                  </a:cubicBezTo>
                  <a:cubicBezTo>
                    <a:pt x="21940" y="28634"/>
                    <a:pt x="22182" y="28433"/>
                    <a:pt x="22383" y="28191"/>
                  </a:cubicBezTo>
                  <a:cubicBezTo>
                    <a:pt x="26215" y="23795"/>
                    <a:pt x="30369" y="19722"/>
                    <a:pt x="34401" y="15487"/>
                  </a:cubicBezTo>
                  <a:cubicBezTo>
                    <a:pt x="35127" y="14761"/>
                    <a:pt x="35813" y="13955"/>
                    <a:pt x="36458" y="13148"/>
                  </a:cubicBezTo>
                  <a:cubicBezTo>
                    <a:pt x="37103" y="12382"/>
                    <a:pt x="36902" y="11898"/>
                    <a:pt x="35894" y="11656"/>
                  </a:cubicBezTo>
                  <a:cubicBezTo>
                    <a:pt x="32794" y="10994"/>
                    <a:pt x="31017" y="10663"/>
                    <a:pt x="30902" y="10663"/>
                  </a:cubicBezTo>
                  <a:cubicBezTo>
                    <a:pt x="30884" y="10663"/>
                    <a:pt x="30907" y="10672"/>
                    <a:pt x="30973" y="10688"/>
                  </a:cubicBezTo>
                  <a:cubicBezTo>
                    <a:pt x="29804" y="10446"/>
                    <a:pt x="27707" y="10406"/>
                    <a:pt x="27747" y="9317"/>
                  </a:cubicBezTo>
                  <a:cubicBezTo>
                    <a:pt x="27828" y="6857"/>
                    <a:pt x="27949" y="3388"/>
                    <a:pt x="28110" y="928"/>
                  </a:cubicBezTo>
                  <a:cubicBezTo>
                    <a:pt x="28110" y="606"/>
                    <a:pt x="28110" y="283"/>
                    <a:pt x="28191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3687291" y="2535006"/>
              <a:ext cx="672152" cy="1064769"/>
            </a:xfrm>
            <a:custGeom>
              <a:avLst/>
              <a:gdLst/>
              <a:ahLst/>
              <a:cxnLst/>
              <a:rect l="l" t="t" r="r" b="b"/>
              <a:pathLst>
                <a:path w="53356" h="84539" extrusionOk="0">
                  <a:moveTo>
                    <a:pt x="40531" y="1"/>
                  </a:moveTo>
                  <a:cubicBezTo>
                    <a:pt x="38152" y="1"/>
                    <a:pt x="35127" y="1815"/>
                    <a:pt x="33998" y="3872"/>
                  </a:cubicBezTo>
                  <a:cubicBezTo>
                    <a:pt x="27142" y="16455"/>
                    <a:pt x="1" y="66826"/>
                    <a:pt x="1170" y="72230"/>
                  </a:cubicBezTo>
                  <a:cubicBezTo>
                    <a:pt x="2362" y="77721"/>
                    <a:pt x="6143" y="84538"/>
                    <a:pt x="15178" y="84538"/>
                  </a:cubicBezTo>
                  <a:cubicBezTo>
                    <a:pt x="16230" y="84538"/>
                    <a:pt x="17354" y="84446"/>
                    <a:pt x="18552" y="84248"/>
                  </a:cubicBezTo>
                  <a:cubicBezTo>
                    <a:pt x="30086" y="82393"/>
                    <a:pt x="43435" y="42790"/>
                    <a:pt x="46137" y="36902"/>
                  </a:cubicBezTo>
                  <a:cubicBezTo>
                    <a:pt x="48799" y="31014"/>
                    <a:pt x="53356" y="14398"/>
                    <a:pt x="49605" y="5042"/>
                  </a:cubicBezTo>
                  <a:cubicBezTo>
                    <a:pt x="47605" y="96"/>
                    <a:pt x="44523" y="4"/>
                    <a:pt x="41512" y="4"/>
                  </a:cubicBezTo>
                  <a:cubicBezTo>
                    <a:pt x="41395" y="4"/>
                    <a:pt x="41278" y="4"/>
                    <a:pt x="41161" y="4"/>
                  </a:cubicBezTo>
                  <a:cubicBezTo>
                    <a:pt x="40950" y="4"/>
                    <a:pt x="40740" y="3"/>
                    <a:pt x="40531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4832448" y="2511784"/>
              <a:ext cx="617794" cy="1498541"/>
            </a:xfrm>
            <a:custGeom>
              <a:avLst/>
              <a:gdLst/>
              <a:ahLst/>
              <a:cxnLst/>
              <a:rect l="l" t="t" r="r" b="b"/>
              <a:pathLst>
                <a:path w="49041" h="118979" extrusionOk="0">
                  <a:moveTo>
                    <a:pt x="13261" y="1"/>
                  </a:moveTo>
                  <a:cubicBezTo>
                    <a:pt x="12971" y="1"/>
                    <a:pt x="12691" y="43"/>
                    <a:pt x="12422" y="129"/>
                  </a:cubicBezTo>
                  <a:cubicBezTo>
                    <a:pt x="4235" y="2750"/>
                    <a:pt x="1" y="9364"/>
                    <a:pt x="2259" y="21019"/>
                  </a:cubicBezTo>
                  <a:cubicBezTo>
                    <a:pt x="4518" y="32674"/>
                    <a:pt x="20125" y="63808"/>
                    <a:pt x="20125" y="63808"/>
                  </a:cubicBezTo>
                  <a:lnTo>
                    <a:pt x="24763" y="117567"/>
                  </a:lnTo>
                  <a:lnTo>
                    <a:pt x="46057" y="118979"/>
                  </a:lnTo>
                  <a:cubicBezTo>
                    <a:pt x="46057" y="118979"/>
                    <a:pt x="49041" y="74133"/>
                    <a:pt x="46903" y="60663"/>
                  </a:cubicBezTo>
                  <a:cubicBezTo>
                    <a:pt x="44828" y="47620"/>
                    <a:pt x="23048" y="1"/>
                    <a:pt x="13261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4315742" y="1691292"/>
              <a:ext cx="515679" cy="377195"/>
            </a:xfrm>
            <a:custGeom>
              <a:avLst/>
              <a:gdLst/>
              <a:ahLst/>
              <a:cxnLst/>
              <a:rect l="l" t="t" r="r" b="b"/>
              <a:pathLst>
                <a:path w="40935" h="29948" extrusionOk="0">
                  <a:moveTo>
                    <a:pt x="12423" y="0"/>
                  </a:moveTo>
                  <a:cubicBezTo>
                    <a:pt x="11796" y="0"/>
                    <a:pt x="11164" y="100"/>
                    <a:pt x="10527" y="325"/>
                  </a:cubicBezTo>
                  <a:cubicBezTo>
                    <a:pt x="9317" y="728"/>
                    <a:pt x="8187" y="1373"/>
                    <a:pt x="7220" y="2220"/>
                  </a:cubicBezTo>
                  <a:cubicBezTo>
                    <a:pt x="4719" y="4438"/>
                    <a:pt x="4114" y="6858"/>
                    <a:pt x="4881" y="10084"/>
                  </a:cubicBezTo>
                  <a:cubicBezTo>
                    <a:pt x="4961" y="10246"/>
                    <a:pt x="5002" y="10407"/>
                    <a:pt x="5042" y="10568"/>
                  </a:cubicBezTo>
                  <a:cubicBezTo>
                    <a:pt x="5082" y="10891"/>
                    <a:pt x="4921" y="11173"/>
                    <a:pt x="4639" y="11294"/>
                  </a:cubicBezTo>
                  <a:cubicBezTo>
                    <a:pt x="4276" y="11455"/>
                    <a:pt x="3913" y="11617"/>
                    <a:pt x="3590" y="11818"/>
                  </a:cubicBezTo>
                  <a:cubicBezTo>
                    <a:pt x="404" y="13996"/>
                    <a:pt x="1" y="17424"/>
                    <a:pt x="2501" y="20247"/>
                  </a:cubicBezTo>
                  <a:cubicBezTo>
                    <a:pt x="3146" y="20973"/>
                    <a:pt x="3953" y="21578"/>
                    <a:pt x="4840" y="21981"/>
                  </a:cubicBezTo>
                  <a:cubicBezTo>
                    <a:pt x="5727" y="22425"/>
                    <a:pt x="6252" y="23353"/>
                    <a:pt x="6131" y="24280"/>
                  </a:cubicBezTo>
                  <a:cubicBezTo>
                    <a:pt x="6131" y="25409"/>
                    <a:pt x="6131" y="26498"/>
                    <a:pt x="6211" y="27627"/>
                  </a:cubicBezTo>
                  <a:cubicBezTo>
                    <a:pt x="6171" y="28111"/>
                    <a:pt x="6211" y="28595"/>
                    <a:pt x="6252" y="29079"/>
                  </a:cubicBezTo>
                  <a:cubicBezTo>
                    <a:pt x="6323" y="29576"/>
                    <a:pt x="6737" y="29948"/>
                    <a:pt x="7220" y="29948"/>
                  </a:cubicBezTo>
                  <a:cubicBezTo>
                    <a:pt x="7286" y="29948"/>
                    <a:pt x="7353" y="29941"/>
                    <a:pt x="7421" y="29926"/>
                  </a:cubicBezTo>
                  <a:cubicBezTo>
                    <a:pt x="8067" y="29926"/>
                    <a:pt x="8631" y="29483"/>
                    <a:pt x="8833" y="28878"/>
                  </a:cubicBezTo>
                  <a:cubicBezTo>
                    <a:pt x="9034" y="28111"/>
                    <a:pt x="9155" y="27345"/>
                    <a:pt x="9155" y="26539"/>
                  </a:cubicBezTo>
                  <a:cubicBezTo>
                    <a:pt x="9236" y="25772"/>
                    <a:pt x="9236" y="24966"/>
                    <a:pt x="9357" y="24199"/>
                  </a:cubicBezTo>
                  <a:cubicBezTo>
                    <a:pt x="9393" y="23843"/>
                    <a:pt x="9681" y="23581"/>
                    <a:pt x="10026" y="23581"/>
                  </a:cubicBezTo>
                  <a:cubicBezTo>
                    <a:pt x="10071" y="23581"/>
                    <a:pt x="10117" y="23585"/>
                    <a:pt x="10164" y="23595"/>
                  </a:cubicBezTo>
                  <a:cubicBezTo>
                    <a:pt x="10325" y="23595"/>
                    <a:pt x="10486" y="23595"/>
                    <a:pt x="10648" y="23635"/>
                  </a:cubicBezTo>
                  <a:cubicBezTo>
                    <a:pt x="11387" y="23694"/>
                    <a:pt x="12128" y="23723"/>
                    <a:pt x="12868" y="23723"/>
                  </a:cubicBezTo>
                  <a:cubicBezTo>
                    <a:pt x="16165" y="23723"/>
                    <a:pt x="19449" y="23141"/>
                    <a:pt x="22545" y="22022"/>
                  </a:cubicBezTo>
                  <a:cubicBezTo>
                    <a:pt x="24682" y="21296"/>
                    <a:pt x="26618" y="20288"/>
                    <a:pt x="28675" y="19400"/>
                  </a:cubicBezTo>
                  <a:cubicBezTo>
                    <a:pt x="29602" y="18957"/>
                    <a:pt x="30489" y="18473"/>
                    <a:pt x="31457" y="18069"/>
                  </a:cubicBezTo>
                  <a:cubicBezTo>
                    <a:pt x="31599" y="17999"/>
                    <a:pt x="31747" y="17966"/>
                    <a:pt x="31891" y="17966"/>
                  </a:cubicBezTo>
                  <a:cubicBezTo>
                    <a:pt x="32240" y="17966"/>
                    <a:pt x="32565" y="18159"/>
                    <a:pt x="32708" y="18473"/>
                  </a:cubicBezTo>
                  <a:cubicBezTo>
                    <a:pt x="33474" y="19521"/>
                    <a:pt x="34361" y="20409"/>
                    <a:pt x="35410" y="21134"/>
                  </a:cubicBezTo>
                  <a:cubicBezTo>
                    <a:pt x="36579" y="22022"/>
                    <a:pt x="37345" y="23312"/>
                    <a:pt x="37587" y="24764"/>
                  </a:cubicBezTo>
                  <a:cubicBezTo>
                    <a:pt x="37708" y="25530"/>
                    <a:pt x="37789" y="26256"/>
                    <a:pt x="37950" y="27022"/>
                  </a:cubicBezTo>
                  <a:cubicBezTo>
                    <a:pt x="37950" y="27661"/>
                    <a:pt x="38475" y="28160"/>
                    <a:pt x="39069" y="28160"/>
                  </a:cubicBezTo>
                  <a:cubicBezTo>
                    <a:pt x="39112" y="28160"/>
                    <a:pt x="39156" y="28157"/>
                    <a:pt x="39200" y="28152"/>
                  </a:cubicBezTo>
                  <a:cubicBezTo>
                    <a:pt x="39362" y="28152"/>
                    <a:pt x="39523" y="28152"/>
                    <a:pt x="39684" y="28111"/>
                  </a:cubicBezTo>
                  <a:cubicBezTo>
                    <a:pt x="40370" y="28111"/>
                    <a:pt x="40894" y="27587"/>
                    <a:pt x="40894" y="26902"/>
                  </a:cubicBezTo>
                  <a:cubicBezTo>
                    <a:pt x="40935" y="26337"/>
                    <a:pt x="40935" y="25732"/>
                    <a:pt x="40894" y="25127"/>
                  </a:cubicBezTo>
                  <a:cubicBezTo>
                    <a:pt x="40854" y="23312"/>
                    <a:pt x="40733" y="21497"/>
                    <a:pt x="40652" y="19642"/>
                  </a:cubicBezTo>
                  <a:lnTo>
                    <a:pt x="40652" y="19642"/>
                  </a:lnTo>
                  <a:cubicBezTo>
                    <a:pt x="40652" y="19642"/>
                    <a:pt x="40670" y="19660"/>
                    <a:pt x="40682" y="19660"/>
                  </a:cubicBezTo>
                  <a:cubicBezTo>
                    <a:pt x="40688" y="19660"/>
                    <a:pt x="40693" y="19656"/>
                    <a:pt x="40693" y="19642"/>
                  </a:cubicBezTo>
                  <a:cubicBezTo>
                    <a:pt x="40652" y="17706"/>
                    <a:pt x="40733" y="15609"/>
                    <a:pt x="40612" y="13714"/>
                  </a:cubicBezTo>
                  <a:cubicBezTo>
                    <a:pt x="40451" y="11052"/>
                    <a:pt x="40088" y="8753"/>
                    <a:pt x="38958" y="6334"/>
                  </a:cubicBezTo>
                  <a:cubicBezTo>
                    <a:pt x="37899" y="4087"/>
                    <a:pt x="36227" y="2862"/>
                    <a:pt x="34023" y="2862"/>
                  </a:cubicBezTo>
                  <a:cubicBezTo>
                    <a:pt x="33458" y="2862"/>
                    <a:pt x="32858" y="2943"/>
                    <a:pt x="32224" y="3107"/>
                  </a:cubicBezTo>
                  <a:cubicBezTo>
                    <a:pt x="31961" y="3185"/>
                    <a:pt x="31734" y="3232"/>
                    <a:pt x="31525" y="3232"/>
                  </a:cubicBezTo>
                  <a:cubicBezTo>
                    <a:pt x="31187" y="3232"/>
                    <a:pt x="30894" y="3108"/>
                    <a:pt x="30570" y="2785"/>
                  </a:cubicBezTo>
                  <a:cubicBezTo>
                    <a:pt x="30353" y="2568"/>
                    <a:pt x="30132" y="2475"/>
                    <a:pt x="29907" y="2475"/>
                  </a:cubicBezTo>
                  <a:cubicBezTo>
                    <a:pt x="28589" y="2475"/>
                    <a:pt x="27121" y="5653"/>
                    <a:pt x="25396" y="5653"/>
                  </a:cubicBezTo>
                  <a:cubicBezTo>
                    <a:pt x="25280" y="5653"/>
                    <a:pt x="25163" y="5638"/>
                    <a:pt x="25045" y="5608"/>
                  </a:cubicBezTo>
                  <a:cubicBezTo>
                    <a:pt x="20657" y="4484"/>
                    <a:pt x="16636" y="0"/>
                    <a:pt x="12423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4062725" y="2456450"/>
              <a:ext cx="1007976" cy="1738076"/>
            </a:xfrm>
            <a:custGeom>
              <a:avLst/>
              <a:gdLst/>
              <a:ahLst/>
              <a:cxnLst/>
              <a:rect l="l" t="t" r="r" b="b"/>
              <a:pathLst>
                <a:path w="80014" h="148776" extrusionOk="0">
                  <a:moveTo>
                    <a:pt x="62456" y="0"/>
                  </a:moveTo>
                  <a:cubicBezTo>
                    <a:pt x="61727" y="0"/>
                    <a:pt x="61153" y="323"/>
                    <a:pt x="60615" y="1076"/>
                  </a:cubicBezTo>
                  <a:cubicBezTo>
                    <a:pt x="60373" y="1398"/>
                    <a:pt x="60051" y="1680"/>
                    <a:pt x="59809" y="1963"/>
                  </a:cubicBezTo>
                  <a:cubicBezTo>
                    <a:pt x="55736" y="6722"/>
                    <a:pt x="51098" y="10875"/>
                    <a:pt x="46863" y="15433"/>
                  </a:cubicBezTo>
                  <a:cubicBezTo>
                    <a:pt x="46490" y="15826"/>
                    <a:pt x="46256" y="16018"/>
                    <a:pt x="45990" y="16018"/>
                  </a:cubicBezTo>
                  <a:cubicBezTo>
                    <a:pt x="45738" y="16018"/>
                    <a:pt x="45459" y="15847"/>
                    <a:pt x="45008" y="15513"/>
                  </a:cubicBezTo>
                  <a:cubicBezTo>
                    <a:pt x="42588" y="13739"/>
                    <a:pt x="40128" y="11924"/>
                    <a:pt x="37708" y="10069"/>
                  </a:cubicBezTo>
                  <a:cubicBezTo>
                    <a:pt x="34442" y="7568"/>
                    <a:pt x="31175" y="4987"/>
                    <a:pt x="27949" y="2366"/>
                  </a:cubicBezTo>
                  <a:cubicBezTo>
                    <a:pt x="27348" y="1795"/>
                    <a:pt x="26522" y="1493"/>
                    <a:pt x="25690" y="1493"/>
                  </a:cubicBezTo>
                  <a:cubicBezTo>
                    <a:pt x="25406" y="1493"/>
                    <a:pt x="25121" y="1528"/>
                    <a:pt x="24844" y="1600"/>
                  </a:cubicBezTo>
                  <a:cubicBezTo>
                    <a:pt x="21537" y="2527"/>
                    <a:pt x="18472" y="3011"/>
                    <a:pt x="15245" y="4221"/>
                  </a:cubicBezTo>
                  <a:cubicBezTo>
                    <a:pt x="14277" y="4584"/>
                    <a:pt x="8712" y="5754"/>
                    <a:pt x="8712" y="8778"/>
                  </a:cubicBezTo>
                  <a:cubicBezTo>
                    <a:pt x="8712" y="16360"/>
                    <a:pt x="8631" y="24870"/>
                    <a:pt x="8188" y="32452"/>
                  </a:cubicBezTo>
                  <a:cubicBezTo>
                    <a:pt x="7663" y="42050"/>
                    <a:pt x="8430" y="52253"/>
                    <a:pt x="7663" y="61811"/>
                  </a:cubicBezTo>
                  <a:cubicBezTo>
                    <a:pt x="7421" y="64433"/>
                    <a:pt x="7099" y="67054"/>
                    <a:pt x="6655" y="69635"/>
                  </a:cubicBezTo>
                  <a:cubicBezTo>
                    <a:pt x="5728" y="74918"/>
                    <a:pt x="5607" y="79637"/>
                    <a:pt x="4679" y="84879"/>
                  </a:cubicBezTo>
                  <a:cubicBezTo>
                    <a:pt x="3711" y="90082"/>
                    <a:pt x="5849" y="96252"/>
                    <a:pt x="4961" y="101455"/>
                  </a:cubicBezTo>
                  <a:cubicBezTo>
                    <a:pt x="4437" y="104762"/>
                    <a:pt x="4074" y="108109"/>
                    <a:pt x="3510" y="111416"/>
                  </a:cubicBezTo>
                  <a:cubicBezTo>
                    <a:pt x="2058" y="119845"/>
                    <a:pt x="1049" y="128314"/>
                    <a:pt x="404" y="136823"/>
                  </a:cubicBezTo>
                  <a:cubicBezTo>
                    <a:pt x="243" y="138598"/>
                    <a:pt x="243" y="140332"/>
                    <a:pt x="122" y="142106"/>
                  </a:cubicBezTo>
                  <a:cubicBezTo>
                    <a:pt x="1" y="143276"/>
                    <a:pt x="686" y="144365"/>
                    <a:pt x="1775" y="144728"/>
                  </a:cubicBezTo>
                  <a:cubicBezTo>
                    <a:pt x="2461" y="145010"/>
                    <a:pt x="3147" y="145212"/>
                    <a:pt x="3832" y="145373"/>
                  </a:cubicBezTo>
                  <a:cubicBezTo>
                    <a:pt x="8349" y="146381"/>
                    <a:pt x="12946" y="146986"/>
                    <a:pt x="17584" y="147309"/>
                  </a:cubicBezTo>
                  <a:cubicBezTo>
                    <a:pt x="21335" y="147551"/>
                    <a:pt x="25045" y="147833"/>
                    <a:pt x="28796" y="147994"/>
                  </a:cubicBezTo>
                  <a:cubicBezTo>
                    <a:pt x="31619" y="148156"/>
                    <a:pt x="34401" y="148196"/>
                    <a:pt x="37184" y="148277"/>
                  </a:cubicBezTo>
                  <a:cubicBezTo>
                    <a:pt x="38273" y="148317"/>
                    <a:pt x="44685" y="148680"/>
                    <a:pt x="46581" y="148720"/>
                  </a:cubicBezTo>
                  <a:cubicBezTo>
                    <a:pt x="47467" y="148758"/>
                    <a:pt x="48358" y="148776"/>
                    <a:pt x="49249" y="148776"/>
                  </a:cubicBezTo>
                  <a:cubicBezTo>
                    <a:pt x="51238" y="148776"/>
                    <a:pt x="53234" y="148686"/>
                    <a:pt x="55211" y="148519"/>
                  </a:cubicBezTo>
                  <a:cubicBezTo>
                    <a:pt x="58357" y="148236"/>
                    <a:pt x="61543" y="147954"/>
                    <a:pt x="64729" y="147712"/>
                  </a:cubicBezTo>
                  <a:cubicBezTo>
                    <a:pt x="68641" y="147430"/>
                    <a:pt x="72553" y="147148"/>
                    <a:pt x="76465" y="146825"/>
                  </a:cubicBezTo>
                  <a:cubicBezTo>
                    <a:pt x="77150" y="146825"/>
                    <a:pt x="77876" y="146704"/>
                    <a:pt x="78562" y="146462"/>
                  </a:cubicBezTo>
                  <a:cubicBezTo>
                    <a:pt x="79368" y="146220"/>
                    <a:pt x="79933" y="145534"/>
                    <a:pt x="79973" y="144687"/>
                  </a:cubicBezTo>
                  <a:cubicBezTo>
                    <a:pt x="80014" y="143921"/>
                    <a:pt x="80014" y="143115"/>
                    <a:pt x="80014" y="142308"/>
                  </a:cubicBezTo>
                  <a:cubicBezTo>
                    <a:pt x="79933" y="135775"/>
                    <a:pt x="79489" y="129241"/>
                    <a:pt x="78884" y="122708"/>
                  </a:cubicBezTo>
                  <a:cubicBezTo>
                    <a:pt x="78642" y="120087"/>
                    <a:pt x="78562" y="117425"/>
                    <a:pt x="78239" y="114844"/>
                  </a:cubicBezTo>
                  <a:cubicBezTo>
                    <a:pt x="77312" y="107302"/>
                    <a:pt x="76303" y="99801"/>
                    <a:pt x="75416" y="92260"/>
                  </a:cubicBezTo>
                  <a:cubicBezTo>
                    <a:pt x="74650" y="85847"/>
                    <a:pt x="74327" y="79354"/>
                    <a:pt x="74448" y="72902"/>
                  </a:cubicBezTo>
                  <a:cubicBezTo>
                    <a:pt x="74529" y="66651"/>
                    <a:pt x="74730" y="60440"/>
                    <a:pt x="75134" y="54229"/>
                  </a:cubicBezTo>
                  <a:cubicBezTo>
                    <a:pt x="75295" y="51366"/>
                    <a:pt x="75497" y="48543"/>
                    <a:pt x="75658" y="45679"/>
                  </a:cubicBezTo>
                  <a:lnTo>
                    <a:pt x="76747" y="4947"/>
                  </a:lnTo>
                  <a:cubicBezTo>
                    <a:pt x="72512" y="3052"/>
                    <a:pt x="68076" y="1721"/>
                    <a:pt x="63680" y="229"/>
                  </a:cubicBezTo>
                  <a:cubicBezTo>
                    <a:pt x="63223" y="81"/>
                    <a:pt x="62820" y="0"/>
                    <a:pt x="62456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4359450" y="2451125"/>
              <a:ext cx="539006" cy="241448"/>
            </a:xfrm>
            <a:custGeom>
              <a:avLst/>
              <a:gdLst/>
              <a:ahLst/>
              <a:cxnLst/>
              <a:rect l="l" t="t" r="r" b="b"/>
              <a:pathLst>
                <a:path w="43556" h="21175" extrusionOk="0">
                  <a:moveTo>
                    <a:pt x="39316" y="1"/>
                  </a:moveTo>
                  <a:cubicBezTo>
                    <a:pt x="38621" y="1"/>
                    <a:pt x="37989" y="330"/>
                    <a:pt x="37386" y="1005"/>
                  </a:cubicBezTo>
                  <a:cubicBezTo>
                    <a:pt x="35732" y="2860"/>
                    <a:pt x="33998" y="4595"/>
                    <a:pt x="32385" y="6490"/>
                  </a:cubicBezTo>
                  <a:cubicBezTo>
                    <a:pt x="29723" y="9636"/>
                    <a:pt x="26779" y="12580"/>
                    <a:pt x="23875" y="15524"/>
                  </a:cubicBezTo>
                  <a:cubicBezTo>
                    <a:pt x="23593" y="15927"/>
                    <a:pt x="23150" y="16209"/>
                    <a:pt x="22706" y="16371"/>
                  </a:cubicBezTo>
                  <a:cubicBezTo>
                    <a:pt x="22504" y="16290"/>
                    <a:pt x="22303" y="16209"/>
                    <a:pt x="22101" y="16088"/>
                  </a:cubicBezTo>
                  <a:cubicBezTo>
                    <a:pt x="16415" y="11692"/>
                    <a:pt x="10648" y="7418"/>
                    <a:pt x="5163" y="2699"/>
                  </a:cubicBezTo>
                  <a:cubicBezTo>
                    <a:pt x="4639" y="2255"/>
                    <a:pt x="4074" y="1812"/>
                    <a:pt x="3509" y="1368"/>
                  </a:cubicBezTo>
                  <a:cubicBezTo>
                    <a:pt x="3297" y="1183"/>
                    <a:pt x="3033" y="1084"/>
                    <a:pt x="2774" y="1084"/>
                  </a:cubicBezTo>
                  <a:cubicBezTo>
                    <a:pt x="2639" y="1084"/>
                    <a:pt x="2505" y="1111"/>
                    <a:pt x="2380" y="1167"/>
                  </a:cubicBezTo>
                  <a:cubicBezTo>
                    <a:pt x="1614" y="1409"/>
                    <a:pt x="888" y="1812"/>
                    <a:pt x="283" y="2336"/>
                  </a:cubicBezTo>
                  <a:cubicBezTo>
                    <a:pt x="41" y="2538"/>
                    <a:pt x="1" y="2901"/>
                    <a:pt x="202" y="3183"/>
                  </a:cubicBezTo>
                  <a:cubicBezTo>
                    <a:pt x="364" y="3465"/>
                    <a:pt x="525" y="3707"/>
                    <a:pt x="727" y="3949"/>
                  </a:cubicBezTo>
                  <a:cubicBezTo>
                    <a:pt x="3469" y="7337"/>
                    <a:pt x="14318" y="15806"/>
                    <a:pt x="20004" y="20162"/>
                  </a:cubicBezTo>
                  <a:cubicBezTo>
                    <a:pt x="20884" y="20844"/>
                    <a:pt x="21924" y="21175"/>
                    <a:pt x="22960" y="21175"/>
                  </a:cubicBezTo>
                  <a:cubicBezTo>
                    <a:pt x="24251" y="21175"/>
                    <a:pt x="25535" y="20662"/>
                    <a:pt x="26497" y="19678"/>
                  </a:cubicBezTo>
                  <a:cubicBezTo>
                    <a:pt x="31901" y="13951"/>
                    <a:pt x="42749" y="2457"/>
                    <a:pt x="43112" y="1771"/>
                  </a:cubicBezTo>
                  <a:cubicBezTo>
                    <a:pt x="43556" y="1005"/>
                    <a:pt x="42386" y="1207"/>
                    <a:pt x="41701" y="844"/>
                  </a:cubicBezTo>
                  <a:cubicBezTo>
                    <a:pt x="41419" y="683"/>
                    <a:pt x="41096" y="562"/>
                    <a:pt x="40814" y="441"/>
                  </a:cubicBezTo>
                  <a:cubicBezTo>
                    <a:pt x="40279" y="149"/>
                    <a:pt x="39783" y="1"/>
                    <a:pt x="3931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4522518" y="2081926"/>
              <a:ext cx="35575" cy="35052"/>
            </a:xfrm>
            <a:custGeom>
              <a:avLst/>
              <a:gdLst/>
              <a:ahLst/>
              <a:cxnLst/>
              <a:rect l="l" t="t" r="r" b="b"/>
              <a:pathLst>
                <a:path w="2824" h="2783" extrusionOk="0">
                  <a:moveTo>
                    <a:pt x="1372" y="0"/>
                  </a:moveTo>
                  <a:cubicBezTo>
                    <a:pt x="1009" y="40"/>
                    <a:pt x="686" y="161"/>
                    <a:pt x="404" y="444"/>
                  </a:cubicBezTo>
                  <a:cubicBezTo>
                    <a:pt x="283" y="565"/>
                    <a:pt x="162" y="726"/>
                    <a:pt x="122" y="887"/>
                  </a:cubicBezTo>
                  <a:cubicBezTo>
                    <a:pt x="41" y="1049"/>
                    <a:pt x="1" y="1250"/>
                    <a:pt x="41" y="1412"/>
                  </a:cubicBezTo>
                  <a:cubicBezTo>
                    <a:pt x="41" y="1533"/>
                    <a:pt x="41" y="1654"/>
                    <a:pt x="81" y="1775"/>
                  </a:cubicBezTo>
                  <a:cubicBezTo>
                    <a:pt x="162" y="2017"/>
                    <a:pt x="283" y="2218"/>
                    <a:pt x="444" y="2420"/>
                  </a:cubicBezTo>
                  <a:cubicBezTo>
                    <a:pt x="565" y="2500"/>
                    <a:pt x="646" y="2541"/>
                    <a:pt x="767" y="2621"/>
                  </a:cubicBezTo>
                  <a:cubicBezTo>
                    <a:pt x="969" y="2742"/>
                    <a:pt x="1210" y="2783"/>
                    <a:pt x="1452" y="2783"/>
                  </a:cubicBezTo>
                  <a:cubicBezTo>
                    <a:pt x="2219" y="2742"/>
                    <a:pt x="2824" y="2138"/>
                    <a:pt x="2824" y="1371"/>
                  </a:cubicBezTo>
                  <a:lnTo>
                    <a:pt x="2783" y="1008"/>
                  </a:lnTo>
                  <a:cubicBezTo>
                    <a:pt x="2703" y="766"/>
                    <a:pt x="2582" y="565"/>
                    <a:pt x="2380" y="403"/>
                  </a:cubicBezTo>
                  <a:lnTo>
                    <a:pt x="2098" y="161"/>
                  </a:lnTo>
                  <a:cubicBezTo>
                    <a:pt x="1856" y="40"/>
                    <a:pt x="1614" y="0"/>
                    <a:pt x="137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4670362" y="2082933"/>
              <a:ext cx="35575" cy="35568"/>
            </a:xfrm>
            <a:custGeom>
              <a:avLst/>
              <a:gdLst/>
              <a:ahLst/>
              <a:cxnLst/>
              <a:rect l="l" t="t" r="r" b="b"/>
              <a:pathLst>
                <a:path w="2824" h="2824" extrusionOk="0">
                  <a:moveTo>
                    <a:pt x="1372" y="1"/>
                  </a:moveTo>
                  <a:cubicBezTo>
                    <a:pt x="1170" y="1"/>
                    <a:pt x="1009" y="41"/>
                    <a:pt x="847" y="162"/>
                  </a:cubicBezTo>
                  <a:cubicBezTo>
                    <a:pt x="686" y="202"/>
                    <a:pt x="525" y="323"/>
                    <a:pt x="404" y="444"/>
                  </a:cubicBezTo>
                  <a:cubicBezTo>
                    <a:pt x="242" y="565"/>
                    <a:pt x="162" y="727"/>
                    <a:pt x="81" y="928"/>
                  </a:cubicBezTo>
                  <a:cubicBezTo>
                    <a:pt x="0" y="1090"/>
                    <a:pt x="0" y="1251"/>
                    <a:pt x="0" y="1453"/>
                  </a:cubicBezTo>
                  <a:cubicBezTo>
                    <a:pt x="0" y="1574"/>
                    <a:pt x="41" y="1695"/>
                    <a:pt x="41" y="1816"/>
                  </a:cubicBezTo>
                  <a:cubicBezTo>
                    <a:pt x="121" y="2058"/>
                    <a:pt x="242" y="2259"/>
                    <a:pt x="444" y="2420"/>
                  </a:cubicBezTo>
                  <a:lnTo>
                    <a:pt x="726" y="2662"/>
                  </a:lnTo>
                  <a:cubicBezTo>
                    <a:pt x="928" y="2743"/>
                    <a:pt x="1170" y="2824"/>
                    <a:pt x="1412" y="2824"/>
                  </a:cubicBezTo>
                  <a:cubicBezTo>
                    <a:pt x="1613" y="2824"/>
                    <a:pt x="1775" y="2783"/>
                    <a:pt x="1936" y="2703"/>
                  </a:cubicBezTo>
                  <a:cubicBezTo>
                    <a:pt x="2299" y="2541"/>
                    <a:pt x="2581" y="2259"/>
                    <a:pt x="2702" y="1896"/>
                  </a:cubicBezTo>
                  <a:cubicBezTo>
                    <a:pt x="2783" y="1735"/>
                    <a:pt x="2823" y="1574"/>
                    <a:pt x="2783" y="1372"/>
                  </a:cubicBezTo>
                  <a:cubicBezTo>
                    <a:pt x="2783" y="1251"/>
                    <a:pt x="2743" y="1130"/>
                    <a:pt x="2743" y="1049"/>
                  </a:cubicBezTo>
                  <a:cubicBezTo>
                    <a:pt x="2662" y="807"/>
                    <a:pt x="2541" y="565"/>
                    <a:pt x="2380" y="404"/>
                  </a:cubicBezTo>
                  <a:lnTo>
                    <a:pt x="2057" y="202"/>
                  </a:lnTo>
                  <a:cubicBezTo>
                    <a:pt x="1855" y="81"/>
                    <a:pt x="1613" y="1"/>
                    <a:pt x="137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4569255" y="2194689"/>
              <a:ext cx="102128" cy="49876"/>
            </a:xfrm>
            <a:custGeom>
              <a:avLst/>
              <a:gdLst/>
              <a:ahLst/>
              <a:cxnLst/>
              <a:rect l="l" t="t" r="r" b="b"/>
              <a:pathLst>
                <a:path w="8107" h="3960" extrusionOk="0">
                  <a:moveTo>
                    <a:pt x="8107" y="0"/>
                  </a:moveTo>
                  <a:cubicBezTo>
                    <a:pt x="8107" y="0"/>
                    <a:pt x="5768" y="1412"/>
                    <a:pt x="3429" y="1412"/>
                  </a:cubicBezTo>
                  <a:cubicBezTo>
                    <a:pt x="3298" y="1421"/>
                    <a:pt x="3167" y="1425"/>
                    <a:pt x="3035" y="1425"/>
                  </a:cubicBezTo>
                  <a:cubicBezTo>
                    <a:pt x="1991" y="1425"/>
                    <a:pt x="932" y="1142"/>
                    <a:pt x="1" y="605"/>
                  </a:cubicBezTo>
                  <a:lnTo>
                    <a:pt x="1" y="605"/>
                  </a:lnTo>
                  <a:cubicBezTo>
                    <a:pt x="195" y="2543"/>
                    <a:pt x="1804" y="3959"/>
                    <a:pt x="3719" y="3959"/>
                  </a:cubicBezTo>
                  <a:cubicBezTo>
                    <a:pt x="3796" y="3959"/>
                    <a:pt x="3875" y="3957"/>
                    <a:pt x="3953" y="3952"/>
                  </a:cubicBezTo>
                  <a:cubicBezTo>
                    <a:pt x="3971" y="3953"/>
                    <a:pt x="3990" y="3953"/>
                    <a:pt x="4008" y="3953"/>
                  </a:cubicBezTo>
                  <a:cubicBezTo>
                    <a:pt x="7588" y="3953"/>
                    <a:pt x="8107" y="0"/>
                    <a:pt x="8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4578917" y="2038801"/>
              <a:ext cx="39128" cy="131328"/>
            </a:xfrm>
            <a:custGeom>
              <a:avLst/>
              <a:gdLst/>
              <a:ahLst/>
              <a:cxnLst/>
              <a:rect l="l" t="t" r="r" b="b"/>
              <a:pathLst>
                <a:path w="3106" h="10427" extrusionOk="0">
                  <a:moveTo>
                    <a:pt x="1746" y="0"/>
                  </a:moveTo>
                  <a:cubicBezTo>
                    <a:pt x="1659" y="0"/>
                    <a:pt x="1573" y="78"/>
                    <a:pt x="1573" y="198"/>
                  </a:cubicBezTo>
                  <a:cubicBezTo>
                    <a:pt x="1573" y="1448"/>
                    <a:pt x="1896" y="2738"/>
                    <a:pt x="1855" y="4029"/>
                  </a:cubicBezTo>
                  <a:cubicBezTo>
                    <a:pt x="1855" y="5118"/>
                    <a:pt x="1613" y="6207"/>
                    <a:pt x="1129" y="7215"/>
                  </a:cubicBezTo>
                  <a:cubicBezTo>
                    <a:pt x="807" y="7941"/>
                    <a:pt x="0" y="8627"/>
                    <a:pt x="363" y="9473"/>
                  </a:cubicBezTo>
                  <a:cubicBezTo>
                    <a:pt x="666" y="10199"/>
                    <a:pt x="1399" y="10426"/>
                    <a:pt x="2121" y="10426"/>
                  </a:cubicBezTo>
                  <a:cubicBezTo>
                    <a:pt x="2362" y="10426"/>
                    <a:pt x="2601" y="10401"/>
                    <a:pt x="2823" y="10361"/>
                  </a:cubicBezTo>
                  <a:cubicBezTo>
                    <a:pt x="3105" y="10320"/>
                    <a:pt x="3065" y="9957"/>
                    <a:pt x="2823" y="9917"/>
                  </a:cubicBezTo>
                  <a:cubicBezTo>
                    <a:pt x="2218" y="9877"/>
                    <a:pt x="1533" y="9957"/>
                    <a:pt x="1089" y="9514"/>
                  </a:cubicBezTo>
                  <a:cubicBezTo>
                    <a:pt x="686" y="9070"/>
                    <a:pt x="928" y="8667"/>
                    <a:pt x="1210" y="8223"/>
                  </a:cubicBezTo>
                  <a:cubicBezTo>
                    <a:pt x="1694" y="7497"/>
                    <a:pt x="2017" y="6731"/>
                    <a:pt x="2218" y="5884"/>
                  </a:cubicBezTo>
                  <a:cubicBezTo>
                    <a:pt x="2380" y="4997"/>
                    <a:pt x="2460" y="4110"/>
                    <a:pt x="2380" y="3182"/>
                  </a:cubicBezTo>
                  <a:cubicBezTo>
                    <a:pt x="2339" y="2134"/>
                    <a:pt x="2178" y="1125"/>
                    <a:pt x="1896" y="117"/>
                  </a:cubicBezTo>
                  <a:cubicBezTo>
                    <a:pt x="1863" y="36"/>
                    <a:pt x="1804" y="0"/>
                    <a:pt x="1746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4383819" y="2043826"/>
              <a:ext cx="448622" cy="103128"/>
            </a:xfrm>
            <a:custGeom>
              <a:avLst/>
              <a:gdLst/>
              <a:ahLst/>
              <a:cxnLst/>
              <a:rect l="l" t="t" r="r" b="b"/>
              <a:pathLst>
                <a:path w="35612" h="8188" extrusionOk="0">
                  <a:moveTo>
                    <a:pt x="23874" y="1510"/>
                  </a:moveTo>
                  <a:cubicBezTo>
                    <a:pt x="24223" y="1510"/>
                    <a:pt x="24637" y="1521"/>
                    <a:pt x="25126" y="1533"/>
                  </a:cubicBezTo>
                  <a:cubicBezTo>
                    <a:pt x="25771" y="1533"/>
                    <a:pt x="26416" y="1573"/>
                    <a:pt x="27062" y="1614"/>
                  </a:cubicBezTo>
                  <a:cubicBezTo>
                    <a:pt x="28271" y="1654"/>
                    <a:pt x="29481" y="1694"/>
                    <a:pt x="30691" y="1735"/>
                  </a:cubicBezTo>
                  <a:cubicBezTo>
                    <a:pt x="31094" y="1735"/>
                    <a:pt x="31457" y="2098"/>
                    <a:pt x="31457" y="2501"/>
                  </a:cubicBezTo>
                  <a:cubicBezTo>
                    <a:pt x="31457" y="2743"/>
                    <a:pt x="31498" y="2985"/>
                    <a:pt x="31457" y="3227"/>
                  </a:cubicBezTo>
                  <a:cubicBezTo>
                    <a:pt x="31494" y="6091"/>
                    <a:pt x="31497" y="6380"/>
                    <a:pt x="29155" y="6380"/>
                  </a:cubicBezTo>
                  <a:cubicBezTo>
                    <a:pt x="28891" y="6380"/>
                    <a:pt x="28598" y="6376"/>
                    <a:pt x="28271" y="6372"/>
                  </a:cubicBezTo>
                  <a:cubicBezTo>
                    <a:pt x="27465" y="6372"/>
                    <a:pt x="26658" y="6382"/>
                    <a:pt x="25852" y="6382"/>
                  </a:cubicBezTo>
                  <a:cubicBezTo>
                    <a:pt x="25045" y="6382"/>
                    <a:pt x="24239" y="6372"/>
                    <a:pt x="23432" y="6332"/>
                  </a:cubicBezTo>
                  <a:cubicBezTo>
                    <a:pt x="22101" y="6251"/>
                    <a:pt x="21899" y="6009"/>
                    <a:pt x="21940" y="4638"/>
                  </a:cubicBezTo>
                  <a:cubicBezTo>
                    <a:pt x="21974" y="1883"/>
                    <a:pt x="21832" y="1510"/>
                    <a:pt x="23874" y="1510"/>
                  </a:cubicBezTo>
                  <a:close/>
                  <a:moveTo>
                    <a:pt x="7825" y="1896"/>
                  </a:moveTo>
                  <a:cubicBezTo>
                    <a:pt x="9680" y="1896"/>
                    <a:pt x="11535" y="1936"/>
                    <a:pt x="13390" y="2017"/>
                  </a:cubicBezTo>
                  <a:cubicBezTo>
                    <a:pt x="14156" y="2057"/>
                    <a:pt x="14398" y="2259"/>
                    <a:pt x="14519" y="2985"/>
                  </a:cubicBezTo>
                  <a:cubicBezTo>
                    <a:pt x="14560" y="3307"/>
                    <a:pt x="14600" y="3630"/>
                    <a:pt x="14640" y="3953"/>
                  </a:cubicBezTo>
                  <a:cubicBezTo>
                    <a:pt x="14802" y="6372"/>
                    <a:pt x="14519" y="6655"/>
                    <a:pt x="11979" y="6695"/>
                  </a:cubicBezTo>
                  <a:cubicBezTo>
                    <a:pt x="11011" y="6695"/>
                    <a:pt x="10043" y="6614"/>
                    <a:pt x="9075" y="6614"/>
                  </a:cubicBezTo>
                  <a:cubicBezTo>
                    <a:pt x="8026" y="6614"/>
                    <a:pt x="6978" y="6574"/>
                    <a:pt x="5929" y="6534"/>
                  </a:cubicBezTo>
                  <a:cubicBezTo>
                    <a:pt x="5042" y="6453"/>
                    <a:pt x="4719" y="6171"/>
                    <a:pt x="4679" y="5364"/>
                  </a:cubicBezTo>
                  <a:cubicBezTo>
                    <a:pt x="4639" y="2138"/>
                    <a:pt x="4316" y="1896"/>
                    <a:pt x="7825" y="1896"/>
                  </a:cubicBezTo>
                  <a:close/>
                  <a:moveTo>
                    <a:pt x="23916" y="0"/>
                  </a:moveTo>
                  <a:cubicBezTo>
                    <a:pt x="23271" y="0"/>
                    <a:pt x="22625" y="41"/>
                    <a:pt x="21980" y="121"/>
                  </a:cubicBezTo>
                  <a:cubicBezTo>
                    <a:pt x="21294" y="162"/>
                    <a:pt x="20690" y="444"/>
                    <a:pt x="20528" y="1170"/>
                  </a:cubicBezTo>
                  <a:cubicBezTo>
                    <a:pt x="20459" y="1760"/>
                    <a:pt x="19971" y="2171"/>
                    <a:pt x="19425" y="2171"/>
                  </a:cubicBezTo>
                  <a:cubicBezTo>
                    <a:pt x="19337" y="2171"/>
                    <a:pt x="19247" y="2160"/>
                    <a:pt x="19157" y="2138"/>
                  </a:cubicBezTo>
                  <a:lnTo>
                    <a:pt x="17423" y="2138"/>
                  </a:lnTo>
                  <a:cubicBezTo>
                    <a:pt x="16697" y="2138"/>
                    <a:pt x="16011" y="2098"/>
                    <a:pt x="15608" y="1291"/>
                  </a:cubicBezTo>
                  <a:cubicBezTo>
                    <a:pt x="15306" y="838"/>
                    <a:pt x="14827" y="561"/>
                    <a:pt x="14270" y="561"/>
                  </a:cubicBezTo>
                  <a:cubicBezTo>
                    <a:pt x="14232" y="561"/>
                    <a:pt x="14195" y="562"/>
                    <a:pt x="14156" y="565"/>
                  </a:cubicBezTo>
                  <a:cubicBezTo>
                    <a:pt x="12512" y="448"/>
                    <a:pt x="10867" y="385"/>
                    <a:pt x="9222" y="385"/>
                  </a:cubicBezTo>
                  <a:cubicBezTo>
                    <a:pt x="8044" y="385"/>
                    <a:pt x="6866" y="417"/>
                    <a:pt x="5687" y="484"/>
                  </a:cubicBezTo>
                  <a:cubicBezTo>
                    <a:pt x="4881" y="525"/>
                    <a:pt x="4034" y="646"/>
                    <a:pt x="3509" y="1331"/>
                  </a:cubicBezTo>
                  <a:cubicBezTo>
                    <a:pt x="3214" y="1761"/>
                    <a:pt x="2846" y="1905"/>
                    <a:pt x="2443" y="1905"/>
                  </a:cubicBezTo>
                  <a:cubicBezTo>
                    <a:pt x="2241" y="1905"/>
                    <a:pt x="2031" y="1869"/>
                    <a:pt x="1816" y="1815"/>
                  </a:cubicBezTo>
                  <a:cubicBezTo>
                    <a:pt x="1587" y="1739"/>
                    <a:pt x="1359" y="1699"/>
                    <a:pt x="1134" y="1699"/>
                  </a:cubicBezTo>
                  <a:cubicBezTo>
                    <a:pt x="884" y="1699"/>
                    <a:pt x="638" y="1749"/>
                    <a:pt x="404" y="1856"/>
                  </a:cubicBezTo>
                  <a:cubicBezTo>
                    <a:pt x="202" y="2017"/>
                    <a:pt x="81" y="2218"/>
                    <a:pt x="1" y="2420"/>
                  </a:cubicBezTo>
                  <a:cubicBezTo>
                    <a:pt x="1" y="2581"/>
                    <a:pt x="81" y="2743"/>
                    <a:pt x="202" y="2823"/>
                  </a:cubicBezTo>
                  <a:cubicBezTo>
                    <a:pt x="404" y="2985"/>
                    <a:pt x="606" y="3106"/>
                    <a:pt x="848" y="3146"/>
                  </a:cubicBezTo>
                  <a:cubicBezTo>
                    <a:pt x="2461" y="3267"/>
                    <a:pt x="3227" y="3912"/>
                    <a:pt x="3146" y="5727"/>
                  </a:cubicBezTo>
                  <a:cubicBezTo>
                    <a:pt x="3066" y="7219"/>
                    <a:pt x="3872" y="7865"/>
                    <a:pt x="5405" y="7986"/>
                  </a:cubicBezTo>
                  <a:cubicBezTo>
                    <a:pt x="6695" y="8107"/>
                    <a:pt x="7986" y="8107"/>
                    <a:pt x="9276" y="8147"/>
                  </a:cubicBezTo>
                  <a:cubicBezTo>
                    <a:pt x="9760" y="8147"/>
                    <a:pt x="10244" y="8187"/>
                    <a:pt x="10728" y="8187"/>
                  </a:cubicBezTo>
                  <a:cubicBezTo>
                    <a:pt x="11858" y="8147"/>
                    <a:pt x="12987" y="8147"/>
                    <a:pt x="14116" y="8066"/>
                  </a:cubicBezTo>
                  <a:cubicBezTo>
                    <a:pt x="15124" y="8026"/>
                    <a:pt x="15971" y="7260"/>
                    <a:pt x="16092" y="6251"/>
                  </a:cubicBezTo>
                  <a:cubicBezTo>
                    <a:pt x="16132" y="6009"/>
                    <a:pt x="16173" y="5808"/>
                    <a:pt x="16173" y="5566"/>
                  </a:cubicBezTo>
                  <a:cubicBezTo>
                    <a:pt x="16213" y="4195"/>
                    <a:pt x="16173" y="4033"/>
                    <a:pt x="17947" y="4033"/>
                  </a:cubicBezTo>
                  <a:cubicBezTo>
                    <a:pt x="18512" y="4074"/>
                    <a:pt x="19076" y="4074"/>
                    <a:pt x="19641" y="4114"/>
                  </a:cubicBezTo>
                  <a:cubicBezTo>
                    <a:pt x="19964" y="4154"/>
                    <a:pt x="20246" y="4396"/>
                    <a:pt x="20286" y="4719"/>
                  </a:cubicBezTo>
                  <a:cubicBezTo>
                    <a:pt x="20367" y="5122"/>
                    <a:pt x="20407" y="5525"/>
                    <a:pt x="20448" y="5888"/>
                  </a:cubicBezTo>
                  <a:cubicBezTo>
                    <a:pt x="20569" y="7018"/>
                    <a:pt x="21214" y="7542"/>
                    <a:pt x="22303" y="7744"/>
                  </a:cubicBezTo>
                  <a:cubicBezTo>
                    <a:pt x="23418" y="7929"/>
                    <a:pt x="24533" y="7990"/>
                    <a:pt x="25648" y="7990"/>
                  </a:cubicBezTo>
                  <a:cubicBezTo>
                    <a:pt x="27437" y="7990"/>
                    <a:pt x="29225" y="7834"/>
                    <a:pt x="31014" y="7784"/>
                  </a:cubicBezTo>
                  <a:cubicBezTo>
                    <a:pt x="31941" y="7784"/>
                    <a:pt x="32748" y="7058"/>
                    <a:pt x="32829" y="6130"/>
                  </a:cubicBezTo>
                  <a:cubicBezTo>
                    <a:pt x="32909" y="5525"/>
                    <a:pt x="32990" y="4880"/>
                    <a:pt x="32990" y="4235"/>
                  </a:cubicBezTo>
                  <a:cubicBezTo>
                    <a:pt x="32950" y="3590"/>
                    <a:pt x="33353" y="2985"/>
                    <a:pt x="33958" y="2743"/>
                  </a:cubicBezTo>
                  <a:cubicBezTo>
                    <a:pt x="34522" y="2460"/>
                    <a:pt x="35168" y="2259"/>
                    <a:pt x="35531" y="1694"/>
                  </a:cubicBezTo>
                  <a:cubicBezTo>
                    <a:pt x="35611" y="1493"/>
                    <a:pt x="35611" y="1251"/>
                    <a:pt x="35571" y="1049"/>
                  </a:cubicBezTo>
                  <a:cubicBezTo>
                    <a:pt x="35531" y="928"/>
                    <a:pt x="35329" y="847"/>
                    <a:pt x="35168" y="767"/>
                  </a:cubicBezTo>
                  <a:cubicBezTo>
                    <a:pt x="35083" y="742"/>
                    <a:pt x="35001" y="731"/>
                    <a:pt x="34920" y="731"/>
                  </a:cubicBezTo>
                  <a:cubicBezTo>
                    <a:pt x="34416" y="731"/>
                    <a:pt x="33989" y="1153"/>
                    <a:pt x="33505" y="1153"/>
                  </a:cubicBezTo>
                  <a:cubicBezTo>
                    <a:pt x="33442" y="1153"/>
                    <a:pt x="33378" y="1146"/>
                    <a:pt x="33313" y="1130"/>
                  </a:cubicBezTo>
                  <a:cubicBezTo>
                    <a:pt x="32723" y="1012"/>
                    <a:pt x="32402" y="281"/>
                    <a:pt x="31714" y="281"/>
                  </a:cubicBezTo>
                  <a:cubicBezTo>
                    <a:pt x="31696" y="281"/>
                    <a:pt x="31678" y="282"/>
                    <a:pt x="31659" y="283"/>
                  </a:cubicBezTo>
                  <a:cubicBezTo>
                    <a:pt x="31336" y="283"/>
                    <a:pt x="31014" y="242"/>
                    <a:pt x="30691" y="202"/>
                  </a:cubicBezTo>
                  <a:cubicBezTo>
                    <a:pt x="28433" y="162"/>
                    <a:pt x="26174" y="81"/>
                    <a:pt x="2391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4718623" y="2808280"/>
              <a:ext cx="179867" cy="206419"/>
            </a:xfrm>
            <a:custGeom>
              <a:avLst/>
              <a:gdLst/>
              <a:ahLst/>
              <a:cxnLst/>
              <a:rect l="l" t="t" r="r" b="b"/>
              <a:pathLst>
                <a:path w="14278" h="16389" extrusionOk="0">
                  <a:moveTo>
                    <a:pt x="1" y="1"/>
                  </a:moveTo>
                  <a:lnTo>
                    <a:pt x="1" y="11414"/>
                  </a:lnTo>
                  <a:cubicBezTo>
                    <a:pt x="1" y="11414"/>
                    <a:pt x="323" y="14761"/>
                    <a:pt x="4759" y="16011"/>
                  </a:cubicBezTo>
                  <a:cubicBezTo>
                    <a:pt x="5659" y="16273"/>
                    <a:pt x="6548" y="16389"/>
                    <a:pt x="7396" y="16389"/>
                  </a:cubicBezTo>
                  <a:cubicBezTo>
                    <a:pt x="10728" y="16389"/>
                    <a:pt x="13439" y="14602"/>
                    <a:pt x="13793" y="12866"/>
                  </a:cubicBezTo>
                  <a:cubicBezTo>
                    <a:pt x="14277" y="10486"/>
                    <a:pt x="13995" y="525"/>
                    <a:pt x="13954" y="32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5" name="Google Shape;1845;p65"/>
          <p:cNvGrpSpPr/>
          <p:nvPr/>
        </p:nvGrpSpPr>
        <p:grpSpPr>
          <a:xfrm>
            <a:off x="1264824" y="1752604"/>
            <a:ext cx="1601026" cy="2118550"/>
            <a:chOff x="1264824" y="1905004"/>
            <a:chExt cx="1601026" cy="2118550"/>
          </a:xfrm>
        </p:grpSpPr>
        <p:sp>
          <p:nvSpPr>
            <p:cNvPr id="1846" name="Google Shape;1846;p65"/>
            <p:cNvSpPr/>
            <p:nvPr/>
          </p:nvSpPr>
          <p:spPr>
            <a:xfrm>
              <a:off x="1862378" y="2346660"/>
              <a:ext cx="420072" cy="375269"/>
            </a:xfrm>
            <a:custGeom>
              <a:avLst/>
              <a:gdLst/>
              <a:ahLst/>
              <a:cxnLst/>
              <a:rect l="l" t="t" r="r" b="b"/>
              <a:pathLst>
                <a:path w="13117" h="11718" extrusionOk="0">
                  <a:moveTo>
                    <a:pt x="7147" y="0"/>
                  </a:moveTo>
                  <a:cubicBezTo>
                    <a:pt x="7012" y="0"/>
                    <a:pt x="6881" y="10"/>
                    <a:pt x="6755" y="30"/>
                  </a:cubicBezTo>
                  <a:cubicBezTo>
                    <a:pt x="4817" y="331"/>
                    <a:pt x="1358" y="1701"/>
                    <a:pt x="656" y="5477"/>
                  </a:cubicBezTo>
                  <a:cubicBezTo>
                    <a:pt x="1" y="9020"/>
                    <a:pt x="3937" y="11717"/>
                    <a:pt x="6515" y="11717"/>
                  </a:cubicBezTo>
                  <a:cubicBezTo>
                    <a:pt x="6697" y="11717"/>
                    <a:pt x="6873" y="11704"/>
                    <a:pt x="7039" y="11676"/>
                  </a:cubicBezTo>
                  <a:cubicBezTo>
                    <a:pt x="9545" y="11275"/>
                    <a:pt x="12352" y="10039"/>
                    <a:pt x="12753" y="6380"/>
                  </a:cubicBezTo>
                  <a:cubicBezTo>
                    <a:pt x="13117" y="2921"/>
                    <a:pt x="9480" y="0"/>
                    <a:pt x="714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1791891" y="1905004"/>
              <a:ext cx="595569" cy="599956"/>
            </a:xfrm>
            <a:custGeom>
              <a:avLst/>
              <a:gdLst/>
              <a:ahLst/>
              <a:cxnLst/>
              <a:rect l="l" t="t" r="r" b="b"/>
              <a:pathLst>
                <a:path w="18597" h="18734" extrusionOk="0">
                  <a:moveTo>
                    <a:pt x="7805" y="0"/>
                  </a:moveTo>
                  <a:cubicBezTo>
                    <a:pt x="7060" y="0"/>
                    <a:pt x="6259" y="236"/>
                    <a:pt x="5380" y="822"/>
                  </a:cubicBezTo>
                  <a:cubicBezTo>
                    <a:pt x="2741" y="2543"/>
                    <a:pt x="134" y="5868"/>
                    <a:pt x="0" y="9327"/>
                  </a:cubicBezTo>
                  <a:cubicBezTo>
                    <a:pt x="67" y="14005"/>
                    <a:pt x="9157" y="18734"/>
                    <a:pt x="9157" y="18734"/>
                  </a:cubicBezTo>
                  <a:cubicBezTo>
                    <a:pt x="13484" y="17597"/>
                    <a:pt x="18547" y="12134"/>
                    <a:pt x="18580" y="9711"/>
                  </a:cubicBezTo>
                  <a:cubicBezTo>
                    <a:pt x="18597" y="7288"/>
                    <a:pt x="16358" y="2978"/>
                    <a:pt x="15439" y="2075"/>
                  </a:cubicBezTo>
                  <a:cubicBezTo>
                    <a:pt x="14881" y="1538"/>
                    <a:pt x="14261" y="1351"/>
                    <a:pt x="13386" y="1351"/>
                  </a:cubicBezTo>
                  <a:cubicBezTo>
                    <a:pt x="12819" y="1351"/>
                    <a:pt x="12145" y="1429"/>
                    <a:pt x="11312" y="1541"/>
                  </a:cubicBezTo>
                  <a:cubicBezTo>
                    <a:pt x="10230" y="713"/>
                    <a:pt x="9101" y="0"/>
                    <a:pt x="780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1264824" y="2653012"/>
              <a:ext cx="605753" cy="950566"/>
            </a:xfrm>
            <a:custGeom>
              <a:avLst/>
              <a:gdLst/>
              <a:ahLst/>
              <a:cxnLst/>
              <a:rect l="l" t="t" r="r" b="b"/>
              <a:pathLst>
                <a:path w="18915" h="29682" extrusionOk="0">
                  <a:moveTo>
                    <a:pt x="14041" y="0"/>
                  </a:moveTo>
                  <a:cubicBezTo>
                    <a:pt x="13236" y="0"/>
                    <a:pt x="12632" y="189"/>
                    <a:pt x="12632" y="189"/>
                  </a:cubicBezTo>
                  <a:cubicBezTo>
                    <a:pt x="12632" y="189"/>
                    <a:pt x="0" y="23163"/>
                    <a:pt x="485" y="25335"/>
                  </a:cubicBezTo>
                  <a:cubicBezTo>
                    <a:pt x="904" y="27280"/>
                    <a:pt x="2234" y="29681"/>
                    <a:pt x="5436" y="29681"/>
                  </a:cubicBezTo>
                  <a:cubicBezTo>
                    <a:pt x="5809" y="29681"/>
                    <a:pt x="6208" y="29649"/>
                    <a:pt x="6634" y="29579"/>
                  </a:cubicBezTo>
                  <a:cubicBezTo>
                    <a:pt x="10694" y="28927"/>
                    <a:pt x="15422" y="14926"/>
                    <a:pt x="16358" y="12854"/>
                  </a:cubicBezTo>
                  <a:cubicBezTo>
                    <a:pt x="17310" y="10765"/>
                    <a:pt x="18914" y="5669"/>
                    <a:pt x="17594" y="2361"/>
                  </a:cubicBezTo>
                  <a:cubicBezTo>
                    <a:pt x="16812" y="400"/>
                    <a:pt x="15213" y="0"/>
                    <a:pt x="1404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60641" y="2653012"/>
              <a:ext cx="605208" cy="950566"/>
            </a:xfrm>
            <a:custGeom>
              <a:avLst/>
              <a:gdLst/>
              <a:ahLst/>
              <a:cxnLst/>
              <a:rect l="l" t="t" r="r" b="b"/>
              <a:pathLst>
                <a:path w="18898" h="29682" extrusionOk="0">
                  <a:moveTo>
                    <a:pt x="4873" y="0"/>
                  </a:moveTo>
                  <a:cubicBezTo>
                    <a:pt x="3701" y="0"/>
                    <a:pt x="2102" y="400"/>
                    <a:pt x="1320" y="2361"/>
                  </a:cubicBezTo>
                  <a:cubicBezTo>
                    <a:pt x="0" y="5669"/>
                    <a:pt x="1604" y="10765"/>
                    <a:pt x="2540" y="12854"/>
                  </a:cubicBezTo>
                  <a:cubicBezTo>
                    <a:pt x="3492" y="14926"/>
                    <a:pt x="8221" y="28927"/>
                    <a:pt x="12281" y="29579"/>
                  </a:cubicBezTo>
                  <a:cubicBezTo>
                    <a:pt x="12705" y="29649"/>
                    <a:pt x="13102" y="29681"/>
                    <a:pt x="13474" y="29681"/>
                  </a:cubicBezTo>
                  <a:cubicBezTo>
                    <a:pt x="16667" y="29681"/>
                    <a:pt x="18011" y="27280"/>
                    <a:pt x="18430" y="25335"/>
                  </a:cubicBezTo>
                  <a:cubicBezTo>
                    <a:pt x="18897" y="23163"/>
                    <a:pt x="6282" y="189"/>
                    <a:pt x="6282" y="189"/>
                  </a:cubicBezTo>
                  <a:cubicBezTo>
                    <a:pt x="6282" y="189"/>
                    <a:pt x="5679" y="0"/>
                    <a:pt x="487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1578380" y="2585727"/>
              <a:ext cx="1045072" cy="1437826"/>
            </a:xfrm>
            <a:custGeom>
              <a:avLst/>
              <a:gdLst/>
              <a:ahLst/>
              <a:cxnLst/>
              <a:rect l="l" t="t" r="r" b="b"/>
              <a:pathLst>
                <a:path w="32633" h="44897" extrusionOk="0">
                  <a:moveTo>
                    <a:pt x="9675" y="1"/>
                  </a:moveTo>
                  <a:cubicBezTo>
                    <a:pt x="9675" y="1"/>
                    <a:pt x="9174" y="67"/>
                    <a:pt x="8438" y="201"/>
                  </a:cubicBezTo>
                  <a:cubicBezTo>
                    <a:pt x="6684" y="535"/>
                    <a:pt x="3610" y="1237"/>
                    <a:pt x="2841" y="2290"/>
                  </a:cubicBezTo>
                  <a:cubicBezTo>
                    <a:pt x="2156" y="3225"/>
                    <a:pt x="3259" y="10276"/>
                    <a:pt x="4161" y="15406"/>
                  </a:cubicBezTo>
                  <a:cubicBezTo>
                    <a:pt x="4696" y="18447"/>
                    <a:pt x="5180" y="20819"/>
                    <a:pt x="5180" y="20819"/>
                  </a:cubicBezTo>
                  <a:cubicBezTo>
                    <a:pt x="5180" y="20819"/>
                    <a:pt x="3509" y="26333"/>
                    <a:pt x="2106" y="32248"/>
                  </a:cubicBezTo>
                  <a:cubicBezTo>
                    <a:pt x="953" y="37160"/>
                    <a:pt x="1" y="42357"/>
                    <a:pt x="335" y="44896"/>
                  </a:cubicBezTo>
                  <a:lnTo>
                    <a:pt x="32599" y="44896"/>
                  </a:lnTo>
                  <a:cubicBezTo>
                    <a:pt x="32632" y="43827"/>
                    <a:pt x="32566" y="42758"/>
                    <a:pt x="32399" y="41705"/>
                  </a:cubicBezTo>
                  <a:cubicBezTo>
                    <a:pt x="32248" y="40886"/>
                    <a:pt x="30995" y="36609"/>
                    <a:pt x="29658" y="32248"/>
                  </a:cubicBezTo>
                  <a:cubicBezTo>
                    <a:pt x="28322" y="27937"/>
                    <a:pt x="26918" y="23526"/>
                    <a:pt x="26434" y="22256"/>
                  </a:cubicBezTo>
                  <a:cubicBezTo>
                    <a:pt x="26835" y="20201"/>
                    <a:pt x="27152" y="17812"/>
                    <a:pt x="27403" y="15406"/>
                  </a:cubicBezTo>
                  <a:cubicBezTo>
                    <a:pt x="27987" y="9625"/>
                    <a:pt x="28138" y="3844"/>
                    <a:pt x="27971" y="2925"/>
                  </a:cubicBezTo>
                  <a:cubicBezTo>
                    <a:pt x="27720" y="1638"/>
                    <a:pt x="25231" y="1003"/>
                    <a:pt x="24061" y="753"/>
                  </a:cubicBezTo>
                  <a:cubicBezTo>
                    <a:pt x="23493" y="636"/>
                    <a:pt x="22657" y="519"/>
                    <a:pt x="21956" y="418"/>
                  </a:cubicBezTo>
                  <a:cubicBezTo>
                    <a:pt x="21187" y="318"/>
                    <a:pt x="20552" y="235"/>
                    <a:pt x="20552" y="235"/>
                  </a:cubicBezTo>
                  <a:lnTo>
                    <a:pt x="9675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1848607" y="2585727"/>
              <a:ext cx="432914" cy="294342"/>
            </a:xfrm>
            <a:custGeom>
              <a:avLst/>
              <a:gdLst/>
              <a:ahLst/>
              <a:cxnLst/>
              <a:rect l="l" t="t" r="r" b="b"/>
              <a:pathLst>
                <a:path w="13518" h="9191" extrusionOk="0">
                  <a:moveTo>
                    <a:pt x="1237" y="1"/>
                  </a:moveTo>
                  <a:cubicBezTo>
                    <a:pt x="1237" y="1"/>
                    <a:pt x="736" y="67"/>
                    <a:pt x="0" y="201"/>
                  </a:cubicBezTo>
                  <a:cubicBezTo>
                    <a:pt x="268" y="2089"/>
                    <a:pt x="3325" y="8338"/>
                    <a:pt x="7018" y="9190"/>
                  </a:cubicBezTo>
                  <a:cubicBezTo>
                    <a:pt x="11128" y="7553"/>
                    <a:pt x="13200" y="3192"/>
                    <a:pt x="13518" y="418"/>
                  </a:cubicBezTo>
                  <a:cubicBezTo>
                    <a:pt x="12749" y="301"/>
                    <a:pt x="12114" y="235"/>
                    <a:pt x="12114" y="235"/>
                  </a:cubicBezTo>
                  <a:lnTo>
                    <a:pt x="1237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09241" y="2167449"/>
              <a:ext cx="127940" cy="150614"/>
            </a:xfrm>
            <a:custGeom>
              <a:avLst/>
              <a:gdLst/>
              <a:ahLst/>
              <a:cxnLst/>
              <a:rect l="l" t="t" r="r" b="b"/>
              <a:pathLst>
                <a:path w="3995" h="4703" extrusionOk="0">
                  <a:moveTo>
                    <a:pt x="2322" y="1"/>
                  </a:moveTo>
                  <a:cubicBezTo>
                    <a:pt x="1310" y="1"/>
                    <a:pt x="970" y="1633"/>
                    <a:pt x="970" y="1633"/>
                  </a:cubicBezTo>
                  <a:cubicBezTo>
                    <a:pt x="970" y="1633"/>
                    <a:pt x="1" y="3972"/>
                    <a:pt x="1004" y="4574"/>
                  </a:cubicBezTo>
                  <a:cubicBezTo>
                    <a:pt x="1149" y="4663"/>
                    <a:pt x="1276" y="4702"/>
                    <a:pt x="1388" y="4702"/>
                  </a:cubicBezTo>
                  <a:cubicBezTo>
                    <a:pt x="2035" y="4702"/>
                    <a:pt x="2211" y="3390"/>
                    <a:pt x="2908" y="2636"/>
                  </a:cubicBezTo>
                  <a:cubicBezTo>
                    <a:pt x="3443" y="2051"/>
                    <a:pt x="3994" y="497"/>
                    <a:pt x="2674" y="62"/>
                  </a:cubicBezTo>
                  <a:cubicBezTo>
                    <a:pt x="2549" y="20"/>
                    <a:pt x="2431" y="1"/>
                    <a:pt x="2322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1827215" y="2167449"/>
              <a:ext cx="127908" cy="150614"/>
            </a:xfrm>
            <a:custGeom>
              <a:avLst/>
              <a:gdLst/>
              <a:ahLst/>
              <a:cxnLst/>
              <a:rect l="l" t="t" r="r" b="b"/>
              <a:pathLst>
                <a:path w="3994" h="4703" extrusionOk="0">
                  <a:moveTo>
                    <a:pt x="1673" y="1"/>
                  </a:moveTo>
                  <a:cubicBezTo>
                    <a:pt x="1563" y="1"/>
                    <a:pt x="1446" y="20"/>
                    <a:pt x="1320" y="62"/>
                  </a:cubicBezTo>
                  <a:cubicBezTo>
                    <a:pt x="0" y="497"/>
                    <a:pt x="551" y="2051"/>
                    <a:pt x="1103" y="2636"/>
                  </a:cubicBezTo>
                  <a:cubicBezTo>
                    <a:pt x="1786" y="3390"/>
                    <a:pt x="1960" y="4702"/>
                    <a:pt x="2617" y="4702"/>
                  </a:cubicBezTo>
                  <a:cubicBezTo>
                    <a:pt x="2731" y="4702"/>
                    <a:pt x="2859" y="4663"/>
                    <a:pt x="3008" y="4574"/>
                  </a:cubicBezTo>
                  <a:cubicBezTo>
                    <a:pt x="3993" y="3972"/>
                    <a:pt x="3024" y="1633"/>
                    <a:pt x="3024" y="1633"/>
                  </a:cubicBezTo>
                  <a:cubicBezTo>
                    <a:pt x="3024" y="1633"/>
                    <a:pt x="2684" y="1"/>
                    <a:pt x="167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1888190" y="2349767"/>
              <a:ext cx="357495" cy="460199"/>
            </a:xfrm>
            <a:custGeom>
              <a:avLst/>
              <a:gdLst/>
              <a:ahLst/>
              <a:cxnLst/>
              <a:rect l="l" t="t" r="r" b="b"/>
              <a:pathLst>
                <a:path w="11163" h="14370" extrusionOk="0">
                  <a:moveTo>
                    <a:pt x="2875" y="0"/>
                  </a:moveTo>
                  <a:cubicBezTo>
                    <a:pt x="2908" y="84"/>
                    <a:pt x="3710" y="4077"/>
                    <a:pt x="2875" y="5648"/>
                  </a:cubicBezTo>
                  <a:cubicBezTo>
                    <a:pt x="2156" y="6984"/>
                    <a:pt x="1" y="7369"/>
                    <a:pt x="1" y="7369"/>
                  </a:cubicBezTo>
                  <a:cubicBezTo>
                    <a:pt x="1" y="7369"/>
                    <a:pt x="2340" y="13735"/>
                    <a:pt x="5749" y="14369"/>
                  </a:cubicBezTo>
                  <a:cubicBezTo>
                    <a:pt x="8539" y="13233"/>
                    <a:pt x="10360" y="9908"/>
                    <a:pt x="11162" y="7636"/>
                  </a:cubicBezTo>
                  <a:cubicBezTo>
                    <a:pt x="9040" y="7335"/>
                    <a:pt x="8489" y="6316"/>
                    <a:pt x="8372" y="5347"/>
                  </a:cubicBezTo>
                  <a:cubicBezTo>
                    <a:pt x="8288" y="4545"/>
                    <a:pt x="8873" y="217"/>
                    <a:pt x="8873" y="217"/>
                  </a:cubicBezTo>
                  <a:lnTo>
                    <a:pt x="2875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1889791" y="2023880"/>
              <a:ext cx="368736" cy="419560"/>
            </a:xfrm>
            <a:custGeom>
              <a:avLst/>
              <a:gdLst/>
              <a:ahLst/>
              <a:cxnLst/>
              <a:rect l="l" t="t" r="r" b="b"/>
              <a:pathLst>
                <a:path w="11514" h="13101" extrusionOk="0">
                  <a:moveTo>
                    <a:pt x="8472" y="1"/>
                  </a:moveTo>
                  <a:cubicBezTo>
                    <a:pt x="7754" y="1154"/>
                    <a:pt x="7069" y="2240"/>
                    <a:pt x="5364" y="2524"/>
                  </a:cubicBezTo>
                  <a:cubicBezTo>
                    <a:pt x="3643" y="2791"/>
                    <a:pt x="3209" y="2574"/>
                    <a:pt x="1672" y="2891"/>
                  </a:cubicBezTo>
                  <a:lnTo>
                    <a:pt x="1605" y="2908"/>
                  </a:lnTo>
                  <a:cubicBezTo>
                    <a:pt x="619" y="3159"/>
                    <a:pt x="1" y="4111"/>
                    <a:pt x="168" y="5097"/>
                  </a:cubicBezTo>
                  <a:cubicBezTo>
                    <a:pt x="452" y="7185"/>
                    <a:pt x="1003" y="9291"/>
                    <a:pt x="1739" y="10444"/>
                  </a:cubicBezTo>
                  <a:cubicBezTo>
                    <a:pt x="3075" y="12582"/>
                    <a:pt x="4947" y="13100"/>
                    <a:pt x="5999" y="13100"/>
                  </a:cubicBezTo>
                  <a:cubicBezTo>
                    <a:pt x="7252" y="13100"/>
                    <a:pt x="10043" y="11713"/>
                    <a:pt x="10761" y="8639"/>
                  </a:cubicBezTo>
                  <a:cubicBezTo>
                    <a:pt x="10945" y="7870"/>
                    <a:pt x="11095" y="7052"/>
                    <a:pt x="11246" y="6250"/>
                  </a:cubicBezTo>
                  <a:cubicBezTo>
                    <a:pt x="11513" y="4629"/>
                    <a:pt x="10828" y="3125"/>
                    <a:pt x="9709" y="1956"/>
                  </a:cubicBezTo>
                  <a:cubicBezTo>
                    <a:pt x="9308" y="1538"/>
                    <a:pt x="8606" y="886"/>
                    <a:pt x="847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1994673" y="2191916"/>
              <a:ext cx="35900" cy="35868"/>
            </a:xfrm>
            <a:custGeom>
              <a:avLst/>
              <a:gdLst/>
              <a:ahLst/>
              <a:cxnLst/>
              <a:rect l="l" t="t" r="r" b="b"/>
              <a:pathLst>
                <a:path w="1121" h="1120" extrusionOk="0">
                  <a:moveTo>
                    <a:pt x="552" y="0"/>
                  </a:moveTo>
                  <a:cubicBezTo>
                    <a:pt x="485" y="0"/>
                    <a:pt x="402" y="17"/>
                    <a:pt x="352" y="50"/>
                  </a:cubicBezTo>
                  <a:cubicBezTo>
                    <a:pt x="201" y="100"/>
                    <a:pt x="101" y="217"/>
                    <a:pt x="51" y="368"/>
                  </a:cubicBezTo>
                  <a:cubicBezTo>
                    <a:pt x="18" y="435"/>
                    <a:pt x="1" y="501"/>
                    <a:pt x="1" y="568"/>
                  </a:cubicBezTo>
                  <a:cubicBezTo>
                    <a:pt x="18" y="618"/>
                    <a:pt x="18" y="669"/>
                    <a:pt x="34" y="719"/>
                  </a:cubicBezTo>
                  <a:cubicBezTo>
                    <a:pt x="51" y="802"/>
                    <a:pt x="101" y="886"/>
                    <a:pt x="185" y="953"/>
                  </a:cubicBezTo>
                  <a:lnTo>
                    <a:pt x="302" y="1053"/>
                  </a:lnTo>
                  <a:cubicBezTo>
                    <a:pt x="385" y="1086"/>
                    <a:pt x="485" y="1120"/>
                    <a:pt x="569" y="1120"/>
                  </a:cubicBezTo>
                  <a:cubicBezTo>
                    <a:pt x="870" y="1103"/>
                    <a:pt x="1120" y="852"/>
                    <a:pt x="1120" y="552"/>
                  </a:cubicBezTo>
                  <a:cubicBezTo>
                    <a:pt x="1104" y="501"/>
                    <a:pt x="1104" y="451"/>
                    <a:pt x="1104" y="401"/>
                  </a:cubicBezTo>
                  <a:lnTo>
                    <a:pt x="1087" y="401"/>
                  </a:lnTo>
                  <a:cubicBezTo>
                    <a:pt x="1070" y="318"/>
                    <a:pt x="1020" y="234"/>
                    <a:pt x="953" y="151"/>
                  </a:cubicBezTo>
                  <a:lnTo>
                    <a:pt x="820" y="67"/>
                  </a:lnTo>
                  <a:cubicBezTo>
                    <a:pt x="736" y="17"/>
                    <a:pt x="652" y="0"/>
                    <a:pt x="55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111885" y="2191916"/>
              <a:ext cx="35324" cy="35868"/>
            </a:xfrm>
            <a:custGeom>
              <a:avLst/>
              <a:gdLst/>
              <a:ahLst/>
              <a:cxnLst/>
              <a:rect l="l" t="t" r="r" b="b"/>
              <a:pathLst>
                <a:path w="1103" h="1120" extrusionOk="0">
                  <a:moveTo>
                    <a:pt x="535" y="0"/>
                  </a:moveTo>
                  <a:cubicBezTo>
                    <a:pt x="468" y="0"/>
                    <a:pt x="401" y="17"/>
                    <a:pt x="334" y="50"/>
                  </a:cubicBezTo>
                  <a:cubicBezTo>
                    <a:pt x="134" y="151"/>
                    <a:pt x="0" y="351"/>
                    <a:pt x="0" y="568"/>
                  </a:cubicBezTo>
                  <a:cubicBezTo>
                    <a:pt x="0" y="618"/>
                    <a:pt x="0" y="669"/>
                    <a:pt x="17" y="719"/>
                  </a:cubicBezTo>
                  <a:cubicBezTo>
                    <a:pt x="50" y="802"/>
                    <a:pt x="100" y="886"/>
                    <a:pt x="167" y="953"/>
                  </a:cubicBezTo>
                  <a:lnTo>
                    <a:pt x="284" y="1053"/>
                  </a:lnTo>
                  <a:cubicBezTo>
                    <a:pt x="368" y="1086"/>
                    <a:pt x="468" y="1120"/>
                    <a:pt x="568" y="1120"/>
                  </a:cubicBezTo>
                  <a:cubicBezTo>
                    <a:pt x="785" y="1120"/>
                    <a:pt x="986" y="969"/>
                    <a:pt x="1069" y="752"/>
                  </a:cubicBezTo>
                  <a:cubicBezTo>
                    <a:pt x="1086" y="685"/>
                    <a:pt x="1103" y="618"/>
                    <a:pt x="1103" y="552"/>
                  </a:cubicBezTo>
                  <a:cubicBezTo>
                    <a:pt x="1103" y="501"/>
                    <a:pt x="1086" y="451"/>
                    <a:pt x="1086" y="401"/>
                  </a:cubicBezTo>
                  <a:cubicBezTo>
                    <a:pt x="1053" y="318"/>
                    <a:pt x="1003" y="234"/>
                    <a:pt x="936" y="151"/>
                  </a:cubicBezTo>
                  <a:cubicBezTo>
                    <a:pt x="886" y="134"/>
                    <a:pt x="852" y="100"/>
                    <a:pt x="819" y="67"/>
                  </a:cubicBezTo>
                  <a:cubicBezTo>
                    <a:pt x="735" y="17"/>
                    <a:pt x="635" y="0"/>
                    <a:pt x="53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1980230" y="2138402"/>
              <a:ext cx="59438" cy="28919"/>
            </a:xfrm>
            <a:custGeom>
              <a:avLst/>
              <a:gdLst/>
              <a:ahLst/>
              <a:cxnLst/>
              <a:rect l="l" t="t" r="r" b="b"/>
              <a:pathLst>
                <a:path w="1856" h="903" extrusionOk="0">
                  <a:moveTo>
                    <a:pt x="956" y="0"/>
                  </a:moveTo>
                  <a:cubicBezTo>
                    <a:pt x="950" y="0"/>
                    <a:pt x="943" y="0"/>
                    <a:pt x="936" y="0"/>
                  </a:cubicBezTo>
                  <a:cubicBezTo>
                    <a:pt x="285" y="17"/>
                    <a:pt x="1" y="903"/>
                    <a:pt x="1" y="903"/>
                  </a:cubicBezTo>
                  <a:cubicBezTo>
                    <a:pt x="301" y="736"/>
                    <a:pt x="602" y="619"/>
                    <a:pt x="936" y="535"/>
                  </a:cubicBezTo>
                  <a:cubicBezTo>
                    <a:pt x="1032" y="524"/>
                    <a:pt x="1129" y="519"/>
                    <a:pt x="1226" y="519"/>
                  </a:cubicBezTo>
                  <a:cubicBezTo>
                    <a:pt x="1437" y="519"/>
                    <a:pt x="1650" y="545"/>
                    <a:pt x="1855" y="602"/>
                  </a:cubicBezTo>
                  <a:cubicBezTo>
                    <a:pt x="1855" y="602"/>
                    <a:pt x="1449" y="0"/>
                    <a:pt x="95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100644" y="2138402"/>
              <a:ext cx="59951" cy="28919"/>
            </a:xfrm>
            <a:custGeom>
              <a:avLst/>
              <a:gdLst/>
              <a:ahLst/>
              <a:cxnLst/>
              <a:rect l="l" t="t" r="r" b="b"/>
              <a:pathLst>
                <a:path w="1872" h="903" extrusionOk="0">
                  <a:moveTo>
                    <a:pt x="915" y="0"/>
                  </a:moveTo>
                  <a:cubicBezTo>
                    <a:pt x="407" y="0"/>
                    <a:pt x="0" y="602"/>
                    <a:pt x="0" y="602"/>
                  </a:cubicBezTo>
                  <a:cubicBezTo>
                    <a:pt x="204" y="545"/>
                    <a:pt x="417" y="511"/>
                    <a:pt x="631" y="511"/>
                  </a:cubicBezTo>
                  <a:cubicBezTo>
                    <a:pt x="732" y="511"/>
                    <a:pt x="834" y="519"/>
                    <a:pt x="936" y="535"/>
                  </a:cubicBezTo>
                  <a:cubicBezTo>
                    <a:pt x="1253" y="619"/>
                    <a:pt x="1571" y="736"/>
                    <a:pt x="1872" y="903"/>
                  </a:cubicBezTo>
                  <a:cubicBezTo>
                    <a:pt x="1872" y="903"/>
                    <a:pt x="1571" y="17"/>
                    <a:pt x="936" y="0"/>
                  </a:cubicBezTo>
                  <a:cubicBezTo>
                    <a:pt x="929" y="0"/>
                    <a:pt x="922" y="0"/>
                    <a:pt x="915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035345" y="2296253"/>
              <a:ext cx="103313" cy="50407"/>
            </a:xfrm>
            <a:custGeom>
              <a:avLst/>
              <a:gdLst/>
              <a:ahLst/>
              <a:cxnLst/>
              <a:rect l="l" t="t" r="r" b="b"/>
              <a:pathLst>
                <a:path w="3226" h="1574" extrusionOk="0">
                  <a:moveTo>
                    <a:pt x="3225" y="0"/>
                  </a:moveTo>
                  <a:lnTo>
                    <a:pt x="3225" y="0"/>
                  </a:lnTo>
                  <a:cubicBezTo>
                    <a:pt x="3225" y="0"/>
                    <a:pt x="2290" y="568"/>
                    <a:pt x="1371" y="568"/>
                  </a:cubicBezTo>
                  <a:cubicBezTo>
                    <a:pt x="1340" y="570"/>
                    <a:pt x="1310" y="570"/>
                    <a:pt x="1280" y="570"/>
                  </a:cubicBezTo>
                  <a:cubicBezTo>
                    <a:pt x="828" y="570"/>
                    <a:pt x="392" y="454"/>
                    <a:pt x="1" y="234"/>
                  </a:cubicBezTo>
                  <a:lnTo>
                    <a:pt x="1" y="234"/>
                  </a:lnTo>
                  <a:cubicBezTo>
                    <a:pt x="81" y="1004"/>
                    <a:pt x="715" y="1574"/>
                    <a:pt x="1476" y="1574"/>
                  </a:cubicBezTo>
                  <a:cubicBezTo>
                    <a:pt x="1507" y="1574"/>
                    <a:pt x="1539" y="1573"/>
                    <a:pt x="1571" y="1571"/>
                  </a:cubicBezTo>
                  <a:cubicBezTo>
                    <a:pt x="3008" y="1571"/>
                    <a:pt x="3225" y="0"/>
                    <a:pt x="3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045529" y="2145255"/>
              <a:ext cx="39071" cy="132359"/>
            </a:xfrm>
            <a:custGeom>
              <a:avLst/>
              <a:gdLst/>
              <a:ahLst/>
              <a:cxnLst/>
              <a:rect l="l" t="t" r="r" b="b"/>
              <a:pathLst>
                <a:path w="1220" h="4133" extrusionOk="0">
                  <a:moveTo>
                    <a:pt x="684" y="1"/>
                  </a:moveTo>
                  <a:cubicBezTo>
                    <a:pt x="646" y="1"/>
                    <a:pt x="602" y="29"/>
                    <a:pt x="602" y="70"/>
                  </a:cubicBezTo>
                  <a:cubicBezTo>
                    <a:pt x="602" y="588"/>
                    <a:pt x="735" y="1090"/>
                    <a:pt x="719" y="1608"/>
                  </a:cubicBezTo>
                  <a:cubicBezTo>
                    <a:pt x="719" y="2042"/>
                    <a:pt x="618" y="2460"/>
                    <a:pt x="435" y="2861"/>
                  </a:cubicBezTo>
                  <a:cubicBezTo>
                    <a:pt x="301" y="3145"/>
                    <a:pt x="0" y="3412"/>
                    <a:pt x="134" y="3763"/>
                  </a:cubicBezTo>
                  <a:cubicBezTo>
                    <a:pt x="263" y="4048"/>
                    <a:pt x="574" y="4132"/>
                    <a:pt x="870" y="4132"/>
                  </a:cubicBezTo>
                  <a:cubicBezTo>
                    <a:pt x="956" y="4132"/>
                    <a:pt x="1041" y="4125"/>
                    <a:pt x="1120" y="4114"/>
                  </a:cubicBezTo>
                  <a:cubicBezTo>
                    <a:pt x="1220" y="4097"/>
                    <a:pt x="1203" y="3947"/>
                    <a:pt x="1103" y="3930"/>
                  </a:cubicBezTo>
                  <a:cubicBezTo>
                    <a:pt x="1064" y="3930"/>
                    <a:pt x="1024" y="3931"/>
                    <a:pt x="984" y="3931"/>
                  </a:cubicBezTo>
                  <a:cubicBezTo>
                    <a:pt x="782" y="3931"/>
                    <a:pt x="571" y="3919"/>
                    <a:pt x="418" y="3780"/>
                  </a:cubicBezTo>
                  <a:cubicBezTo>
                    <a:pt x="251" y="3613"/>
                    <a:pt x="351" y="3429"/>
                    <a:pt x="468" y="3262"/>
                  </a:cubicBezTo>
                  <a:cubicBezTo>
                    <a:pt x="652" y="2978"/>
                    <a:pt x="785" y="2660"/>
                    <a:pt x="869" y="2326"/>
                  </a:cubicBezTo>
                  <a:cubicBezTo>
                    <a:pt x="936" y="1975"/>
                    <a:pt x="953" y="1624"/>
                    <a:pt x="936" y="1273"/>
                  </a:cubicBezTo>
                  <a:cubicBezTo>
                    <a:pt x="919" y="856"/>
                    <a:pt x="852" y="438"/>
                    <a:pt x="735" y="37"/>
                  </a:cubicBezTo>
                  <a:cubicBezTo>
                    <a:pt x="729" y="11"/>
                    <a:pt x="708" y="1"/>
                    <a:pt x="684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2" name="Google Shape;1862;p65"/>
          <p:cNvGrpSpPr/>
          <p:nvPr/>
        </p:nvGrpSpPr>
        <p:grpSpPr>
          <a:xfrm>
            <a:off x="6278081" y="1696752"/>
            <a:ext cx="1736652" cy="2154066"/>
            <a:chOff x="6278081" y="1849152"/>
            <a:chExt cx="1736652" cy="2154066"/>
          </a:xfrm>
        </p:grpSpPr>
        <p:sp>
          <p:nvSpPr>
            <p:cNvPr id="1863" name="Google Shape;1863;p65"/>
            <p:cNvSpPr/>
            <p:nvPr/>
          </p:nvSpPr>
          <p:spPr>
            <a:xfrm>
              <a:off x="6278081" y="2603149"/>
              <a:ext cx="680723" cy="773724"/>
            </a:xfrm>
            <a:custGeom>
              <a:avLst/>
              <a:gdLst/>
              <a:ahLst/>
              <a:cxnLst/>
              <a:rect l="l" t="t" r="r" b="b"/>
              <a:pathLst>
                <a:path w="21256" h="24160" extrusionOk="0">
                  <a:moveTo>
                    <a:pt x="17446" y="0"/>
                  </a:moveTo>
                  <a:cubicBezTo>
                    <a:pt x="17006" y="0"/>
                    <a:pt x="16526" y="131"/>
                    <a:pt x="16008" y="426"/>
                  </a:cubicBezTo>
                  <a:cubicBezTo>
                    <a:pt x="12466" y="2447"/>
                    <a:pt x="3660" y="11370"/>
                    <a:pt x="2056" y="15029"/>
                  </a:cubicBezTo>
                  <a:cubicBezTo>
                    <a:pt x="469" y="18688"/>
                    <a:pt x="1" y="22481"/>
                    <a:pt x="2223" y="23851"/>
                  </a:cubicBezTo>
                  <a:cubicBezTo>
                    <a:pt x="2566" y="24062"/>
                    <a:pt x="2954" y="24160"/>
                    <a:pt x="3377" y="24160"/>
                  </a:cubicBezTo>
                  <a:cubicBezTo>
                    <a:pt x="8727" y="24160"/>
                    <a:pt x="19842" y="8500"/>
                    <a:pt x="20569" y="6441"/>
                  </a:cubicBezTo>
                  <a:cubicBezTo>
                    <a:pt x="21255" y="4540"/>
                    <a:pt x="20047" y="0"/>
                    <a:pt x="1744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7346147" y="2608016"/>
              <a:ext cx="668586" cy="718385"/>
            </a:xfrm>
            <a:custGeom>
              <a:avLst/>
              <a:gdLst/>
              <a:ahLst/>
              <a:cxnLst/>
              <a:rect l="l" t="t" r="r" b="b"/>
              <a:pathLst>
                <a:path w="20877" h="22432" extrusionOk="0">
                  <a:moveTo>
                    <a:pt x="6462" y="1"/>
                  </a:moveTo>
                  <a:cubicBezTo>
                    <a:pt x="5880" y="1"/>
                    <a:pt x="5312" y="229"/>
                    <a:pt x="4562" y="558"/>
                  </a:cubicBezTo>
                  <a:cubicBezTo>
                    <a:pt x="4562" y="558"/>
                    <a:pt x="0" y="3599"/>
                    <a:pt x="1738" y="7960"/>
                  </a:cubicBezTo>
                  <a:cubicBezTo>
                    <a:pt x="2690" y="10366"/>
                    <a:pt x="8488" y="18419"/>
                    <a:pt x="13718" y="21460"/>
                  </a:cubicBezTo>
                  <a:cubicBezTo>
                    <a:pt x="14893" y="22147"/>
                    <a:pt x="15903" y="22432"/>
                    <a:pt x="16761" y="22432"/>
                  </a:cubicBezTo>
                  <a:cubicBezTo>
                    <a:pt x="19722" y="22432"/>
                    <a:pt x="20876" y="19042"/>
                    <a:pt x="20786" y="17099"/>
                  </a:cubicBezTo>
                  <a:cubicBezTo>
                    <a:pt x="20685" y="14610"/>
                    <a:pt x="11646" y="3498"/>
                    <a:pt x="9357" y="1527"/>
                  </a:cubicBezTo>
                  <a:cubicBezTo>
                    <a:pt x="8047" y="408"/>
                    <a:pt x="7241" y="1"/>
                    <a:pt x="6462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6684222" y="2541853"/>
              <a:ext cx="1076104" cy="1461365"/>
            </a:xfrm>
            <a:custGeom>
              <a:avLst/>
              <a:gdLst/>
              <a:ahLst/>
              <a:cxnLst/>
              <a:rect l="l" t="t" r="r" b="b"/>
              <a:pathLst>
                <a:path w="33602" h="45632" extrusionOk="0">
                  <a:moveTo>
                    <a:pt x="10260" y="1"/>
                  </a:moveTo>
                  <a:cubicBezTo>
                    <a:pt x="10260" y="1"/>
                    <a:pt x="9759" y="67"/>
                    <a:pt x="9023" y="218"/>
                  </a:cubicBezTo>
                  <a:cubicBezTo>
                    <a:pt x="7236" y="552"/>
                    <a:pt x="4094" y="1270"/>
                    <a:pt x="3326" y="2340"/>
                  </a:cubicBezTo>
                  <a:cubicBezTo>
                    <a:pt x="2223" y="3844"/>
                    <a:pt x="5698" y="21153"/>
                    <a:pt x="5698" y="21153"/>
                  </a:cubicBezTo>
                  <a:cubicBezTo>
                    <a:pt x="5698" y="21153"/>
                    <a:pt x="1" y="39951"/>
                    <a:pt x="786" y="45631"/>
                  </a:cubicBezTo>
                  <a:lnTo>
                    <a:pt x="33568" y="45631"/>
                  </a:lnTo>
                  <a:cubicBezTo>
                    <a:pt x="33602" y="44562"/>
                    <a:pt x="33535" y="43476"/>
                    <a:pt x="33368" y="42407"/>
                  </a:cubicBezTo>
                  <a:cubicBezTo>
                    <a:pt x="33084" y="40719"/>
                    <a:pt x="28288" y="25214"/>
                    <a:pt x="27303" y="22641"/>
                  </a:cubicBezTo>
                  <a:cubicBezTo>
                    <a:pt x="28706" y="15523"/>
                    <a:pt x="29107" y="4295"/>
                    <a:pt x="28856" y="2991"/>
                  </a:cubicBezTo>
                  <a:cubicBezTo>
                    <a:pt x="28623" y="1688"/>
                    <a:pt x="26083" y="1020"/>
                    <a:pt x="24897" y="786"/>
                  </a:cubicBezTo>
                  <a:cubicBezTo>
                    <a:pt x="24312" y="669"/>
                    <a:pt x="23476" y="535"/>
                    <a:pt x="22741" y="435"/>
                  </a:cubicBezTo>
                  <a:cubicBezTo>
                    <a:pt x="21973" y="318"/>
                    <a:pt x="21338" y="251"/>
                    <a:pt x="21338" y="251"/>
                  </a:cubicBezTo>
                  <a:lnTo>
                    <a:pt x="10260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6973184" y="2541853"/>
              <a:ext cx="439351" cy="278810"/>
            </a:xfrm>
            <a:custGeom>
              <a:avLst/>
              <a:gdLst/>
              <a:ahLst/>
              <a:cxnLst/>
              <a:rect l="l" t="t" r="r" b="b"/>
              <a:pathLst>
                <a:path w="13719" h="8706" extrusionOk="0">
                  <a:moveTo>
                    <a:pt x="1237" y="1"/>
                  </a:moveTo>
                  <a:cubicBezTo>
                    <a:pt x="1237" y="1"/>
                    <a:pt x="736" y="67"/>
                    <a:pt x="0" y="218"/>
                  </a:cubicBezTo>
                  <a:cubicBezTo>
                    <a:pt x="268" y="2139"/>
                    <a:pt x="3125" y="7837"/>
                    <a:pt x="6884" y="8706"/>
                  </a:cubicBezTo>
                  <a:cubicBezTo>
                    <a:pt x="11045" y="7035"/>
                    <a:pt x="13417" y="3259"/>
                    <a:pt x="13718" y="435"/>
                  </a:cubicBezTo>
                  <a:cubicBezTo>
                    <a:pt x="12950" y="318"/>
                    <a:pt x="12315" y="251"/>
                    <a:pt x="12315" y="251"/>
                  </a:cubicBezTo>
                  <a:lnTo>
                    <a:pt x="1237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6824428" y="1849152"/>
              <a:ext cx="771098" cy="629804"/>
            </a:xfrm>
            <a:custGeom>
              <a:avLst/>
              <a:gdLst/>
              <a:ahLst/>
              <a:cxnLst/>
              <a:rect l="l" t="t" r="r" b="b"/>
              <a:pathLst>
                <a:path w="24078" h="19666" extrusionOk="0">
                  <a:moveTo>
                    <a:pt x="11763" y="1"/>
                  </a:moveTo>
                  <a:cubicBezTo>
                    <a:pt x="8790" y="1"/>
                    <a:pt x="5688" y="1170"/>
                    <a:pt x="4512" y="5089"/>
                  </a:cubicBezTo>
                  <a:cubicBezTo>
                    <a:pt x="3509" y="8414"/>
                    <a:pt x="2590" y="11839"/>
                    <a:pt x="2106" y="13945"/>
                  </a:cubicBezTo>
                  <a:cubicBezTo>
                    <a:pt x="1621" y="16050"/>
                    <a:pt x="0" y="18940"/>
                    <a:pt x="0" y="18940"/>
                  </a:cubicBezTo>
                  <a:cubicBezTo>
                    <a:pt x="0" y="18940"/>
                    <a:pt x="1805" y="19124"/>
                    <a:pt x="2523" y="19174"/>
                  </a:cubicBezTo>
                  <a:cubicBezTo>
                    <a:pt x="3342" y="17955"/>
                    <a:pt x="4027" y="16635"/>
                    <a:pt x="4562" y="15265"/>
                  </a:cubicBezTo>
                  <a:lnTo>
                    <a:pt x="4562" y="15265"/>
                  </a:lnTo>
                  <a:lnTo>
                    <a:pt x="3609" y="19241"/>
                  </a:lnTo>
                  <a:cubicBezTo>
                    <a:pt x="3609" y="19241"/>
                    <a:pt x="6563" y="19665"/>
                    <a:pt x="11185" y="19665"/>
                  </a:cubicBezTo>
                  <a:cubicBezTo>
                    <a:pt x="11503" y="19665"/>
                    <a:pt x="11830" y="19663"/>
                    <a:pt x="12164" y="19659"/>
                  </a:cubicBezTo>
                  <a:cubicBezTo>
                    <a:pt x="17327" y="19609"/>
                    <a:pt x="17645" y="19358"/>
                    <a:pt x="17645" y="19358"/>
                  </a:cubicBezTo>
                  <a:lnTo>
                    <a:pt x="17695" y="16301"/>
                  </a:lnTo>
                  <a:lnTo>
                    <a:pt x="18547" y="19358"/>
                  </a:lnTo>
                  <a:lnTo>
                    <a:pt x="20652" y="19308"/>
                  </a:lnTo>
                  <a:lnTo>
                    <a:pt x="20585" y="16718"/>
                  </a:lnTo>
                  <a:lnTo>
                    <a:pt x="21371" y="19007"/>
                  </a:lnTo>
                  <a:lnTo>
                    <a:pt x="24077" y="18940"/>
                  </a:lnTo>
                  <a:cubicBezTo>
                    <a:pt x="24077" y="18940"/>
                    <a:pt x="22089" y="13109"/>
                    <a:pt x="21554" y="10636"/>
                  </a:cubicBezTo>
                  <a:cubicBezTo>
                    <a:pt x="21003" y="8164"/>
                    <a:pt x="20051" y="3235"/>
                    <a:pt x="17945" y="1664"/>
                  </a:cubicBezTo>
                  <a:cubicBezTo>
                    <a:pt x="16947" y="925"/>
                    <a:pt x="14405" y="1"/>
                    <a:pt x="1176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6929854" y="2100997"/>
              <a:ext cx="153047" cy="152919"/>
            </a:xfrm>
            <a:custGeom>
              <a:avLst/>
              <a:gdLst/>
              <a:ahLst/>
              <a:cxnLst/>
              <a:rect l="l" t="t" r="r" b="b"/>
              <a:pathLst>
                <a:path w="4779" h="4775" extrusionOk="0">
                  <a:moveTo>
                    <a:pt x="1753" y="0"/>
                  </a:moveTo>
                  <a:cubicBezTo>
                    <a:pt x="1579" y="0"/>
                    <a:pt x="1395" y="54"/>
                    <a:pt x="1203" y="183"/>
                  </a:cubicBezTo>
                  <a:cubicBezTo>
                    <a:pt x="0" y="985"/>
                    <a:pt x="919" y="2472"/>
                    <a:pt x="1587" y="2973"/>
                  </a:cubicBezTo>
                  <a:cubicBezTo>
                    <a:pt x="2406" y="3550"/>
                    <a:pt x="2891" y="4774"/>
                    <a:pt x="3483" y="4774"/>
                  </a:cubicBezTo>
                  <a:cubicBezTo>
                    <a:pt x="3628" y="4774"/>
                    <a:pt x="3779" y="4701"/>
                    <a:pt x="3943" y="4527"/>
                  </a:cubicBezTo>
                  <a:cubicBezTo>
                    <a:pt x="4779" y="3641"/>
                    <a:pt x="3275" y="1402"/>
                    <a:pt x="3275" y="1402"/>
                  </a:cubicBezTo>
                  <a:cubicBezTo>
                    <a:pt x="3275" y="1402"/>
                    <a:pt x="2644" y="0"/>
                    <a:pt x="1753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7317773" y="2100997"/>
              <a:ext cx="153079" cy="152919"/>
            </a:xfrm>
            <a:custGeom>
              <a:avLst/>
              <a:gdLst/>
              <a:ahLst/>
              <a:cxnLst/>
              <a:rect l="l" t="t" r="r" b="b"/>
              <a:pathLst>
                <a:path w="4780" h="4775" extrusionOk="0">
                  <a:moveTo>
                    <a:pt x="3026" y="0"/>
                  </a:moveTo>
                  <a:cubicBezTo>
                    <a:pt x="2135" y="0"/>
                    <a:pt x="1505" y="1402"/>
                    <a:pt x="1505" y="1402"/>
                  </a:cubicBezTo>
                  <a:cubicBezTo>
                    <a:pt x="1505" y="1402"/>
                    <a:pt x="1" y="3641"/>
                    <a:pt x="836" y="4527"/>
                  </a:cubicBezTo>
                  <a:cubicBezTo>
                    <a:pt x="1000" y="4701"/>
                    <a:pt x="1152" y="4774"/>
                    <a:pt x="1297" y="4774"/>
                  </a:cubicBezTo>
                  <a:cubicBezTo>
                    <a:pt x="1888" y="4774"/>
                    <a:pt x="2370" y="3550"/>
                    <a:pt x="3175" y="2973"/>
                  </a:cubicBezTo>
                  <a:cubicBezTo>
                    <a:pt x="3860" y="2472"/>
                    <a:pt x="4779" y="985"/>
                    <a:pt x="3576" y="183"/>
                  </a:cubicBezTo>
                  <a:cubicBezTo>
                    <a:pt x="3385" y="54"/>
                    <a:pt x="3200" y="0"/>
                    <a:pt x="302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7012767" y="2329431"/>
              <a:ext cx="363900" cy="440408"/>
            </a:xfrm>
            <a:custGeom>
              <a:avLst/>
              <a:gdLst/>
              <a:ahLst/>
              <a:cxnLst/>
              <a:rect l="l" t="t" r="r" b="b"/>
              <a:pathLst>
                <a:path w="11363" h="13752" extrusionOk="0">
                  <a:moveTo>
                    <a:pt x="3443" y="0"/>
                  </a:moveTo>
                  <a:cubicBezTo>
                    <a:pt x="3476" y="84"/>
                    <a:pt x="3393" y="3860"/>
                    <a:pt x="2925" y="4896"/>
                  </a:cubicBezTo>
                  <a:cubicBezTo>
                    <a:pt x="2307" y="6316"/>
                    <a:pt x="1" y="6634"/>
                    <a:pt x="1" y="6634"/>
                  </a:cubicBezTo>
                  <a:cubicBezTo>
                    <a:pt x="1" y="6634"/>
                    <a:pt x="2390" y="13116"/>
                    <a:pt x="5849" y="13751"/>
                  </a:cubicBezTo>
                  <a:cubicBezTo>
                    <a:pt x="8689" y="12615"/>
                    <a:pt x="10544" y="9223"/>
                    <a:pt x="11363" y="6918"/>
                  </a:cubicBezTo>
                  <a:cubicBezTo>
                    <a:pt x="9207" y="6617"/>
                    <a:pt x="8639" y="5581"/>
                    <a:pt x="8522" y="4595"/>
                  </a:cubicBezTo>
                  <a:cubicBezTo>
                    <a:pt x="8439" y="3776"/>
                    <a:pt x="8188" y="117"/>
                    <a:pt x="8188" y="117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7014912" y="1970367"/>
              <a:ext cx="374596" cy="427053"/>
            </a:xfrm>
            <a:custGeom>
              <a:avLst/>
              <a:gdLst/>
              <a:ahLst/>
              <a:cxnLst/>
              <a:rect l="l" t="t" r="r" b="b"/>
              <a:pathLst>
                <a:path w="11697" h="13335" extrusionOk="0">
                  <a:moveTo>
                    <a:pt x="9157" y="1"/>
                  </a:moveTo>
                  <a:cubicBezTo>
                    <a:pt x="8439" y="1171"/>
                    <a:pt x="7185" y="2307"/>
                    <a:pt x="5448" y="2591"/>
                  </a:cubicBezTo>
                  <a:cubicBezTo>
                    <a:pt x="3710" y="2858"/>
                    <a:pt x="3242" y="2641"/>
                    <a:pt x="1688" y="2958"/>
                  </a:cubicBezTo>
                  <a:cubicBezTo>
                    <a:pt x="1672" y="2958"/>
                    <a:pt x="1638" y="2975"/>
                    <a:pt x="1621" y="2975"/>
                  </a:cubicBezTo>
                  <a:cubicBezTo>
                    <a:pt x="636" y="3242"/>
                    <a:pt x="1" y="4195"/>
                    <a:pt x="151" y="5214"/>
                  </a:cubicBezTo>
                  <a:cubicBezTo>
                    <a:pt x="452" y="7336"/>
                    <a:pt x="1020" y="9475"/>
                    <a:pt x="1755" y="10627"/>
                  </a:cubicBezTo>
                  <a:cubicBezTo>
                    <a:pt x="3125" y="12800"/>
                    <a:pt x="5013" y="13334"/>
                    <a:pt x="6083" y="13334"/>
                  </a:cubicBezTo>
                  <a:cubicBezTo>
                    <a:pt x="7369" y="13334"/>
                    <a:pt x="10210" y="11931"/>
                    <a:pt x="10928" y="8806"/>
                  </a:cubicBezTo>
                  <a:cubicBezTo>
                    <a:pt x="11112" y="8021"/>
                    <a:pt x="11279" y="7186"/>
                    <a:pt x="11413" y="6384"/>
                  </a:cubicBezTo>
                  <a:cubicBezTo>
                    <a:pt x="11697" y="4746"/>
                    <a:pt x="11179" y="3075"/>
                    <a:pt x="10026" y="1856"/>
                  </a:cubicBezTo>
                  <a:cubicBezTo>
                    <a:pt x="9541" y="1354"/>
                    <a:pt x="9241" y="703"/>
                    <a:pt x="9157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7121395" y="2142149"/>
              <a:ext cx="36412" cy="35868"/>
            </a:xfrm>
            <a:custGeom>
              <a:avLst/>
              <a:gdLst/>
              <a:ahLst/>
              <a:cxnLst/>
              <a:rect l="l" t="t" r="r" b="b"/>
              <a:pathLst>
                <a:path w="1137" h="1120" extrusionOk="0">
                  <a:moveTo>
                    <a:pt x="552" y="0"/>
                  </a:moveTo>
                  <a:cubicBezTo>
                    <a:pt x="485" y="0"/>
                    <a:pt x="418" y="17"/>
                    <a:pt x="352" y="50"/>
                  </a:cubicBezTo>
                  <a:cubicBezTo>
                    <a:pt x="201" y="101"/>
                    <a:pt x="101" y="218"/>
                    <a:pt x="51" y="368"/>
                  </a:cubicBezTo>
                  <a:cubicBezTo>
                    <a:pt x="17" y="435"/>
                    <a:pt x="1" y="502"/>
                    <a:pt x="1" y="568"/>
                  </a:cubicBezTo>
                  <a:cubicBezTo>
                    <a:pt x="17" y="619"/>
                    <a:pt x="17" y="669"/>
                    <a:pt x="34" y="719"/>
                  </a:cubicBezTo>
                  <a:cubicBezTo>
                    <a:pt x="51" y="819"/>
                    <a:pt x="101" y="903"/>
                    <a:pt x="184" y="969"/>
                  </a:cubicBezTo>
                  <a:lnTo>
                    <a:pt x="301" y="1053"/>
                  </a:lnTo>
                  <a:cubicBezTo>
                    <a:pt x="385" y="1103"/>
                    <a:pt x="485" y="1120"/>
                    <a:pt x="585" y="1120"/>
                  </a:cubicBezTo>
                  <a:cubicBezTo>
                    <a:pt x="736" y="1120"/>
                    <a:pt x="870" y="1053"/>
                    <a:pt x="970" y="953"/>
                  </a:cubicBezTo>
                  <a:cubicBezTo>
                    <a:pt x="1070" y="836"/>
                    <a:pt x="1137" y="702"/>
                    <a:pt x="1137" y="552"/>
                  </a:cubicBezTo>
                  <a:lnTo>
                    <a:pt x="1103" y="401"/>
                  </a:lnTo>
                  <a:cubicBezTo>
                    <a:pt x="1087" y="318"/>
                    <a:pt x="1037" y="218"/>
                    <a:pt x="953" y="151"/>
                  </a:cubicBezTo>
                  <a:cubicBezTo>
                    <a:pt x="920" y="117"/>
                    <a:pt x="870" y="101"/>
                    <a:pt x="836" y="67"/>
                  </a:cubicBezTo>
                  <a:cubicBezTo>
                    <a:pt x="753" y="17"/>
                    <a:pt x="652" y="0"/>
                    <a:pt x="55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7240176" y="2142149"/>
              <a:ext cx="36444" cy="35868"/>
            </a:xfrm>
            <a:custGeom>
              <a:avLst/>
              <a:gdLst/>
              <a:ahLst/>
              <a:cxnLst/>
              <a:rect l="l" t="t" r="r" b="b"/>
              <a:pathLst>
                <a:path w="1138" h="1120" extrusionOk="0">
                  <a:moveTo>
                    <a:pt x="552" y="0"/>
                  </a:moveTo>
                  <a:cubicBezTo>
                    <a:pt x="486" y="0"/>
                    <a:pt x="402" y="17"/>
                    <a:pt x="352" y="50"/>
                  </a:cubicBezTo>
                  <a:cubicBezTo>
                    <a:pt x="268" y="67"/>
                    <a:pt x="201" y="117"/>
                    <a:pt x="151" y="167"/>
                  </a:cubicBezTo>
                  <a:cubicBezTo>
                    <a:pt x="68" y="284"/>
                    <a:pt x="1" y="418"/>
                    <a:pt x="1" y="568"/>
                  </a:cubicBezTo>
                  <a:lnTo>
                    <a:pt x="18" y="719"/>
                  </a:lnTo>
                  <a:cubicBezTo>
                    <a:pt x="51" y="819"/>
                    <a:pt x="101" y="903"/>
                    <a:pt x="168" y="969"/>
                  </a:cubicBezTo>
                  <a:cubicBezTo>
                    <a:pt x="218" y="1003"/>
                    <a:pt x="252" y="1036"/>
                    <a:pt x="302" y="1053"/>
                  </a:cubicBezTo>
                  <a:cubicBezTo>
                    <a:pt x="385" y="1103"/>
                    <a:pt x="486" y="1120"/>
                    <a:pt x="586" y="1120"/>
                  </a:cubicBezTo>
                  <a:cubicBezTo>
                    <a:pt x="803" y="1120"/>
                    <a:pt x="1004" y="969"/>
                    <a:pt x="1087" y="769"/>
                  </a:cubicBezTo>
                  <a:cubicBezTo>
                    <a:pt x="1120" y="702"/>
                    <a:pt x="1137" y="619"/>
                    <a:pt x="1137" y="552"/>
                  </a:cubicBezTo>
                  <a:lnTo>
                    <a:pt x="1104" y="401"/>
                  </a:lnTo>
                  <a:cubicBezTo>
                    <a:pt x="1087" y="318"/>
                    <a:pt x="1020" y="218"/>
                    <a:pt x="953" y="151"/>
                  </a:cubicBezTo>
                  <a:cubicBezTo>
                    <a:pt x="920" y="117"/>
                    <a:pt x="870" y="101"/>
                    <a:pt x="836" y="67"/>
                  </a:cubicBezTo>
                  <a:cubicBezTo>
                    <a:pt x="753" y="17"/>
                    <a:pt x="653" y="0"/>
                    <a:pt x="55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7106952" y="2087546"/>
              <a:ext cx="60495" cy="29495"/>
            </a:xfrm>
            <a:custGeom>
              <a:avLst/>
              <a:gdLst/>
              <a:ahLst/>
              <a:cxnLst/>
              <a:rect l="l" t="t" r="r" b="b"/>
              <a:pathLst>
                <a:path w="1889" h="921" extrusionOk="0">
                  <a:moveTo>
                    <a:pt x="956" y="1"/>
                  </a:moveTo>
                  <a:cubicBezTo>
                    <a:pt x="950" y="1"/>
                    <a:pt x="943" y="1"/>
                    <a:pt x="936" y="1"/>
                  </a:cubicBezTo>
                  <a:cubicBezTo>
                    <a:pt x="285" y="18"/>
                    <a:pt x="1" y="920"/>
                    <a:pt x="1" y="920"/>
                  </a:cubicBezTo>
                  <a:cubicBezTo>
                    <a:pt x="285" y="753"/>
                    <a:pt x="602" y="619"/>
                    <a:pt x="936" y="536"/>
                  </a:cubicBezTo>
                  <a:cubicBezTo>
                    <a:pt x="1018" y="527"/>
                    <a:pt x="1100" y="523"/>
                    <a:pt x="1182" y="523"/>
                  </a:cubicBezTo>
                  <a:cubicBezTo>
                    <a:pt x="1418" y="523"/>
                    <a:pt x="1653" y="557"/>
                    <a:pt x="1889" y="619"/>
                  </a:cubicBezTo>
                  <a:cubicBezTo>
                    <a:pt x="1889" y="619"/>
                    <a:pt x="1465" y="1"/>
                    <a:pt x="956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7228967" y="2087546"/>
              <a:ext cx="61008" cy="29495"/>
            </a:xfrm>
            <a:custGeom>
              <a:avLst/>
              <a:gdLst/>
              <a:ahLst/>
              <a:cxnLst/>
              <a:rect l="l" t="t" r="r" b="b"/>
              <a:pathLst>
                <a:path w="1905" h="921" extrusionOk="0">
                  <a:moveTo>
                    <a:pt x="932" y="1"/>
                  </a:moveTo>
                  <a:cubicBezTo>
                    <a:pt x="423" y="1"/>
                    <a:pt x="0" y="619"/>
                    <a:pt x="0" y="619"/>
                  </a:cubicBezTo>
                  <a:cubicBezTo>
                    <a:pt x="221" y="549"/>
                    <a:pt x="443" y="520"/>
                    <a:pt x="664" y="520"/>
                  </a:cubicBezTo>
                  <a:cubicBezTo>
                    <a:pt x="760" y="520"/>
                    <a:pt x="856" y="526"/>
                    <a:pt x="952" y="536"/>
                  </a:cubicBezTo>
                  <a:cubicBezTo>
                    <a:pt x="1287" y="619"/>
                    <a:pt x="1604" y="753"/>
                    <a:pt x="1905" y="920"/>
                  </a:cubicBezTo>
                  <a:cubicBezTo>
                    <a:pt x="1905" y="920"/>
                    <a:pt x="1604" y="18"/>
                    <a:pt x="952" y="1"/>
                  </a:cubicBezTo>
                  <a:cubicBezTo>
                    <a:pt x="946" y="1"/>
                    <a:pt x="939" y="1"/>
                    <a:pt x="93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7172764" y="2094432"/>
              <a:ext cx="39647" cy="134537"/>
            </a:xfrm>
            <a:custGeom>
              <a:avLst/>
              <a:gdLst/>
              <a:ahLst/>
              <a:cxnLst/>
              <a:rect l="l" t="t" r="r" b="b"/>
              <a:pathLst>
                <a:path w="1238" h="4201" extrusionOk="0">
                  <a:moveTo>
                    <a:pt x="702" y="0"/>
                  </a:moveTo>
                  <a:cubicBezTo>
                    <a:pt x="664" y="0"/>
                    <a:pt x="619" y="29"/>
                    <a:pt x="619" y="70"/>
                  </a:cubicBezTo>
                  <a:cubicBezTo>
                    <a:pt x="619" y="588"/>
                    <a:pt x="753" y="1106"/>
                    <a:pt x="736" y="1624"/>
                  </a:cubicBezTo>
                  <a:cubicBezTo>
                    <a:pt x="736" y="2075"/>
                    <a:pt x="636" y="2510"/>
                    <a:pt x="452" y="2911"/>
                  </a:cubicBezTo>
                  <a:cubicBezTo>
                    <a:pt x="318" y="3195"/>
                    <a:pt x="1" y="3479"/>
                    <a:pt x="151" y="3830"/>
                  </a:cubicBezTo>
                  <a:cubicBezTo>
                    <a:pt x="265" y="4121"/>
                    <a:pt x="571" y="4201"/>
                    <a:pt x="865" y="4201"/>
                  </a:cubicBezTo>
                  <a:cubicBezTo>
                    <a:pt x="959" y="4201"/>
                    <a:pt x="1052" y="4193"/>
                    <a:pt x="1137" y="4180"/>
                  </a:cubicBezTo>
                  <a:cubicBezTo>
                    <a:pt x="1237" y="4164"/>
                    <a:pt x="1237" y="4013"/>
                    <a:pt x="1120" y="3997"/>
                  </a:cubicBezTo>
                  <a:cubicBezTo>
                    <a:pt x="1058" y="3997"/>
                    <a:pt x="993" y="3999"/>
                    <a:pt x="928" y="3999"/>
                  </a:cubicBezTo>
                  <a:cubicBezTo>
                    <a:pt x="750" y="3999"/>
                    <a:pt x="570" y="3981"/>
                    <a:pt x="435" y="3846"/>
                  </a:cubicBezTo>
                  <a:cubicBezTo>
                    <a:pt x="268" y="3662"/>
                    <a:pt x="368" y="3495"/>
                    <a:pt x="485" y="3328"/>
                  </a:cubicBezTo>
                  <a:cubicBezTo>
                    <a:pt x="669" y="3028"/>
                    <a:pt x="803" y="2710"/>
                    <a:pt x="886" y="2376"/>
                  </a:cubicBezTo>
                  <a:cubicBezTo>
                    <a:pt x="953" y="2008"/>
                    <a:pt x="970" y="1657"/>
                    <a:pt x="953" y="1290"/>
                  </a:cubicBezTo>
                  <a:cubicBezTo>
                    <a:pt x="936" y="872"/>
                    <a:pt x="870" y="454"/>
                    <a:pt x="753" y="37"/>
                  </a:cubicBezTo>
                  <a:cubicBezTo>
                    <a:pt x="746" y="11"/>
                    <a:pt x="725" y="0"/>
                    <a:pt x="702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7176510" y="2254813"/>
              <a:ext cx="100110" cy="54731"/>
            </a:xfrm>
            <a:custGeom>
              <a:avLst/>
              <a:gdLst/>
              <a:ahLst/>
              <a:cxnLst/>
              <a:rect l="l" t="t" r="r" b="b"/>
              <a:pathLst>
                <a:path w="3126" h="1709" extrusionOk="0">
                  <a:moveTo>
                    <a:pt x="2817" y="0"/>
                  </a:moveTo>
                  <a:cubicBezTo>
                    <a:pt x="2744" y="0"/>
                    <a:pt x="2673" y="32"/>
                    <a:pt x="2624" y="108"/>
                  </a:cubicBezTo>
                  <a:cubicBezTo>
                    <a:pt x="2373" y="509"/>
                    <a:pt x="2089" y="877"/>
                    <a:pt x="1605" y="994"/>
                  </a:cubicBezTo>
                  <a:cubicBezTo>
                    <a:pt x="1529" y="1010"/>
                    <a:pt x="1456" y="1017"/>
                    <a:pt x="1385" y="1017"/>
                  </a:cubicBezTo>
                  <a:cubicBezTo>
                    <a:pt x="1021" y="1017"/>
                    <a:pt x="715" y="830"/>
                    <a:pt x="352" y="760"/>
                  </a:cubicBezTo>
                  <a:cubicBezTo>
                    <a:pt x="151" y="760"/>
                    <a:pt x="1" y="977"/>
                    <a:pt x="101" y="1161"/>
                  </a:cubicBezTo>
                  <a:cubicBezTo>
                    <a:pt x="322" y="1556"/>
                    <a:pt x="810" y="1709"/>
                    <a:pt x="1283" y="1709"/>
                  </a:cubicBezTo>
                  <a:cubicBezTo>
                    <a:pt x="1490" y="1709"/>
                    <a:pt x="1694" y="1679"/>
                    <a:pt x="1872" y="1629"/>
                  </a:cubicBezTo>
                  <a:cubicBezTo>
                    <a:pt x="2490" y="1445"/>
                    <a:pt x="2958" y="943"/>
                    <a:pt x="3092" y="309"/>
                  </a:cubicBezTo>
                  <a:cubicBezTo>
                    <a:pt x="3126" y="139"/>
                    <a:pt x="2969" y="0"/>
                    <a:pt x="2817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8" name="Google Shape;1878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879" name="Google Shape;1879;p65"/>
          <p:cNvSpPr/>
          <p:nvPr/>
        </p:nvSpPr>
        <p:spPr>
          <a:xfrm rot="10800000">
            <a:off x="783750" y="2825963"/>
            <a:ext cx="2322300" cy="136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65"/>
          <p:cNvSpPr/>
          <p:nvPr/>
        </p:nvSpPr>
        <p:spPr>
          <a:xfrm rot="10800000">
            <a:off x="3410844" y="2825963"/>
            <a:ext cx="2322300" cy="136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65"/>
          <p:cNvSpPr/>
          <p:nvPr/>
        </p:nvSpPr>
        <p:spPr>
          <a:xfrm rot="10800000">
            <a:off x="6037938" y="2825963"/>
            <a:ext cx="2322300" cy="136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65"/>
          <p:cNvSpPr txBox="1">
            <a:spLocks noGrp="1"/>
          </p:cNvSpPr>
          <p:nvPr>
            <p:ph type="subTitle" idx="1"/>
          </p:nvPr>
        </p:nvSpPr>
        <p:spPr>
          <a:xfrm>
            <a:off x="3688950" y="2958650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Doe</a:t>
            </a:r>
            <a:endParaRPr/>
          </a:p>
        </p:txBody>
      </p:sp>
      <p:sp>
        <p:nvSpPr>
          <p:cNvPr id="1883" name="Google Shape;1883;p65"/>
          <p:cNvSpPr txBox="1">
            <a:spLocks noGrp="1"/>
          </p:cNvSpPr>
          <p:nvPr>
            <p:ph type="subTitle" idx="2"/>
          </p:nvPr>
        </p:nvSpPr>
        <p:spPr>
          <a:xfrm>
            <a:off x="3688950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talk a bit about this person</a:t>
            </a:r>
            <a:endParaRPr/>
          </a:p>
        </p:txBody>
      </p:sp>
      <p:sp>
        <p:nvSpPr>
          <p:cNvPr id="1884" name="Google Shape;1884;p65"/>
          <p:cNvSpPr txBox="1">
            <a:spLocks noGrp="1"/>
          </p:cNvSpPr>
          <p:nvPr>
            <p:ph type="subTitle" idx="3"/>
          </p:nvPr>
        </p:nvSpPr>
        <p:spPr>
          <a:xfrm>
            <a:off x="6316048" y="2958650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Patterson</a:t>
            </a:r>
            <a:endParaRPr/>
          </a:p>
        </p:txBody>
      </p:sp>
      <p:sp>
        <p:nvSpPr>
          <p:cNvPr id="1885" name="Google Shape;1885;p65"/>
          <p:cNvSpPr txBox="1">
            <a:spLocks noGrp="1"/>
          </p:cNvSpPr>
          <p:nvPr>
            <p:ph type="subTitle" idx="4"/>
          </p:nvPr>
        </p:nvSpPr>
        <p:spPr>
          <a:xfrm>
            <a:off x="6316038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talk a bit about this person</a:t>
            </a:r>
            <a:endParaRPr/>
          </a:p>
        </p:txBody>
      </p:sp>
      <p:sp>
        <p:nvSpPr>
          <p:cNvPr id="1886" name="Google Shape;1886;p65"/>
          <p:cNvSpPr txBox="1">
            <a:spLocks noGrp="1"/>
          </p:cNvSpPr>
          <p:nvPr>
            <p:ph type="subTitle" idx="5"/>
          </p:nvPr>
        </p:nvSpPr>
        <p:spPr>
          <a:xfrm>
            <a:off x="1061850" y="2958525"/>
            <a:ext cx="17661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Helena James</a:t>
            </a:r>
            <a:endParaRPr/>
          </a:p>
        </p:txBody>
      </p:sp>
      <p:sp>
        <p:nvSpPr>
          <p:cNvPr id="1887" name="Google Shape;1887;p65"/>
          <p:cNvSpPr txBox="1">
            <a:spLocks noGrp="1"/>
          </p:cNvSpPr>
          <p:nvPr>
            <p:ph type="subTitle" idx="6"/>
          </p:nvPr>
        </p:nvSpPr>
        <p:spPr>
          <a:xfrm>
            <a:off x="1061850" y="3318725"/>
            <a:ext cx="1766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talk a bit about this person</a:t>
            </a:r>
            <a:endParaRPr/>
          </a:p>
        </p:txBody>
      </p:sp>
      <p:cxnSp>
        <p:nvCxnSpPr>
          <p:cNvPr id="1888" name="Google Shape;1888;p65"/>
          <p:cNvCxnSpPr/>
          <p:nvPr/>
        </p:nvCxnSpPr>
        <p:spPr>
          <a:xfrm>
            <a:off x="-391850" y="2819600"/>
            <a:ext cx="9928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66"/>
          <p:cNvSpPr txBox="1">
            <a:spLocks noGrp="1"/>
          </p:cNvSpPr>
          <p:nvPr>
            <p:ph type="title"/>
          </p:nvPr>
        </p:nvSpPr>
        <p:spPr>
          <a:xfrm>
            <a:off x="5446800" y="540000"/>
            <a:ext cx="2534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894" name="Google Shape;1894;p66"/>
          <p:cNvSpPr/>
          <p:nvPr/>
        </p:nvSpPr>
        <p:spPr>
          <a:xfrm>
            <a:off x="6978066" y="3240700"/>
            <a:ext cx="213662" cy="204048"/>
          </a:xfrm>
          <a:custGeom>
            <a:avLst/>
            <a:gdLst/>
            <a:ahLst/>
            <a:cxnLst/>
            <a:rect l="l" t="t" r="r" b="b"/>
            <a:pathLst>
              <a:path w="39025" h="37269" extrusionOk="0">
                <a:moveTo>
                  <a:pt x="4748" y="1"/>
                </a:moveTo>
                <a:cubicBezTo>
                  <a:pt x="1887" y="1"/>
                  <a:pt x="1" y="1919"/>
                  <a:pt x="1" y="4358"/>
                </a:cubicBezTo>
                <a:cubicBezTo>
                  <a:pt x="1" y="6797"/>
                  <a:pt x="1757" y="8683"/>
                  <a:pt x="4618" y="8683"/>
                </a:cubicBezTo>
                <a:lnTo>
                  <a:pt x="4748" y="8683"/>
                </a:lnTo>
                <a:cubicBezTo>
                  <a:pt x="7578" y="8683"/>
                  <a:pt x="9366" y="6797"/>
                  <a:pt x="9366" y="4358"/>
                </a:cubicBezTo>
                <a:cubicBezTo>
                  <a:pt x="9366" y="1919"/>
                  <a:pt x="7578" y="1"/>
                  <a:pt x="4748" y="1"/>
                </a:cubicBezTo>
                <a:close/>
                <a:moveTo>
                  <a:pt x="553" y="12196"/>
                </a:moveTo>
                <a:lnTo>
                  <a:pt x="553" y="37268"/>
                </a:lnTo>
                <a:lnTo>
                  <a:pt x="8813" y="37268"/>
                </a:lnTo>
                <a:lnTo>
                  <a:pt x="8813" y="12196"/>
                </a:lnTo>
                <a:close/>
                <a:moveTo>
                  <a:pt x="29398" y="11545"/>
                </a:moveTo>
                <a:cubicBezTo>
                  <a:pt x="24943" y="11545"/>
                  <a:pt x="22894" y="13984"/>
                  <a:pt x="21821" y="15740"/>
                </a:cubicBezTo>
                <a:lnTo>
                  <a:pt x="21821" y="12196"/>
                </a:lnTo>
                <a:lnTo>
                  <a:pt x="13561" y="12196"/>
                </a:lnTo>
                <a:lnTo>
                  <a:pt x="13561" y="37268"/>
                </a:lnTo>
                <a:lnTo>
                  <a:pt x="21821" y="37268"/>
                </a:lnTo>
                <a:lnTo>
                  <a:pt x="21821" y="23187"/>
                </a:lnTo>
                <a:cubicBezTo>
                  <a:pt x="21821" y="22504"/>
                  <a:pt x="21951" y="21691"/>
                  <a:pt x="22081" y="21138"/>
                </a:cubicBezTo>
                <a:cubicBezTo>
                  <a:pt x="22764" y="19675"/>
                  <a:pt x="24130" y="18179"/>
                  <a:pt x="26439" y="18179"/>
                </a:cubicBezTo>
                <a:cubicBezTo>
                  <a:pt x="29398" y="18179"/>
                  <a:pt x="30634" y="20488"/>
                  <a:pt x="30634" y="23870"/>
                </a:cubicBezTo>
                <a:lnTo>
                  <a:pt x="30634" y="37268"/>
                </a:lnTo>
                <a:lnTo>
                  <a:pt x="39024" y="37268"/>
                </a:lnTo>
                <a:lnTo>
                  <a:pt x="39024" y="22927"/>
                </a:lnTo>
                <a:cubicBezTo>
                  <a:pt x="39024" y="15187"/>
                  <a:pt x="34959" y="11545"/>
                  <a:pt x="29398" y="1154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66"/>
          <p:cNvSpPr/>
          <p:nvPr/>
        </p:nvSpPr>
        <p:spPr>
          <a:xfrm>
            <a:off x="6543650" y="3280930"/>
            <a:ext cx="237467" cy="163888"/>
          </a:xfrm>
          <a:custGeom>
            <a:avLst/>
            <a:gdLst/>
            <a:ahLst/>
            <a:cxnLst/>
            <a:rect l="l" t="t" r="r" b="b"/>
            <a:pathLst>
              <a:path w="39025" h="26922" extrusionOk="0">
                <a:moveTo>
                  <a:pt x="27350" y="0"/>
                </a:moveTo>
                <a:lnTo>
                  <a:pt x="27350" y="0"/>
                </a:lnTo>
                <a:cubicBezTo>
                  <a:pt x="26197" y="125"/>
                  <a:pt x="25134" y="638"/>
                  <a:pt x="24332" y="1395"/>
                </a:cubicBezTo>
                <a:lnTo>
                  <a:pt x="24332" y="1395"/>
                </a:lnTo>
                <a:cubicBezTo>
                  <a:pt x="24579" y="1133"/>
                  <a:pt x="24781" y="747"/>
                  <a:pt x="24781" y="261"/>
                </a:cubicBezTo>
                <a:lnTo>
                  <a:pt x="24781" y="261"/>
                </a:lnTo>
                <a:cubicBezTo>
                  <a:pt x="21951" y="2179"/>
                  <a:pt x="20163" y="6114"/>
                  <a:pt x="18700" y="9756"/>
                </a:cubicBezTo>
                <a:cubicBezTo>
                  <a:pt x="17594" y="8683"/>
                  <a:pt x="16651" y="7870"/>
                  <a:pt x="15838" y="7447"/>
                </a:cubicBezTo>
                <a:cubicBezTo>
                  <a:pt x="13269" y="6114"/>
                  <a:pt x="10407" y="4748"/>
                  <a:pt x="5822" y="2992"/>
                </a:cubicBezTo>
                <a:lnTo>
                  <a:pt x="5822" y="2992"/>
                </a:lnTo>
                <a:cubicBezTo>
                  <a:pt x="5692" y="4488"/>
                  <a:pt x="6505" y="6504"/>
                  <a:pt x="9074" y="7870"/>
                </a:cubicBezTo>
                <a:cubicBezTo>
                  <a:pt x="8521" y="7870"/>
                  <a:pt x="7578" y="8000"/>
                  <a:pt x="6765" y="8130"/>
                </a:cubicBezTo>
                <a:cubicBezTo>
                  <a:pt x="7025" y="9886"/>
                  <a:pt x="8131" y="11382"/>
                  <a:pt x="11090" y="12065"/>
                </a:cubicBezTo>
                <a:cubicBezTo>
                  <a:pt x="9757" y="12195"/>
                  <a:pt x="9074" y="12455"/>
                  <a:pt x="8391" y="13138"/>
                </a:cubicBezTo>
                <a:cubicBezTo>
                  <a:pt x="9015" y="14268"/>
                  <a:pt x="10320" y="15480"/>
                  <a:pt x="12602" y="15480"/>
                </a:cubicBezTo>
                <a:cubicBezTo>
                  <a:pt x="12816" y="15480"/>
                  <a:pt x="13038" y="15469"/>
                  <a:pt x="13269" y="15447"/>
                </a:cubicBezTo>
                <a:lnTo>
                  <a:pt x="13269" y="15447"/>
                </a:lnTo>
                <a:cubicBezTo>
                  <a:pt x="10330" y="16733"/>
                  <a:pt x="11829" y="18855"/>
                  <a:pt x="14050" y="18855"/>
                </a:cubicBezTo>
                <a:cubicBezTo>
                  <a:pt x="14188" y="18855"/>
                  <a:pt x="14329" y="18846"/>
                  <a:pt x="14472" y="18829"/>
                </a:cubicBezTo>
                <a:lnTo>
                  <a:pt x="14472" y="18829"/>
                </a:lnTo>
                <a:cubicBezTo>
                  <a:pt x="12352" y="20949"/>
                  <a:pt x="9610" y="21931"/>
                  <a:pt x="6946" y="21931"/>
                </a:cubicBezTo>
                <a:cubicBezTo>
                  <a:pt x="4337" y="21931"/>
                  <a:pt x="1803" y="20990"/>
                  <a:pt x="1" y="19252"/>
                </a:cubicBezTo>
                <a:lnTo>
                  <a:pt x="1" y="19252"/>
                </a:lnTo>
                <a:cubicBezTo>
                  <a:pt x="3943" y="24613"/>
                  <a:pt x="9785" y="26921"/>
                  <a:pt x="15554" y="26921"/>
                </a:cubicBezTo>
                <a:cubicBezTo>
                  <a:pt x="24064" y="26921"/>
                  <a:pt x="32416" y="21899"/>
                  <a:pt x="34276" y="14244"/>
                </a:cubicBezTo>
                <a:cubicBezTo>
                  <a:pt x="36715" y="14244"/>
                  <a:pt x="38049" y="13431"/>
                  <a:pt x="39024" y="12455"/>
                </a:cubicBezTo>
                <a:lnTo>
                  <a:pt x="39024" y="12455"/>
                </a:lnTo>
                <a:cubicBezTo>
                  <a:pt x="38637" y="12538"/>
                  <a:pt x="38195" y="12574"/>
                  <a:pt x="37736" y="12574"/>
                </a:cubicBezTo>
                <a:cubicBezTo>
                  <a:pt x="36575" y="12574"/>
                  <a:pt x="35306" y="12345"/>
                  <a:pt x="34537" y="12065"/>
                </a:cubicBezTo>
                <a:cubicBezTo>
                  <a:pt x="36715" y="11805"/>
                  <a:pt x="38211" y="10829"/>
                  <a:pt x="38732" y="9496"/>
                </a:cubicBezTo>
                <a:lnTo>
                  <a:pt x="38732" y="9496"/>
                </a:lnTo>
                <a:cubicBezTo>
                  <a:pt x="38222" y="9787"/>
                  <a:pt x="36737" y="10168"/>
                  <a:pt x="35462" y="10168"/>
                </a:cubicBezTo>
                <a:cubicBezTo>
                  <a:pt x="35026" y="10168"/>
                  <a:pt x="34616" y="10124"/>
                  <a:pt x="34276" y="10016"/>
                </a:cubicBezTo>
                <a:cubicBezTo>
                  <a:pt x="34146" y="9626"/>
                  <a:pt x="33984" y="9366"/>
                  <a:pt x="33984" y="9073"/>
                </a:cubicBezTo>
                <a:cubicBezTo>
                  <a:pt x="32954" y="5454"/>
                  <a:pt x="29680" y="2554"/>
                  <a:pt x="26171" y="2554"/>
                </a:cubicBezTo>
                <a:cubicBezTo>
                  <a:pt x="26022" y="2554"/>
                  <a:pt x="25873" y="2559"/>
                  <a:pt x="25724" y="2569"/>
                </a:cubicBezTo>
                <a:cubicBezTo>
                  <a:pt x="26016" y="2439"/>
                  <a:pt x="26277" y="2439"/>
                  <a:pt x="26667" y="2309"/>
                </a:cubicBezTo>
                <a:cubicBezTo>
                  <a:pt x="27090" y="2179"/>
                  <a:pt x="29398" y="1757"/>
                  <a:pt x="28976" y="944"/>
                </a:cubicBezTo>
                <a:cubicBezTo>
                  <a:pt x="28917" y="759"/>
                  <a:pt x="28724" y="687"/>
                  <a:pt x="28453" y="687"/>
                </a:cubicBezTo>
                <a:cubicBezTo>
                  <a:pt x="27531" y="687"/>
                  <a:pt x="25706" y="1526"/>
                  <a:pt x="25203" y="1626"/>
                </a:cubicBezTo>
                <a:cubicBezTo>
                  <a:pt x="26016" y="1366"/>
                  <a:pt x="27220" y="944"/>
                  <a:pt x="273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66"/>
          <p:cNvSpPr/>
          <p:nvPr/>
        </p:nvSpPr>
        <p:spPr>
          <a:xfrm>
            <a:off x="6236276" y="3207297"/>
            <a:ext cx="110424" cy="237565"/>
          </a:xfrm>
          <a:custGeom>
            <a:avLst/>
            <a:gdLst/>
            <a:ahLst/>
            <a:cxnLst/>
            <a:rect l="l" t="t" r="r" b="b"/>
            <a:pathLst>
              <a:path w="18147" h="39025" extrusionOk="0">
                <a:moveTo>
                  <a:pt x="12195" y="1"/>
                </a:moveTo>
                <a:cubicBezTo>
                  <a:pt x="3805" y="1"/>
                  <a:pt x="3935" y="6635"/>
                  <a:pt x="3935" y="7578"/>
                </a:cubicBezTo>
                <a:lnTo>
                  <a:pt x="3935" y="12878"/>
                </a:lnTo>
                <a:lnTo>
                  <a:pt x="0" y="12878"/>
                </a:lnTo>
                <a:lnTo>
                  <a:pt x="0" y="19512"/>
                </a:lnTo>
                <a:lnTo>
                  <a:pt x="3935" y="19512"/>
                </a:lnTo>
                <a:lnTo>
                  <a:pt x="3935" y="39024"/>
                </a:lnTo>
                <a:lnTo>
                  <a:pt x="12065" y="39024"/>
                </a:lnTo>
                <a:lnTo>
                  <a:pt x="12065" y="19512"/>
                </a:lnTo>
                <a:lnTo>
                  <a:pt x="17496" y="19512"/>
                </a:lnTo>
                <a:cubicBezTo>
                  <a:pt x="17496" y="19512"/>
                  <a:pt x="18016" y="16390"/>
                  <a:pt x="18146" y="12878"/>
                </a:cubicBezTo>
                <a:lnTo>
                  <a:pt x="12065" y="12878"/>
                </a:lnTo>
                <a:lnTo>
                  <a:pt x="12065" y="8391"/>
                </a:lnTo>
                <a:cubicBezTo>
                  <a:pt x="12065" y="7740"/>
                  <a:pt x="12878" y="6765"/>
                  <a:pt x="13821" y="6765"/>
                </a:cubicBezTo>
                <a:lnTo>
                  <a:pt x="18146" y="6765"/>
                </a:lnTo>
                <a:lnTo>
                  <a:pt x="1814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66"/>
          <p:cNvSpPr txBox="1"/>
          <p:nvPr/>
        </p:nvSpPr>
        <p:spPr>
          <a:xfrm>
            <a:off x="5443200" y="4284900"/>
            <a:ext cx="25380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Please keep this slide for attribution.</a:t>
            </a:r>
            <a:endParaRPr sz="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898" name="Google Shape;1898;p66"/>
          <p:cNvSpPr txBox="1">
            <a:spLocks noGrp="1"/>
          </p:cNvSpPr>
          <p:nvPr>
            <p:ph type="subTitle" idx="1"/>
          </p:nvPr>
        </p:nvSpPr>
        <p:spPr>
          <a:xfrm>
            <a:off x="5446800" y="1767600"/>
            <a:ext cx="25380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9" name="Google Shape;1899;p66"/>
          <p:cNvGrpSpPr/>
          <p:nvPr/>
        </p:nvGrpSpPr>
        <p:grpSpPr>
          <a:xfrm>
            <a:off x="953600" y="1100975"/>
            <a:ext cx="3727650" cy="5216725"/>
            <a:chOff x="1927175" y="238100"/>
            <a:chExt cx="3727650" cy="5216725"/>
          </a:xfrm>
        </p:grpSpPr>
        <p:sp>
          <p:nvSpPr>
            <p:cNvPr id="1900" name="Google Shape;1900;p66"/>
            <p:cNvSpPr/>
            <p:nvPr/>
          </p:nvSpPr>
          <p:spPr>
            <a:xfrm>
              <a:off x="2522500" y="245075"/>
              <a:ext cx="923075" cy="990725"/>
            </a:xfrm>
            <a:custGeom>
              <a:avLst/>
              <a:gdLst/>
              <a:ahLst/>
              <a:cxnLst/>
              <a:rect l="l" t="t" r="r" b="b"/>
              <a:pathLst>
                <a:path w="36923" h="39629" extrusionOk="0">
                  <a:moveTo>
                    <a:pt x="13329" y="1"/>
                  </a:moveTo>
                  <a:cubicBezTo>
                    <a:pt x="11744" y="1"/>
                    <a:pt x="10176" y="691"/>
                    <a:pt x="9115" y="2017"/>
                  </a:cubicBezTo>
                  <a:cubicBezTo>
                    <a:pt x="8166" y="3165"/>
                    <a:pt x="7548" y="4555"/>
                    <a:pt x="6776" y="5835"/>
                  </a:cubicBezTo>
                  <a:cubicBezTo>
                    <a:pt x="5165" y="8550"/>
                    <a:pt x="2252" y="10139"/>
                    <a:pt x="861" y="13052"/>
                  </a:cubicBezTo>
                  <a:cubicBezTo>
                    <a:pt x="0" y="14862"/>
                    <a:pt x="221" y="17179"/>
                    <a:pt x="927" y="19011"/>
                  </a:cubicBezTo>
                  <a:cubicBezTo>
                    <a:pt x="1634" y="20931"/>
                    <a:pt x="3068" y="22520"/>
                    <a:pt x="2825" y="24683"/>
                  </a:cubicBezTo>
                  <a:cubicBezTo>
                    <a:pt x="2671" y="25985"/>
                    <a:pt x="2207" y="27243"/>
                    <a:pt x="1987" y="28523"/>
                  </a:cubicBezTo>
                  <a:cubicBezTo>
                    <a:pt x="1766" y="29803"/>
                    <a:pt x="1854" y="31237"/>
                    <a:pt x="2649" y="32275"/>
                  </a:cubicBezTo>
                  <a:cubicBezTo>
                    <a:pt x="3478" y="33362"/>
                    <a:pt x="4887" y="33748"/>
                    <a:pt x="6296" y="33748"/>
                  </a:cubicBezTo>
                  <a:cubicBezTo>
                    <a:pt x="6688" y="33748"/>
                    <a:pt x="7080" y="33718"/>
                    <a:pt x="7460" y="33665"/>
                  </a:cubicBezTo>
                  <a:cubicBezTo>
                    <a:pt x="9063" y="33442"/>
                    <a:pt x="10628" y="32901"/>
                    <a:pt x="12225" y="32901"/>
                  </a:cubicBezTo>
                  <a:cubicBezTo>
                    <a:pt x="12365" y="32901"/>
                    <a:pt x="12506" y="32906"/>
                    <a:pt x="12646" y="32915"/>
                  </a:cubicBezTo>
                  <a:cubicBezTo>
                    <a:pt x="15052" y="33069"/>
                    <a:pt x="17126" y="34526"/>
                    <a:pt x="19068" y="35938"/>
                  </a:cubicBezTo>
                  <a:cubicBezTo>
                    <a:pt x="20702" y="37152"/>
                    <a:pt x="22578" y="39116"/>
                    <a:pt x="24630" y="39513"/>
                  </a:cubicBezTo>
                  <a:cubicBezTo>
                    <a:pt x="25031" y="39590"/>
                    <a:pt x="25429" y="39629"/>
                    <a:pt x="25820" y="39629"/>
                  </a:cubicBezTo>
                  <a:cubicBezTo>
                    <a:pt x="27453" y="39629"/>
                    <a:pt x="28956" y="38951"/>
                    <a:pt x="29971" y="37527"/>
                  </a:cubicBezTo>
                  <a:cubicBezTo>
                    <a:pt x="31185" y="35850"/>
                    <a:pt x="31538" y="33731"/>
                    <a:pt x="31913" y="31723"/>
                  </a:cubicBezTo>
                  <a:cubicBezTo>
                    <a:pt x="32266" y="29692"/>
                    <a:pt x="32178" y="27839"/>
                    <a:pt x="33568" y="26338"/>
                  </a:cubicBezTo>
                  <a:cubicBezTo>
                    <a:pt x="35179" y="24572"/>
                    <a:pt x="36923" y="22520"/>
                    <a:pt x="36746" y="20136"/>
                  </a:cubicBezTo>
                  <a:cubicBezTo>
                    <a:pt x="36592" y="17863"/>
                    <a:pt x="34760" y="16098"/>
                    <a:pt x="32862" y="14840"/>
                  </a:cubicBezTo>
                  <a:cubicBezTo>
                    <a:pt x="31317" y="13824"/>
                    <a:pt x="29574" y="13008"/>
                    <a:pt x="28227" y="11684"/>
                  </a:cubicBezTo>
                  <a:cubicBezTo>
                    <a:pt x="27036" y="10536"/>
                    <a:pt x="26682" y="8484"/>
                    <a:pt x="26263" y="6939"/>
                  </a:cubicBezTo>
                  <a:cubicBezTo>
                    <a:pt x="26064" y="6100"/>
                    <a:pt x="25800" y="5284"/>
                    <a:pt x="25491" y="4489"/>
                  </a:cubicBezTo>
                  <a:cubicBezTo>
                    <a:pt x="25093" y="3430"/>
                    <a:pt x="23858" y="2900"/>
                    <a:pt x="22710" y="2768"/>
                  </a:cubicBezTo>
                  <a:cubicBezTo>
                    <a:pt x="21584" y="2657"/>
                    <a:pt x="20415" y="2790"/>
                    <a:pt x="19289" y="2525"/>
                  </a:cubicBezTo>
                  <a:cubicBezTo>
                    <a:pt x="18340" y="2260"/>
                    <a:pt x="17457" y="1797"/>
                    <a:pt x="16707" y="1179"/>
                  </a:cubicBezTo>
                  <a:cubicBezTo>
                    <a:pt x="15707" y="386"/>
                    <a:pt x="14513" y="1"/>
                    <a:pt x="13329" y="1"/>
                  </a:cubicBezTo>
                  <a:close/>
                </a:path>
              </a:pathLst>
            </a:custGeom>
            <a:solidFill>
              <a:srgbClr val="CE4E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6"/>
            <p:cNvSpPr/>
            <p:nvPr/>
          </p:nvSpPr>
          <p:spPr>
            <a:xfrm>
              <a:off x="2643325" y="474200"/>
              <a:ext cx="667625" cy="590975"/>
            </a:xfrm>
            <a:custGeom>
              <a:avLst/>
              <a:gdLst/>
              <a:ahLst/>
              <a:cxnLst/>
              <a:rect l="l" t="t" r="r" b="b"/>
              <a:pathLst>
                <a:path w="26705" h="23639" extrusionOk="0">
                  <a:moveTo>
                    <a:pt x="14741" y="1"/>
                  </a:moveTo>
                  <a:cubicBezTo>
                    <a:pt x="13933" y="1"/>
                    <a:pt x="13124" y="196"/>
                    <a:pt x="12360" y="488"/>
                  </a:cubicBezTo>
                  <a:cubicBezTo>
                    <a:pt x="10991" y="1018"/>
                    <a:pt x="9733" y="1812"/>
                    <a:pt x="8321" y="2210"/>
                  </a:cubicBezTo>
                  <a:cubicBezTo>
                    <a:pt x="6489" y="2695"/>
                    <a:pt x="4569" y="2210"/>
                    <a:pt x="2804" y="2894"/>
                  </a:cubicBezTo>
                  <a:cubicBezTo>
                    <a:pt x="1435" y="3424"/>
                    <a:pt x="266" y="4461"/>
                    <a:pt x="133" y="6006"/>
                  </a:cubicBezTo>
                  <a:cubicBezTo>
                    <a:pt x="1" y="7418"/>
                    <a:pt x="883" y="8786"/>
                    <a:pt x="1148" y="10155"/>
                  </a:cubicBezTo>
                  <a:cubicBezTo>
                    <a:pt x="1457" y="11633"/>
                    <a:pt x="1523" y="13156"/>
                    <a:pt x="1347" y="14657"/>
                  </a:cubicBezTo>
                  <a:cubicBezTo>
                    <a:pt x="1215" y="15650"/>
                    <a:pt x="994" y="16643"/>
                    <a:pt x="1237" y="17614"/>
                  </a:cubicBezTo>
                  <a:cubicBezTo>
                    <a:pt x="1590" y="18740"/>
                    <a:pt x="2539" y="19600"/>
                    <a:pt x="3708" y="19843"/>
                  </a:cubicBezTo>
                  <a:cubicBezTo>
                    <a:pt x="4437" y="19998"/>
                    <a:pt x="5209" y="19998"/>
                    <a:pt x="5959" y="20174"/>
                  </a:cubicBezTo>
                  <a:cubicBezTo>
                    <a:pt x="6710" y="20329"/>
                    <a:pt x="7438" y="20572"/>
                    <a:pt x="8144" y="20858"/>
                  </a:cubicBezTo>
                  <a:cubicBezTo>
                    <a:pt x="9844" y="21543"/>
                    <a:pt x="11389" y="22558"/>
                    <a:pt x="13110" y="23176"/>
                  </a:cubicBezTo>
                  <a:cubicBezTo>
                    <a:pt x="13937" y="23483"/>
                    <a:pt x="14803" y="23639"/>
                    <a:pt x="15669" y="23639"/>
                  </a:cubicBezTo>
                  <a:cubicBezTo>
                    <a:pt x="16420" y="23639"/>
                    <a:pt x="17171" y="23522"/>
                    <a:pt x="17899" y="23286"/>
                  </a:cubicBezTo>
                  <a:cubicBezTo>
                    <a:pt x="19267" y="22845"/>
                    <a:pt x="19620" y="21388"/>
                    <a:pt x="20238" y="20196"/>
                  </a:cubicBezTo>
                  <a:cubicBezTo>
                    <a:pt x="21077" y="18519"/>
                    <a:pt x="21938" y="16776"/>
                    <a:pt x="23306" y="15451"/>
                  </a:cubicBezTo>
                  <a:cubicBezTo>
                    <a:pt x="23924" y="14856"/>
                    <a:pt x="24674" y="14480"/>
                    <a:pt x="25204" y="13730"/>
                  </a:cubicBezTo>
                  <a:cubicBezTo>
                    <a:pt x="26705" y="11678"/>
                    <a:pt x="26352" y="8808"/>
                    <a:pt x="24387" y="7175"/>
                  </a:cubicBezTo>
                  <a:cubicBezTo>
                    <a:pt x="23218" y="6182"/>
                    <a:pt x="21629" y="5807"/>
                    <a:pt x="20459" y="4836"/>
                  </a:cubicBezTo>
                  <a:cubicBezTo>
                    <a:pt x="19687" y="4196"/>
                    <a:pt x="19135" y="3357"/>
                    <a:pt x="18561" y="2541"/>
                  </a:cubicBezTo>
                  <a:cubicBezTo>
                    <a:pt x="17921" y="1592"/>
                    <a:pt x="17281" y="599"/>
                    <a:pt x="16156" y="223"/>
                  </a:cubicBezTo>
                  <a:cubicBezTo>
                    <a:pt x="15690" y="68"/>
                    <a:pt x="15215" y="1"/>
                    <a:pt x="14741" y="1"/>
                  </a:cubicBezTo>
                  <a:close/>
                </a:path>
              </a:pathLst>
            </a:custGeom>
            <a:solidFill>
              <a:srgbClr val="AD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6"/>
            <p:cNvSpPr/>
            <p:nvPr/>
          </p:nvSpPr>
          <p:spPr>
            <a:xfrm>
              <a:off x="1942075" y="1048875"/>
              <a:ext cx="654925" cy="818025"/>
            </a:xfrm>
            <a:custGeom>
              <a:avLst/>
              <a:gdLst/>
              <a:ahLst/>
              <a:cxnLst/>
              <a:rect l="l" t="t" r="r" b="b"/>
              <a:pathLst>
                <a:path w="26197" h="32721" extrusionOk="0">
                  <a:moveTo>
                    <a:pt x="22333" y="0"/>
                  </a:moveTo>
                  <a:cubicBezTo>
                    <a:pt x="21861" y="0"/>
                    <a:pt x="21334" y="67"/>
                    <a:pt x="20746" y="211"/>
                  </a:cubicBezTo>
                  <a:cubicBezTo>
                    <a:pt x="18936" y="652"/>
                    <a:pt x="8078" y="13232"/>
                    <a:pt x="2914" y="22369"/>
                  </a:cubicBezTo>
                  <a:cubicBezTo>
                    <a:pt x="1126" y="25547"/>
                    <a:pt x="0" y="28305"/>
                    <a:pt x="199" y="29983"/>
                  </a:cubicBezTo>
                  <a:cubicBezTo>
                    <a:pt x="428" y="31974"/>
                    <a:pt x="1534" y="32720"/>
                    <a:pt x="3012" y="32720"/>
                  </a:cubicBezTo>
                  <a:cubicBezTo>
                    <a:pt x="5662" y="32720"/>
                    <a:pt x="9506" y="30320"/>
                    <a:pt x="11631" y="28394"/>
                  </a:cubicBezTo>
                  <a:cubicBezTo>
                    <a:pt x="13375" y="26805"/>
                    <a:pt x="17104" y="22015"/>
                    <a:pt x="20238" y="17822"/>
                  </a:cubicBezTo>
                  <a:cubicBezTo>
                    <a:pt x="21452" y="16211"/>
                    <a:pt x="22555" y="14688"/>
                    <a:pt x="23438" y="13497"/>
                  </a:cubicBezTo>
                  <a:cubicBezTo>
                    <a:pt x="25248" y="11025"/>
                    <a:pt x="26197" y="8045"/>
                    <a:pt x="26109" y="5000"/>
                  </a:cubicBezTo>
                  <a:cubicBezTo>
                    <a:pt x="26014" y="2443"/>
                    <a:pt x="25188" y="0"/>
                    <a:pt x="2233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6"/>
            <p:cNvSpPr/>
            <p:nvPr/>
          </p:nvSpPr>
          <p:spPr>
            <a:xfrm>
              <a:off x="3276725" y="1051200"/>
              <a:ext cx="361400" cy="865725"/>
            </a:xfrm>
            <a:custGeom>
              <a:avLst/>
              <a:gdLst/>
              <a:ahLst/>
              <a:cxnLst/>
              <a:rect l="l" t="t" r="r" b="b"/>
              <a:pathLst>
                <a:path w="14456" h="34629" extrusionOk="0">
                  <a:moveTo>
                    <a:pt x="955" y="1"/>
                  </a:moveTo>
                  <a:cubicBezTo>
                    <a:pt x="448" y="1"/>
                    <a:pt x="130" y="268"/>
                    <a:pt x="111" y="890"/>
                  </a:cubicBezTo>
                  <a:cubicBezTo>
                    <a:pt x="22" y="3428"/>
                    <a:pt x="0" y="5856"/>
                    <a:pt x="45" y="8173"/>
                  </a:cubicBezTo>
                  <a:cubicBezTo>
                    <a:pt x="354" y="22938"/>
                    <a:pt x="3200" y="32781"/>
                    <a:pt x="5562" y="33796"/>
                  </a:cubicBezTo>
                  <a:cubicBezTo>
                    <a:pt x="6600" y="34239"/>
                    <a:pt x="7859" y="34629"/>
                    <a:pt x="9109" y="34629"/>
                  </a:cubicBezTo>
                  <a:cubicBezTo>
                    <a:pt x="11155" y="34629"/>
                    <a:pt x="13174" y="33584"/>
                    <a:pt x="14147" y="30022"/>
                  </a:cubicBezTo>
                  <a:cubicBezTo>
                    <a:pt x="14456" y="28919"/>
                    <a:pt x="13970" y="25763"/>
                    <a:pt x="13176" y="22055"/>
                  </a:cubicBezTo>
                  <a:cubicBezTo>
                    <a:pt x="11918" y="16162"/>
                    <a:pt x="9799" y="8924"/>
                    <a:pt x="8696" y="6606"/>
                  </a:cubicBezTo>
                  <a:cubicBezTo>
                    <a:pt x="7255" y="3638"/>
                    <a:pt x="2824" y="1"/>
                    <a:pt x="95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66"/>
            <p:cNvSpPr/>
            <p:nvPr/>
          </p:nvSpPr>
          <p:spPr>
            <a:xfrm>
              <a:off x="3260175" y="5137550"/>
              <a:ext cx="805000" cy="317275"/>
            </a:xfrm>
            <a:custGeom>
              <a:avLst/>
              <a:gdLst/>
              <a:ahLst/>
              <a:cxnLst/>
              <a:rect l="l" t="t" r="r" b="b"/>
              <a:pathLst>
                <a:path w="32200" h="12691" extrusionOk="0">
                  <a:moveTo>
                    <a:pt x="12139" y="0"/>
                  </a:moveTo>
                  <a:lnTo>
                    <a:pt x="0" y="949"/>
                  </a:lnTo>
                  <a:lnTo>
                    <a:pt x="883" y="6974"/>
                  </a:lnTo>
                  <a:lnTo>
                    <a:pt x="1722" y="12690"/>
                  </a:lnTo>
                  <a:lnTo>
                    <a:pt x="32200" y="12690"/>
                  </a:lnTo>
                  <a:cubicBezTo>
                    <a:pt x="32200" y="12690"/>
                    <a:pt x="30037" y="8938"/>
                    <a:pt x="24961" y="7835"/>
                  </a:cubicBezTo>
                  <a:cubicBezTo>
                    <a:pt x="22776" y="7394"/>
                    <a:pt x="20613" y="6731"/>
                    <a:pt x="18561" y="5871"/>
                  </a:cubicBezTo>
                  <a:cubicBezTo>
                    <a:pt x="12337" y="3200"/>
                    <a:pt x="12139" y="0"/>
                    <a:pt x="12139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66"/>
            <p:cNvSpPr/>
            <p:nvPr/>
          </p:nvSpPr>
          <p:spPr>
            <a:xfrm>
              <a:off x="3282250" y="5284300"/>
              <a:ext cx="782925" cy="170525"/>
            </a:xfrm>
            <a:custGeom>
              <a:avLst/>
              <a:gdLst/>
              <a:ahLst/>
              <a:cxnLst/>
              <a:rect l="l" t="t" r="r" b="b"/>
              <a:pathLst>
                <a:path w="31317" h="6821" extrusionOk="0">
                  <a:moveTo>
                    <a:pt x="17678" y="1"/>
                  </a:moveTo>
                  <a:cubicBezTo>
                    <a:pt x="16486" y="1303"/>
                    <a:pt x="15272" y="2892"/>
                    <a:pt x="14698" y="4503"/>
                  </a:cubicBezTo>
                  <a:cubicBezTo>
                    <a:pt x="7393" y="3863"/>
                    <a:pt x="2891" y="1943"/>
                    <a:pt x="0" y="1104"/>
                  </a:cubicBezTo>
                  <a:lnTo>
                    <a:pt x="0" y="1104"/>
                  </a:lnTo>
                  <a:lnTo>
                    <a:pt x="839" y="6820"/>
                  </a:lnTo>
                  <a:lnTo>
                    <a:pt x="31317" y="6820"/>
                  </a:lnTo>
                  <a:cubicBezTo>
                    <a:pt x="31317" y="6820"/>
                    <a:pt x="29154" y="3068"/>
                    <a:pt x="24078" y="1965"/>
                  </a:cubicBezTo>
                  <a:cubicBezTo>
                    <a:pt x="21893" y="1524"/>
                    <a:pt x="19730" y="861"/>
                    <a:pt x="1767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6"/>
            <p:cNvSpPr/>
            <p:nvPr/>
          </p:nvSpPr>
          <p:spPr>
            <a:xfrm>
              <a:off x="2942925" y="2502450"/>
              <a:ext cx="727750" cy="2829325"/>
            </a:xfrm>
            <a:custGeom>
              <a:avLst/>
              <a:gdLst/>
              <a:ahLst/>
              <a:cxnLst/>
              <a:rect l="l" t="t" r="r" b="b"/>
              <a:pathLst>
                <a:path w="29110" h="113173" extrusionOk="0">
                  <a:moveTo>
                    <a:pt x="19841" y="0"/>
                  </a:moveTo>
                  <a:lnTo>
                    <a:pt x="0" y="221"/>
                  </a:lnTo>
                  <a:lnTo>
                    <a:pt x="640" y="7592"/>
                  </a:lnTo>
                  <a:lnTo>
                    <a:pt x="9976" y="113173"/>
                  </a:lnTo>
                  <a:lnTo>
                    <a:pt x="29110" y="106508"/>
                  </a:lnTo>
                  <a:lnTo>
                    <a:pt x="20503" y="7592"/>
                  </a:lnTo>
                  <a:lnTo>
                    <a:pt x="19841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6"/>
            <p:cNvSpPr/>
            <p:nvPr/>
          </p:nvSpPr>
          <p:spPr>
            <a:xfrm>
              <a:off x="2942925" y="2502450"/>
              <a:ext cx="512575" cy="189825"/>
            </a:xfrm>
            <a:custGeom>
              <a:avLst/>
              <a:gdLst/>
              <a:ahLst/>
              <a:cxnLst/>
              <a:rect l="l" t="t" r="r" b="b"/>
              <a:pathLst>
                <a:path w="20503" h="7593" extrusionOk="0">
                  <a:moveTo>
                    <a:pt x="19841" y="0"/>
                  </a:moveTo>
                  <a:lnTo>
                    <a:pt x="0" y="221"/>
                  </a:lnTo>
                  <a:lnTo>
                    <a:pt x="640" y="7592"/>
                  </a:lnTo>
                  <a:lnTo>
                    <a:pt x="20503" y="7592"/>
                  </a:lnTo>
                  <a:lnTo>
                    <a:pt x="19841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6"/>
            <p:cNvSpPr/>
            <p:nvPr/>
          </p:nvSpPr>
          <p:spPr>
            <a:xfrm>
              <a:off x="2112000" y="5137550"/>
              <a:ext cx="772475" cy="317275"/>
            </a:xfrm>
            <a:custGeom>
              <a:avLst/>
              <a:gdLst/>
              <a:ahLst/>
              <a:cxnLst/>
              <a:rect l="l" t="t" r="r" b="b"/>
              <a:pathLst>
                <a:path w="30899" h="12691" extrusionOk="0">
                  <a:moveTo>
                    <a:pt x="18650" y="0"/>
                  </a:moveTo>
                  <a:cubicBezTo>
                    <a:pt x="18650" y="0"/>
                    <a:pt x="18804" y="3200"/>
                    <a:pt x="12889" y="5871"/>
                  </a:cubicBezTo>
                  <a:cubicBezTo>
                    <a:pt x="10903" y="6731"/>
                    <a:pt x="8829" y="7394"/>
                    <a:pt x="6688" y="7835"/>
                  </a:cubicBezTo>
                  <a:cubicBezTo>
                    <a:pt x="1744" y="8938"/>
                    <a:pt x="1" y="12690"/>
                    <a:pt x="1" y="12690"/>
                  </a:cubicBezTo>
                  <a:lnTo>
                    <a:pt x="30457" y="12690"/>
                  </a:lnTo>
                  <a:lnTo>
                    <a:pt x="30677" y="6974"/>
                  </a:lnTo>
                  <a:lnTo>
                    <a:pt x="30898" y="949"/>
                  </a:lnTo>
                  <a:lnTo>
                    <a:pt x="18650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6"/>
            <p:cNvSpPr/>
            <p:nvPr/>
          </p:nvSpPr>
          <p:spPr>
            <a:xfrm>
              <a:off x="2112000" y="5284300"/>
              <a:ext cx="766950" cy="170525"/>
            </a:xfrm>
            <a:custGeom>
              <a:avLst/>
              <a:gdLst/>
              <a:ahLst/>
              <a:cxnLst/>
              <a:rect l="l" t="t" r="r" b="b"/>
              <a:pathLst>
                <a:path w="30678" h="6821" extrusionOk="0">
                  <a:moveTo>
                    <a:pt x="12889" y="1"/>
                  </a:moveTo>
                  <a:cubicBezTo>
                    <a:pt x="10903" y="861"/>
                    <a:pt x="8829" y="1524"/>
                    <a:pt x="6688" y="1965"/>
                  </a:cubicBezTo>
                  <a:cubicBezTo>
                    <a:pt x="1744" y="3068"/>
                    <a:pt x="1" y="6820"/>
                    <a:pt x="1" y="6820"/>
                  </a:cubicBezTo>
                  <a:lnTo>
                    <a:pt x="30457" y="6820"/>
                  </a:lnTo>
                  <a:lnTo>
                    <a:pt x="30677" y="1104"/>
                  </a:lnTo>
                  <a:lnTo>
                    <a:pt x="30677" y="1104"/>
                  </a:lnTo>
                  <a:cubicBezTo>
                    <a:pt x="27875" y="1943"/>
                    <a:pt x="23593" y="3863"/>
                    <a:pt x="16354" y="4503"/>
                  </a:cubicBezTo>
                  <a:cubicBezTo>
                    <a:pt x="15604" y="2914"/>
                    <a:pt x="14214" y="1303"/>
                    <a:pt x="1288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6"/>
            <p:cNvSpPr/>
            <p:nvPr/>
          </p:nvSpPr>
          <p:spPr>
            <a:xfrm>
              <a:off x="2411050" y="2502450"/>
              <a:ext cx="560025" cy="2829325"/>
            </a:xfrm>
            <a:custGeom>
              <a:avLst/>
              <a:gdLst/>
              <a:ahLst/>
              <a:cxnLst/>
              <a:rect l="l" t="t" r="r" b="b"/>
              <a:pathLst>
                <a:path w="22401" h="113173" extrusionOk="0">
                  <a:moveTo>
                    <a:pt x="0" y="0"/>
                  </a:moveTo>
                  <a:lnTo>
                    <a:pt x="177" y="7592"/>
                  </a:lnTo>
                  <a:lnTo>
                    <a:pt x="2538" y="106508"/>
                  </a:lnTo>
                  <a:lnTo>
                    <a:pt x="22401" y="113173"/>
                  </a:lnTo>
                  <a:lnTo>
                    <a:pt x="22401" y="113173"/>
                  </a:lnTo>
                  <a:lnTo>
                    <a:pt x="20017" y="7592"/>
                  </a:lnTo>
                  <a:lnTo>
                    <a:pt x="19863" y="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6"/>
            <p:cNvSpPr/>
            <p:nvPr/>
          </p:nvSpPr>
          <p:spPr>
            <a:xfrm>
              <a:off x="2411050" y="2502450"/>
              <a:ext cx="500450" cy="189825"/>
            </a:xfrm>
            <a:custGeom>
              <a:avLst/>
              <a:gdLst/>
              <a:ahLst/>
              <a:cxnLst/>
              <a:rect l="l" t="t" r="r" b="b"/>
              <a:pathLst>
                <a:path w="20018" h="7593" extrusionOk="0">
                  <a:moveTo>
                    <a:pt x="0" y="0"/>
                  </a:moveTo>
                  <a:lnTo>
                    <a:pt x="177" y="7592"/>
                  </a:lnTo>
                  <a:lnTo>
                    <a:pt x="20017" y="7592"/>
                  </a:lnTo>
                  <a:lnTo>
                    <a:pt x="19863" y="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66"/>
            <p:cNvSpPr/>
            <p:nvPr/>
          </p:nvSpPr>
          <p:spPr>
            <a:xfrm>
              <a:off x="2346500" y="974125"/>
              <a:ext cx="1157550" cy="1572475"/>
            </a:xfrm>
            <a:custGeom>
              <a:avLst/>
              <a:gdLst/>
              <a:ahLst/>
              <a:cxnLst/>
              <a:rect l="l" t="t" r="r" b="b"/>
              <a:pathLst>
                <a:path w="46302" h="62899" extrusionOk="0">
                  <a:moveTo>
                    <a:pt x="14147" y="1"/>
                  </a:moveTo>
                  <a:cubicBezTo>
                    <a:pt x="14147" y="1"/>
                    <a:pt x="13441" y="89"/>
                    <a:pt x="12403" y="288"/>
                  </a:cubicBezTo>
                  <a:cubicBezTo>
                    <a:pt x="9954" y="729"/>
                    <a:pt x="5628" y="1744"/>
                    <a:pt x="4569" y="3201"/>
                  </a:cubicBezTo>
                  <a:cubicBezTo>
                    <a:pt x="3046" y="5297"/>
                    <a:pt x="7835" y="29155"/>
                    <a:pt x="7835" y="29155"/>
                  </a:cubicBezTo>
                  <a:cubicBezTo>
                    <a:pt x="7835" y="29155"/>
                    <a:pt x="0" y="55064"/>
                    <a:pt x="1060" y="62899"/>
                  </a:cubicBezTo>
                  <a:lnTo>
                    <a:pt x="46258" y="62899"/>
                  </a:lnTo>
                  <a:cubicBezTo>
                    <a:pt x="46302" y="61398"/>
                    <a:pt x="46214" y="59919"/>
                    <a:pt x="45971" y="58441"/>
                  </a:cubicBezTo>
                  <a:cubicBezTo>
                    <a:pt x="45574" y="56123"/>
                    <a:pt x="38975" y="34738"/>
                    <a:pt x="37629" y="31185"/>
                  </a:cubicBezTo>
                  <a:cubicBezTo>
                    <a:pt x="39549" y="21364"/>
                    <a:pt x="40100" y="5915"/>
                    <a:pt x="39769" y="4106"/>
                  </a:cubicBezTo>
                  <a:cubicBezTo>
                    <a:pt x="39438" y="2296"/>
                    <a:pt x="35929" y="1391"/>
                    <a:pt x="34296" y="1060"/>
                  </a:cubicBezTo>
                  <a:cubicBezTo>
                    <a:pt x="33502" y="906"/>
                    <a:pt x="32332" y="729"/>
                    <a:pt x="31339" y="575"/>
                  </a:cubicBezTo>
                  <a:cubicBezTo>
                    <a:pt x="30258" y="442"/>
                    <a:pt x="29397" y="332"/>
                    <a:pt x="29397" y="332"/>
                  </a:cubicBezTo>
                  <a:lnTo>
                    <a:pt x="14147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66"/>
            <p:cNvSpPr/>
            <p:nvPr/>
          </p:nvSpPr>
          <p:spPr>
            <a:xfrm>
              <a:off x="3073675" y="2140500"/>
              <a:ext cx="235625" cy="269800"/>
            </a:xfrm>
            <a:custGeom>
              <a:avLst/>
              <a:gdLst/>
              <a:ahLst/>
              <a:cxnLst/>
              <a:rect l="l" t="t" r="r" b="b"/>
              <a:pathLst>
                <a:path w="9425" h="10792" extrusionOk="0">
                  <a:moveTo>
                    <a:pt x="1" y="1"/>
                  </a:moveTo>
                  <a:lnTo>
                    <a:pt x="1" y="7504"/>
                  </a:lnTo>
                  <a:cubicBezTo>
                    <a:pt x="1" y="7504"/>
                    <a:pt x="222" y="9711"/>
                    <a:pt x="3135" y="10550"/>
                  </a:cubicBezTo>
                  <a:cubicBezTo>
                    <a:pt x="3721" y="10717"/>
                    <a:pt x="4299" y="10792"/>
                    <a:pt x="4852" y="10792"/>
                  </a:cubicBezTo>
                  <a:cubicBezTo>
                    <a:pt x="7066" y="10792"/>
                    <a:pt x="8864" y="9601"/>
                    <a:pt x="9093" y="8453"/>
                  </a:cubicBezTo>
                  <a:cubicBezTo>
                    <a:pt x="9425" y="6886"/>
                    <a:pt x="9226" y="354"/>
                    <a:pt x="9204" y="19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6"/>
            <p:cNvSpPr/>
            <p:nvPr/>
          </p:nvSpPr>
          <p:spPr>
            <a:xfrm>
              <a:off x="2529675" y="2140500"/>
              <a:ext cx="235050" cy="269800"/>
            </a:xfrm>
            <a:custGeom>
              <a:avLst/>
              <a:gdLst/>
              <a:ahLst/>
              <a:cxnLst/>
              <a:rect l="l" t="t" r="r" b="b"/>
              <a:pathLst>
                <a:path w="9402" h="10792" extrusionOk="0">
                  <a:moveTo>
                    <a:pt x="0" y="1"/>
                  </a:moveTo>
                  <a:lnTo>
                    <a:pt x="0" y="7504"/>
                  </a:lnTo>
                  <a:cubicBezTo>
                    <a:pt x="0" y="7504"/>
                    <a:pt x="199" y="9711"/>
                    <a:pt x="3134" y="10550"/>
                  </a:cubicBezTo>
                  <a:cubicBezTo>
                    <a:pt x="3716" y="10717"/>
                    <a:pt x="4292" y="10792"/>
                    <a:pt x="4843" y="10792"/>
                  </a:cubicBezTo>
                  <a:cubicBezTo>
                    <a:pt x="7051" y="10792"/>
                    <a:pt x="8863" y="9601"/>
                    <a:pt x="9093" y="8453"/>
                  </a:cubicBezTo>
                  <a:cubicBezTo>
                    <a:pt x="9402" y="6886"/>
                    <a:pt x="9225" y="354"/>
                    <a:pt x="9203" y="19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6"/>
            <p:cNvSpPr/>
            <p:nvPr/>
          </p:nvSpPr>
          <p:spPr>
            <a:xfrm>
              <a:off x="2656575" y="974125"/>
              <a:ext cx="473400" cy="299625"/>
            </a:xfrm>
            <a:custGeom>
              <a:avLst/>
              <a:gdLst/>
              <a:ahLst/>
              <a:cxnLst/>
              <a:rect l="l" t="t" r="r" b="b"/>
              <a:pathLst>
                <a:path w="18936" h="11985" extrusionOk="0">
                  <a:moveTo>
                    <a:pt x="1722" y="1"/>
                  </a:moveTo>
                  <a:cubicBezTo>
                    <a:pt x="1722" y="1"/>
                    <a:pt x="1038" y="89"/>
                    <a:pt x="0" y="288"/>
                  </a:cubicBezTo>
                  <a:cubicBezTo>
                    <a:pt x="376" y="2936"/>
                    <a:pt x="4326" y="10793"/>
                    <a:pt x="9512" y="11984"/>
                  </a:cubicBezTo>
                  <a:cubicBezTo>
                    <a:pt x="15250" y="9689"/>
                    <a:pt x="18495" y="4481"/>
                    <a:pt x="18936" y="575"/>
                  </a:cubicBezTo>
                  <a:cubicBezTo>
                    <a:pt x="17855" y="442"/>
                    <a:pt x="16994" y="332"/>
                    <a:pt x="16994" y="332"/>
                  </a:cubicBezTo>
                  <a:lnTo>
                    <a:pt x="1722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6"/>
            <p:cNvSpPr/>
            <p:nvPr/>
          </p:nvSpPr>
          <p:spPr>
            <a:xfrm>
              <a:off x="3183475" y="1337175"/>
              <a:ext cx="128575" cy="113675"/>
            </a:xfrm>
            <a:custGeom>
              <a:avLst/>
              <a:gdLst/>
              <a:ahLst/>
              <a:cxnLst/>
              <a:rect l="l" t="t" r="r" b="b"/>
              <a:pathLst>
                <a:path w="5143" h="4547" extrusionOk="0">
                  <a:moveTo>
                    <a:pt x="3664" y="0"/>
                  </a:moveTo>
                  <a:lnTo>
                    <a:pt x="1" y="221"/>
                  </a:lnTo>
                  <a:lnTo>
                    <a:pt x="1832" y="4547"/>
                  </a:lnTo>
                  <a:lnTo>
                    <a:pt x="5143" y="2472"/>
                  </a:lnTo>
                  <a:lnTo>
                    <a:pt x="3664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6"/>
            <p:cNvSpPr/>
            <p:nvPr/>
          </p:nvSpPr>
          <p:spPr>
            <a:xfrm>
              <a:off x="3011900" y="1168000"/>
              <a:ext cx="268150" cy="204900"/>
            </a:xfrm>
            <a:custGeom>
              <a:avLst/>
              <a:gdLst/>
              <a:ahLst/>
              <a:cxnLst/>
              <a:rect l="l" t="t" r="r" b="b"/>
              <a:pathLst>
                <a:path w="10726" h="8196" extrusionOk="0">
                  <a:moveTo>
                    <a:pt x="5219" y="0"/>
                  </a:moveTo>
                  <a:cubicBezTo>
                    <a:pt x="4283" y="0"/>
                    <a:pt x="3009" y="279"/>
                    <a:pt x="2604" y="522"/>
                  </a:cubicBezTo>
                  <a:cubicBezTo>
                    <a:pt x="2030" y="875"/>
                    <a:pt x="1876" y="2000"/>
                    <a:pt x="1589" y="2221"/>
                  </a:cubicBezTo>
                  <a:cubicBezTo>
                    <a:pt x="1302" y="2442"/>
                    <a:pt x="0" y="2795"/>
                    <a:pt x="0" y="3126"/>
                  </a:cubicBezTo>
                  <a:cubicBezTo>
                    <a:pt x="0" y="3409"/>
                    <a:pt x="498" y="3804"/>
                    <a:pt x="1344" y="3804"/>
                  </a:cubicBezTo>
                  <a:cubicBezTo>
                    <a:pt x="1489" y="3804"/>
                    <a:pt x="1645" y="3792"/>
                    <a:pt x="1810" y="3766"/>
                  </a:cubicBezTo>
                  <a:cubicBezTo>
                    <a:pt x="2935" y="3612"/>
                    <a:pt x="3686" y="1824"/>
                    <a:pt x="3686" y="1824"/>
                  </a:cubicBezTo>
                  <a:lnTo>
                    <a:pt x="4855" y="1691"/>
                  </a:lnTo>
                  <a:cubicBezTo>
                    <a:pt x="4855" y="1691"/>
                    <a:pt x="5407" y="6348"/>
                    <a:pt x="5959" y="6878"/>
                  </a:cubicBezTo>
                  <a:cubicBezTo>
                    <a:pt x="6047" y="6966"/>
                    <a:pt x="6753" y="8003"/>
                    <a:pt x="7857" y="8180"/>
                  </a:cubicBezTo>
                  <a:cubicBezTo>
                    <a:pt x="7932" y="8190"/>
                    <a:pt x="8008" y="8195"/>
                    <a:pt x="8086" y="8195"/>
                  </a:cubicBezTo>
                  <a:cubicBezTo>
                    <a:pt x="9141" y="8195"/>
                    <a:pt x="10342" y="7261"/>
                    <a:pt x="10527" y="6767"/>
                  </a:cubicBezTo>
                  <a:cubicBezTo>
                    <a:pt x="10726" y="6216"/>
                    <a:pt x="6775" y="478"/>
                    <a:pt x="6047" y="125"/>
                  </a:cubicBezTo>
                  <a:cubicBezTo>
                    <a:pt x="5854" y="37"/>
                    <a:pt x="5559" y="0"/>
                    <a:pt x="5219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66"/>
            <p:cNvSpPr/>
            <p:nvPr/>
          </p:nvSpPr>
          <p:spPr>
            <a:xfrm>
              <a:off x="3031750" y="1111325"/>
              <a:ext cx="78375" cy="321900"/>
            </a:xfrm>
            <a:custGeom>
              <a:avLst/>
              <a:gdLst/>
              <a:ahLst/>
              <a:cxnLst/>
              <a:rect l="l" t="t" r="r" b="b"/>
              <a:pathLst>
                <a:path w="3135" h="12876" extrusionOk="0">
                  <a:moveTo>
                    <a:pt x="2338" y="1"/>
                  </a:moveTo>
                  <a:cubicBezTo>
                    <a:pt x="2002" y="1"/>
                    <a:pt x="1744" y="207"/>
                    <a:pt x="1744" y="207"/>
                  </a:cubicBezTo>
                  <a:cubicBezTo>
                    <a:pt x="1744" y="207"/>
                    <a:pt x="1" y="10359"/>
                    <a:pt x="1" y="10668"/>
                  </a:cubicBezTo>
                  <a:cubicBezTo>
                    <a:pt x="1" y="10973"/>
                    <a:pt x="259" y="12875"/>
                    <a:pt x="500" y="12875"/>
                  </a:cubicBezTo>
                  <a:cubicBezTo>
                    <a:pt x="503" y="12875"/>
                    <a:pt x="505" y="12875"/>
                    <a:pt x="508" y="12875"/>
                  </a:cubicBezTo>
                  <a:cubicBezTo>
                    <a:pt x="773" y="12808"/>
                    <a:pt x="1612" y="11065"/>
                    <a:pt x="1612" y="11065"/>
                  </a:cubicBezTo>
                  <a:cubicBezTo>
                    <a:pt x="1612" y="11065"/>
                    <a:pt x="2825" y="3451"/>
                    <a:pt x="3134" y="494"/>
                  </a:cubicBezTo>
                  <a:cubicBezTo>
                    <a:pt x="2873" y="111"/>
                    <a:pt x="2584" y="1"/>
                    <a:pt x="233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66"/>
            <p:cNvSpPr/>
            <p:nvPr/>
          </p:nvSpPr>
          <p:spPr>
            <a:xfrm>
              <a:off x="3029550" y="1183225"/>
              <a:ext cx="217950" cy="174425"/>
            </a:xfrm>
            <a:custGeom>
              <a:avLst/>
              <a:gdLst/>
              <a:ahLst/>
              <a:cxnLst/>
              <a:rect l="l" t="t" r="r" b="b"/>
              <a:pathLst>
                <a:path w="8718" h="6977" extrusionOk="0">
                  <a:moveTo>
                    <a:pt x="4607" y="0"/>
                  </a:moveTo>
                  <a:cubicBezTo>
                    <a:pt x="3735" y="0"/>
                    <a:pt x="965" y="1954"/>
                    <a:pt x="375" y="2914"/>
                  </a:cubicBezTo>
                  <a:cubicBezTo>
                    <a:pt x="0" y="3510"/>
                    <a:pt x="331" y="3907"/>
                    <a:pt x="640" y="4128"/>
                  </a:cubicBezTo>
                  <a:cubicBezTo>
                    <a:pt x="773" y="4194"/>
                    <a:pt x="883" y="4260"/>
                    <a:pt x="1015" y="4327"/>
                  </a:cubicBezTo>
                  <a:cubicBezTo>
                    <a:pt x="1015" y="4327"/>
                    <a:pt x="905" y="5187"/>
                    <a:pt x="1700" y="5276"/>
                  </a:cubicBezTo>
                  <a:cubicBezTo>
                    <a:pt x="1782" y="5285"/>
                    <a:pt x="1860" y="5290"/>
                    <a:pt x="1938" y="5290"/>
                  </a:cubicBezTo>
                  <a:cubicBezTo>
                    <a:pt x="2048" y="5290"/>
                    <a:pt x="2157" y="5279"/>
                    <a:pt x="2273" y="5254"/>
                  </a:cubicBezTo>
                  <a:cubicBezTo>
                    <a:pt x="2498" y="5926"/>
                    <a:pt x="2817" y="6108"/>
                    <a:pt x="3257" y="6108"/>
                  </a:cubicBezTo>
                  <a:cubicBezTo>
                    <a:pt x="3337" y="6108"/>
                    <a:pt x="3421" y="6102"/>
                    <a:pt x="3509" y="6092"/>
                  </a:cubicBezTo>
                  <a:cubicBezTo>
                    <a:pt x="3598" y="6313"/>
                    <a:pt x="3752" y="6490"/>
                    <a:pt x="3907" y="6644"/>
                  </a:cubicBezTo>
                  <a:cubicBezTo>
                    <a:pt x="4127" y="6843"/>
                    <a:pt x="4392" y="6953"/>
                    <a:pt x="4657" y="6975"/>
                  </a:cubicBezTo>
                  <a:cubicBezTo>
                    <a:pt x="4664" y="6976"/>
                    <a:pt x="4672" y="6976"/>
                    <a:pt x="4681" y="6976"/>
                  </a:cubicBezTo>
                  <a:cubicBezTo>
                    <a:pt x="5176" y="6976"/>
                    <a:pt x="7996" y="5753"/>
                    <a:pt x="8365" y="5276"/>
                  </a:cubicBezTo>
                  <a:cubicBezTo>
                    <a:pt x="8718" y="4790"/>
                    <a:pt x="5738" y="67"/>
                    <a:pt x="4635" y="1"/>
                  </a:cubicBezTo>
                  <a:cubicBezTo>
                    <a:pt x="4626" y="1"/>
                    <a:pt x="4616" y="0"/>
                    <a:pt x="460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6"/>
            <p:cNvSpPr/>
            <p:nvPr/>
          </p:nvSpPr>
          <p:spPr>
            <a:xfrm>
              <a:off x="3045550" y="1224625"/>
              <a:ext cx="112025" cy="66775"/>
            </a:xfrm>
            <a:custGeom>
              <a:avLst/>
              <a:gdLst/>
              <a:ahLst/>
              <a:cxnLst/>
              <a:rect l="l" t="t" r="r" b="b"/>
              <a:pathLst>
                <a:path w="4481" h="2671" extrusionOk="0">
                  <a:moveTo>
                    <a:pt x="4480" y="0"/>
                  </a:moveTo>
                  <a:cubicBezTo>
                    <a:pt x="4414" y="22"/>
                    <a:pt x="2737" y="398"/>
                    <a:pt x="2075" y="618"/>
                  </a:cubicBezTo>
                  <a:cubicBezTo>
                    <a:pt x="1192" y="993"/>
                    <a:pt x="486" y="1633"/>
                    <a:pt x="0" y="2472"/>
                  </a:cubicBezTo>
                  <a:cubicBezTo>
                    <a:pt x="133" y="2538"/>
                    <a:pt x="243" y="2604"/>
                    <a:pt x="375" y="2671"/>
                  </a:cubicBezTo>
                  <a:cubicBezTo>
                    <a:pt x="486" y="2384"/>
                    <a:pt x="1016" y="1942"/>
                    <a:pt x="1501" y="1589"/>
                  </a:cubicBezTo>
                  <a:cubicBezTo>
                    <a:pt x="1964" y="1236"/>
                    <a:pt x="4414" y="44"/>
                    <a:pt x="448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66"/>
            <p:cNvSpPr/>
            <p:nvPr/>
          </p:nvSpPr>
          <p:spPr>
            <a:xfrm>
              <a:off x="3072025" y="1267650"/>
              <a:ext cx="97675" cy="47850"/>
            </a:xfrm>
            <a:custGeom>
              <a:avLst/>
              <a:gdLst/>
              <a:ahLst/>
              <a:cxnLst/>
              <a:rect l="l" t="t" r="r" b="b"/>
              <a:pathLst>
                <a:path w="3907" h="1914" extrusionOk="0">
                  <a:moveTo>
                    <a:pt x="3907" y="1"/>
                  </a:moveTo>
                  <a:cubicBezTo>
                    <a:pt x="3863" y="1"/>
                    <a:pt x="1832" y="332"/>
                    <a:pt x="1016" y="950"/>
                  </a:cubicBezTo>
                  <a:cubicBezTo>
                    <a:pt x="641" y="1237"/>
                    <a:pt x="310" y="1546"/>
                    <a:pt x="1" y="1899"/>
                  </a:cubicBezTo>
                  <a:cubicBezTo>
                    <a:pt x="83" y="1908"/>
                    <a:pt x="161" y="1913"/>
                    <a:pt x="239" y="1913"/>
                  </a:cubicBezTo>
                  <a:cubicBezTo>
                    <a:pt x="349" y="1913"/>
                    <a:pt x="458" y="1902"/>
                    <a:pt x="574" y="1877"/>
                  </a:cubicBezTo>
                  <a:lnTo>
                    <a:pt x="3907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66"/>
            <p:cNvSpPr/>
            <p:nvPr/>
          </p:nvSpPr>
          <p:spPr>
            <a:xfrm>
              <a:off x="3117275" y="1312350"/>
              <a:ext cx="64575" cy="36975"/>
            </a:xfrm>
            <a:custGeom>
              <a:avLst/>
              <a:gdLst/>
              <a:ahLst/>
              <a:cxnLst/>
              <a:rect l="l" t="t" r="r" b="b"/>
              <a:pathLst>
                <a:path w="2583" h="1479" extrusionOk="0">
                  <a:moveTo>
                    <a:pt x="2582" y="0"/>
                  </a:moveTo>
                  <a:lnTo>
                    <a:pt x="0" y="927"/>
                  </a:lnTo>
                  <a:cubicBezTo>
                    <a:pt x="89" y="1148"/>
                    <a:pt x="243" y="1325"/>
                    <a:pt x="398" y="1479"/>
                  </a:cubicBezTo>
                  <a:cubicBezTo>
                    <a:pt x="1324" y="1082"/>
                    <a:pt x="2582" y="0"/>
                    <a:pt x="258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66"/>
            <p:cNvSpPr/>
            <p:nvPr/>
          </p:nvSpPr>
          <p:spPr>
            <a:xfrm>
              <a:off x="3136025" y="1330550"/>
              <a:ext cx="512050" cy="599400"/>
            </a:xfrm>
            <a:custGeom>
              <a:avLst/>
              <a:gdLst/>
              <a:ahLst/>
              <a:cxnLst/>
              <a:rect l="l" t="t" r="r" b="b"/>
              <a:pathLst>
                <a:path w="20482" h="23976" extrusionOk="0">
                  <a:moveTo>
                    <a:pt x="7151" y="1"/>
                  </a:moveTo>
                  <a:lnTo>
                    <a:pt x="1" y="4282"/>
                  </a:lnTo>
                  <a:cubicBezTo>
                    <a:pt x="1" y="4282"/>
                    <a:pt x="7151" y="19885"/>
                    <a:pt x="8828" y="21651"/>
                  </a:cubicBezTo>
                  <a:cubicBezTo>
                    <a:pt x="10087" y="22959"/>
                    <a:pt x="12024" y="23976"/>
                    <a:pt x="14101" y="23976"/>
                  </a:cubicBezTo>
                  <a:cubicBezTo>
                    <a:pt x="14828" y="23976"/>
                    <a:pt x="15572" y="23851"/>
                    <a:pt x="16310" y="23571"/>
                  </a:cubicBezTo>
                  <a:cubicBezTo>
                    <a:pt x="19157" y="22512"/>
                    <a:pt x="20481" y="19576"/>
                    <a:pt x="19775" y="16641"/>
                  </a:cubicBezTo>
                  <a:cubicBezTo>
                    <a:pt x="19091" y="13706"/>
                    <a:pt x="7151" y="1"/>
                    <a:pt x="7151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6"/>
            <p:cNvSpPr/>
            <p:nvPr/>
          </p:nvSpPr>
          <p:spPr>
            <a:xfrm>
              <a:off x="2579325" y="1325600"/>
              <a:ext cx="614100" cy="706225"/>
            </a:xfrm>
            <a:custGeom>
              <a:avLst/>
              <a:gdLst/>
              <a:ahLst/>
              <a:cxnLst/>
              <a:rect l="l" t="t" r="r" b="b"/>
              <a:pathLst>
                <a:path w="24564" h="28249" extrusionOk="0">
                  <a:moveTo>
                    <a:pt x="1" y="0"/>
                  </a:moveTo>
                  <a:lnTo>
                    <a:pt x="950" y="28249"/>
                  </a:lnTo>
                  <a:lnTo>
                    <a:pt x="23924" y="28249"/>
                  </a:lnTo>
                  <a:lnTo>
                    <a:pt x="24564" y="7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66"/>
            <p:cNvSpPr/>
            <p:nvPr/>
          </p:nvSpPr>
          <p:spPr>
            <a:xfrm>
              <a:off x="2433675" y="1429600"/>
              <a:ext cx="185950" cy="253425"/>
            </a:xfrm>
            <a:custGeom>
              <a:avLst/>
              <a:gdLst/>
              <a:ahLst/>
              <a:cxnLst/>
              <a:rect l="l" t="t" r="r" b="b"/>
              <a:pathLst>
                <a:path w="7438" h="10137" extrusionOk="0">
                  <a:moveTo>
                    <a:pt x="6144" y="0"/>
                  </a:moveTo>
                  <a:cubicBezTo>
                    <a:pt x="5769" y="0"/>
                    <a:pt x="5394" y="120"/>
                    <a:pt x="5076" y="342"/>
                  </a:cubicBezTo>
                  <a:cubicBezTo>
                    <a:pt x="4414" y="850"/>
                    <a:pt x="1369" y="4491"/>
                    <a:pt x="795" y="6014"/>
                  </a:cubicBezTo>
                  <a:cubicBezTo>
                    <a:pt x="221" y="7559"/>
                    <a:pt x="0" y="9324"/>
                    <a:pt x="905" y="9788"/>
                  </a:cubicBezTo>
                  <a:cubicBezTo>
                    <a:pt x="1332" y="10007"/>
                    <a:pt x="1818" y="10137"/>
                    <a:pt x="2361" y="10137"/>
                  </a:cubicBezTo>
                  <a:cubicBezTo>
                    <a:pt x="2968" y="10137"/>
                    <a:pt x="3646" y="9974"/>
                    <a:pt x="4392" y="9589"/>
                  </a:cubicBezTo>
                  <a:cubicBezTo>
                    <a:pt x="5805" y="8861"/>
                    <a:pt x="6356" y="6764"/>
                    <a:pt x="6356" y="6698"/>
                  </a:cubicBezTo>
                  <a:cubicBezTo>
                    <a:pt x="6356" y="6610"/>
                    <a:pt x="7438" y="1070"/>
                    <a:pt x="7438" y="1070"/>
                  </a:cubicBezTo>
                  <a:cubicBezTo>
                    <a:pt x="7438" y="1070"/>
                    <a:pt x="7151" y="210"/>
                    <a:pt x="6577" y="55"/>
                  </a:cubicBezTo>
                  <a:cubicBezTo>
                    <a:pt x="6435" y="18"/>
                    <a:pt x="6289" y="0"/>
                    <a:pt x="6144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66"/>
            <p:cNvSpPr/>
            <p:nvPr/>
          </p:nvSpPr>
          <p:spPr>
            <a:xfrm>
              <a:off x="2555050" y="1430475"/>
              <a:ext cx="156175" cy="207575"/>
            </a:xfrm>
            <a:custGeom>
              <a:avLst/>
              <a:gdLst/>
              <a:ahLst/>
              <a:cxnLst/>
              <a:rect l="l" t="t" r="r" b="b"/>
              <a:pathLst>
                <a:path w="6247" h="8303" extrusionOk="0">
                  <a:moveTo>
                    <a:pt x="1860" y="1"/>
                  </a:moveTo>
                  <a:cubicBezTo>
                    <a:pt x="1807" y="1"/>
                    <a:pt x="1760" y="7"/>
                    <a:pt x="1722" y="20"/>
                  </a:cubicBezTo>
                  <a:cubicBezTo>
                    <a:pt x="1104" y="241"/>
                    <a:pt x="861" y="1102"/>
                    <a:pt x="1236" y="1344"/>
                  </a:cubicBezTo>
                  <a:cubicBezTo>
                    <a:pt x="883" y="1477"/>
                    <a:pt x="619" y="1808"/>
                    <a:pt x="574" y="2205"/>
                  </a:cubicBezTo>
                  <a:cubicBezTo>
                    <a:pt x="486" y="2602"/>
                    <a:pt x="1060" y="2911"/>
                    <a:pt x="1060" y="2911"/>
                  </a:cubicBezTo>
                  <a:cubicBezTo>
                    <a:pt x="773" y="3066"/>
                    <a:pt x="508" y="3242"/>
                    <a:pt x="265" y="3441"/>
                  </a:cubicBezTo>
                  <a:cubicBezTo>
                    <a:pt x="89" y="3684"/>
                    <a:pt x="310" y="4545"/>
                    <a:pt x="508" y="4655"/>
                  </a:cubicBezTo>
                  <a:cubicBezTo>
                    <a:pt x="243" y="5317"/>
                    <a:pt x="1" y="5648"/>
                    <a:pt x="89" y="5935"/>
                  </a:cubicBezTo>
                  <a:cubicBezTo>
                    <a:pt x="177" y="6244"/>
                    <a:pt x="1832" y="7745"/>
                    <a:pt x="2384" y="7965"/>
                  </a:cubicBezTo>
                  <a:cubicBezTo>
                    <a:pt x="2734" y="8113"/>
                    <a:pt x="3527" y="8302"/>
                    <a:pt x="4157" y="8302"/>
                  </a:cubicBezTo>
                  <a:cubicBezTo>
                    <a:pt x="4561" y="8302"/>
                    <a:pt x="4898" y="8225"/>
                    <a:pt x="5010" y="8009"/>
                  </a:cubicBezTo>
                  <a:cubicBezTo>
                    <a:pt x="5077" y="7943"/>
                    <a:pt x="5099" y="7833"/>
                    <a:pt x="5099" y="7745"/>
                  </a:cubicBezTo>
                  <a:cubicBezTo>
                    <a:pt x="5077" y="7391"/>
                    <a:pt x="4569" y="7237"/>
                    <a:pt x="4326" y="7149"/>
                  </a:cubicBezTo>
                  <a:cubicBezTo>
                    <a:pt x="3766" y="6825"/>
                    <a:pt x="3226" y="6460"/>
                    <a:pt x="2708" y="6073"/>
                  </a:cubicBezTo>
                  <a:lnTo>
                    <a:pt x="2708" y="6073"/>
                  </a:lnTo>
                  <a:cubicBezTo>
                    <a:pt x="2897" y="6150"/>
                    <a:pt x="3863" y="6701"/>
                    <a:pt x="4515" y="6701"/>
                  </a:cubicBezTo>
                  <a:cubicBezTo>
                    <a:pt x="4756" y="6701"/>
                    <a:pt x="4955" y="6625"/>
                    <a:pt x="5054" y="6420"/>
                  </a:cubicBezTo>
                  <a:cubicBezTo>
                    <a:pt x="5430" y="5626"/>
                    <a:pt x="3973" y="4831"/>
                    <a:pt x="3554" y="4589"/>
                  </a:cubicBezTo>
                  <a:cubicBezTo>
                    <a:pt x="3068" y="4236"/>
                    <a:pt x="2605" y="3860"/>
                    <a:pt x="2163" y="3441"/>
                  </a:cubicBezTo>
                  <a:lnTo>
                    <a:pt x="2163" y="3441"/>
                  </a:lnTo>
                  <a:cubicBezTo>
                    <a:pt x="2201" y="3460"/>
                    <a:pt x="3840" y="4256"/>
                    <a:pt x="4701" y="4256"/>
                  </a:cubicBezTo>
                  <a:cubicBezTo>
                    <a:pt x="4856" y="4256"/>
                    <a:pt x="4986" y="4230"/>
                    <a:pt x="5077" y="4169"/>
                  </a:cubicBezTo>
                  <a:cubicBezTo>
                    <a:pt x="5143" y="4125"/>
                    <a:pt x="5187" y="4059"/>
                    <a:pt x="5231" y="3993"/>
                  </a:cubicBezTo>
                  <a:cubicBezTo>
                    <a:pt x="5430" y="3551"/>
                    <a:pt x="4746" y="2911"/>
                    <a:pt x="4723" y="2889"/>
                  </a:cubicBezTo>
                  <a:cubicBezTo>
                    <a:pt x="4726" y="2889"/>
                    <a:pt x="4729" y="2888"/>
                    <a:pt x="4732" y="2888"/>
                  </a:cubicBezTo>
                  <a:cubicBezTo>
                    <a:pt x="4811" y="2888"/>
                    <a:pt x="5062" y="3073"/>
                    <a:pt x="5382" y="3073"/>
                  </a:cubicBezTo>
                  <a:cubicBezTo>
                    <a:pt x="5487" y="3073"/>
                    <a:pt x="5600" y="3053"/>
                    <a:pt x="5717" y="3000"/>
                  </a:cubicBezTo>
                  <a:cubicBezTo>
                    <a:pt x="6246" y="2757"/>
                    <a:pt x="6246" y="2029"/>
                    <a:pt x="5717" y="1808"/>
                  </a:cubicBezTo>
                  <a:cubicBezTo>
                    <a:pt x="5219" y="1538"/>
                    <a:pt x="2692" y="1"/>
                    <a:pt x="186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66"/>
            <p:cNvSpPr/>
            <p:nvPr/>
          </p:nvSpPr>
          <p:spPr>
            <a:xfrm>
              <a:off x="2599750" y="1466675"/>
              <a:ext cx="91050" cy="63625"/>
            </a:xfrm>
            <a:custGeom>
              <a:avLst/>
              <a:gdLst/>
              <a:ahLst/>
              <a:cxnLst/>
              <a:rect l="l" t="t" r="r" b="b"/>
              <a:pathLst>
                <a:path w="3642" h="2545" extrusionOk="0">
                  <a:moveTo>
                    <a:pt x="112" y="1"/>
                  </a:moveTo>
                  <a:cubicBezTo>
                    <a:pt x="64" y="1"/>
                    <a:pt x="26" y="9"/>
                    <a:pt x="0" y="29"/>
                  </a:cubicBezTo>
                  <a:cubicBezTo>
                    <a:pt x="574" y="382"/>
                    <a:pt x="2538" y="1618"/>
                    <a:pt x="3443" y="2545"/>
                  </a:cubicBezTo>
                  <a:cubicBezTo>
                    <a:pt x="3642" y="2103"/>
                    <a:pt x="2958" y="1463"/>
                    <a:pt x="2935" y="1441"/>
                  </a:cubicBezTo>
                  <a:cubicBezTo>
                    <a:pt x="2935" y="1441"/>
                    <a:pt x="717" y="1"/>
                    <a:pt x="112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66"/>
            <p:cNvSpPr/>
            <p:nvPr/>
          </p:nvSpPr>
          <p:spPr>
            <a:xfrm>
              <a:off x="2578775" y="1554550"/>
              <a:ext cx="103750" cy="69550"/>
            </a:xfrm>
            <a:custGeom>
              <a:avLst/>
              <a:gdLst/>
              <a:ahLst/>
              <a:cxnLst/>
              <a:rect l="l" t="t" r="r" b="b"/>
              <a:pathLst>
                <a:path w="4150" h="2782" extrusionOk="0">
                  <a:moveTo>
                    <a:pt x="1" y="1"/>
                  </a:moveTo>
                  <a:lnTo>
                    <a:pt x="1" y="1"/>
                  </a:lnTo>
                  <a:cubicBezTo>
                    <a:pt x="332" y="464"/>
                    <a:pt x="707" y="906"/>
                    <a:pt x="1104" y="1325"/>
                  </a:cubicBezTo>
                  <a:cubicBezTo>
                    <a:pt x="1678" y="2031"/>
                    <a:pt x="3355" y="2274"/>
                    <a:pt x="4150" y="2782"/>
                  </a:cubicBezTo>
                  <a:cubicBezTo>
                    <a:pt x="4105" y="2428"/>
                    <a:pt x="3620" y="2252"/>
                    <a:pt x="3377" y="2186"/>
                  </a:cubicBezTo>
                  <a:cubicBezTo>
                    <a:pt x="2803" y="1855"/>
                    <a:pt x="2252" y="1480"/>
                    <a:pt x="1722" y="108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6"/>
            <p:cNvSpPr/>
            <p:nvPr/>
          </p:nvSpPr>
          <p:spPr>
            <a:xfrm>
              <a:off x="1927175" y="1550150"/>
              <a:ext cx="599200" cy="366400"/>
            </a:xfrm>
            <a:custGeom>
              <a:avLst/>
              <a:gdLst/>
              <a:ahLst/>
              <a:cxnLst/>
              <a:rect l="l" t="t" r="r" b="b"/>
              <a:pathLst>
                <a:path w="23968" h="14656" extrusionOk="0">
                  <a:moveTo>
                    <a:pt x="20856" y="0"/>
                  </a:moveTo>
                  <a:cubicBezTo>
                    <a:pt x="20856" y="0"/>
                    <a:pt x="2605" y="3620"/>
                    <a:pt x="1303" y="7129"/>
                  </a:cubicBezTo>
                  <a:cubicBezTo>
                    <a:pt x="1" y="10638"/>
                    <a:pt x="1788" y="14544"/>
                    <a:pt x="6114" y="14654"/>
                  </a:cubicBezTo>
                  <a:cubicBezTo>
                    <a:pt x="6154" y="14655"/>
                    <a:pt x="6195" y="14656"/>
                    <a:pt x="6236" y="14656"/>
                  </a:cubicBezTo>
                  <a:cubicBezTo>
                    <a:pt x="10594" y="14656"/>
                    <a:pt x="19901" y="8912"/>
                    <a:pt x="23968" y="6136"/>
                  </a:cubicBezTo>
                  <a:cubicBezTo>
                    <a:pt x="23372" y="4635"/>
                    <a:pt x="20856" y="0"/>
                    <a:pt x="2085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6"/>
            <p:cNvSpPr/>
            <p:nvPr/>
          </p:nvSpPr>
          <p:spPr>
            <a:xfrm>
              <a:off x="2610225" y="499425"/>
              <a:ext cx="164450" cy="164500"/>
            </a:xfrm>
            <a:custGeom>
              <a:avLst/>
              <a:gdLst/>
              <a:ahLst/>
              <a:cxnLst/>
              <a:rect l="l" t="t" r="r" b="b"/>
              <a:pathLst>
                <a:path w="6578" h="6580" extrusionOk="0">
                  <a:moveTo>
                    <a:pt x="2434" y="0"/>
                  </a:moveTo>
                  <a:cubicBezTo>
                    <a:pt x="2195" y="0"/>
                    <a:pt x="1942" y="74"/>
                    <a:pt x="1678" y="252"/>
                  </a:cubicBezTo>
                  <a:cubicBezTo>
                    <a:pt x="1" y="1355"/>
                    <a:pt x="1281" y="3408"/>
                    <a:pt x="2207" y="4092"/>
                  </a:cubicBezTo>
                  <a:cubicBezTo>
                    <a:pt x="3323" y="4888"/>
                    <a:pt x="3984" y="6580"/>
                    <a:pt x="4794" y="6580"/>
                  </a:cubicBezTo>
                  <a:cubicBezTo>
                    <a:pt x="4994" y="6580"/>
                    <a:pt x="5203" y="6477"/>
                    <a:pt x="5430" y="6233"/>
                  </a:cubicBezTo>
                  <a:cubicBezTo>
                    <a:pt x="6577" y="5019"/>
                    <a:pt x="4503" y="1929"/>
                    <a:pt x="4503" y="1929"/>
                  </a:cubicBezTo>
                  <a:cubicBezTo>
                    <a:pt x="4503" y="1929"/>
                    <a:pt x="3654" y="0"/>
                    <a:pt x="243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6"/>
            <p:cNvSpPr/>
            <p:nvPr/>
          </p:nvSpPr>
          <p:spPr>
            <a:xfrm>
              <a:off x="3027900" y="499425"/>
              <a:ext cx="164425" cy="164500"/>
            </a:xfrm>
            <a:custGeom>
              <a:avLst/>
              <a:gdLst/>
              <a:ahLst/>
              <a:cxnLst/>
              <a:rect l="l" t="t" r="r" b="b"/>
              <a:pathLst>
                <a:path w="6577" h="6580" extrusionOk="0">
                  <a:moveTo>
                    <a:pt x="4164" y="0"/>
                  </a:moveTo>
                  <a:cubicBezTo>
                    <a:pt x="2939" y="0"/>
                    <a:pt x="2075" y="1929"/>
                    <a:pt x="2075" y="1929"/>
                  </a:cubicBezTo>
                  <a:cubicBezTo>
                    <a:pt x="2075" y="1929"/>
                    <a:pt x="0" y="5019"/>
                    <a:pt x="1148" y="6233"/>
                  </a:cubicBezTo>
                  <a:cubicBezTo>
                    <a:pt x="1375" y="6477"/>
                    <a:pt x="1584" y="6580"/>
                    <a:pt x="1785" y="6580"/>
                  </a:cubicBezTo>
                  <a:cubicBezTo>
                    <a:pt x="2601" y="6580"/>
                    <a:pt x="3272" y="4888"/>
                    <a:pt x="4370" y="4092"/>
                  </a:cubicBezTo>
                  <a:cubicBezTo>
                    <a:pt x="5319" y="3408"/>
                    <a:pt x="6577" y="1355"/>
                    <a:pt x="4922" y="252"/>
                  </a:cubicBezTo>
                  <a:cubicBezTo>
                    <a:pt x="4658" y="74"/>
                    <a:pt x="4404" y="0"/>
                    <a:pt x="416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6"/>
            <p:cNvSpPr/>
            <p:nvPr/>
          </p:nvSpPr>
          <p:spPr>
            <a:xfrm>
              <a:off x="2699600" y="745150"/>
              <a:ext cx="391775" cy="473975"/>
            </a:xfrm>
            <a:custGeom>
              <a:avLst/>
              <a:gdLst/>
              <a:ahLst/>
              <a:cxnLst/>
              <a:rect l="l" t="t" r="r" b="b"/>
              <a:pathLst>
                <a:path w="15671" h="18959" extrusionOk="0">
                  <a:moveTo>
                    <a:pt x="4746" y="1"/>
                  </a:moveTo>
                  <a:lnTo>
                    <a:pt x="4746" y="1"/>
                  </a:lnTo>
                  <a:cubicBezTo>
                    <a:pt x="4790" y="111"/>
                    <a:pt x="4657" y="5320"/>
                    <a:pt x="4039" y="6732"/>
                  </a:cubicBezTo>
                  <a:cubicBezTo>
                    <a:pt x="3179" y="8696"/>
                    <a:pt x="1" y="9160"/>
                    <a:pt x="1" y="9160"/>
                  </a:cubicBezTo>
                  <a:cubicBezTo>
                    <a:pt x="1" y="9160"/>
                    <a:pt x="3289" y="18076"/>
                    <a:pt x="8056" y="18959"/>
                  </a:cubicBezTo>
                  <a:cubicBezTo>
                    <a:pt x="11962" y="17392"/>
                    <a:pt x="14522" y="12713"/>
                    <a:pt x="15670" y="9535"/>
                  </a:cubicBezTo>
                  <a:cubicBezTo>
                    <a:pt x="12691" y="9116"/>
                    <a:pt x="11896" y="7681"/>
                    <a:pt x="11742" y="6335"/>
                  </a:cubicBezTo>
                  <a:cubicBezTo>
                    <a:pt x="11631" y="5187"/>
                    <a:pt x="11300" y="155"/>
                    <a:pt x="11300" y="155"/>
                  </a:cubicBezTo>
                  <a:lnTo>
                    <a:pt x="4746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6"/>
            <p:cNvSpPr/>
            <p:nvPr/>
          </p:nvSpPr>
          <p:spPr>
            <a:xfrm>
              <a:off x="2701825" y="358950"/>
              <a:ext cx="402775" cy="459625"/>
            </a:xfrm>
            <a:custGeom>
              <a:avLst/>
              <a:gdLst/>
              <a:ahLst/>
              <a:cxnLst/>
              <a:rect l="l" t="t" r="r" b="b"/>
              <a:pathLst>
                <a:path w="16111" h="18385" extrusionOk="0">
                  <a:moveTo>
                    <a:pt x="12646" y="0"/>
                  </a:moveTo>
                  <a:cubicBezTo>
                    <a:pt x="11631" y="1611"/>
                    <a:pt x="9909" y="3156"/>
                    <a:pt x="7504" y="3553"/>
                  </a:cubicBezTo>
                  <a:cubicBezTo>
                    <a:pt x="5120" y="3951"/>
                    <a:pt x="4480" y="3642"/>
                    <a:pt x="2339" y="4083"/>
                  </a:cubicBezTo>
                  <a:cubicBezTo>
                    <a:pt x="2295" y="4083"/>
                    <a:pt x="2273" y="4083"/>
                    <a:pt x="2229" y="4105"/>
                  </a:cubicBezTo>
                  <a:cubicBezTo>
                    <a:pt x="883" y="4458"/>
                    <a:pt x="0" y="5782"/>
                    <a:pt x="221" y="7173"/>
                  </a:cubicBezTo>
                  <a:cubicBezTo>
                    <a:pt x="640" y="10108"/>
                    <a:pt x="1412" y="13043"/>
                    <a:pt x="2428" y="14654"/>
                  </a:cubicBezTo>
                  <a:cubicBezTo>
                    <a:pt x="4304" y="17634"/>
                    <a:pt x="6930" y="18384"/>
                    <a:pt x="8386" y="18384"/>
                  </a:cubicBezTo>
                  <a:cubicBezTo>
                    <a:pt x="10152" y="18384"/>
                    <a:pt x="14058" y="16420"/>
                    <a:pt x="15073" y="12138"/>
                  </a:cubicBezTo>
                  <a:cubicBezTo>
                    <a:pt x="15338" y="11057"/>
                    <a:pt x="15559" y="9909"/>
                    <a:pt x="15736" y="8784"/>
                  </a:cubicBezTo>
                  <a:cubicBezTo>
                    <a:pt x="16111" y="6533"/>
                    <a:pt x="15405" y="4216"/>
                    <a:pt x="13838" y="2560"/>
                  </a:cubicBezTo>
                  <a:cubicBezTo>
                    <a:pt x="13153" y="1876"/>
                    <a:pt x="12734" y="971"/>
                    <a:pt x="1264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6"/>
            <p:cNvSpPr/>
            <p:nvPr/>
          </p:nvSpPr>
          <p:spPr>
            <a:xfrm>
              <a:off x="2816575" y="543625"/>
              <a:ext cx="39200" cy="38800"/>
            </a:xfrm>
            <a:custGeom>
              <a:avLst/>
              <a:gdLst/>
              <a:ahLst/>
              <a:cxnLst/>
              <a:rect l="l" t="t" r="r" b="b"/>
              <a:pathLst>
                <a:path w="1568" h="1552" extrusionOk="0">
                  <a:moveTo>
                    <a:pt x="843" y="1"/>
                  </a:moveTo>
                  <a:cubicBezTo>
                    <a:pt x="820" y="1"/>
                    <a:pt x="796" y="3"/>
                    <a:pt x="773" y="7"/>
                  </a:cubicBezTo>
                  <a:cubicBezTo>
                    <a:pt x="442" y="7"/>
                    <a:pt x="177" y="205"/>
                    <a:pt x="67" y="492"/>
                  </a:cubicBezTo>
                  <a:cubicBezTo>
                    <a:pt x="23" y="580"/>
                    <a:pt x="0" y="691"/>
                    <a:pt x="0" y="801"/>
                  </a:cubicBezTo>
                  <a:lnTo>
                    <a:pt x="45" y="978"/>
                  </a:lnTo>
                  <a:cubicBezTo>
                    <a:pt x="67" y="1110"/>
                    <a:pt x="155" y="1242"/>
                    <a:pt x="243" y="1331"/>
                  </a:cubicBezTo>
                  <a:cubicBezTo>
                    <a:pt x="309" y="1375"/>
                    <a:pt x="354" y="1419"/>
                    <a:pt x="420" y="1463"/>
                  </a:cubicBezTo>
                  <a:cubicBezTo>
                    <a:pt x="530" y="1529"/>
                    <a:pt x="663" y="1551"/>
                    <a:pt x="795" y="1551"/>
                  </a:cubicBezTo>
                  <a:cubicBezTo>
                    <a:pt x="905" y="1551"/>
                    <a:pt x="994" y="1529"/>
                    <a:pt x="1082" y="1485"/>
                  </a:cubicBezTo>
                  <a:cubicBezTo>
                    <a:pt x="1281" y="1397"/>
                    <a:pt x="1435" y="1242"/>
                    <a:pt x="1501" y="1044"/>
                  </a:cubicBezTo>
                  <a:cubicBezTo>
                    <a:pt x="1545" y="955"/>
                    <a:pt x="1567" y="867"/>
                    <a:pt x="1567" y="757"/>
                  </a:cubicBezTo>
                  <a:lnTo>
                    <a:pt x="1523" y="558"/>
                  </a:lnTo>
                  <a:cubicBezTo>
                    <a:pt x="1501" y="426"/>
                    <a:pt x="1413" y="315"/>
                    <a:pt x="1325" y="205"/>
                  </a:cubicBezTo>
                  <a:lnTo>
                    <a:pt x="1148" y="95"/>
                  </a:lnTo>
                  <a:cubicBezTo>
                    <a:pt x="1057" y="40"/>
                    <a:pt x="952" y="1"/>
                    <a:pt x="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6"/>
            <p:cNvSpPr/>
            <p:nvPr/>
          </p:nvSpPr>
          <p:spPr>
            <a:xfrm>
              <a:off x="2944025" y="543625"/>
              <a:ext cx="39200" cy="38800"/>
            </a:xfrm>
            <a:custGeom>
              <a:avLst/>
              <a:gdLst/>
              <a:ahLst/>
              <a:cxnLst/>
              <a:rect l="l" t="t" r="r" b="b"/>
              <a:pathLst>
                <a:path w="1568" h="1552" extrusionOk="0">
                  <a:moveTo>
                    <a:pt x="843" y="1"/>
                  </a:moveTo>
                  <a:cubicBezTo>
                    <a:pt x="820" y="1"/>
                    <a:pt x="796" y="3"/>
                    <a:pt x="773" y="7"/>
                  </a:cubicBezTo>
                  <a:cubicBezTo>
                    <a:pt x="464" y="7"/>
                    <a:pt x="177" y="205"/>
                    <a:pt x="67" y="492"/>
                  </a:cubicBezTo>
                  <a:cubicBezTo>
                    <a:pt x="23" y="580"/>
                    <a:pt x="1" y="691"/>
                    <a:pt x="23" y="801"/>
                  </a:cubicBezTo>
                  <a:lnTo>
                    <a:pt x="45" y="978"/>
                  </a:lnTo>
                  <a:cubicBezTo>
                    <a:pt x="89" y="1110"/>
                    <a:pt x="155" y="1242"/>
                    <a:pt x="265" y="1331"/>
                  </a:cubicBezTo>
                  <a:cubicBezTo>
                    <a:pt x="310" y="1375"/>
                    <a:pt x="376" y="1419"/>
                    <a:pt x="420" y="1463"/>
                  </a:cubicBezTo>
                  <a:cubicBezTo>
                    <a:pt x="552" y="1529"/>
                    <a:pt x="685" y="1551"/>
                    <a:pt x="817" y="1551"/>
                  </a:cubicBezTo>
                  <a:cubicBezTo>
                    <a:pt x="905" y="1551"/>
                    <a:pt x="1016" y="1529"/>
                    <a:pt x="1104" y="1485"/>
                  </a:cubicBezTo>
                  <a:cubicBezTo>
                    <a:pt x="1192" y="1441"/>
                    <a:pt x="1281" y="1397"/>
                    <a:pt x="1347" y="1309"/>
                  </a:cubicBezTo>
                  <a:cubicBezTo>
                    <a:pt x="1479" y="1154"/>
                    <a:pt x="1567" y="955"/>
                    <a:pt x="1567" y="757"/>
                  </a:cubicBezTo>
                  <a:cubicBezTo>
                    <a:pt x="1567" y="691"/>
                    <a:pt x="1545" y="624"/>
                    <a:pt x="1545" y="558"/>
                  </a:cubicBezTo>
                  <a:cubicBezTo>
                    <a:pt x="1501" y="426"/>
                    <a:pt x="1435" y="315"/>
                    <a:pt x="1325" y="205"/>
                  </a:cubicBezTo>
                  <a:cubicBezTo>
                    <a:pt x="1281" y="183"/>
                    <a:pt x="1214" y="139"/>
                    <a:pt x="1170" y="95"/>
                  </a:cubicBezTo>
                  <a:cubicBezTo>
                    <a:pt x="1061" y="40"/>
                    <a:pt x="952" y="1"/>
                    <a:pt x="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6"/>
            <p:cNvSpPr/>
            <p:nvPr/>
          </p:nvSpPr>
          <p:spPr>
            <a:xfrm>
              <a:off x="2800575" y="485275"/>
              <a:ext cx="65125" cy="31500"/>
            </a:xfrm>
            <a:custGeom>
              <a:avLst/>
              <a:gdLst/>
              <a:ahLst/>
              <a:cxnLst/>
              <a:rect l="l" t="t" r="r" b="b"/>
              <a:pathLst>
                <a:path w="2605" h="1260" extrusionOk="0">
                  <a:moveTo>
                    <a:pt x="1330" y="1"/>
                  </a:moveTo>
                  <a:cubicBezTo>
                    <a:pt x="1321" y="1"/>
                    <a:pt x="1312" y="1"/>
                    <a:pt x="1303" y="1"/>
                  </a:cubicBezTo>
                  <a:cubicBezTo>
                    <a:pt x="398" y="23"/>
                    <a:pt x="0" y="1259"/>
                    <a:pt x="0" y="1259"/>
                  </a:cubicBezTo>
                  <a:cubicBezTo>
                    <a:pt x="420" y="1016"/>
                    <a:pt x="861" y="840"/>
                    <a:pt x="1303" y="729"/>
                  </a:cubicBezTo>
                  <a:cubicBezTo>
                    <a:pt x="1436" y="716"/>
                    <a:pt x="1570" y="709"/>
                    <a:pt x="1703" y="709"/>
                  </a:cubicBezTo>
                  <a:cubicBezTo>
                    <a:pt x="2009" y="709"/>
                    <a:pt x="2312" y="747"/>
                    <a:pt x="2605" y="840"/>
                  </a:cubicBezTo>
                  <a:cubicBezTo>
                    <a:pt x="2605" y="840"/>
                    <a:pt x="2045" y="1"/>
                    <a:pt x="133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66"/>
            <p:cNvSpPr/>
            <p:nvPr/>
          </p:nvSpPr>
          <p:spPr>
            <a:xfrm>
              <a:off x="2932450" y="485275"/>
              <a:ext cx="65125" cy="31500"/>
            </a:xfrm>
            <a:custGeom>
              <a:avLst/>
              <a:gdLst/>
              <a:ahLst/>
              <a:cxnLst/>
              <a:rect l="l" t="t" r="r" b="b"/>
              <a:pathLst>
                <a:path w="2605" h="1260" extrusionOk="0">
                  <a:moveTo>
                    <a:pt x="1275" y="1"/>
                  </a:moveTo>
                  <a:cubicBezTo>
                    <a:pt x="581" y="1"/>
                    <a:pt x="0" y="840"/>
                    <a:pt x="0" y="840"/>
                  </a:cubicBezTo>
                  <a:cubicBezTo>
                    <a:pt x="292" y="747"/>
                    <a:pt x="596" y="709"/>
                    <a:pt x="902" y="709"/>
                  </a:cubicBezTo>
                  <a:cubicBezTo>
                    <a:pt x="1035" y="709"/>
                    <a:pt x="1169" y="716"/>
                    <a:pt x="1302" y="729"/>
                  </a:cubicBezTo>
                  <a:cubicBezTo>
                    <a:pt x="1766" y="840"/>
                    <a:pt x="2207" y="1016"/>
                    <a:pt x="2604" y="1259"/>
                  </a:cubicBezTo>
                  <a:cubicBezTo>
                    <a:pt x="2604" y="1259"/>
                    <a:pt x="2207" y="23"/>
                    <a:pt x="1302" y="1"/>
                  </a:cubicBezTo>
                  <a:cubicBezTo>
                    <a:pt x="1293" y="1"/>
                    <a:pt x="1284" y="1"/>
                    <a:pt x="127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6"/>
            <p:cNvSpPr/>
            <p:nvPr/>
          </p:nvSpPr>
          <p:spPr>
            <a:xfrm>
              <a:off x="2860725" y="657425"/>
              <a:ext cx="113125" cy="55300"/>
            </a:xfrm>
            <a:custGeom>
              <a:avLst/>
              <a:gdLst/>
              <a:ahLst/>
              <a:cxnLst/>
              <a:rect l="l" t="t" r="r" b="b"/>
              <a:pathLst>
                <a:path w="4525" h="2212" extrusionOk="0">
                  <a:moveTo>
                    <a:pt x="4524" y="1"/>
                  </a:moveTo>
                  <a:cubicBezTo>
                    <a:pt x="4524" y="1"/>
                    <a:pt x="3222" y="795"/>
                    <a:pt x="1920" y="795"/>
                  </a:cubicBezTo>
                  <a:cubicBezTo>
                    <a:pt x="1879" y="797"/>
                    <a:pt x="1837" y="797"/>
                    <a:pt x="1796" y="797"/>
                  </a:cubicBezTo>
                  <a:cubicBezTo>
                    <a:pt x="1176" y="797"/>
                    <a:pt x="559" y="642"/>
                    <a:pt x="0" y="332"/>
                  </a:cubicBezTo>
                  <a:lnTo>
                    <a:pt x="0" y="332"/>
                  </a:lnTo>
                  <a:cubicBezTo>
                    <a:pt x="127" y="1415"/>
                    <a:pt x="1031" y="2212"/>
                    <a:pt x="2082" y="2212"/>
                  </a:cubicBezTo>
                  <a:cubicBezTo>
                    <a:pt x="2123" y="2212"/>
                    <a:pt x="2165" y="2210"/>
                    <a:pt x="2207" y="2208"/>
                  </a:cubicBezTo>
                  <a:cubicBezTo>
                    <a:pt x="4237" y="2208"/>
                    <a:pt x="4524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66"/>
            <p:cNvSpPr/>
            <p:nvPr/>
          </p:nvSpPr>
          <p:spPr>
            <a:xfrm>
              <a:off x="2871750" y="492125"/>
              <a:ext cx="43050" cy="145025"/>
            </a:xfrm>
            <a:custGeom>
              <a:avLst/>
              <a:gdLst/>
              <a:ahLst/>
              <a:cxnLst/>
              <a:rect l="l" t="t" r="r" b="b"/>
              <a:pathLst>
                <a:path w="1722" h="5801" extrusionOk="0">
                  <a:moveTo>
                    <a:pt x="972" y="0"/>
                  </a:moveTo>
                  <a:cubicBezTo>
                    <a:pt x="922" y="0"/>
                    <a:pt x="861" y="47"/>
                    <a:pt x="861" y="102"/>
                  </a:cubicBezTo>
                  <a:cubicBezTo>
                    <a:pt x="861" y="831"/>
                    <a:pt x="1038" y="1537"/>
                    <a:pt x="1016" y="2243"/>
                  </a:cubicBezTo>
                  <a:cubicBezTo>
                    <a:pt x="1016" y="2861"/>
                    <a:pt x="883" y="3457"/>
                    <a:pt x="640" y="4009"/>
                  </a:cubicBezTo>
                  <a:cubicBezTo>
                    <a:pt x="442" y="4406"/>
                    <a:pt x="0" y="4803"/>
                    <a:pt x="199" y="5289"/>
                  </a:cubicBezTo>
                  <a:cubicBezTo>
                    <a:pt x="367" y="5692"/>
                    <a:pt x="790" y="5801"/>
                    <a:pt x="1197" y="5801"/>
                  </a:cubicBezTo>
                  <a:cubicBezTo>
                    <a:pt x="1325" y="5801"/>
                    <a:pt x="1451" y="5790"/>
                    <a:pt x="1567" y="5774"/>
                  </a:cubicBezTo>
                  <a:cubicBezTo>
                    <a:pt x="1722" y="5752"/>
                    <a:pt x="1700" y="5531"/>
                    <a:pt x="1545" y="5531"/>
                  </a:cubicBezTo>
                  <a:cubicBezTo>
                    <a:pt x="1236" y="5509"/>
                    <a:pt x="861" y="5553"/>
                    <a:pt x="618" y="5289"/>
                  </a:cubicBezTo>
                  <a:cubicBezTo>
                    <a:pt x="376" y="5068"/>
                    <a:pt x="508" y="4825"/>
                    <a:pt x="663" y="4582"/>
                  </a:cubicBezTo>
                  <a:cubicBezTo>
                    <a:pt x="927" y="4185"/>
                    <a:pt x="1126" y="3744"/>
                    <a:pt x="1214" y="3280"/>
                  </a:cubicBezTo>
                  <a:cubicBezTo>
                    <a:pt x="1325" y="2795"/>
                    <a:pt x="1347" y="2287"/>
                    <a:pt x="1325" y="1780"/>
                  </a:cubicBezTo>
                  <a:cubicBezTo>
                    <a:pt x="1303" y="1206"/>
                    <a:pt x="1214" y="632"/>
                    <a:pt x="1038" y="58"/>
                  </a:cubicBezTo>
                  <a:cubicBezTo>
                    <a:pt x="1029" y="17"/>
                    <a:pt x="1003" y="0"/>
                    <a:pt x="97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66"/>
            <p:cNvSpPr/>
            <p:nvPr/>
          </p:nvSpPr>
          <p:spPr>
            <a:xfrm>
              <a:off x="2700150" y="505800"/>
              <a:ext cx="405300" cy="327425"/>
            </a:xfrm>
            <a:custGeom>
              <a:avLst/>
              <a:gdLst/>
              <a:ahLst/>
              <a:cxnLst/>
              <a:rect l="l" t="t" r="r" b="b"/>
              <a:pathLst>
                <a:path w="16212" h="13097" extrusionOk="0">
                  <a:moveTo>
                    <a:pt x="15960" y="0"/>
                  </a:moveTo>
                  <a:cubicBezTo>
                    <a:pt x="15886" y="0"/>
                    <a:pt x="15813" y="39"/>
                    <a:pt x="15780" y="129"/>
                  </a:cubicBezTo>
                  <a:cubicBezTo>
                    <a:pt x="15185" y="1475"/>
                    <a:pt x="14699" y="2888"/>
                    <a:pt x="14191" y="4278"/>
                  </a:cubicBezTo>
                  <a:cubicBezTo>
                    <a:pt x="13927" y="4984"/>
                    <a:pt x="13684" y="5691"/>
                    <a:pt x="13463" y="6397"/>
                  </a:cubicBezTo>
                  <a:cubicBezTo>
                    <a:pt x="13353" y="6706"/>
                    <a:pt x="13243" y="7037"/>
                    <a:pt x="13154" y="7368"/>
                  </a:cubicBezTo>
                  <a:cubicBezTo>
                    <a:pt x="13110" y="7478"/>
                    <a:pt x="13088" y="7589"/>
                    <a:pt x="13044" y="7721"/>
                  </a:cubicBezTo>
                  <a:cubicBezTo>
                    <a:pt x="11631" y="8449"/>
                    <a:pt x="10065" y="8847"/>
                    <a:pt x="8453" y="8847"/>
                  </a:cubicBezTo>
                  <a:cubicBezTo>
                    <a:pt x="8414" y="8847"/>
                    <a:pt x="8374" y="8847"/>
                    <a:pt x="8335" y="8847"/>
                  </a:cubicBezTo>
                  <a:cubicBezTo>
                    <a:pt x="6325" y="8847"/>
                    <a:pt x="4381" y="8297"/>
                    <a:pt x="2649" y="7280"/>
                  </a:cubicBezTo>
                  <a:cubicBezTo>
                    <a:pt x="2362" y="6198"/>
                    <a:pt x="1987" y="5139"/>
                    <a:pt x="1656" y="4080"/>
                  </a:cubicBezTo>
                  <a:cubicBezTo>
                    <a:pt x="1457" y="3440"/>
                    <a:pt x="1237" y="2777"/>
                    <a:pt x="1038" y="2115"/>
                  </a:cubicBezTo>
                  <a:cubicBezTo>
                    <a:pt x="928" y="1784"/>
                    <a:pt x="817" y="1453"/>
                    <a:pt x="707" y="1144"/>
                  </a:cubicBezTo>
                  <a:cubicBezTo>
                    <a:pt x="619" y="857"/>
                    <a:pt x="553" y="460"/>
                    <a:pt x="310" y="306"/>
                  </a:cubicBezTo>
                  <a:cubicBezTo>
                    <a:pt x="286" y="290"/>
                    <a:pt x="257" y="283"/>
                    <a:pt x="229" y="283"/>
                  </a:cubicBezTo>
                  <a:cubicBezTo>
                    <a:pt x="177" y="283"/>
                    <a:pt x="125" y="307"/>
                    <a:pt x="111" y="350"/>
                  </a:cubicBezTo>
                  <a:cubicBezTo>
                    <a:pt x="1" y="637"/>
                    <a:pt x="155" y="946"/>
                    <a:pt x="244" y="1211"/>
                  </a:cubicBezTo>
                  <a:cubicBezTo>
                    <a:pt x="332" y="1564"/>
                    <a:pt x="442" y="1917"/>
                    <a:pt x="553" y="2270"/>
                  </a:cubicBezTo>
                  <a:cubicBezTo>
                    <a:pt x="751" y="2910"/>
                    <a:pt x="950" y="3550"/>
                    <a:pt x="1171" y="4190"/>
                  </a:cubicBezTo>
                  <a:cubicBezTo>
                    <a:pt x="1524" y="5293"/>
                    <a:pt x="1833" y="6441"/>
                    <a:pt x="2252" y="7522"/>
                  </a:cubicBezTo>
                  <a:cubicBezTo>
                    <a:pt x="2120" y="7699"/>
                    <a:pt x="1987" y="7920"/>
                    <a:pt x="1833" y="8185"/>
                  </a:cubicBezTo>
                  <a:cubicBezTo>
                    <a:pt x="1722" y="7898"/>
                    <a:pt x="1590" y="7589"/>
                    <a:pt x="1479" y="7302"/>
                  </a:cubicBezTo>
                  <a:cubicBezTo>
                    <a:pt x="1369" y="7037"/>
                    <a:pt x="1259" y="6750"/>
                    <a:pt x="1148" y="6485"/>
                  </a:cubicBezTo>
                  <a:cubicBezTo>
                    <a:pt x="1060" y="6220"/>
                    <a:pt x="972" y="5845"/>
                    <a:pt x="751" y="5647"/>
                  </a:cubicBezTo>
                  <a:cubicBezTo>
                    <a:pt x="724" y="5626"/>
                    <a:pt x="690" y="5616"/>
                    <a:pt x="656" y="5616"/>
                  </a:cubicBezTo>
                  <a:cubicBezTo>
                    <a:pt x="580" y="5616"/>
                    <a:pt x="502" y="5665"/>
                    <a:pt x="486" y="5757"/>
                  </a:cubicBezTo>
                  <a:cubicBezTo>
                    <a:pt x="486" y="6022"/>
                    <a:pt x="553" y="6287"/>
                    <a:pt x="685" y="6529"/>
                  </a:cubicBezTo>
                  <a:cubicBezTo>
                    <a:pt x="795" y="6838"/>
                    <a:pt x="928" y="7147"/>
                    <a:pt x="1038" y="7478"/>
                  </a:cubicBezTo>
                  <a:cubicBezTo>
                    <a:pt x="1193" y="7876"/>
                    <a:pt x="1347" y="8339"/>
                    <a:pt x="1524" y="8758"/>
                  </a:cubicBezTo>
                  <a:cubicBezTo>
                    <a:pt x="1391" y="8979"/>
                    <a:pt x="1281" y="9200"/>
                    <a:pt x="1193" y="9420"/>
                  </a:cubicBezTo>
                  <a:cubicBezTo>
                    <a:pt x="2610" y="11859"/>
                    <a:pt x="4460" y="13097"/>
                    <a:pt x="8231" y="13097"/>
                  </a:cubicBezTo>
                  <a:cubicBezTo>
                    <a:pt x="8453" y="13097"/>
                    <a:pt x="8681" y="13093"/>
                    <a:pt x="8917" y="13084"/>
                  </a:cubicBezTo>
                  <a:cubicBezTo>
                    <a:pt x="12956" y="12952"/>
                    <a:pt x="15449" y="9641"/>
                    <a:pt x="15405" y="9310"/>
                  </a:cubicBezTo>
                  <a:cubicBezTo>
                    <a:pt x="15251" y="8891"/>
                    <a:pt x="15074" y="8493"/>
                    <a:pt x="14854" y="8118"/>
                  </a:cubicBezTo>
                  <a:cubicBezTo>
                    <a:pt x="15074" y="7522"/>
                    <a:pt x="15251" y="6927"/>
                    <a:pt x="15405" y="6309"/>
                  </a:cubicBezTo>
                  <a:cubicBezTo>
                    <a:pt x="15431" y="6193"/>
                    <a:pt x="15337" y="6122"/>
                    <a:pt x="15241" y="6122"/>
                  </a:cubicBezTo>
                  <a:cubicBezTo>
                    <a:pt x="15172" y="6122"/>
                    <a:pt x="15102" y="6159"/>
                    <a:pt x="15074" y="6242"/>
                  </a:cubicBezTo>
                  <a:cubicBezTo>
                    <a:pt x="14942" y="6728"/>
                    <a:pt x="14787" y="7213"/>
                    <a:pt x="14633" y="7677"/>
                  </a:cubicBezTo>
                  <a:cubicBezTo>
                    <a:pt x="14412" y="7258"/>
                    <a:pt x="14236" y="6927"/>
                    <a:pt x="14236" y="6927"/>
                  </a:cubicBezTo>
                  <a:cubicBezTo>
                    <a:pt x="14015" y="7125"/>
                    <a:pt x="13772" y="7280"/>
                    <a:pt x="13529" y="7434"/>
                  </a:cubicBezTo>
                  <a:cubicBezTo>
                    <a:pt x="13618" y="7191"/>
                    <a:pt x="13706" y="6949"/>
                    <a:pt x="13794" y="6706"/>
                  </a:cubicBezTo>
                  <a:cubicBezTo>
                    <a:pt x="14037" y="5978"/>
                    <a:pt x="14302" y="5249"/>
                    <a:pt x="14545" y="4521"/>
                  </a:cubicBezTo>
                  <a:cubicBezTo>
                    <a:pt x="15074" y="3086"/>
                    <a:pt x="15648" y="1696"/>
                    <a:pt x="16156" y="262"/>
                  </a:cubicBezTo>
                  <a:cubicBezTo>
                    <a:pt x="16211" y="109"/>
                    <a:pt x="16084" y="0"/>
                    <a:pt x="159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6"/>
            <p:cNvSpPr/>
            <p:nvPr/>
          </p:nvSpPr>
          <p:spPr>
            <a:xfrm>
              <a:off x="3439475" y="5142500"/>
              <a:ext cx="760875" cy="312325"/>
            </a:xfrm>
            <a:custGeom>
              <a:avLst/>
              <a:gdLst/>
              <a:ahLst/>
              <a:cxnLst/>
              <a:rect l="l" t="t" r="r" b="b"/>
              <a:pathLst>
                <a:path w="30435" h="12493" extrusionOk="0">
                  <a:moveTo>
                    <a:pt x="18385" y="1"/>
                  </a:moveTo>
                  <a:cubicBezTo>
                    <a:pt x="18385" y="1"/>
                    <a:pt x="18517" y="3135"/>
                    <a:pt x="12691" y="5783"/>
                  </a:cubicBezTo>
                  <a:cubicBezTo>
                    <a:pt x="10749" y="6622"/>
                    <a:pt x="8696" y="7284"/>
                    <a:pt x="6600" y="7703"/>
                  </a:cubicBezTo>
                  <a:cubicBezTo>
                    <a:pt x="1722" y="8785"/>
                    <a:pt x="1" y="12492"/>
                    <a:pt x="1" y="12492"/>
                  </a:cubicBezTo>
                  <a:lnTo>
                    <a:pt x="30015" y="12492"/>
                  </a:lnTo>
                  <a:lnTo>
                    <a:pt x="30214" y="6865"/>
                  </a:lnTo>
                  <a:lnTo>
                    <a:pt x="30435" y="928"/>
                  </a:lnTo>
                  <a:lnTo>
                    <a:pt x="18385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6"/>
            <p:cNvSpPr/>
            <p:nvPr/>
          </p:nvSpPr>
          <p:spPr>
            <a:xfrm>
              <a:off x="3439475" y="5287075"/>
              <a:ext cx="755350" cy="167750"/>
            </a:xfrm>
            <a:custGeom>
              <a:avLst/>
              <a:gdLst/>
              <a:ahLst/>
              <a:cxnLst/>
              <a:rect l="l" t="t" r="r" b="b"/>
              <a:pathLst>
                <a:path w="30214" h="6710" extrusionOk="0">
                  <a:moveTo>
                    <a:pt x="12691" y="0"/>
                  </a:moveTo>
                  <a:cubicBezTo>
                    <a:pt x="10749" y="839"/>
                    <a:pt x="8696" y="1501"/>
                    <a:pt x="6622" y="1920"/>
                  </a:cubicBezTo>
                  <a:cubicBezTo>
                    <a:pt x="1722" y="3002"/>
                    <a:pt x="1" y="6709"/>
                    <a:pt x="1" y="6709"/>
                  </a:cubicBezTo>
                  <a:lnTo>
                    <a:pt x="30015" y="6709"/>
                  </a:lnTo>
                  <a:lnTo>
                    <a:pt x="30214" y="1082"/>
                  </a:lnTo>
                  <a:lnTo>
                    <a:pt x="30214" y="1082"/>
                  </a:lnTo>
                  <a:cubicBezTo>
                    <a:pt x="27477" y="1920"/>
                    <a:pt x="23262" y="3796"/>
                    <a:pt x="16112" y="4436"/>
                  </a:cubicBezTo>
                  <a:cubicBezTo>
                    <a:pt x="15383" y="2847"/>
                    <a:pt x="14015" y="1280"/>
                    <a:pt x="1269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6"/>
            <p:cNvSpPr/>
            <p:nvPr/>
          </p:nvSpPr>
          <p:spPr>
            <a:xfrm>
              <a:off x="3734100" y="2547675"/>
              <a:ext cx="551225" cy="2785750"/>
            </a:xfrm>
            <a:custGeom>
              <a:avLst/>
              <a:gdLst/>
              <a:ahLst/>
              <a:cxnLst/>
              <a:rect l="l" t="t" r="r" b="b"/>
              <a:pathLst>
                <a:path w="22049" h="111430" extrusionOk="0">
                  <a:moveTo>
                    <a:pt x="1" y="1"/>
                  </a:moveTo>
                  <a:lnTo>
                    <a:pt x="178" y="7460"/>
                  </a:lnTo>
                  <a:lnTo>
                    <a:pt x="2495" y="104875"/>
                  </a:lnTo>
                  <a:lnTo>
                    <a:pt x="22048" y="111430"/>
                  </a:lnTo>
                  <a:lnTo>
                    <a:pt x="19731" y="7460"/>
                  </a:lnTo>
                  <a:lnTo>
                    <a:pt x="19554" y="2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6"/>
            <p:cNvSpPr/>
            <p:nvPr/>
          </p:nvSpPr>
          <p:spPr>
            <a:xfrm>
              <a:off x="3734100" y="2547675"/>
              <a:ext cx="493300" cy="186525"/>
            </a:xfrm>
            <a:custGeom>
              <a:avLst/>
              <a:gdLst/>
              <a:ahLst/>
              <a:cxnLst/>
              <a:rect l="l" t="t" r="r" b="b"/>
              <a:pathLst>
                <a:path w="19732" h="7461" extrusionOk="0">
                  <a:moveTo>
                    <a:pt x="1" y="1"/>
                  </a:moveTo>
                  <a:lnTo>
                    <a:pt x="178" y="7460"/>
                  </a:lnTo>
                  <a:lnTo>
                    <a:pt x="19731" y="7460"/>
                  </a:lnTo>
                  <a:lnTo>
                    <a:pt x="19554" y="2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6"/>
            <p:cNvSpPr/>
            <p:nvPr/>
          </p:nvSpPr>
          <p:spPr>
            <a:xfrm>
              <a:off x="4570550" y="5142500"/>
              <a:ext cx="792850" cy="312325"/>
            </a:xfrm>
            <a:custGeom>
              <a:avLst/>
              <a:gdLst/>
              <a:ahLst/>
              <a:cxnLst/>
              <a:rect l="l" t="t" r="r" b="b"/>
              <a:pathLst>
                <a:path w="31714" h="12493" extrusionOk="0">
                  <a:moveTo>
                    <a:pt x="11940" y="1"/>
                  </a:moveTo>
                  <a:lnTo>
                    <a:pt x="0" y="928"/>
                  </a:lnTo>
                  <a:lnTo>
                    <a:pt x="883" y="6865"/>
                  </a:lnTo>
                  <a:lnTo>
                    <a:pt x="1700" y="12492"/>
                  </a:lnTo>
                  <a:lnTo>
                    <a:pt x="31714" y="12492"/>
                  </a:lnTo>
                  <a:cubicBezTo>
                    <a:pt x="31714" y="12492"/>
                    <a:pt x="29573" y="8785"/>
                    <a:pt x="24586" y="7703"/>
                  </a:cubicBezTo>
                  <a:cubicBezTo>
                    <a:pt x="22423" y="7262"/>
                    <a:pt x="20304" y="6622"/>
                    <a:pt x="18274" y="5783"/>
                  </a:cubicBezTo>
                  <a:cubicBezTo>
                    <a:pt x="12160" y="3135"/>
                    <a:pt x="11940" y="1"/>
                    <a:pt x="1194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6"/>
            <p:cNvSpPr/>
            <p:nvPr/>
          </p:nvSpPr>
          <p:spPr>
            <a:xfrm>
              <a:off x="4592050" y="5287075"/>
              <a:ext cx="771350" cy="167750"/>
            </a:xfrm>
            <a:custGeom>
              <a:avLst/>
              <a:gdLst/>
              <a:ahLst/>
              <a:cxnLst/>
              <a:rect l="l" t="t" r="r" b="b"/>
              <a:pathLst>
                <a:path w="30854" h="6710" extrusionOk="0">
                  <a:moveTo>
                    <a:pt x="17414" y="0"/>
                  </a:moveTo>
                  <a:cubicBezTo>
                    <a:pt x="16244" y="1280"/>
                    <a:pt x="15052" y="2847"/>
                    <a:pt x="14478" y="4436"/>
                  </a:cubicBezTo>
                  <a:cubicBezTo>
                    <a:pt x="7284" y="3796"/>
                    <a:pt x="2848" y="1920"/>
                    <a:pt x="23" y="1082"/>
                  </a:cubicBezTo>
                  <a:lnTo>
                    <a:pt x="1" y="1082"/>
                  </a:lnTo>
                  <a:lnTo>
                    <a:pt x="840" y="6709"/>
                  </a:lnTo>
                  <a:lnTo>
                    <a:pt x="30854" y="6709"/>
                  </a:lnTo>
                  <a:cubicBezTo>
                    <a:pt x="30854" y="6709"/>
                    <a:pt x="28713" y="3002"/>
                    <a:pt x="23726" y="1920"/>
                  </a:cubicBezTo>
                  <a:cubicBezTo>
                    <a:pt x="21563" y="1479"/>
                    <a:pt x="19444" y="839"/>
                    <a:pt x="1741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6"/>
            <p:cNvSpPr/>
            <p:nvPr/>
          </p:nvSpPr>
          <p:spPr>
            <a:xfrm>
              <a:off x="4257700" y="2547675"/>
              <a:ext cx="717300" cy="2785750"/>
            </a:xfrm>
            <a:custGeom>
              <a:avLst/>
              <a:gdLst/>
              <a:ahLst/>
              <a:cxnLst/>
              <a:rect l="l" t="t" r="r" b="b"/>
              <a:pathLst>
                <a:path w="28692" h="111430" extrusionOk="0">
                  <a:moveTo>
                    <a:pt x="19554" y="1"/>
                  </a:moveTo>
                  <a:lnTo>
                    <a:pt x="1" y="200"/>
                  </a:lnTo>
                  <a:lnTo>
                    <a:pt x="641" y="7460"/>
                  </a:lnTo>
                  <a:lnTo>
                    <a:pt x="9844" y="111430"/>
                  </a:lnTo>
                  <a:lnTo>
                    <a:pt x="28691" y="104875"/>
                  </a:lnTo>
                  <a:lnTo>
                    <a:pt x="20194" y="7460"/>
                  </a:lnTo>
                  <a:lnTo>
                    <a:pt x="19554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6"/>
            <p:cNvSpPr/>
            <p:nvPr/>
          </p:nvSpPr>
          <p:spPr>
            <a:xfrm>
              <a:off x="4257700" y="2547675"/>
              <a:ext cx="504875" cy="186525"/>
            </a:xfrm>
            <a:custGeom>
              <a:avLst/>
              <a:gdLst/>
              <a:ahLst/>
              <a:cxnLst/>
              <a:rect l="l" t="t" r="r" b="b"/>
              <a:pathLst>
                <a:path w="20195" h="7461" extrusionOk="0">
                  <a:moveTo>
                    <a:pt x="19554" y="1"/>
                  </a:moveTo>
                  <a:lnTo>
                    <a:pt x="1" y="200"/>
                  </a:lnTo>
                  <a:lnTo>
                    <a:pt x="641" y="7460"/>
                  </a:lnTo>
                  <a:lnTo>
                    <a:pt x="20194" y="7460"/>
                  </a:lnTo>
                  <a:lnTo>
                    <a:pt x="19554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6"/>
            <p:cNvSpPr/>
            <p:nvPr/>
          </p:nvSpPr>
          <p:spPr>
            <a:xfrm>
              <a:off x="3401975" y="1086600"/>
              <a:ext cx="585950" cy="820775"/>
            </a:xfrm>
            <a:custGeom>
              <a:avLst/>
              <a:gdLst/>
              <a:ahLst/>
              <a:cxnLst/>
              <a:rect l="l" t="t" r="r" b="b"/>
              <a:pathLst>
                <a:path w="23438" h="32831" extrusionOk="0">
                  <a:moveTo>
                    <a:pt x="18307" y="0"/>
                  </a:moveTo>
                  <a:cubicBezTo>
                    <a:pt x="16189" y="0"/>
                    <a:pt x="13522" y="2385"/>
                    <a:pt x="9336" y="8103"/>
                  </a:cubicBezTo>
                  <a:cubicBezTo>
                    <a:pt x="3884" y="15563"/>
                    <a:pt x="111" y="26554"/>
                    <a:pt x="111" y="26554"/>
                  </a:cubicBezTo>
                  <a:cubicBezTo>
                    <a:pt x="111" y="26554"/>
                    <a:pt x="0" y="30217"/>
                    <a:pt x="3774" y="32115"/>
                  </a:cubicBezTo>
                  <a:cubicBezTo>
                    <a:pt x="4793" y="32621"/>
                    <a:pt x="5771" y="32830"/>
                    <a:pt x="6681" y="32830"/>
                  </a:cubicBezTo>
                  <a:cubicBezTo>
                    <a:pt x="9142" y="32830"/>
                    <a:pt x="11104" y="31302"/>
                    <a:pt x="12006" y="29996"/>
                  </a:cubicBezTo>
                  <a:cubicBezTo>
                    <a:pt x="13220" y="28231"/>
                    <a:pt x="22555" y="10995"/>
                    <a:pt x="22997" y="7000"/>
                  </a:cubicBezTo>
                  <a:cubicBezTo>
                    <a:pt x="23438" y="3005"/>
                    <a:pt x="20878" y="114"/>
                    <a:pt x="18450" y="4"/>
                  </a:cubicBezTo>
                  <a:cubicBezTo>
                    <a:pt x="18403" y="1"/>
                    <a:pt x="18355" y="0"/>
                    <a:pt x="18307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6"/>
            <p:cNvSpPr/>
            <p:nvPr/>
          </p:nvSpPr>
          <p:spPr>
            <a:xfrm>
              <a:off x="5351800" y="1130400"/>
              <a:ext cx="157325" cy="106825"/>
            </a:xfrm>
            <a:custGeom>
              <a:avLst/>
              <a:gdLst/>
              <a:ahLst/>
              <a:cxnLst/>
              <a:rect l="l" t="t" r="r" b="b"/>
              <a:pathLst>
                <a:path w="6293" h="4273" extrusionOk="0">
                  <a:moveTo>
                    <a:pt x="5375" y="1"/>
                  </a:moveTo>
                  <a:cubicBezTo>
                    <a:pt x="4175" y="1"/>
                    <a:pt x="47" y="2931"/>
                    <a:pt x="47" y="2931"/>
                  </a:cubicBezTo>
                  <a:cubicBezTo>
                    <a:pt x="0" y="4014"/>
                    <a:pt x="466" y="4273"/>
                    <a:pt x="921" y="4273"/>
                  </a:cubicBezTo>
                  <a:cubicBezTo>
                    <a:pt x="1338" y="4273"/>
                    <a:pt x="1746" y="4056"/>
                    <a:pt x="1746" y="4056"/>
                  </a:cubicBezTo>
                  <a:cubicBezTo>
                    <a:pt x="1746" y="4056"/>
                    <a:pt x="4438" y="2776"/>
                    <a:pt x="5211" y="1915"/>
                  </a:cubicBezTo>
                  <a:cubicBezTo>
                    <a:pt x="5961" y="1055"/>
                    <a:pt x="6292" y="724"/>
                    <a:pt x="5630" y="84"/>
                  </a:cubicBezTo>
                  <a:cubicBezTo>
                    <a:pt x="5575" y="27"/>
                    <a:pt x="5488" y="1"/>
                    <a:pt x="537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6"/>
            <p:cNvSpPr/>
            <p:nvPr/>
          </p:nvSpPr>
          <p:spPr>
            <a:xfrm>
              <a:off x="5525750" y="1063900"/>
              <a:ext cx="78275" cy="169675"/>
            </a:xfrm>
            <a:custGeom>
              <a:avLst/>
              <a:gdLst/>
              <a:ahLst/>
              <a:cxnLst/>
              <a:rect l="l" t="t" r="r" b="b"/>
              <a:pathLst>
                <a:path w="3131" h="6787" extrusionOk="0">
                  <a:moveTo>
                    <a:pt x="2318" y="1"/>
                  </a:moveTo>
                  <a:cubicBezTo>
                    <a:pt x="2057" y="1"/>
                    <a:pt x="1674" y="159"/>
                    <a:pt x="1519" y="360"/>
                  </a:cubicBezTo>
                  <a:cubicBezTo>
                    <a:pt x="1298" y="647"/>
                    <a:pt x="1188" y="1795"/>
                    <a:pt x="1387" y="3141"/>
                  </a:cubicBezTo>
                  <a:cubicBezTo>
                    <a:pt x="1276" y="3538"/>
                    <a:pt x="129" y="5061"/>
                    <a:pt x="40" y="6032"/>
                  </a:cubicBezTo>
                  <a:cubicBezTo>
                    <a:pt x="1" y="6597"/>
                    <a:pt x="197" y="6787"/>
                    <a:pt x="562" y="6787"/>
                  </a:cubicBezTo>
                  <a:cubicBezTo>
                    <a:pt x="810" y="6787"/>
                    <a:pt x="1136" y="6700"/>
                    <a:pt x="1519" y="6584"/>
                  </a:cubicBezTo>
                  <a:cubicBezTo>
                    <a:pt x="2490" y="6275"/>
                    <a:pt x="2887" y="4333"/>
                    <a:pt x="3020" y="3317"/>
                  </a:cubicBezTo>
                  <a:cubicBezTo>
                    <a:pt x="3130" y="2324"/>
                    <a:pt x="2711" y="316"/>
                    <a:pt x="2556" y="95"/>
                  </a:cubicBezTo>
                  <a:cubicBezTo>
                    <a:pt x="2517" y="30"/>
                    <a:pt x="2428" y="1"/>
                    <a:pt x="2318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6"/>
            <p:cNvSpPr/>
            <p:nvPr/>
          </p:nvSpPr>
          <p:spPr>
            <a:xfrm>
              <a:off x="5196775" y="1089475"/>
              <a:ext cx="458050" cy="327725"/>
            </a:xfrm>
            <a:custGeom>
              <a:avLst/>
              <a:gdLst/>
              <a:ahLst/>
              <a:cxnLst/>
              <a:rect l="l" t="t" r="r" b="b"/>
              <a:pathLst>
                <a:path w="18322" h="13109" extrusionOk="0">
                  <a:moveTo>
                    <a:pt x="17346" y="0"/>
                  </a:moveTo>
                  <a:cubicBezTo>
                    <a:pt x="17233" y="0"/>
                    <a:pt x="17115" y="14"/>
                    <a:pt x="16993" y="43"/>
                  </a:cubicBezTo>
                  <a:cubicBezTo>
                    <a:pt x="16287" y="198"/>
                    <a:pt x="14522" y="4568"/>
                    <a:pt x="14522" y="4568"/>
                  </a:cubicBezTo>
                  <a:cubicBezTo>
                    <a:pt x="14522" y="4568"/>
                    <a:pt x="11275" y="4411"/>
                    <a:pt x="8718" y="4411"/>
                  </a:cubicBezTo>
                  <a:cubicBezTo>
                    <a:pt x="7440" y="4411"/>
                    <a:pt x="6334" y="4450"/>
                    <a:pt x="5893" y="4568"/>
                  </a:cubicBezTo>
                  <a:cubicBezTo>
                    <a:pt x="4546" y="4899"/>
                    <a:pt x="0" y="9445"/>
                    <a:pt x="0" y="9445"/>
                  </a:cubicBezTo>
                  <a:lnTo>
                    <a:pt x="4436" y="13109"/>
                  </a:lnTo>
                  <a:lnTo>
                    <a:pt x="9004" y="8275"/>
                  </a:lnTo>
                  <a:cubicBezTo>
                    <a:pt x="9004" y="8275"/>
                    <a:pt x="9964" y="8325"/>
                    <a:pt x="11093" y="8325"/>
                  </a:cubicBezTo>
                  <a:cubicBezTo>
                    <a:pt x="12221" y="8325"/>
                    <a:pt x="13518" y="8275"/>
                    <a:pt x="14191" y="8077"/>
                  </a:cubicBezTo>
                  <a:cubicBezTo>
                    <a:pt x="15515" y="7679"/>
                    <a:pt x="18119" y="1147"/>
                    <a:pt x="18229" y="705"/>
                  </a:cubicBezTo>
                  <a:cubicBezTo>
                    <a:pt x="18321" y="338"/>
                    <a:pt x="17908" y="0"/>
                    <a:pt x="17346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6"/>
            <p:cNvSpPr/>
            <p:nvPr/>
          </p:nvSpPr>
          <p:spPr>
            <a:xfrm>
              <a:off x="4420125" y="1093700"/>
              <a:ext cx="974725" cy="754850"/>
            </a:xfrm>
            <a:custGeom>
              <a:avLst/>
              <a:gdLst/>
              <a:ahLst/>
              <a:cxnLst/>
              <a:rect l="l" t="t" r="r" b="b"/>
              <a:pathLst>
                <a:path w="38989" h="30194" extrusionOk="0">
                  <a:moveTo>
                    <a:pt x="6588" y="0"/>
                  </a:moveTo>
                  <a:cubicBezTo>
                    <a:pt x="3456" y="0"/>
                    <a:pt x="1" y="3830"/>
                    <a:pt x="897" y="7157"/>
                  </a:cubicBezTo>
                  <a:cubicBezTo>
                    <a:pt x="2157" y="11750"/>
                    <a:pt x="17248" y="30194"/>
                    <a:pt x="22919" y="30194"/>
                  </a:cubicBezTo>
                  <a:cubicBezTo>
                    <a:pt x="23108" y="30194"/>
                    <a:pt x="23285" y="30174"/>
                    <a:pt x="23452" y="30132"/>
                  </a:cubicBezTo>
                  <a:cubicBezTo>
                    <a:pt x="28638" y="28830"/>
                    <a:pt x="38989" y="12432"/>
                    <a:pt x="38989" y="12432"/>
                  </a:cubicBezTo>
                  <a:lnTo>
                    <a:pt x="32633" y="5966"/>
                  </a:lnTo>
                  <a:lnTo>
                    <a:pt x="23121" y="16206"/>
                  </a:lnTo>
                  <a:cubicBezTo>
                    <a:pt x="23121" y="16206"/>
                    <a:pt x="10939" y="1110"/>
                    <a:pt x="7584" y="139"/>
                  </a:cubicBezTo>
                  <a:cubicBezTo>
                    <a:pt x="7260" y="45"/>
                    <a:pt x="6926" y="0"/>
                    <a:pt x="658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6"/>
            <p:cNvSpPr/>
            <p:nvPr/>
          </p:nvSpPr>
          <p:spPr>
            <a:xfrm>
              <a:off x="3670650" y="1042000"/>
              <a:ext cx="1140475" cy="1548750"/>
            </a:xfrm>
            <a:custGeom>
              <a:avLst/>
              <a:gdLst/>
              <a:ahLst/>
              <a:cxnLst/>
              <a:rect l="l" t="t" r="r" b="b"/>
              <a:pathLst>
                <a:path w="45619" h="61950" extrusionOk="0">
                  <a:moveTo>
                    <a:pt x="13927" y="0"/>
                  </a:moveTo>
                  <a:cubicBezTo>
                    <a:pt x="13927" y="0"/>
                    <a:pt x="13243" y="111"/>
                    <a:pt x="12227" y="287"/>
                  </a:cubicBezTo>
                  <a:cubicBezTo>
                    <a:pt x="9822" y="751"/>
                    <a:pt x="5562" y="1722"/>
                    <a:pt x="4503" y="3178"/>
                  </a:cubicBezTo>
                  <a:cubicBezTo>
                    <a:pt x="3002" y="5231"/>
                    <a:pt x="7725" y="28735"/>
                    <a:pt x="7725" y="28735"/>
                  </a:cubicBezTo>
                  <a:cubicBezTo>
                    <a:pt x="7725" y="28735"/>
                    <a:pt x="1" y="54225"/>
                    <a:pt x="1060" y="61949"/>
                  </a:cubicBezTo>
                  <a:lnTo>
                    <a:pt x="45552" y="61949"/>
                  </a:lnTo>
                  <a:cubicBezTo>
                    <a:pt x="45618" y="60493"/>
                    <a:pt x="45508" y="59014"/>
                    <a:pt x="45287" y="57558"/>
                  </a:cubicBezTo>
                  <a:cubicBezTo>
                    <a:pt x="44890" y="55284"/>
                    <a:pt x="38380" y="34230"/>
                    <a:pt x="37056" y="30721"/>
                  </a:cubicBezTo>
                  <a:cubicBezTo>
                    <a:pt x="38954" y="21055"/>
                    <a:pt x="39505" y="5827"/>
                    <a:pt x="39174" y="4061"/>
                  </a:cubicBezTo>
                  <a:cubicBezTo>
                    <a:pt x="38843" y="2273"/>
                    <a:pt x="35400" y="1391"/>
                    <a:pt x="33789" y="1060"/>
                  </a:cubicBezTo>
                  <a:cubicBezTo>
                    <a:pt x="32995" y="905"/>
                    <a:pt x="31847" y="729"/>
                    <a:pt x="30876" y="596"/>
                  </a:cubicBezTo>
                  <a:cubicBezTo>
                    <a:pt x="29817" y="442"/>
                    <a:pt x="28956" y="331"/>
                    <a:pt x="28956" y="331"/>
                  </a:cubicBezTo>
                  <a:lnTo>
                    <a:pt x="13927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6"/>
            <p:cNvSpPr/>
            <p:nvPr/>
          </p:nvSpPr>
          <p:spPr>
            <a:xfrm>
              <a:off x="4386825" y="2190725"/>
              <a:ext cx="231750" cy="265775"/>
            </a:xfrm>
            <a:custGeom>
              <a:avLst/>
              <a:gdLst/>
              <a:ahLst/>
              <a:cxnLst/>
              <a:rect l="l" t="t" r="r" b="b"/>
              <a:pathLst>
                <a:path w="9270" h="10631" extrusionOk="0">
                  <a:moveTo>
                    <a:pt x="0" y="0"/>
                  </a:moveTo>
                  <a:lnTo>
                    <a:pt x="0" y="7415"/>
                  </a:lnTo>
                  <a:cubicBezTo>
                    <a:pt x="0" y="7415"/>
                    <a:pt x="221" y="9578"/>
                    <a:pt x="3090" y="10395"/>
                  </a:cubicBezTo>
                  <a:cubicBezTo>
                    <a:pt x="3668" y="10558"/>
                    <a:pt x="4238" y="10630"/>
                    <a:pt x="4783" y="10630"/>
                  </a:cubicBezTo>
                  <a:cubicBezTo>
                    <a:pt x="6962" y="10630"/>
                    <a:pt x="8731" y="9472"/>
                    <a:pt x="8960" y="8342"/>
                  </a:cubicBezTo>
                  <a:cubicBezTo>
                    <a:pt x="9269" y="6797"/>
                    <a:pt x="9093" y="353"/>
                    <a:pt x="9071" y="1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6"/>
            <p:cNvSpPr/>
            <p:nvPr/>
          </p:nvSpPr>
          <p:spPr>
            <a:xfrm>
              <a:off x="3851075" y="2190725"/>
              <a:ext cx="231750" cy="265775"/>
            </a:xfrm>
            <a:custGeom>
              <a:avLst/>
              <a:gdLst/>
              <a:ahLst/>
              <a:cxnLst/>
              <a:rect l="l" t="t" r="r" b="b"/>
              <a:pathLst>
                <a:path w="9270" h="10631" extrusionOk="0">
                  <a:moveTo>
                    <a:pt x="1" y="0"/>
                  </a:moveTo>
                  <a:lnTo>
                    <a:pt x="1" y="7415"/>
                  </a:lnTo>
                  <a:cubicBezTo>
                    <a:pt x="1" y="7415"/>
                    <a:pt x="199" y="9578"/>
                    <a:pt x="3090" y="10395"/>
                  </a:cubicBezTo>
                  <a:cubicBezTo>
                    <a:pt x="3664" y="10558"/>
                    <a:pt x="4232" y="10630"/>
                    <a:pt x="4775" y="10630"/>
                  </a:cubicBezTo>
                  <a:cubicBezTo>
                    <a:pt x="6948" y="10630"/>
                    <a:pt x="8731" y="9472"/>
                    <a:pt x="8961" y="8342"/>
                  </a:cubicBezTo>
                  <a:cubicBezTo>
                    <a:pt x="9270" y="6797"/>
                    <a:pt x="9071" y="353"/>
                    <a:pt x="9049" y="1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6"/>
            <p:cNvSpPr/>
            <p:nvPr/>
          </p:nvSpPr>
          <p:spPr>
            <a:xfrm>
              <a:off x="3976325" y="1042000"/>
              <a:ext cx="466250" cy="295200"/>
            </a:xfrm>
            <a:custGeom>
              <a:avLst/>
              <a:gdLst/>
              <a:ahLst/>
              <a:cxnLst/>
              <a:rect l="l" t="t" r="r" b="b"/>
              <a:pathLst>
                <a:path w="18650" h="11808" extrusionOk="0">
                  <a:moveTo>
                    <a:pt x="1700" y="0"/>
                  </a:moveTo>
                  <a:cubicBezTo>
                    <a:pt x="1700" y="0"/>
                    <a:pt x="1016" y="111"/>
                    <a:pt x="0" y="287"/>
                  </a:cubicBezTo>
                  <a:cubicBezTo>
                    <a:pt x="376" y="2891"/>
                    <a:pt x="4260" y="10638"/>
                    <a:pt x="9358" y="11807"/>
                  </a:cubicBezTo>
                  <a:cubicBezTo>
                    <a:pt x="15008" y="9556"/>
                    <a:pt x="18208" y="4414"/>
                    <a:pt x="18649" y="596"/>
                  </a:cubicBezTo>
                  <a:cubicBezTo>
                    <a:pt x="17590" y="442"/>
                    <a:pt x="16707" y="331"/>
                    <a:pt x="16707" y="331"/>
                  </a:cubicBezTo>
                  <a:lnTo>
                    <a:pt x="170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6"/>
            <p:cNvSpPr/>
            <p:nvPr/>
          </p:nvSpPr>
          <p:spPr>
            <a:xfrm>
              <a:off x="3718675" y="2228775"/>
              <a:ext cx="232300" cy="231725"/>
            </a:xfrm>
            <a:custGeom>
              <a:avLst/>
              <a:gdLst/>
              <a:ahLst/>
              <a:cxnLst/>
              <a:rect l="l" t="t" r="r" b="b"/>
              <a:pathLst>
                <a:path w="9292" h="9269" extrusionOk="0">
                  <a:moveTo>
                    <a:pt x="5915" y="1"/>
                  </a:moveTo>
                  <a:lnTo>
                    <a:pt x="0" y="3995"/>
                  </a:lnTo>
                  <a:cubicBezTo>
                    <a:pt x="0" y="3995"/>
                    <a:pt x="2626" y="8122"/>
                    <a:pt x="4105" y="8917"/>
                  </a:cubicBezTo>
                  <a:cubicBezTo>
                    <a:pt x="4574" y="9180"/>
                    <a:pt x="5106" y="9269"/>
                    <a:pt x="5613" y="9269"/>
                  </a:cubicBezTo>
                  <a:cubicBezTo>
                    <a:pt x="6682" y="9269"/>
                    <a:pt x="7636" y="8873"/>
                    <a:pt x="7636" y="8873"/>
                  </a:cubicBezTo>
                  <a:lnTo>
                    <a:pt x="9291" y="7372"/>
                  </a:lnTo>
                  <a:cubicBezTo>
                    <a:pt x="9291" y="7372"/>
                    <a:pt x="7393" y="1722"/>
                    <a:pt x="591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6"/>
            <p:cNvSpPr/>
            <p:nvPr/>
          </p:nvSpPr>
          <p:spPr>
            <a:xfrm>
              <a:off x="3397550" y="1657575"/>
              <a:ext cx="523625" cy="762700"/>
            </a:xfrm>
            <a:custGeom>
              <a:avLst/>
              <a:gdLst/>
              <a:ahLst/>
              <a:cxnLst/>
              <a:rect l="l" t="t" r="r" b="b"/>
              <a:pathLst>
                <a:path w="20945" h="30508" extrusionOk="0">
                  <a:moveTo>
                    <a:pt x="4870" y="0"/>
                  </a:moveTo>
                  <a:cubicBezTo>
                    <a:pt x="3945" y="0"/>
                    <a:pt x="3028" y="213"/>
                    <a:pt x="2208" y="691"/>
                  </a:cubicBezTo>
                  <a:cubicBezTo>
                    <a:pt x="1" y="1971"/>
                    <a:pt x="45" y="5590"/>
                    <a:pt x="707" y="7819"/>
                  </a:cubicBezTo>
                  <a:cubicBezTo>
                    <a:pt x="2053" y="13712"/>
                    <a:pt x="3510" y="17707"/>
                    <a:pt x="6489" y="22452"/>
                  </a:cubicBezTo>
                  <a:cubicBezTo>
                    <a:pt x="6884" y="23088"/>
                    <a:pt x="11554" y="30508"/>
                    <a:pt x="11739" y="30508"/>
                  </a:cubicBezTo>
                  <a:cubicBezTo>
                    <a:pt x="11740" y="30508"/>
                    <a:pt x="11741" y="30507"/>
                    <a:pt x="11742" y="30507"/>
                  </a:cubicBezTo>
                  <a:lnTo>
                    <a:pt x="20944" y="24173"/>
                  </a:lnTo>
                  <a:cubicBezTo>
                    <a:pt x="19841" y="21370"/>
                    <a:pt x="14589" y="10313"/>
                    <a:pt x="13331" y="7665"/>
                  </a:cubicBezTo>
                  <a:cubicBezTo>
                    <a:pt x="12271" y="5480"/>
                    <a:pt x="11168" y="3229"/>
                    <a:pt x="9314" y="1662"/>
                  </a:cubicBezTo>
                  <a:cubicBezTo>
                    <a:pt x="9115" y="1486"/>
                    <a:pt x="8895" y="1331"/>
                    <a:pt x="8674" y="1177"/>
                  </a:cubicBezTo>
                  <a:cubicBezTo>
                    <a:pt x="7565" y="446"/>
                    <a:pt x="6208" y="0"/>
                    <a:pt x="487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6"/>
            <p:cNvSpPr/>
            <p:nvPr/>
          </p:nvSpPr>
          <p:spPr>
            <a:xfrm>
              <a:off x="3982400" y="2327050"/>
              <a:ext cx="158375" cy="142450"/>
            </a:xfrm>
            <a:custGeom>
              <a:avLst/>
              <a:gdLst/>
              <a:ahLst/>
              <a:cxnLst/>
              <a:rect l="l" t="t" r="r" b="b"/>
              <a:pathLst>
                <a:path w="6335" h="5698" extrusionOk="0">
                  <a:moveTo>
                    <a:pt x="2731" y="0"/>
                  </a:moveTo>
                  <a:cubicBezTo>
                    <a:pt x="1626" y="0"/>
                    <a:pt x="186" y="448"/>
                    <a:pt x="0" y="572"/>
                  </a:cubicBezTo>
                  <a:cubicBezTo>
                    <a:pt x="0" y="572"/>
                    <a:pt x="2671" y="4059"/>
                    <a:pt x="3421" y="4898"/>
                  </a:cubicBezTo>
                  <a:cubicBezTo>
                    <a:pt x="3877" y="5407"/>
                    <a:pt x="4676" y="5697"/>
                    <a:pt x="5287" y="5697"/>
                  </a:cubicBezTo>
                  <a:cubicBezTo>
                    <a:pt x="5680" y="5697"/>
                    <a:pt x="5996" y="5577"/>
                    <a:pt x="6091" y="5317"/>
                  </a:cubicBezTo>
                  <a:cubicBezTo>
                    <a:pt x="6334" y="4655"/>
                    <a:pt x="4767" y="3728"/>
                    <a:pt x="4767" y="3728"/>
                  </a:cubicBezTo>
                  <a:cubicBezTo>
                    <a:pt x="4767" y="3728"/>
                    <a:pt x="4591" y="1058"/>
                    <a:pt x="3840" y="307"/>
                  </a:cubicBezTo>
                  <a:cubicBezTo>
                    <a:pt x="3615" y="82"/>
                    <a:pt x="3204" y="0"/>
                    <a:pt x="273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66"/>
            <p:cNvSpPr/>
            <p:nvPr/>
          </p:nvSpPr>
          <p:spPr>
            <a:xfrm>
              <a:off x="3810550" y="2318975"/>
              <a:ext cx="287175" cy="217825"/>
            </a:xfrm>
            <a:custGeom>
              <a:avLst/>
              <a:gdLst/>
              <a:ahLst/>
              <a:cxnLst/>
              <a:rect l="l" t="t" r="r" b="b"/>
              <a:pathLst>
                <a:path w="11487" h="8713" extrusionOk="0">
                  <a:moveTo>
                    <a:pt x="7529" y="1"/>
                  </a:moveTo>
                  <a:cubicBezTo>
                    <a:pt x="5651" y="1"/>
                    <a:pt x="0" y="3575"/>
                    <a:pt x="165" y="4338"/>
                  </a:cubicBezTo>
                  <a:cubicBezTo>
                    <a:pt x="320" y="5132"/>
                    <a:pt x="3144" y="8421"/>
                    <a:pt x="3696" y="8597"/>
                  </a:cubicBezTo>
                  <a:cubicBezTo>
                    <a:pt x="3909" y="8672"/>
                    <a:pt x="4122" y="8712"/>
                    <a:pt x="4335" y="8712"/>
                  </a:cubicBezTo>
                  <a:cubicBezTo>
                    <a:pt x="4497" y="8712"/>
                    <a:pt x="4660" y="8689"/>
                    <a:pt x="4822" y="8641"/>
                  </a:cubicBezTo>
                  <a:cubicBezTo>
                    <a:pt x="5109" y="8553"/>
                    <a:pt x="5396" y="8399"/>
                    <a:pt x="5638" y="8222"/>
                  </a:cubicBezTo>
                  <a:cubicBezTo>
                    <a:pt x="5938" y="8402"/>
                    <a:pt x="6215" y="8518"/>
                    <a:pt x="6504" y="8518"/>
                  </a:cubicBezTo>
                  <a:cubicBezTo>
                    <a:pt x="6854" y="8518"/>
                    <a:pt x="7222" y="8348"/>
                    <a:pt x="7669" y="7913"/>
                  </a:cubicBezTo>
                  <a:cubicBezTo>
                    <a:pt x="7867" y="8068"/>
                    <a:pt x="8088" y="8200"/>
                    <a:pt x="8331" y="8288"/>
                  </a:cubicBezTo>
                  <a:cubicBezTo>
                    <a:pt x="8472" y="8335"/>
                    <a:pt x="8601" y="8356"/>
                    <a:pt x="8718" y="8356"/>
                  </a:cubicBezTo>
                  <a:cubicBezTo>
                    <a:pt x="9478" y="8356"/>
                    <a:pt x="9743" y="7494"/>
                    <a:pt x="9743" y="7494"/>
                  </a:cubicBezTo>
                  <a:cubicBezTo>
                    <a:pt x="9826" y="7503"/>
                    <a:pt x="9908" y="7508"/>
                    <a:pt x="9988" y="7508"/>
                  </a:cubicBezTo>
                  <a:cubicBezTo>
                    <a:pt x="10103" y="7508"/>
                    <a:pt x="10214" y="7498"/>
                    <a:pt x="10317" y="7472"/>
                  </a:cubicBezTo>
                  <a:cubicBezTo>
                    <a:pt x="10825" y="7383"/>
                    <a:pt x="11487" y="7097"/>
                    <a:pt x="11376" y="6148"/>
                  </a:cubicBezTo>
                  <a:cubicBezTo>
                    <a:pt x="11222" y="4625"/>
                    <a:pt x="8949" y="476"/>
                    <a:pt x="7867" y="56"/>
                  </a:cubicBezTo>
                  <a:cubicBezTo>
                    <a:pt x="7776" y="19"/>
                    <a:pt x="7662" y="1"/>
                    <a:pt x="7529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66"/>
            <p:cNvSpPr/>
            <p:nvPr/>
          </p:nvSpPr>
          <p:spPr>
            <a:xfrm>
              <a:off x="3968050" y="2363950"/>
              <a:ext cx="100450" cy="142750"/>
            </a:xfrm>
            <a:custGeom>
              <a:avLst/>
              <a:gdLst/>
              <a:ahLst/>
              <a:cxnLst/>
              <a:rect l="l" t="t" r="r" b="b"/>
              <a:pathLst>
                <a:path w="4018" h="5710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89"/>
                    <a:pt x="2340" y="3024"/>
                    <a:pt x="2715" y="3731"/>
                  </a:cubicBezTo>
                  <a:cubicBezTo>
                    <a:pt x="3090" y="4437"/>
                    <a:pt x="3487" y="5298"/>
                    <a:pt x="3443" y="5695"/>
                  </a:cubicBezTo>
                  <a:cubicBezTo>
                    <a:pt x="3526" y="5704"/>
                    <a:pt x="3608" y="5709"/>
                    <a:pt x="3688" y="5709"/>
                  </a:cubicBezTo>
                  <a:cubicBezTo>
                    <a:pt x="3803" y="5709"/>
                    <a:pt x="3914" y="5699"/>
                    <a:pt x="4017" y="5673"/>
                  </a:cubicBezTo>
                  <a:cubicBezTo>
                    <a:pt x="3951" y="4393"/>
                    <a:pt x="3443" y="3157"/>
                    <a:pt x="2583" y="2186"/>
                  </a:cubicBezTo>
                  <a:cubicBezTo>
                    <a:pt x="1920" y="1502"/>
                    <a:pt x="67" y="45"/>
                    <a:pt x="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66"/>
            <p:cNvSpPr/>
            <p:nvPr/>
          </p:nvSpPr>
          <p:spPr>
            <a:xfrm>
              <a:off x="3927225" y="2409200"/>
              <a:ext cx="91600" cy="117000"/>
            </a:xfrm>
            <a:custGeom>
              <a:avLst/>
              <a:gdLst/>
              <a:ahLst/>
              <a:cxnLst/>
              <a:rect l="l" t="t" r="r" b="b"/>
              <a:pathLst>
                <a:path w="3664" h="4680" extrusionOk="0">
                  <a:moveTo>
                    <a:pt x="0" y="1"/>
                  </a:moveTo>
                  <a:lnTo>
                    <a:pt x="3002" y="4304"/>
                  </a:lnTo>
                  <a:cubicBezTo>
                    <a:pt x="3200" y="4459"/>
                    <a:pt x="3421" y="4591"/>
                    <a:pt x="3664" y="4679"/>
                  </a:cubicBezTo>
                  <a:cubicBezTo>
                    <a:pt x="3509" y="4061"/>
                    <a:pt x="3289" y="3465"/>
                    <a:pt x="3002" y="2892"/>
                  </a:cubicBezTo>
                  <a:cubicBezTo>
                    <a:pt x="2362" y="1656"/>
                    <a:pt x="66" y="67"/>
                    <a:pt x="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66"/>
            <p:cNvSpPr/>
            <p:nvPr/>
          </p:nvSpPr>
          <p:spPr>
            <a:xfrm>
              <a:off x="3886400" y="2457200"/>
              <a:ext cx="65125" cy="77825"/>
            </a:xfrm>
            <a:custGeom>
              <a:avLst/>
              <a:gdLst/>
              <a:ahLst/>
              <a:cxnLst/>
              <a:rect l="l" t="t" r="r" b="b"/>
              <a:pathLst>
                <a:path w="2605" h="311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905" y="2075"/>
                    <a:pt x="1788" y="3112"/>
                  </a:cubicBezTo>
                  <a:cubicBezTo>
                    <a:pt x="2075" y="3024"/>
                    <a:pt x="2362" y="2870"/>
                    <a:pt x="2604" y="269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66"/>
            <p:cNvSpPr/>
            <p:nvPr/>
          </p:nvSpPr>
          <p:spPr>
            <a:xfrm>
              <a:off x="3796450" y="238100"/>
              <a:ext cx="850250" cy="748000"/>
            </a:xfrm>
            <a:custGeom>
              <a:avLst/>
              <a:gdLst/>
              <a:ahLst/>
              <a:cxnLst/>
              <a:rect l="l" t="t" r="r" b="b"/>
              <a:pathLst>
                <a:path w="34010" h="29920" extrusionOk="0">
                  <a:moveTo>
                    <a:pt x="23773" y="0"/>
                  </a:moveTo>
                  <a:cubicBezTo>
                    <a:pt x="23131" y="0"/>
                    <a:pt x="22484" y="130"/>
                    <a:pt x="21872" y="398"/>
                  </a:cubicBezTo>
                  <a:cubicBezTo>
                    <a:pt x="21077" y="773"/>
                    <a:pt x="20746" y="1480"/>
                    <a:pt x="20062" y="2053"/>
                  </a:cubicBezTo>
                  <a:cubicBezTo>
                    <a:pt x="19007" y="1106"/>
                    <a:pt x="17667" y="603"/>
                    <a:pt x="16298" y="603"/>
                  </a:cubicBezTo>
                  <a:cubicBezTo>
                    <a:pt x="15690" y="603"/>
                    <a:pt x="15076" y="702"/>
                    <a:pt x="14478" y="906"/>
                  </a:cubicBezTo>
                  <a:cubicBezTo>
                    <a:pt x="12558" y="1568"/>
                    <a:pt x="11168" y="3223"/>
                    <a:pt x="10815" y="5231"/>
                  </a:cubicBezTo>
                  <a:cubicBezTo>
                    <a:pt x="10127" y="4518"/>
                    <a:pt x="9134" y="4160"/>
                    <a:pt x="8138" y="4160"/>
                  </a:cubicBezTo>
                  <a:cubicBezTo>
                    <a:pt x="7376" y="4160"/>
                    <a:pt x="6613" y="4369"/>
                    <a:pt x="5982" y="4790"/>
                  </a:cubicBezTo>
                  <a:cubicBezTo>
                    <a:pt x="4481" y="5827"/>
                    <a:pt x="3686" y="7615"/>
                    <a:pt x="3929" y="9425"/>
                  </a:cubicBezTo>
                  <a:cubicBezTo>
                    <a:pt x="2362" y="9623"/>
                    <a:pt x="1082" y="10749"/>
                    <a:pt x="685" y="12294"/>
                  </a:cubicBezTo>
                  <a:cubicBezTo>
                    <a:pt x="332" y="13772"/>
                    <a:pt x="1126" y="15538"/>
                    <a:pt x="2428" y="16355"/>
                  </a:cubicBezTo>
                  <a:cubicBezTo>
                    <a:pt x="994" y="17392"/>
                    <a:pt x="1" y="20018"/>
                    <a:pt x="1082" y="21629"/>
                  </a:cubicBezTo>
                  <a:cubicBezTo>
                    <a:pt x="2029" y="23069"/>
                    <a:pt x="4332" y="23662"/>
                    <a:pt x="6055" y="23662"/>
                  </a:cubicBezTo>
                  <a:cubicBezTo>
                    <a:pt x="6261" y="23662"/>
                    <a:pt x="6458" y="23654"/>
                    <a:pt x="6644" y="23637"/>
                  </a:cubicBezTo>
                  <a:lnTo>
                    <a:pt x="6644" y="23637"/>
                  </a:lnTo>
                  <a:cubicBezTo>
                    <a:pt x="6224" y="25447"/>
                    <a:pt x="7637" y="26970"/>
                    <a:pt x="9380" y="27301"/>
                  </a:cubicBezTo>
                  <a:cubicBezTo>
                    <a:pt x="9586" y="27335"/>
                    <a:pt x="9793" y="27352"/>
                    <a:pt x="10000" y="27352"/>
                  </a:cubicBezTo>
                  <a:cubicBezTo>
                    <a:pt x="10858" y="27352"/>
                    <a:pt x="11706" y="27062"/>
                    <a:pt x="12382" y="26529"/>
                  </a:cubicBezTo>
                  <a:cubicBezTo>
                    <a:pt x="12470" y="26705"/>
                    <a:pt x="12580" y="26860"/>
                    <a:pt x="12691" y="27036"/>
                  </a:cubicBezTo>
                  <a:cubicBezTo>
                    <a:pt x="13562" y="28271"/>
                    <a:pt x="14670" y="28947"/>
                    <a:pt x="15889" y="28947"/>
                  </a:cubicBezTo>
                  <a:cubicBezTo>
                    <a:pt x="16740" y="28947"/>
                    <a:pt x="17645" y="28618"/>
                    <a:pt x="18561" y="27919"/>
                  </a:cubicBezTo>
                  <a:cubicBezTo>
                    <a:pt x="19152" y="29158"/>
                    <a:pt x="20385" y="29919"/>
                    <a:pt x="21705" y="29919"/>
                  </a:cubicBezTo>
                  <a:cubicBezTo>
                    <a:pt x="21913" y="29919"/>
                    <a:pt x="22124" y="29900"/>
                    <a:pt x="22335" y="29861"/>
                  </a:cubicBezTo>
                  <a:cubicBezTo>
                    <a:pt x="23836" y="29574"/>
                    <a:pt x="25337" y="28603"/>
                    <a:pt x="25381" y="27080"/>
                  </a:cubicBezTo>
                  <a:cubicBezTo>
                    <a:pt x="25875" y="27282"/>
                    <a:pt x="26392" y="27379"/>
                    <a:pt x="26902" y="27379"/>
                  </a:cubicBezTo>
                  <a:cubicBezTo>
                    <a:pt x="28237" y="27379"/>
                    <a:pt x="29530" y="26717"/>
                    <a:pt x="30280" y="25535"/>
                  </a:cubicBezTo>
                  <a:cubicBezTo>
                    <a:pt x="31273" y="23946"/>
                    <a:pt x="31052" y="21673"/>
                    <a:pt x="29596" y="20482"/>
                  </a:cubicBezTo>
                  <a:lnTo>
                    <a:pt x="29596" y="20482"/>
                  </a:lnTo>
                  <a:cubicBezTo>
                    <a:pt x="29691" y="20489"/>
                    <a:pt x="29786" y="20492"/>
                    <a:pt x="29881" y="20492"/>
                  </a:cubicBezTo>
                  <a:cubicBezTo>
                    <a:pt x="31553" y="20492"/>
                    <a:pt x="33023" y="19398"/>
                    <a:pt x="33524" y="17789"/>
                  </a:cubicBezTo>
                  <a:cubicBezTo>
                    <a:pt x="34010" y="16134"/>
                    <a:pt x="33237" y="13794"/>
                    <a:pt x="31693" y="13044"/>
                  </a:cubicBezTo>
                  <a:cubicBezTo>
                    <a:pt x="32973" y="11764"/>
                    <a:pt x="33259" y="9778"/>
                    <a:pt x="32377" y="8189"/>
                  </a:cubicBezTo>
                  <a:cubicBezTo>
                    <a:pt x="31679" y="7014"/>
                    <a:pt x="30534" y="6325"/>
                    <a:pt x="29277" y="6325"/>
                  </a:cubicBezTo>
                  <a:cubicBezTo>
                    <a:pt x="28905" y="6325"/>
                    <a:pt x="28523" y="6385"/>
                    <a:pt x="28139" y="6512"/>
                  </a:cubicBezTo>
                  <a:cubicBezTo>
                    <a:pt x="28846" y="4724"/>
                    <a:pt x="28448" y="2693"/>
                    <a:pt x="27080" y="1325"/>
                  </a:cubicBezTo>
                  <a:cubicBezTo>
                    <a:pt x="26172" y="460"/>
                    <a:pt x="24982" y="0"/>
                    <a:pt x="2377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66"/>
            <p:cNvSpPr/>
            <p:nvPr/>
          </p:nvSpPr>
          <p:spPr>
            <a:xfrm>
              <a:off x="3928875" y="563025"/>
              <a:ext cx="162225" cy="162000"/>
            </a:xfrm>
            <a:custGeom>
              <a:avLst/>
              <a:gdLst/>
              <a:ahLst/>
              <a:cxnLst/>
              <a:rect l="l" t="t" r="r" b="b"/>
              <a:pathLst>
                <a:path w="6489" h="6480" extrusionOk="0">
                  <a:moveTo>
                    <a:pt x="2399" y="0"/>
                  </a:moveTo>
                  <a:cubicBezTo>
                    <a:pt x="2164" y="0"/>
                    <a:pt x="1915" y="73"/>
                    <a:pt x="1656" y="246"/>
                  </a:cubicBezTo>
                  <a:cubicBezTo>
                    <a:pt x="0" y="1327"/>
                    <a:pt x="1258" y="3358"/>
                    <a:pt x="2185" y="4020"/>
                  </a:cubicBezTo>
                  <a:cubicBezTo>
                    <a:pt x="3265" y="4816"/>
                    <a:pt x="3919" y="6479"/>
                    <a:pt x="4728" y="6479"/>
                  </a:cubicBezTo>
                  <a:cubicBezTo>
                    <a:pt x="4928" y="6479"/>
                    <a:pt x="5136" y="6378"/>
                    <a:pt x="5363" y="6138"/>
                  </a:cubicBezTo>
                  <a:cubicBezTo>
                    <a:pt x="6489" y="4924"/>
                    <a:pt x="4436" y="1901"/>
                    <a:pt x="4436" y="1901"/>
                  </a:cubicBezTo>
                  <a:cubicBezTo>
                    <a:pt x="4436" y="1901"/>
                    <a:pt x="3602" y="0"/>
                    <a:pt x="2399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66"/>
            <p:cNvSpPr/>
            <p:nvPr/>
          </p:nvSpPr>
          <p:spPr>
            <a:xfrm>
              <a:off x="4341575" y="574650"/>
              <a:ext cx="162225" cy="162450"/>
            </a:xfrm>
            <a:custGeom>
              <a:avLst/>
              <a:gdLst/>
              <a:ahLst/>
              <a:cxnLst/>
              <a:rect l="l" t="t" r="r" b="b"/>
              <a:pathLst>
                <a:path w="6489" h="6498" extrusionOk="0">
                  <a:moveTo>
                    <a:pt x="4116" y="0"/>
                  </a:moveTo>
                  <a:cubicBezTo>
                    <a:pt x="2905" y="0"/>
                    <a:pt x="2053" y="1921"/>
                    <a:pt x="2053" y="1921"/>
                  </a:cubicBezTo>
                  <a:cubicBezTo>
                    <a:pt x="2053" y="1921"/>
                    <a:pt x="0" y="4945"/>
                    <a:pt x="1148" y="6159"/>
                  </a:cubicBezTo>
                  <a:cubicBezTo>
                    <a:pt x="1369" y="6397"/>
                    <a:pt x="1574" y="6498"/>
                    <a:pt x="1769" y="6498"/>
                  </a:cubicBezTo>
                  <a:cubicBezTo>
                    <a:pt x="2569" y="6498"/>
                    <a:pt x="3227" y="4820"/>
                    <a:pt x="4326" y="4040"/>
                  </a:cubicBezTo>
                  <a:cubicBezTo>
                    <a:pt x="5231" y="3378"/>
                    <a:pt x="6489" y="1348"/>
                    <a:pt x="4856" y="244"/>
                  </a:cubicBezTo>
                  <a:cubicBezTo>
                    <a:pt x="4598" y="72"/>
                    <a:pt x="4350" y="0"/>
                    <a:pt x="411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66"/>
            <p:cNvSpPr/>
            <p:nvPr/>
          </p:nvSpPr>
          <p:spPr>
            <a:xfrm>
              <a:off x="4018800" y="816875"/>
              <a:ext cx="385150" cy="466800"/>
            </a:xfrm>
            <a:custGeom>
              <a:avLst/>
              <a:gdLst/>
              <a:ahLst/>
              <a:cxnLst/>
              <a:rect l="l" t="t" r="r" b="b"/>
              <a:pathLst>
                <a:path w="15406" h="18672" extrusionOk="0">
                  <a:moveTo>
                    <a:pt x="4657" y="1"/>
                  </a:moveTo>
                  <a:lnTo>
                    <a:pt x="4657" y="1"/>
                  </a:lnTo>
                  <a:cubicBezTo>
                    <a:pt x="4702" y="111"/>
                    <a:pt x="4591" y="5231"/>
                    <a:pt x="3951" y="6644"/>
                  </a:cubicBezTo>
                  <a:cubicBezTo>
                    <a:pt x="3113" y="8564"/>
                    <a:pt x="1" y="9005"/>
                    <a:pt x="1" y="9005"/>
                  </a:cubicBezTo>
                  <a:cubicBezTo>
                    <a:pt x="1" y="9005"/>
                    <a:pt x="3223" y="17811"/>
                    <a:pt x="7924" y="18672"/>
                  </a:cubicBezTo>
                  <a:cubicBezTo>
                    <a:pt x="11786" y="17127"/>
                    <a:pt x="14302" y="12536"/>
                    <a:pt x="15405" y="9380"/>
                  </a:cubicBezTo>
                  <a:cubicBezTo>
                    <a:pt x="12470" y="8983"/>
                    <a:pt x="11698" y="7571"/>
                    <a:pt x="11565" y="6225"/>
                  </a:cubicBezTo>
                  <a:cubicBezTo>
                    <a:pt x="11433" y="5121"/>
                    <a:pt x="11102" y="155"/>
                    <a:pt x="11102" y="155"/>
                  </a:cubicBezTo>
                  <a:lnTo>
                    <a:pt x="4657" y="1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66"/>
            <p:cNvSpPr/>
            <p:nvPr/>
          </p:nvSpPr>
          <p:spPr>
            <a:xfrm>
              <a:off x="4027075" y="488050"/>
              <a:ext cx="387350" cy="401150"/>
            </a:xfrm>
            <a:custGeom>
              <a:avLst/>
              <a:gdLst/>
              <a:ahLst/>
              <a:cxnLst/>
              <a:rect l="l" t="t" r="r" b="b"/>
              <a:pathLst>
                <a:path w="15494" h="16046" extrusionOk="0">
                  <a:moveTo>
                    <a:pt x="8564" y="0"/>
                  </a:moveTo>
                  <a:cubicBezTo>
                    <a:pt x="8445" y="1610"/>
                    <a:pt x="7107" y="2646"/>
                    <a:pt x="5708" y="2646"/>
                  </a:cubicBezTo>
                  <a:cubicBezTo>
                    <a:pt x="5035" y="2646"/>
                    <a:pt x="4348" y="2407"/>
                    <a:pt x="3775" y="1876"/>
                  </a:cubicBezTo>
                  <a:cubicBezTo>
                    <a:pt x="3245" y="2494"/>
                    <a:pt x="2627" y="3686"/>
                    <a:pt x="1788" y="3730"/>
                  </a:cubicBezTo>
                  <a:cubicBezTo>
                    <a:pt x="1780" y="3731"/>
                    <a:pt x="1771" y="3731"/>
                    <a:pt x="1761" y="3731"/>
                  </a:cubicBezTo>
                  <a:cubicBezTo>
                    <a:pt x="1140" y="3731"/>
                    <a:pt x="111" y="2992"/>
                    <a:pt x="133" y="2318"/>
                  </a:cubicBezTo>
                  <a:lnTo>
                    <a:pt x="133" y="2318"/>
                  </a:lnTo>
                  <a:cubicBezTo>
                    <a:pt x="1" y="5694"/>
                    <a:pt x="244" y="9402"/>
                    <a:pt x="2119" y="12359"/>
                  </a:cubicBezTo>
                  <a:cubicBezTo>
                    <a:pt x="3995" y="15317"/>
                    <a:pt x="6555" y="16045"/>
                    <a:pt x="8012" y="16045"/>
                  </a:cubicBezTo>
                  <a:cubicBezTo>
                    <a:pt x="9756" y="16045"/>
                    <a:pt x="13596" y="14125"/>
                    <a:pt x="14589" y="9888"/>
                  </a:cubicBezTo>
                  <a:cubicBezTo>
                    <a:pt x="15074" y="7857"/>
                    <a:pt x="15185" y="5783"/>
                    <a:pt x="15494" y="3708"/>
                  </a:cubicBezTo>
                  <a:lnTo>
                    <a:pt x="15494" y="3708"/>
                  </a:lnTo>
                  <a:cubicBezTo>
                    <a:pt x="15385" y="3722"/>
                    <a:pt x="15277" y="3729"/>
                    <a:pt x="15172" y="3729"/>
                  </a:cubicBezTo>
                  <a:cubicBezTo>
                    <a:pt x="13441" y="3729"/>
                    <a:pt x="12230" y="1910"/>
                    <a:pt x="13000" y="287"/>
                  </a:cubicBezTo>
                  <a:lnTo>
                    <a:pt x="13000" y="287"/>
                  </a:lnTo>
                  <a:lnTo>
                    <a:pt x="13000" y="309"/>
                  </a:lnTo>
                  <a:cubicBezTo>
                    <a:pt x="13044" y="221"/>
                    <a:pt x="13066" y="155"/>
                    <a:pt x="13110" y="89"/>
                  </a:cubicBezTo>
                  <a:lnTo>
                    <a:pt x="13110" y="89"/>
                  </a:lnTo>
                  <a:cubicBezTo>
                    <a:pt x="12467" y="646"/>
                    <a:pt x="11678" y="923"/>
                    <a:pt x="10889" y="923"/>
                  </a:cubicBezTo>
                  <a:cubicBezTo>
                    <a:pt x="10055" y="923"/>
                    <a:pt x="9222" y="613"/>
                    <a:pt x="8564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66"/>
            <p:cNvSpPr/>
            <p:nvPr/>
          </p:nvSpPr>
          <p:spPr>
            <a:xfrm>
              <a:off x="4133575" y="607775"/>
              <a:ext cx="38650" cy="38650"/>
            </a:xfrm>
            <a:custGeom>
              <a:avLst/>
              <a:gdLst/>
              <a:ahLst/>
              <a:cxnLst/>
              <a:rect l="l" t="t" r="r" b="b"/>
              <a:pathLst>
                <a:path w="1546" h="1546" extrusionOk="0">
                  <a:moveTo>
                    <a:pt x="751" y="1"/>
                  </a:moveTo>
                  <a:cubicBezTo>
                    <a:pt x="552" y="23"/>
                    <a:pt x="375" y="111"/>
                    <a:pt x="221" y="243"/>
                  </a:cubicBezTo>
                  <a:cubicBezTo>
                    <a:pt x="155" y="310"/>
                    <a:pt x="89" y="398"/>
                    <a:pt x="66" y="508"/>
                  </a:cubicBezTo>
                  <a:cubicBezTo>
                    <a:pt x="22" y="596"/>
                    <a:pt x="0" y="685"/>
                    <a:pt x="0" y="795"/>
                  </a:cubicBezTo>
                  <a:cubicBezTo>
                    <a:pt x="22" y="861"/>
                    <a:pt x="22" y="905"/>
                    <a:pt x="44" y="972"/>
                  </a:cubicBezTo>
                  <a:cubicBezTo>
                    <a:pt x="66" y="1104"/>
                    <a:pt x="155" y="1236"/>
                    <a:pt x="243" y="1325"/>
                  </a:cubicBezTo>
                  <a:cubicBezTo>
                    <a:pt x="309" y="1369"/>
                    <a:pt x="353" y="1413"/>
                    <a:pt x="420" y="1435"/>
                  </a:cubicBezTo>
                  <a:cubicBezTo>
                    <a:pt x="530" y="1501"/>
                    <a:pt x="662" y="1545"/>
                    <a:pt x="795" y="1545"/>
                  </a:cubicBezTo>
                  <a:cubicBezTo>
                    <a:pt x="1104" y="1523"/>
                    <a:pt x="1369" y="1325"/>
                    <a:pt x="1479" y="1038"/>
                  </a:cubicBezTo>
                  <a:cubicBezTo>
                    <a:pt x="1523" y="950"/>
                    <a:pt x="1545" y="861"/>
                    <a:pt x="1545" y="751"/>
                  </a:cubicBezTo>
                  <a:lnTo>
                    <a:pt x="1501" y="552"/>
                  </a:lnTo>
                  <a:cubicBezTo>
                    <a:pt x="1479" y="420"/>
                    <a:pt x="1391" y="310"/>
                    <a:pt x="1302" y="221"/>
                  </a:cubicBezTo>
                  <a:lnTo>
                    <a:pt x="1126" y="89"/>
                  </a:lnTo>
                  <a:cubicBezTo>
                    <a:pt x="1015" y="45"/>
                    <a:pt x="883" y="1"/>
                    <a:pt x="75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6"/>
            <p:cNvSpPr/>
            <p:nvPr/>
          </p:nvSpPr>
          <p:spPr>
            <a:xfrm>
              <a:off x="4266525" y="6094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1524" h="1524" extrusionOk="0">
                  <a:moveTo>
                    <a:pt x="751" y="1"/>
                  </a:moveTo>
                  <a:cubicBezTo>
                    <a:pt x="641" y="1"/>
                    <a:pt x="553" y="23"/>
                    <a:pt x="464" y="67"/>
                  </a:cubicBezTo>
                  <a:cubicBezTo>
                    <a:pt x="354" y="89"/>
                    <a:pt x="266" y="155"/>
                    <a:pt x="200" y="221"/>
                  </a:cubicBezTo>
                  <a:cubicBezTo>
                    <a:pt x="133" y="310"/>
                    <a:pt x="89" y="398"/>
                    <a:pt x="45" y="486"/>
                  </a:cubicBezTo>
                  <a:cubicBezTo>
                    <a:pt x="1" y="575"/>
                    <a:pt x="1" y="685"/>
                    <a:pt x="1" y="773"/>
                  </a:cubicBezTo>
                  <a:cubicBezTo>
                    <a:pt x="1" y="839"/>
                    <a:pt x="23" y="906"/>
                    <a:pt x="23" y="972"/>
                  </a:cubicBezTo>
                  <a:cubicBezTo>
                    <a:pt x="67" y="1104"/>
                    <a:pt x="133" y="1215"/>
                    <a:pt x="222" y="1303"/>
                  </a:cubicBezTo>
                  <a:lnTo>
                    <a:pt x="398" y="1435"/>
                  </a:lnTo>
                  <a:cubicBezTo>
                    <a:pt x="509" y="1502"/>
                    <a:pt x="641" y="1524"/>
                    <a:pt x="773" y="1524"/>
                  </a:cubicBezTo>
                  <a:cubicBezTo>
                    <a:pt x="884" y="1524"/>
                    <a:pt x="972" y="1502"/>
                    <a:pt x="1060" y="1457"/>
                  </a:cubicBezTo>
                  <a:cubicBezTo>
                    <a:pt x="1259" y="1391"/>
                    <a:pt x="1413" y="1215"/>
                    <a:pt x="1480" y="1038"/>
                  </a:cubicBezTo>
                  <a:cubicBezTo>
                    <a:pt x="1524" y="950"/>
                    <a:pt x="1524" y="839"/>
                    <a:pt x="1524" y="751"/>
                  </a:cubicBezTo>
                  <a:cubicBezTo>
                    <a:pt x="1524" y="685"/>
                    <a:pt x="1502" y="619"/>
                    <a:pt x="1502" y="553"/>
                  </a:cubicBezTo>
                  <a:cubicBezTo>
                    <a:pt x="1458" y="420"/>
                    <a:pt x="1391" y="310"/>
                    <a:pt x="1281" y="199"/>
                  </a:cubicBezTo>
                  <a:lnTo>
                    <a:pt x="1127" y="89"/>
                  </a:lnTo>
                  <a:cubicBezTo>
                    <a:pt x="1016" y="23"/>
                    <a:pt x="884" y="1"/>
                    <a:pt x="75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6"/>
            <p:cNvSpPr/>
            <p:nvPr/>
          </p:nvSpPr>
          <p:spPr>
            <a:xfrm>
              <a:off x="4177150" y="730275"/>
              <a:ext cx="111475" cy="54725"/>
            </a:xfrm>
            <a:custGeom>
              <a:avLst/>
              <a:gdLst/>
              <a:ahLst/>
              <a:cxnLst/>
              <a:rect l="l" t="t" r="r" b="b"/>
              <a:pathLst>
                <a:path w="4459" h="2189" extrusionOk="0">
                  <a:moveTo>
                    <a:pt x="4459" y="0"/>
                  </a:moveTo>
                  <a:cubicBezTo>
                    <a:pt x="4459" y="0"/>
                    <a:pt x="3179" y="795"/>
                    <a:pt x="1899" y="795"/>
                  </a:cubicBezTo>
                  <a:cubicBezTo>
                    <a:pt x="1857" y="796"/>
                    <a:pt x="1816" y="797"/>
                    <a:pt x="1775" y="797"/>
                  </a:cubicBezTo>
                  <a:cubicBezTo>
                    <a:pt x="1154" y="797"/>
                    <a:pt x="539" y="641"/>
                    <a:pt x="1" y="331"/>
                  </a:cubicBezTo>
                  <a:lnTo>
                    <a:pt x="1" y="331"/>
                  </a:lnTo>
                  <a:cubicBezTo>
                    <a:pt x="107" y="1393"/>
                    <a:pt x="1010" y="2189"/>
                    <a:pt x="2041" y="2189"/>
                  </a:cubicBezTo>
                  <a:cubicBezTo>
                    <a:pt x="2082" y="2189"/>
                    <a:pt x="2122" y="2187"/>
                    <a:pt x="2164" y="2185"/>
                  </a:cubicBezTo>
                  <a:cubicBezTo>
                    <a:pt x="4172" y="2185"/>
                    <a:pt x="4459" y="0"/>
                    <a:pt x="4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6"/>
            <p:cNvSpPr/>
            <p:nvPr/>
          </p:nvSpPr>
          <p:spPr>
            <a:xfrm>
              <a:off x="4188200" y="567700"/>
              <a:ext cx="41950" cy="142850"/>
            </a:xfrm>
            <a:custGeom>
              <a:avLst/>
              <a:gdLst/>
              <a:ahLst/>
              <a:cxnLst/>
              <a:rect l="l" t="t" r="r" b="b"/>
              <a:pathLst>
                <a:path w="1678" h="5714" extrusionOk="0">
                  <a:moveTo>
                    <a:pt x="950" y="1"/>
                  </a:moveTo>
                  <a:cubicBezTo>
                    <a:pt x="899" y="1"/>
                    <a:pt x="839" y="48"/>
                    <a:pt x="839" y="103"/>
                  </a:cubicBezTo>
                  <a:cubicBezTo>
                    <a:pt x="839" y="809"/>
                    <a:pt x="1015" y="1515"/>
                    <a:pt x="993" y="2222"/>
                  </a:cubicBezTo>
                  <a:cubicBezTo>
                    <a:pt x="993" y="2817"/>
                    <a:pt x="861" y="3413"/>
                    <a:pt x="618" y="3965"/>
                  </a:cubicBezTo>
                  <a:cubicBezTo>
                    <a:pt x="419" y="4340"/>
                    <a:pt x="0" y="4737"/>
                    <a:pt x="199" y="5201"/>
                  </a:cubicBezTo>
                  <a:cubicBezTo>
                    <a:pt x="367" y="5604"/>
                    <a:pt x="777" y="5713"/>
                    <a:pt x="1178" y="5713"/>
                  </a:cubicBezTo>
                  <a:cubicBezTo>
                    <a:pt x="1304" y="5713"/>
                    <a:pt x="1429" y="5702"/>
                    <a:pt x="1545" y="5686"/>
                  </a:cubicBezTo>
                  <a:cubicBezTo>
                    <a:pt x="1677" y="5664"/>
                    <a:pt x="1655" y="5444"/>
                    <a:pt x="1523" y="5444"/>
                  </a:cubicBezTo>
                  <a:cubicBezTo>
                    <a:pt x="1214" y="5422"/>
                    <a:pt x="839" y="5466"/>
                    <a:pt x="596" y="5223"/>
                  </a:cubicBezTo>
                  <a:cubicBezTo>
                    <a:pt x="353" y="4980"/>
                    <a:pt x="486" y="4760"/>
                    <a:pt x="640" y="4517"/>
                  </a:cubicBezTo>
                  <a:cubicBezTo>
                    <a:pt x="905" y="4119"/>
                    <a:pt x="1104" y="3678"/>
                    <a:pt x="1192" y="3215"/>
                  </a:cubicBezTo>
                  <a:cubicBezTo>
                    <a:pt x="1302" y="2751"/>
                    <a:pt x="1324" y="2244"/>
                    <a:pt x="1280" y="1758"/>
                  </a:cubicBezTo>
                  <a:cubicBezTo>
                    <a:pt x="1280" y="1184"/>
                    <a:pt x="1192" y="610"/>
                    <a:pt x="1015" y="59"/>
                  </a:cubicBezTo>
                  <a:cubicBezTo>
                    <a:pt x="1007" y="17"/>
                    <a:pt x="980" y="1"/>
                    <a:pt x="95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6"/>
            <p:cNvSpPr/>
            <p:nvPr/>
          </p:nvSpPr>
          <p:spPr>
            <a:xfrm>
              <a:off x="4017750" y="552600"/>
              <a:ext cx="407725" cy="146900"/>
            </a:xfrm>
            <a:custGeom>
              <a:avLst/>
              <a:gdLst/>
              <a:ahLst/>
              <a:cxnLst/>
              <a:rect l="l" t="t" r="r" b="b"/>
              <a:pathLst>
                <a:path w="16309" h="5876" extrusionOk="0">
                  <a:moveTo>
                    <a:pt x="5034" y="795"/>
                  </a:moveTo>
                  <a:cubicBezTo>
                    <a:pt x="5048" y="795"/>
                    <a:pt x="5061" y="795"/>
                    <a:pt x="5075" y="795"/>
                  </a:cubicBezTo>
                  <a:cubicBezTo>
                    <a:pt x="6156" y="817"/>
                    <a:pt x="7237" y="1810"/>
                    <a:pt x="7193" y="2914"/>
                  </a:cubicBezTo>
                  <a:cubicBezTo>
                    <a:pt x="7127" y="4061"/>
                    <a:pt x="6178" y="4966"/>
                    <a:pt x="5008" y="4988"/>
                  </a:cubicBezTo>
                  <a:cubicBezTo>
                    <a:pt x="3861" y="4966"/>
                    <a:pt x="2934" y="3995"/>
                    <a:pt x="2956" y="2848"/>
                  </a:cubicBezTo>
                  <a:cubicBezTo>
                    <a:pt x="2978" y="1713"/>
                    <a:pt x="3905" y="795"/>
                    <a:pt x="5034" y="795"/>
                  </a:cubicBezTo>
                  <a:close/>
                  <a:moveTo>
                    <a:pt x="11169" y="905"/>
                  </a:moveTo>
                  <a:cubicBezTo>
                    <a:pt x="11183" y="905"/>
                    <a:pt x="11196" y="905"/>
                    <a:pt x="11210" y="905"/>
                  </a:cubicBezTo>
                  <a:cubicBezTo>
                    <a:pt x="12358" y="905"/>
                    <a:pt x="13284" y="1877"/>
                    <a:pt x="13262" y="3024"/>
                  </a:cubicBezTo>
                  <a:cubicBezTo>
                    <a:pt x="13241" y="4158"/>
                    <a:pt x="12313" y="5077"/>
                    <a:pt x="11184" y="5077"/>
                  </a:cubicBezTo>
                  <a:cubicBezTo>
                    <a:pt x="11170" y="5077"/>
                    <a:pt x="11157" y="5077"/>
                    <a:pt x="11144" y="5077"/>
                  </a:cubicBezTo>
                  <a:cubicBezTo>
                    <a:pt x="9974" y="5055"/>
                    <a:pt x="9069" y="4106"/>
                    <a:pt x="9091" y="2958"/>
                  </a:cubicBezTo>
                  <a:cubicBezTo>
                    <a:pt x="9091" y="1802"/>
                    <a:pt x="10039" y="905"/>
                    <a:pt x="11169" y="905"/>
                  </a:cubicBezTo>
                  <a:close/>
                  <a:moveTo>
                    <a:pt x="5097" y="1"/>
                  </a:moveTo>
                  <a:cubicBezTo>
                    <a:pt x="3905" y="1"/>
                    <a:pt x="2824" y="729"/>
                    <a:pt x="2404" y="1832"/>
                  </a:cubicBezTo>
                  <a:cubicBezTo>
                    <a:pt x="1808" y="1568"/>
                    <a:pt x="1190" y="1325"/>
                    <a:pt x="595" y="1060"/>
                  </a:cubicBezTo>
                  <a:cubicBezTo>
                    <a:pt x="548" y="1042"/>
                    <a:pt x="504" y="1034"/>
                    <a:pt x="463" y="1034"/>
                  </a:cubicBezTo>
                  <a:cubicBezTo>
                    <a:pt x="149" y="1034"/>
                    <a:pt x="1" y="1500"/>
                    <a:pt x="352" y="1656"/>
                  </a:cubicBezTo>
                  <a:cubicBezTo>
                    <a:pt x="970" y="1921"/>
                    <a:pt x="1588" y="2186"/>
                    <a:pt x="2228" y="2450"/>
                  </a:cubicBezTo>
                  <a:cubicBezTo>
                    <a:pt x="2073" y="3289"/>
                    <a:pt x="2316" y="4150"/>
                    <a:pt x="2890" y="4790"/>
                  </a:cubicBezTo>
                  <a:cubicBezTo>
                    <a:pt x="3483" y="5465"/>
                    <a:pt x="4266" y="5775"/>
                    <a:pt x="5039" y="5775"/>
                  </a:cubicBezTo>
                  <a:cubicBezTo>
                    <a:pt x="6336" y="5775"/>
                    <a:pt x="7601" y="4902"/>
                    <a:pt x="7877" y="3421"/>
                  </a:cubicBezTo>
                  <a:cubicBezTo>
                    <a:pt x="7877" y="3281"/>
                    <a:pt x="7989" y="3209"/>
                    <a:pt x="8100" y="3209"/>
                  </a:cubicBezTo>
                  <a:cubicBezTo>
                    <a:pt x="8215" y="3209"/>
                    <a:pt x="8330" y="3286"/>
                    <a:pt x="8319" y="3443"/>
                  </a:cubicBezTo>
                  <a:cubicBezTo>
                    <a:pt x="8560" y="4959"/>
                    <a:pt x="9856" y="5875"/>
                    <a:pt x="11185" y="5875"/>
                  </a:cubicBezTo>
                  <a:cubicBezTo>
                    <a:pt x="11926" y="5875"/>
                    <a:pt x="12678" y="5590"/>
                    <a:pt x="13262" y="4966"/>
                  </a:cubicBezTo>
                  <a:cubicBezTo>
                    <a:pt x="13902" y="4304"/>
                    <a:pt x="14145" y="3377"/>
                    <a:pt x="13969" y="2494"/>
                  </a:cubicBezTo>
                  <a:cubicBezTo>
                    <a:pt x="14631" y="2230"/>
                    <a:pt x="15315" y="1943"/>
                    <a:pt x="15977" y="1656"/>
                  </a:cubicBezTo>
                  <a:cubicBezTo>
                    <a:pt x="16308" y="1500"/>
                    <a:pt x="16158" y="1034"/>
                    <a:pt x="15859" y="1034"/>
                  </a:cubicBezTo>
                  <a:cubicBezTo>
                    <a:pt x="15820" y="1034"/>
                    <a:pt x="15778" y="1042"/>
                    <a:pt x="15734" y="1060"/>
                  </a:cubicBezTo>
                  <a:cubicBezTo>
                    <a:pt x="15072" y="1325"/>
                    <a:pt x="14432" y="1612"/>
                    <a:pt x="13770" y="1899"/>
                  </a:cubicBezTo>
                  <a:cubicBezTo>
                    <a:pt x="13373" y="839"/>
                    <a:pt x="12358" y="133"/>
                    <a:pt x="11232" y="111"/>
                  </a:cubicBezTo>
                  <a:cubicBezTo>
                    <a:pt x="11216" y="111"/>
                    <a:pt x="11200" y="111"/>
                    <a:pt x="11185" y="111"/>
                  </a:cubicBezTo>
                  <a:cubicBezTo>
                    <a:pt x="9815" y="111"/>
                    <a:pt x="8647" y="1053"/>
                    <a:pt x="8363" y="2362"/>
                  </a:cubicBezTo>
                  <a:cubicBezTo>
                    <a:pt x="8352" y="2514"/>
                    <a:pt x="8240" y="2586"/>
                    <a:pt x="8127" y="2586"/>
                  </a:cubicBezTo>
                  <a:cubicBezTo>
                    <a:pt x="8009" y="2586"/>
                    <a:pt x="7889" y="2508"/>
                    <a:pt x="7877" y="2362"/>
                  </a:cubicBezTo>
                  <a:cubicBezTo>
                    <a:pt x="7635" y="1016"/>
                    <a:pt x="6465" y="23"/>
                    <a:pt x="509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linical Case 06-2025">
  <a:themeElements>
    <a:clrScheme name="Simple Light">
      <a:dk1>
        <a:srgbClr val="4AA276"/>
      </a:dk1>
      <a:lt1>
        <a:srgbClr val="FFFFFF"/>
      </a:lt1>
      <a:dk2>
        <a:srgbClr val="595959"/>
      </a:dk2>
      <a:lt2>
        <a:srgbClr val="EEEEEE"/>
      </a:lt2>
      <a:accent1>
        <a:srgbClr val="62C090"/>
      </a:accent1>
      <a:accent2>
        <a:srgbClr val="F7A68E"/>
      </a:accent2>
      <a:accent3>
        <a:srgbClr val="0A2E4E"/>
      </a:accent3>
      <a:accent4>
        <a:srgbClr val="ED3024"/>
      </a:accent4>
      <a:accent5>
        <a:srgbClr val="D1D1D1"/>
      </a:accent5>
      <a:accent6>
        <a:srgbClr val="F3E0A0"/>
      </a:accent6>
      <a:hlink>
        <a:srgbClr val="4AA2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Microsoft Office PowerPoint</Application>
  <PresentationFormat>Экран (16:9)</PresentationFormat>
  <Paragraphs>250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Roboto Condensed Light</vt:lpstr>
      <vt:lpstr>Hind</vt:lpstr>
      <vt:lpstr>Pompiere</vt:lpstr>
      <vt:lpstr>Arial</vt:lpstr>
      <vt:lpstr>Clinical Case 06-2025</vt:lpstr>
      <vt:lpstr>Clinical Case 06-2025</vt:lpstr>
      <vt:lpstr>Contents of This Template</vt:lpstr>
      <vt:lpstr>Table of Contents</vt:lpstr>
      <vt:lpstr>Introduction</vt:lpstr>
      <vt:lpstr>About the Patient</vt:lpstr>
      <vt:lpstr>Identifying Information</vt:lpstr>
      <vt:lpstr>Identifying Information</vt:lpstr>
      <vt:lpstr>Patient Medical History</vt:lpstr>
      <vt:lpstr>Review of Systems</vt:lpstr>
      <vt:lpstr>Physical Examination</vt:lpstr>
      <vt:lpstr>Results</vt:lpstr>
      <vt:lpstr>4,497,374</vt:lpstr>
      <vt:lpstr>Findings</vt:lpstr>
      <vt:lpstr>Discussion</vt:lpstr>
      <vt:lpstr>Discussions</vt:lpstr>
      <vt:lpstr>Discussions Summary</vt:lpstr>
      <vt:lpstr>Diagnosis</vt:lpstr>
      <vt:lpstr>Diagnosis</vt:lpstr>
      <vt:lpstr>Comparison</vt:lpstr>
      <vt:lpstr>Treatment</vt:lpstr>
      <vt:lpstr>Treatment</vt:lpstr>
      <vt:lpstr>A Picture Always Reinforces the Concept</vt:lpstr>
      <vt:lpstr>Patient Monitoring</vt:lpstr>
      <vt:lpstr>Patient Monitoring</vt:lpstr>
      <vt:lpstr>Contraindications - Indications</vt:lpstr>
      <vt:lpstr>Post-prevention</vt:lpstr>
      <vt:lpstr>Case Timeline</vt:lpstr>
      <vt:lpstr>Conclusions</vt:lpstr>
      <vt:lpstr>References</vt:lpstr>
      <vt:lpstr>Our Team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Case 06-2025</dc:title>
  <cp:lastModifiedBy>я</cp:lastModifiedBy>
  <cp:revision>1</cp:revision>
  <dcterms:modified xsi:type="dcterms:W3CDTF">2026-02-19T06:17:16Z</dcterms:modified>
</cp:coreProperties>
</file>
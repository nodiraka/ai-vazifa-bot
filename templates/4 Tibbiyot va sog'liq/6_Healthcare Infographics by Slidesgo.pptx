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ontserrat Medium" panose="020B0604020202020204" charset="-52"/>
      <p:regular r:id="rId14"/>
      <p:bold r:id="rId15"/>
      <p:italic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Montserrat" panose="020B0604020202020204" charset="-52"/>
      <p:regular r:id="rId22"/>
      <p:bold r:id="rId23"/>
      <p:italic r:id="rId24"/>
      <p:boldItalic r:id="rId25"/>
    </p:embeddedFont>
    <p:embeddedFont>
      <p:font typeface="Montserrat SemiBold" panose="020B0604020202020204" charset="-52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a6a70ad3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aa6a70ad3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bb74ad723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bb74ad723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1c53497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81c53497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4bb74ad72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4bb74ad72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a5868fc0f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a5868fc0f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81c534974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81c534974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de95a381e3_0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1de95a381e3_0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de95a381e3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1de95a381e3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807ae9bdd6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807ae9bdd6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5b6e513db8_0_8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5b6e513db8_0_8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1de95a381e3_0_1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1de95a381e3_0_1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200" y="1572863"/>
            <a:ext cx="4925100" cy="160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0" y="3141040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bit.ly/3A1uf1Q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bit.ly/3A1uf1Q" TargetMode="External"/><Relationship Id="rId7" Type="http://schemas.openxmlformats.org/officeDocument/2006/relationships/hyperlink" Target="https://docs.google.com/spreadsheets/d/1aq9pY3luqlIiCuBCpQSqtVbjG5VTFPyeDq4SIu7kbtA/copy?gid=1103558272#gid=110355827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11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5" Type="http://schemas.openxmlformats.org/officeDocument/2006/relationships/image" Target="../media/image4.png"/><Relationship Id="rId10" Type="http://schemas.openxmlformats.org/officeDocument/2006/relationships/image" Target="../media/image6.png"/><Relationship Id="rId4" Type="http://schemas.openxmlformats.org/officeDocument/2006/relationships/hyperlink" Target="https://docs.google.com/spreadsheets/d/1aq9pY3luqlIiCuBCpQSqtVbjG5VTFPyeDq4SIu7kbtA/copy" TargetMode="External"/><Relationship Id="rId9" Type="http://schemas.openxmlformats.org/officeDocument/2006/relationships/hyperlink" Target="https://docs.google.com/spreadsheets/d/1aq9pY3luqlIiCuBCpQSqtVbjG5VTFPyeDq4SIu7kbtA/copy?gid=276329616#gid=276329616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/>
          <p:nvPr/>
        </p:nvSpPr>
        <p:spPr>
          <a:xfrm>
            <a:off x="6367925" y="435465"/>
            <a:ext cx="16749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2" name="Google Shape;52;p16" title="white-ball.png"/>
          <p:cNvPicPr preferRelativeResize="0"/>
          <p:nvPr/>
        </p:nvPicPr>
        <p:blipFill rotWithShape="1">
          <a:blip r:embed="rId3">
            <a:alphaModFix/>
          </a:blip>
          <a:srcRect l="32545" t="18605" r="29232" b="16882"/>
          <a:stretch/>
        </p:blipFill>
        <p:spPr>
          <a:xfrm>
            <a:off x="5843875" y="1317949"/>
            <a:ext cx="2641200" cy="250762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6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lang="en" sz="8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16"/>
          <p:cNvSpPr txBox="1">
            <a:spLocks noGrp="1"/>
          </p:cNvSpPr>
          <p:nvPr>
            <p:ph type="subTitle" idx="1"/>
          </p:nvPr>
        </p:nvSpPr>
        <p:spPr>
          <a:xfrm>
            <a:off x="457200" y="3141040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 is where this template begins</a:t>
            </a:r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ctrTitle"/>
          </p:nvPr>
        </p:nvSpPr>
        <p:spPr>
          <a:xfrm>
            <a:off x="457200" y="1572863"/>
            <a:ext cx="4925100" cy="160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Healthcare Infographics</a:t>
            </a:r>
            <a:endParaRPr/>
          </a:p>
        </p:txBody>
      </p:sp>
      <p:pic>
        <p:nvPicPr>
          <p:cNvPr id="56" name="Google Shape;56;p16" title="medical-icon-pulse-wave-cross-symbol.jpg"/>
          <p:cNvPicPr preferRelativeResize="0"/>
          <p:nvPr/>
        </p:nvPicPr>
        <p:blipFill rotWithShape="1">
          <a:blip r:embed="rId5">
            <a:alphaModFix/>
          </a:blip>
          <a:srcRect l="12202" t="21967" r="11485" b="13612"/>
          <a:stretch/>
        </p:blipFill>
        <p:spPr>
          <a:xfrm>
            <a:off x="5316358" y="1495975"/>
            <a:ext cx="2579850" cy="21779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6"/>
          <p:cNvSpPr txBox="1"/>
          <p:nvPr/>
        </p:nvSpPr>
        <p:spPr>
          <a:xfrm>
            <a:off x="6193814" y="751330"/>
            <a:ext cx="1967700" cy="4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 </a:t>
            </a:r>
            <a:endParaRPr sz="12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" name="Google Shape;58;p16"/>
          <p:cNvSpPr txBox="1"/>
          <p:nvPr/>
        </p:nvSpPr>
        <p:spPr>
          <a:xfrm>
            <a:off x="6167437" y="435465"/>
            <a:ext cx="19677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Step 01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9" name="Google Shape;59;p16"/>
          <p:cNvSpPr/>
          <p:nvPr/>
        </p:nvSpPr>
        <p:spPr>
          <a:xfrm>
            <a:off x="6354725" y="3903452"/>
            <a:ext cx="16749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0" name="Google Shape;60;p16"/>
          <p:cNvSpPr txBox="1"/>
          <p:nvPr/>
        </p:nvSpPr>
        <p:spPr>
          <a:xfrm>
            <a:off x="6180614" y="4219316"/>
            <a:ext cx="1967700" cy="4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1" name="Google Shape;61;p16"/>
          <p:cNvSpPr txBox="1"/>
          <p:nvPr/>
        </p:nvSpPr>
        <p:spPr>
          <a:xfrm>
            <a:off x="6154237" y="3903452"/>
            <a:ext cx="19677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Step </a:t>
            </a:r>
            <a:r>
              <a:rPr lang="en" sz="1600">
                <a:latin typeface="Montserrat SemiBold"/>
                <a:ea typeface="Montserrat SemiBold"/>
                <a:cs typeface="Montserrat SemiBold"/>
                <a:sym typeface="Montserrat SemiBold"/>
              </a:rPr>
              <a:t>02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62" name="Google Shape;62;p16"/>
          <p:cNvCxnSpPr>
            <a:stCxn id="58" idx="1"/>
            <a:endCxn id="63" idx="0"/>
          </p:cNvCxnSpPr>
          <p:nvPr/>
        </p:nvCxnSpPr>
        <p:spPr>
          <a:xfrm flipH="1">
            <a:off x="5667637" y="611715"/>
            <a:ext cx="499800" cy="21399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" name="Google Shape;64;p16"/>
          <p:cNvCxnSpPr>
            <a:stCxn id="65" idx="6"/>
            <a:endCxn id="61" idx="3"/>
          </p:cNvCxnSpPr>
          <p:nvPr/>
        </p:nvCxnSpPr>
        <p:spPr>
          <a:xfrm>
            <a:off x="7433056" y="2011963"/>
            <a:ext cx="688800" cy="2067600"/>
          </a:xfrm>
          <a:prstGeom prst="bentConnector3">
            <a:avLst>
              <a:gd name="adj1" fmla="val 13458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" name="Google Shape;63;p16"/>
          <p:cNvSpPr/>
          <p:nvPr/>
        </p:nvSpPr>
        <p:spPr>
          <a:xfrm>
            <a:off x="5491375" y="2751588"/>
            <a:ext cx="352500" cy="352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7080556" y="1835713"/>
            <a:ext cx="352500" cy="352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/>
          <p:nvPr/>
        </p:nvSpPr>
        <p:spPr>
          <a:xfrm>
            <a:off x="7050077" y="2650590"/>
            <a:ext cx="16749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1" name="Google Shape;71;p17"/>
          <p:cNvSpPr/>
          <p:nvPr/>
        </p:nvSpPr>
        <p:spPr>
          <a:xfrm>
            <a:off x="5373002" y="2650590"/>
            <a:ext cx="16749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2" name="Google Shape;72;p17"/>
          <p:cNvSpPr/>
          <p:nvPr/>
        </p:nvSpPr>
        <p:spPr>
          <a:xfrm>
            <a:off x="3735115" y="2650590"/>
            <a:ext cx="16749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2077652" y="2650590"/>
            <a:ext cx="16749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421802" y="2650590"/>
            <a:ext cx="16749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2913900" y="1034713"/>
            <a:ext cx="33162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Healthcare infographics</a:t>
            </a:r>
            <a:endParaRPr/>
          </a:p>
        </p:txBody>
      </p:sp>
      <p:sp>
        <p:nvSpPr>
          <p:cNvPr id="77" name="Google Shape;77;p17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lang="en" sz="8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7084772" y="3185544"/>
            <a:ext cx="160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Neptune is the eighth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7087122" y="2611292"/>
            <a:ext cx="160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Recovery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5429061" y="3185569"/>
            <a:ext cx="160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 and has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5429061" y="2611292"/>
            <a:ext cx="160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Follow-up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454878" y="3185569"/>
            <a:ext cx="160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the biggest planet of them all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454878" y="2611292"/>
            <a:ext cx="160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Symptoms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2112939" y="3185569"/>
            <a:ext cx="160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is a gas giant and has several rings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2114089" y="2611292"/>
            <a:ext cx="160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Diagnosis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3771000" y="3185569"/>
            <a:ext cx="160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Despite being red, Mars is actually a cold place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3773322" y="2611292"/>
            <a:ext cx="160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Treatment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3182400" y="991375"/>
            <a:ext cx="2779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Patient care journey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89" name="Google Shape;89;p17"/>
          <p:cNvCxnSpPr>
            <a:stCxn id="88" idx="2"/>
            <a:endCxn id="90" idx="0"/>
          </p:cNvCxnSpPr>
          <p:nvPr/>
        </p:nvCxnSpPr>
        <p:spPr>
          <a:xfrm rot="5400000">
            <a:off x="2720400" y="-42125"/>
            <a:ext cx="387000" cy="3316200"/>
          </a:xfrm>
          <a:prstGeom prst="bentConnector3">
            <a:avLst>
              <a:gd name="adj1" fmla="val 4998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" name="Google Shape;91;p17"/>
          <p:cNvCxnSpPr>
            <a:stCxn id="88" idx="2"/>
            <a:endCxn id="92" idx="0"/>
          </p:cNvCxnSpPr>
          <p:nvPr/>
        </p:nvCxnSpPr>
        <p:spPr>
          <a:xfrm rot="5400000">
            <a:off x="3549450" y="786925"/>
            <a:ext cx="387000" cy="1658100"/>
          </a:xfrm>
          <a:prstGeom prst="bentConnector3">
            <a:avLst>
              <a:gd name="adj1" fmla="val 4998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" name="Google Shape;93;p17"/>
          <p:cNvCxnSpPr>
            <a:stCxn id="88" idx="2"/>
            <a:endCxn id="94" idx="0"/>
          </p:cNvCxnSpPr>
          <p:nvPr/>
        </p:nvCxnSpPr>
        <p:spPr>
          <a:xfrm rot="-5400000" flipH="1">
            <a:off x="5207550" y="786925"/>
            <a:ext cx="387000" cy="1658100"/>
          </a:xfrm>
          <a:prstGeom prst="bentConnector3">
            <a:avLst>
              <a:gd name="adj1" fmla="val 4998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" name="Google Shape;95;p17"/>
          <p:cNvCxnSpPr>
            <a:stCxn id="88" idx="2"/>
            <a:endCxn id="96" idx="0"/>
          </p:cNvCxnSpPr>
          <p:nvPr/>
        </p:nvCxnSpPr>
        <p:spPr>
          <a:xfrm rot="-5400000" flipH="1">
            <a:off x="6036600" y="-42125"/>
            <a:ext cx="387000" cy="3316200"/>
          </a:xfrm>
          <a:prstGeom prst="bentConnector3">
            <a:avLst>
              <a:gd name="adj1" fmla="val 4998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" name="Google Shape;97;p17"/>
          <p:cNvCxnSpPr>
            <a:stCxn id="88" idx="2"/>
            <a:endCxn id="98" idx="0"/>
          </p:cNvCxnSpPr>
          <p:nvPr/>
        </p:nvCxnSpPr>
        <p:spPr>
          <a:xfrm>
            <a:off x="4572000" y="1422475"/>
            <a:ext cx="0" cy="387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99;p17"/>
          <p:cNvCxnSpPr>
            <a:stCxn id="90" idx="4"/>
            <a:endCxn id="83" idx="0"/>
          </p:cNvCxnSpPr>
          <p:nvPr/>
        </p:nvCxnSpPr>
        <p:spPr>
          <a:xfrm>
            <a:off x="1255878" y="2458864"/>
            <a:ext cx="0" cy="15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" name="Google Shape;100;p17"/>
          <p:cNvCxnSpPr>
            <a:stCxn id="92" idx="4"/>
            <a:endCxn id="85" idx="0"/>
          </p:cNvCxnSpPr>
          <p:nvPr/>
        </p:nvCxnSpPr>
        <p:spPr>
          <a:xfrm>
            <a:off x="2913939" y="2458864"/>
            <a:ext cx="1200" cy="15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" name="Google Shape;101;p17"/>
          <p:cNvCxnSpPr>
            <a:stCxn id="98" idx="4"/>
            <a:endCxn id="87" idx="0"/>
          </p:cNvCxnSpPr>
          <p:nvPr/>
        </p:nvCxnSpPr>
        <p:spPr>
          <a:xfrm>
            <a:off x="4572000" y="2458864"/>
            <a:ext cx="2400" cy="15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" name="Google Shape;102;p17"/>
          <p:cNvCxnSpPr>
            <a:stCxn id="94" idx="4"/>
            <a:endCxn id="81" idx="0"/>
          </p:cNvCxnSpPr>
          <p:nvPr/>
        </p:nvCxnSpPr>
        <p:spPr>
          <a:xfrm>
            <a:off x="6230061" y="2458864"/>
            <a:ext cx="0" cy="15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" name="Google Shape;103;p17"/>
          <p:cNvCxnSpPr>
            <a:stCxn id="96" idx="4"/>
            <a:endCxn id="79" idx="0"/>
          </p:cNvCxnSpPr>
          <p:nvPr/>
        </p:nvCxnSpPr>
        <p:spPr>
          <a:xfrm>
            <a:off x="7888122" y="2458864"/>
            <a:ext cx="0" cy="15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7" title="white-ball.png"/>
          <p:cNvPicPr preferRelativeResize="0"/>
          <p:nvPr/>
        </p:nvPicPr>
        <p:blipFill rotWithShape="1">
          <a:blip r:embed="rId4">
            <a:alphaModFix/>
          </a:blip>
          <a:srcRect l="32545" t="18605" r="29232" b="16882"/>
          <a:stretch/>
        </p:blipFill>
        <p:spPr>
          <a:xfrm>
            <a:off x="876453" y="1764675"/>
            <a:ext cx="778262" cy="73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 title="white-ball.png"/>
          <p:cNvPicPr preferRelativeResize="0"/>
          <p:nvPr/>
        </p:nvPicPr>
        <p:blipFill rotWithShape="1">
          <a:blip r:embed="rId4">
            <a:alphaModFix/>
          </a:blip>
          <a:srcRect l="32545" t="18605" r="29232" b="16882"/>
          <a:stretch/>
        </p:blipFill>
        <p:spPr>
          <a:xfrm>
            <a:off x="2537421" y="1764675"/>
            <a:ext cx="778262" cy="73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 title="white-ball.png"/>
          <p:cNvPicPr preferRelativeResize="0"/>
          <p:nvPr/>
        </p:nvPicPr>
        <p:blipFill rotWithShape="1">
          <a:blip r:embed="rId4">
            <a:alphaModFix/>
          </a:blip>
          <a:srcRect l="32545" t="18605" r="29232" b="16882"/>
          <a:stretch/>
        </p:blipFill>
        <p:spPr>
          <a:xfrm>
            <a:off x="4172012" y="1764675"/>
            <a:ext cx="778262" cy="73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 title="white-ball.png"/>
          <p:cNvPicPr preferRelativeResize="0"/>
          <p:nvPr/>
        </p:nvPicPr>
        <p:blipFill rotWithShape="1">
          <a:blip r:embed="rId4">
            <a:alphaModFix/>
          </a:blip>
          <a:srcRect l="32545" t="18605" r="29232" b="16882"/>
          <a:stretch/>
        </p:blipFill>
        <p:spPr>
          <a:xfrm>
            <a:off x="5846168" y="1764675"/>
            <a:ext cx="778262" cy="73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 title="white-ball.png"/>
          <p:cNvPicPr preferRelativeResize="0"/>
          <p:nvPr/>
        </p:nvPicPr>
        <p:blipFill rotWithShape="1">
          <a:blip r:embed="rId4">
            <a:alphaModFix/>
          </a:blip>
          <a:srcRect l="32545" t="18605" r="29232" b="16882"/>
          <a:stretch/>
        </p:blipFill>
        <p:spPr>
          <a:xfrm>
            <a:off x="7507136" y="1764675"/>
            <a:ext cx="778262" cy="7389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/>
          <p:nvPr/>
        </p:nvSpPr>
        <p:spPr>
          <a:xfrm>
            <a:off x="931128" y="1809364"/>
            <a:ext cx="649500" cy="649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01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2589189" y="1809364"/>
            <a:ext cx="649500" cy="649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02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4247250" y="1809364"/>
            <a:ext cx="649500" cy="649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03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5905311" y="1809364"/>
            <a:ext cx="649500" cy="649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04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7563372" y="1809364"/>
            <a:ext cx="649500" cy="649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05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09" name="Google Shape;109;p17"/>
          <p:cNvCxnSpPr>
            <a:stCxn id="83" idx="2"/>
            <a:endCxn id="82" idx="0"/>
          </p:cNvCxnSpPr>
          <p:nvPr/>
        </p:nvCxnSpPr>
        <p:spPr>
          <a:xfrm>
            <a:off x="1255878" y="3042392"/>
            <a:ext cx="0" cy="14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7"/>
          <p:cNvCxnSpPr>
            <a:stCxn id="85" idx="2"/>
            <a:endCxn id="84" idx="0"/>
          </p:cNvCxnSpPr>
          <p:nvPr/>
        </p:nvCxnSpPr>
        <p:spPr>
          <a:xfrm flipH="1">
            <a:off x="2913889" y="3042392"/>
            <a:ext cx="1200" cy="14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7"/>
          <p:cNvCxnSpPr>
            <a:stCxn id="87" idx="2"/>
            <a:endCxn id="86" idx="0"/>
          </p:cNvCxnSpPr>
          <p:nvPr/>
        </p:nvCxnSpPr>
        <p:spPr>
          <a:xfrm flipH="1">
            <a:off x="4571922" y="3042392"/>
            <a:ext cx="2400" cy="14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7"/>
          <p:cNvCxnSpPr>
            <a:stCxn id="81" idx="2"/>
            <a:endCxn id="80" idx="0"/>
          </p:cNvCxnSpPr>
          <p:nvPr/>
        </p:nvCxnSpPr>
        <p:spPr>
          <a:xfrm>
            <a:off x="6230061" y="3042392"/>
            <a:ext cx="0" cy="14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" name="Google Shape;113;p17"/>
          <p:cNvCxnSpPr>
            <a:stCxn id="79" idx="2"/>
            <a:endCxn id="78" idx="0"/>
          </p:cNvCxnSpPr>
          <p:nvPr/>
        </p:nvCxnSpPr>
        <p:spPr>
          <a:xfrm flipH="1">
            <a:off x="7885722" y="3042392"/>
            <a:ext cx="2400" cy="14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" name="Google Shape;114;p17"/>
          <p:cNvSpPr/>
          <p:nvPr/>
        </p:nvSpPr>
        <p:spPr>
          <a:xfrm>
            <a:off x="931128" y="3924447"/>
            <a:ext cx="649500" cy="649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2589190" y="3924447"/>
            <a:ext cx="649500" cy="649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4247240" y="3924447"/>
            <a:ext cx="649500" cy="64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5904128" y="3924447"/>
            <a:ext cx="649500" cy="649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7563353" y="3924447"/>
            <a:ext cx="649500" cy="649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19" name="Google Shape;119;p17"/>
          <p:cNvGrpSpPr/>
          <p:nvPr/>
        </p:nvGrpSpPr>
        <p:grpSpPr>
          <a:xfrm>
            <a:off x="2744779" y="4080871"/>
            <a:ext cx="338327" cy="314325"/>
            <a:chOff x="7043641" y="3809904"/>
            <a:chExt cx="338327" cy="314325"/>
          </a:xfrm>
        </p:grpSpPr>
        <p:sp>
          <p:nvSpPr>
            <p:cNvPr id="120" name="Google Shape;120;p17"/>
            <p:cNvSpPr/>
            <p:nvPr/>
          </p:nvSpPr>
          <p:spPr>
            <a:xfrm>
              <a:off x="7293863" y="3809904"/>
              <a:ext cx="87915" cy="76104"/>
            </a:xfrm>
            <a:custGeom>
              <a:avLst/>
              <a:gdLst/>
              <a:ahLst/>
              <a:cxnLst/>
              <a:rect l="l" t="t" r="r" b="b"/>
              <a:pathLst>
                <a:path w="87915" h="76104" extrusionOk="0">
                  <a:moveTo>
                    <a:pt x="63151" y="95"/>
                  </a:moveTo>
                  <a:lnTo>
                    <a:pt x="0" y="95"/>
                  </a:lnTo>
                  <a:lnTo>
                    <a:pt x="0" y="10001"/>
                  </a:lnTo>
                  <a:lnTo>
                    <a:pt x="63151" y="10001"/>
                  </a:lnTo>
                  <a:cubicBezTo>
                    <a:pt x="71342" y="10001"/>
                    <a:pt x="78010" y="16669"/>
                    <a:pt x="78010" y="24860"/>
                  </a:cubicBezTo>
                  <a:lnTo>
                    <a:pt x="78010" y="76105"/>
                  </a:lnTo>
                  <a:lnTo>
                    <a:pt x="87916" y="76105"/>
                  </a:lnTo>
                  <a:lnTo>
                    <a:pt x="87916" y="24860"/>
                  </a:lnTo>
                  <a:cubicBezTo>
                    <a:pt x="87916" y="11144"/>
                    <a:pt x="76771" y="0"/>
                    <a:pt x="630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7043641" y="3810095"/>
              <a:ext cx="240315" cy="241649"/>
            </a:xfrm>
            <a:custGeom>
              <a:avLst/>
              <a:gdLst/>
              <a:ahLst/>
              <a:cxnLst/>
              <a:rect l="l" t="t" r="r" b="b"/>
              <a:pathLst>
                <a:path w="240315" h="241649" extrusionOk="0">
                  <a:moveTo>
                    <a:pt x="10001" y="216599"/>
                  </a:moveTo>
                  <a:lnTo>
                    <a:pt x="10001" y="188500"/>
                  </a:lnTo>
                  <a:lnTo>
                    <a:pt x="104966" y="188500"/>
                  </a:lnTo>
                  <a:lnTo>
                    <a:pt x="104966" y="178594"/>
                  </a:lnTo>
                  <a:lnTo>
                    <a:pt x="10001" y="178594"/>
                  </a:lnTo>
                  <a:lnTo>
                    <a:pt x="10001" y="24765"/>
                  </a:lnTo>
                  <a:cubicBezTo>
                    <a:pt x="10001" y="16574"/>
                    <a:pt x="16669" y="9906"/>
                    <a:pt x="24860" y="9906"/>
                  </a:cubicBezTo>
                  <a:lnTo>
                    <a:pt x="240316" y="9906"/>
                  </a:lnTo>
                  <a:lnTo>
                    <a:pt x="240316" y="0"/>
                  </a:lnTo>
                  <a:lnTo>
                    <a:pt x="24860" y="0"/>
                  </a:lnTo>
                  <a:cubicBezTo>
                    <a:pt x="11144" y="0"/>
                    <a:pt x="0" y="11144"/>
                    <a:pt x="0" y="24860"/>
                  </a:cubicBezTo>
                  <a:lnTo>
                    <a:pt x="0" y="216789"/>
                  </a:lnTo>
                  <a:cubicBezTo>
                    <a:pt x="0" y="230505"/>
                    <a:pt x="11144" y="241649"/>
                    <a:pt x="24860" y="241649"/>
                  </a:cubicBezTo>
                  <a:lnTo>
                    <a:pt x="61722" y="241649"/>
                  </a:lnTo>
                  <a:lnTo>
                    <a:pt x="61722" y="231743"/>
                  </a:lnTo>
                  <a:lnTo>
                    <a:pt x="24860" y="231743"/>
                  </a:lnTo>
                  <a:cubicBezTo>
                    <a:pt x="16669" y="231743"/>
                    <a:pt x="10001" y="225076"/>
                    <a:pt x="10001" y="2168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7115364" y="3895820"/>
              <a:ext cx="266604" cy="228409"/>
            </a:xfrm>
            <a:custGeom>
              <a:avLst/>
              <a:gdLst/>
              <a:ahLst/>
              <a:cxnLst/>
              <a:rect l="l" t="t" r="r" b="b"/>
              <a:pathLst>
                <a:path w="266604" h="228409" extrusionOk="0">
                  <a:moveTo>
                    <a:pt x="256604" y="92869"/>
                  </a:moveTo>
                  <a:lnTo>
                    <a:pt x="43244" y="92869"/>
                  </a:lnTo>
                  <a:lnTo>
                    <a:pt x="43244" y="102775"/>
                  </a:lnTo>
                  <a:lnTo>
                    <a:pt x="256604" y="102775"/>
                  </a:lnTo>
                  <a:lnTo>
                    <a:pt x="256604" y="130874"/>
                  </a:lnTo>
                  <a:cubicBezTo>
                    <a:pt x="256604" y="139065"/>
                    <a:pt x="249936" y="145733"/>
                    <a:pt x="241745" y="145733"/>
                  </a:cubicBezTo>
                  <a:lnTo>
                    <a:pt x="0" y="145733"/>
                  </a:lnTo>
                  <a:lnTo>
                    <a:pt x="0" y="155639"/>
                  </a:lnTo>
                  <a:lnTo>
                    <a:pt x="52007" y="155639"/>
                  </a:lnTo>
                  <a:lnTo>
                    <a:pt x="46768" y="192024"/>
                  </a:lnTo>
                  <a:lnTo>
                    <a:pt x="31242" y="192024"/>
                  </a:lnTo>
                  <a:cubicBezTo>
                    <a:pt x="21241" y="192024"/>
                    <a:pt x="13049" y="200216"/>
                    <a:pt x="13049" y="210217"/>
                  </a:cubicBezTo>
                  <a:lnTo>
                    <a:pt x="13049" y="228410"/>
                  </a:lnTo>
                  <a:lnTo>
                    <a:pt x="181832" y="228410"/>
                  </a:lnTo>
                  <a:lnTo>
                    <a:pt x="181832" y="210217"/>
                  </a:lnTo>
                  <a:cubicBezTo>
                    <a:pt x="181832" y="200216"/>
                    <a:pt x="173641" y="192024"/>
                    <a:pt x="163640" y="192024"/>
                  </a:cubicBezTo>
                  <a:lnTo>
                    <a:pt x="148114" y="192024"/>
                  </a:lnTo>
                  <a:lnTo>
                    <a:pt x="142875" y="155639"/>
                  </a:lnTo>
                  <a:lnTo>
                    <a:pt x="241745" y="155639"/>
                  </a:lnTo>
                  <a:cubicBezTo>
                    <a:pt x="255461" y="155639"/>
                    <a:pt x="266605" y="144494"/>
                    <a:pt x="266605" y="130778"/>
                  </a:cubicBezTo>
                  <a:lnTo>
                    <a:pt x="266605" y="0"/>
                  </a:lnTo>
                  <a:lnTo>
                    <a:pt x="256699" y="0"/>
                  </a:lnTo>
                  <a:lnTo>
                    <a:pt x="256699" y="92678"/>
                  </a:lnTo>
                  <a:close/>
                  <a:moveTo>
                    <a:pt x="163640" y="202025"/>
                  </a:moveTo>
                  <a:cubicBezTo>
                    <a:pt x="168212" y="202025"/>
                    <a:pt x="171926" y="205740"/>
                    <a:pt x="171926" y="210312"/>
                  </a:cubicBezTo>
                  <a:lnTo>
                    <a:pt x="171926" y="218599"/>
                  </a:lnTo>
                  <a:lnTo>
                    <a:pt x="23051" y="218599"/>
                  </a:lnTo>
                  <a:lnTo>
                    <a:pt x="23051" y="210312"/>
                  </a:lnTo>
                  <a:cubicBezTo>
                    <a:pt x="23051" y="205740"/>
                    <a:pt x="26765" y="202025"/>
                    <a:pt x="31337" y="202025"/>
                  </a:cubicBezTo>
                  <a:lnTo>
                    <a:pt x="75248" y="202025"/>
                  </a:lnTo>
                  <a:lnTo>
                    <a:pt x="75248" y="192119"/>
                  </a:lnTo>
                  <a:lnTo>
                    <a:pt x="56864" y="192119"/>
                  </a:lnTo>
                  <a:lnTo>
                    <a:pt x="62103" y="155734"/>
                  </a:lnTo>
                  <a:lnTo>
                    <a:pt x="132874" y="155734"/>
                  </a:lnTo>
                  <a:lnTo>
                    <a:pt x="138113" y="192119"/>
                  </a:lnTo>
                  <a:lnTo>
                    <a:pt x="85249" y="192119"/>
                  </a:lnTo>
                  <a:lnTo>
                    <a:pt x="85249" y="202025"/>
                  </a:lnTo>
                  <a:lnTo>
                    <a:pt x="163735" y="20202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7207852" y="4015168"/>
              <a:ext cx="9905" cy="9906"/>
            </a:xfrm>
            <a:custGeom>
              <a:avLst/>
              <a:gdLst/>
              <a:ahLst/>
              <a:cxnLst/>
              <a:rect l="l" t="t" r="r" b="b"/>
              <a:pathLst>
                <a:path w="9905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7071073" y="3844861"/>
              <a:ext cx="178689" cy="108870"/>
            </a:xfrm>
            <a:custGeom>
              <a:avLst/>
              <a:gdLst/>
              <a:ahLst/>
              <a:cxnLst/>
              <a:rect l="l" t="t" r="r" b="b"/>
              <a:pathLst>
                <a:path w="178689" h="108870" extrusionOk="0">
                  <a:moveTo>
                    <a:pt x="95250" y="0"/>
                  </a:moveTo>
                  <a:lnTo>
                    <a:pt x="73247" y="62293"/>
                  </a:lnTo>
                  <a:lnTo>
                    <a:pt x="55721" y="32290"/>
                  </a:lnTo>
                  <a:lnTo>
                    <a:pt x="35338" y="57150"/>
                  </a:lnTo>
                  <a:lnTo>
                    <a:pt x="0" y="57150"/>
                  </a:lnTo>
                  <a:lnTo>
                    <a:pt x="0" y="67056"/>
                  </a:lnTo>
                  <a:lnTo>
                    <a:pt x="40100" y="67056"/>
                  </a:lnTo>
                  <a:lnTo>
                    <a:pt x="54388" y="49625"/>
                  </a:lnTo>
                  <a:lnTo>
                    <a:pt x="75438" y="85820"/>
                  </a:lnTo>
                  <a:lnTo>
                    <a:pt x="94107" y="32956"/>
                  </a:lnTo>
                  <a:lnTo>
                    <a:pt x="115348" y="108871"/>
                  </a:lnTo>
                  <a:lnTo>
                    <a:pt x="138589" y="67151"/>
                  </a:lnTo>
                  <a:lnTo>
                    <a:pt x="178689" y="67151"/>
                  </a:lnTo>
                  <a:lnTo>
                    <a:pt x="178689" y="57245"/>
                  </a:lnTo>
                  <a:lnTo>
                    <a:pt x="132779" y="57245"/>
                  </a:lnTo>
                  <a:lnTo>
                    <a:pt x="118396" y="83058"/>
                  </a:lnTo>
                  <a:lnTo>
                    <a:pt x="95155" y="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7271003" y="3839813"/>
              <a:ext cx="79438" cy="9905"/>
            </a:xfrm>
            <a:custGeom>
              <a:avLst/>
              <a:gdLst/>
              <a:ahLst/>
              <a:cxnLst/>
              <a:rect l="l" t="t" r="r" b="b"/>
              <a:pathLst>
                <a:path w="79438" h="9905" extrusionOk="0">
                  <a:moveTo>
                    <a:pt x="0" y="0"/>
                  </a:moveTo>
                  <a:lnTo>
                    <a:pt x="79439" y="0"/>
                  </a:lnTo>
                  <a:lnTo>
                    <a:pt x="79439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7271003" y="3958875"/>
              <a:ext cx="79438" cy="9905"/>
            </a:xfrm>
            <a:custGeom>
              <a:avLst/>
              <a:gdLst/>
              <a:ahLst/>
              <a:cxnLst/>
              <a:rect l="l" t="t" r="r" b="b"/>
              <a:pathLst>
                <a:path w="79438" h="9905" extrusionOk="0">
                  <a:moveTo>
                    <a:pt x="0" y="0"/>
                  </a:moveTo>
                  <a:lnTo>
                    <a:pt x="79439" y="0"/>
                  </a:lnTo>
                  <a:lnTo>
                    <a:pt x="79439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7271003" y="3879437"/>
              <a:ext cx="79438" cy="9906"/>
            </a:xfrm>
            <a:custGeom>
              <a:avLst/>
              <a:gdLst/>
              <a:ahLst/>
              <a:cxnLst/>
              <a:rect l="l" t="t" r="r" b="b"/>
              <a:pathLst>
                <a:path w="79438" h="9906" extrusionOk="0">
                  <a:moveTo>
                    <a:pt x="0" y="0"/>
                  </a:moveTo>
                  <a:lnTo>
                    <a:pt x="79439" y="0"/>
                  </a:lnTo>
                  <a:lnTo>
                    <a:pt x="79439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7271003" y="3919156"/>
              <a:ext cx="79438" cy="9905"/>
            </a:xfrm>
            <a:custGeom>
              <a:avLst/>
              <a:gdLst/>
              <a:ahLst/>
              <a:cxnLst/>
              <a:rect l="l" t="t" r="r" b="b"/>
              <a:pathLst>
                <a:path w="79438" h="9905" extrusionOk="0">
                  <a:moveTo>
                    <a:pt x="0" y="0"/>
                  </a:moveTo>
                  <a:lnTo>
                    <a:pt x="79439" y="0"/>
                  </a:lnTo>
                  <a:lnTo>
                    <a:pt x="79439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7285957" y="3859625"/>
              <a:ext cx="9906" cy="9905"/>
            </a:xfrm>
            <a:custGeom>
              <a:avLst/>
              <a:gdLst/>
              <a:ahLst/>
              <a:cxnLst/>
              <a:rect l="l" t="t" r="r" b="b"/>
              <a:pathLst>
                <a:path w="9906" h="9905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7305769" y="3859625"/>
              <a:ext cx="9905" cy="9905"/>
            </a:xfrm>
            <a:custGeom>
              <a:avLst/>
              <a:gdLst/>
              <a:ahLst/>
              <a:cxnLst/>
              <a:rect l="l" t="t" r="r" b="b"/>
              <a:pathLst>
                <a:path w="9905" h="9905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7325581" y="3859625"/>
              <a:ext cx="9906" cy="9905"/>
            </a:xfrm>
            <a:custGeom>
              <a:avLst/>
              <a:gdLst/>
              <a:ahLst/>
              <a:cxnLst/>
              <a:rect l="l" t="t" r="r" b="b"/>
              <a:pathLst>
                <a:path w="9906" h="9905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7305769" y="3899344"/>
              <a:ext cx="9905" cy="9905"/>
            </a:xfrm>
            <a:custGeom>
              <a:avLst/>
              <a:gdLst/>
              <a:ahLst/>
              <a:cxnLst/>
              <a:rect l="l" t="t" r="r" b="b"/>
              <a:pathLst>
                <a:path w="9905" h="9905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7325581" y="3899344"/>
              <a:ext cx="9906" cy="9905"/>
            </a:xfrm>
            <a:custGeom>
              <a:avLst/>
              <a:gdLst/>
              <a:ahLst/>
              <a:cxnLst/>
              <a:rect l="l" t="t" r="r" b="b"/>
              <a:pathLst>
                <a:path w="9906" h="9905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7285957" y="3899344"/>
              <a:ext cx="9906" cy="9905"/>
            </a:xfrm>
            <a:custGeom>
              <a:avLst/>
              <a:gdLst/>
              <a:ahLst/>
              <a:cxnLst/>
              <a:rect l="l" t="t" r="r" b="b"/>
              <a:pathLst>
                <a:path w="9906" h="9905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7305769" y="3939063"/>
              <a:ext cx="9905" cy="9905"/>
            </a:xfrm>
            <a:custGeom>
              <a:avLst/>
              <a:gdLst/>
              <a:ahLst/>
              <a:cxnLst/>
              <a:rect l="l" t="t" r="r" b="b"/>
              <a:pathLst>
                <a:path w="9905" h="9905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7325581" y="3939063"/>
              <a:ext cx="9906" cy="9905"/>
            </a:xfrm>
            <a:custGeom>
              <a:avLst/>
              <a:gdLst/>
              <a:ahLst/>
              <a:cxnLst/>
              <a:rect l="l" t="t" r="r" b="b"/>
              <a:pathLst>
                <a:path w="9906" h="9905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7285957" y="3939063"/>
              <a:ext cx="9906" cy="9905"/>
            </a:xfrm>
            <a:custGeom>
              <a:avLst/>
              <a:gdLst/>
              <a:ahLst/>
              <a:cxnLst/>
              <a:rect l="l" t="t" r="r" b="b"/>
              <a:pathLst>
                <a:path w="9906" h="9905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17"/>
          <p:cNvGrpSpPr/>
          <p:nvPr/>
        </p:nvGrpSpPr>
        <p:grpSpPr>
          <a:xfrm>
            <a:off x="1087287" y="4056075"/>
            <a:ext cx="337184" cy="337470"/>
            <a:chOff x="4071937" y="2162175"/>
            <a:chExt cx="337184" cy="337470"/>
          </a:xfrm>
        </p:grpSpPr>
        <p:sp>
          <p:nvSpPr>
            <p:cNvPr id="139" name="Google Shape;139;p17"/>
            <p:cNvSpPr/>
            <p:nvPr/>
          </p:nvSpPr>
          <p:spPr>
            <a:xfrm>
              <a:off x="4136516" y="2162175"/>
              <a:ext cx="130111" cy="125348"/>
            </a:xfrm>
            <a:custGeom>
              <a:avLst/>
              <a:gdLst/>
              <a:ahLst/>
              <a:cxnLst/>
              <a:rect l="l" t="t" r="r" b="b"/>
              <a:pathLst>
                <a:path w="130111" h="125348" extrusionOk="0">
                  <a:moveTo>
                    <a:pt x="52483" y="18193"/>
                  </a:moveTo>
                  <a:lnTo>
                    <a:pt x="121825" y="125349"/>
                  </a:lnTo>
                  <a:lnTo>
                    <a:pt x="130112" y="120015"/>
                  </a:lnTo>
                  <a:lnTo>
                    <a:pt x="52483" y="0"/>
                  </a:lnTo>
                  <a:lnTo>
                    <a:pt x="0" y="81153"/>
                  </a:lnTo>
                  <a:lnTo>
                    <a:pt x="8287" y="86487"/>
                  </a:lnTo>
                  <a:lnTo>
                    <a:pt x="52483" y="1819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4071937" y="2251709"/>
              <a:ext cx="67532" cy="205740"/>
            </a:xfrm>
            <a:custGeom>
              <a:avLst/>
              <a:gdLst/>
              <a:ahLst/>
              <a:cxnLst/>
              <a:rect l="l" t="t" r="r" b="b"/>
              <a:pathLst>
                <a:path w="67532" h="205740" extrusionOk="0">
                  <a:moveTo>
                    <a:pt x="9906" y="124016"/>
                  </a:moveTo>
                  <a:cubicBezTo>
                    <a:pt x="9906" y="104680"/>
                    <a:pt x="15716" y="85439"/>
                    <a:pt x="26575" y="68580"/>
                  </a:cubicBezTo>
                  <a:lnTo>
                    <a:pt x="67532" y="5334"/>
                  </a:lnTo>
                  <a:lnTo>
                    <a:pt x="59246" y="0"/>
                  </a:lnTo>
                  <a:lnTo>
                    <a:pt x="18288" y="63246"/>
                  </a:lnTo>
                  <a:cubicBezTo>
                    <a:pt x="6287" y="81725"/>
                    <a:pt x="0" y="102775"/>
                    <a:pt x="0" y="124016"/>
                  </a:cubicBezTo>
                  <a:cubicBezTo>
                    <a:pt x="0" y="154400"/>
                    <a:pt x="12763" y="184118"/>
                    <a:pt x="34957" y="205740"/>
                  </a:cubicBezTo>
                  <a:lnTo>
                    <a:pt x="41815" y="198596"/>
                  </a:lnTo>
                  <a:cubicBezTo>
                    <a:pt x="21526" y="178880"/>
                    <a:pt x="9811" y="151638"/>
                    <a:pt x="9811" y="1240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7"/>
            <p:cNvSpPr/>
            <p:nvPr/>
          </p:nvSpPr>
          <p:spPr>
            <a:xfrm>
              <a:off x="4114704" y="2456592"/>
              <a:ext cx="126396" cy="33623"/>
            </a:xfrm>
            <a:custGeom>
              <a:avLst/>
              <a:gdLst/>
              <a:ahLst/>
              <a:cxnLst/>
              <a:rect l="l" t="t" r="r" b="b"/>
              <a:pathLst>
                <a:path w="126396" h="33623" extrusionOk="0">
                  <a:moveTo>
                    <a:pt x="74295" y="23717"/>
                  </a:moveTo>
                  <a:cubicBezTo>
                    <a:pt x="48863" y="23717"/>
                    <a:pt x="25336" y="15526"/>
                    <a:pt x="6191" y="0"/>
                  </a:cubicBezTo>
                  <a:lnTo>
                    <a:pt x="0" y="7715"/>
                  </a:lnTo>
                  <a:cubicBezTo>
                    <a:pt x="20955" y="24670"/>
                    <a:pt x="46672" y="33623"/>
                    <a:pt x="74390" y="33623"/>
                  </a:cubicBezTo>
                  <a:cubicBezTo>
                    <a:pt x="92869" y="33623"/>
                    <a:pt x="110300" y="29718"/>
                    <a:pt x="126397" y="21907"/>
                  </a:cubicBezTo>
                  <a:lnTo>
                    <a:pt x="122110" y="13049"/>
                  </a:lnTo>
                  <a:cubicBezTo>
                    <a:pt x="107347" y="20193"/>
                    <a:pt x="91345" y="23813"/>
                    <a:pt x="74390" y="238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7"/>
            <p:cNvSpPr/>
            <p:nvPr/>
          </p:nvSpPr>
          <p:spPr>
            <a:xfrm>
              <a:off x="4237576" y="2295620"/>
              <a:ext cx="125063" cy="63912"/>
            </a:xfrm>
            <a:custGeom>
              <a:avLst/>
              <a:gdLst/>
              <a:ahLst/>
              <a:cxnLst/>
              <a:rect l="l" t="t" r="r" b="b"/>
              <a:pathLst>
                <a:path w="125063" h="63912" extrusionOk="0">
                  <a:moveTo>
                    <a:pt x="4858" y="19241"/>
                  </a:moveTo>
                  <a:cubicBezTo>
                    <a:pt x="16097" y="13145"/>
                    <a:pt x="28861" y="9906"/>
                    <a:pt x="41815" y="9906"/>
                  </a:cubicBezTo>
                  <a:cubicBezTo>
                    <a:pt x="75724" y="9906"/>
                    <a:pt x="105442" y="31623"/>
                    <a:pt x="115633" y="63913"/>
                  </a:cubicBezTo>
                  <a:lnTo>
                    <a:pt x="125063" y="60865"/>
                  </a:lnTo>
                  <a:cubicBezTo>
                    <a:pt x="119443" y="43339"/>
                    <a:pt x="108680" y="28194"/>
                    <a:pt x="93821" y="17240"/>
                  </a:cubicBezTo>
                  <a:cubicBezTo>
                    <a:pt x="78676" y="6001"/>
                    <a:pt x="60674" y="0"/>
                    <a:pt x="41720" y="0"/>
                  </a:cubicBezTo>
                  <a:cubicBezTo>
                    <a:pt x="27146" y="0"/>
                    <a:pt x="12763" y="3620"/>
                    <a:pt x="0" y="10573"/>
                  </a:cubicBezTo>
                  <a:lnTo>
                    <a:pt x="4763" y="192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4191952" y="2311622"/>
              <a:ext cx="42576" cy="134397"/>
            </a:xfrm>
            <a:custGeom>
              <a:avLst/>
              <a:gdLst/>
              <a:ahLst/>
              <a:cxnLst/>
              <a:rect l="l" t="t" r="r" b="b"/>
              <a:pathLst>
                <a:path w="42576" h="134397" extrusionOk="0">
                  <a:moveTo>
                    <a:pt x="26860" y="134398"/>
                  </a:moveTo>
                  <a:lnTo>
                    <a:pt x="33718" y="127254"/>
                  </a:lnTo>
                  <a:cubicBezTo>
                    <a:pt x="18383" y="112490"/>
                    <a:pt x="9906" y="92678"/>
                    <a:pt x="9906" y="71342"/>
                  </a:cubicBezTo>
                  <a:cubicBezTo>
                    <a:pt x="9906" y="46291"/>
                    <a:pt x="22098" y="22670"/>
                    <a:pt x="42577" y="8096"/>
                  </a:cubicBezTo>
                  <a:lnTo>
                    <a:pt x="36862" y="0"/>
                  </a:lnTo>
                  <a:cubicBezTo>
                    <a:pt x="13811" y="16383"/>
                    <a:pt x="0" y="43053"/>
                    <a:pt x="0" y="71247"/>
                  </a:cubicBezTo>
                  <a:cubicBezTo>
                    <a:pt x="0" y="95250"/>
                    <a:pt x="9525" y="117634"/>
                    <a:pt x="26860" y="1343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4211763" y="2315336"/>
              <a:ext cx="135255" cy="135255"/>
            </a:xfrm>
            <a:custGeom>
              <a:avLst/>
              <a:gdLst/>
              <a:ahLst/>
              <a:cxnLst/>
              <a:rect l="l" t="t" r="r" b="b"/>
              <a:pathLst>
                <a:path w="135255" h="135255" extrusionOk="0">
                  <a:moveTo>
                    <a:pt x="67628" y="135255"/>
                  </a:moveTo>
                  <a:cubicBezTo>
                    <a:pt x="104870" y="135255"/>
                    <a:pt x="135255" y="104966"/>
                    <a:pt x="135255" y="67628"/>
                  </a:cubicBezTo>
                  <a:cubicBezTo>
                    <a:pt x="135255" y="30290"/>
                    <a:pt x="104966" y="0"/>
                    <a:pt x="67628" y="0"/>
                  </a:cubicBezTo>
                  <a:cubicBezTo>
                    <a:pt x="30290" y="0"/>
                    <a:pt x="0" y="30290"/>
                    <a:pt x="0" y="67628"/>
                  </a:cubicBezTo>
                  <a:cubicBezTo>
                    <a:pt x="0" y="104966"/>
                    <a:pt x="30290" y="135255"/>
                    <a:pt x="67628" y="135255"/>
                  </a:cubicBezTo>
                  <a:close/>
                  <a:moveTo>
                    <a:pt x="67628" y="10001"/>
                  </a:moveTo>
                  <a:cubicBezTo>
                    <a:pt x="99441" y="10001"/>
                    <a:pt x="125349" y="35909"/>
                    <a:pt x="125349" y="67723"/>
                  </a:cubicBezTo>
                  <a:cubicBezTo>
                    <a:pt x="125349" y="99536"/>
                    <a:pt x="99441" y="125444"/>
                    <a:pt x="67628" y="125444"/>
                  </a:cubicBezTo>
                  <a:cubicBezTo>
                    <a:pt x="35814" y="125444"/>
                    <a:pt x="9906" y="99536"/>
                    <a:pt x="9906" y="67723"/>
                  </a:cubicBezTo>
                  <a:cubicBezTo>
                    <a:pt x="9906" y="35909"/>
                    <a:pt x="35814" y="10001"/>
                    <a:pt x="67628" y="100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4226813" y="2366581"/>
              <a:ext cx="182308" cy="133064"/>
            </a:xfrm>
            <a:custGeom>
              <a:avLst/>
              <a:gdLst/>
              <a:ahLst/>
              <a:cxnLst/>
              <a:rect l="l" t="t" r="r" b="b"/>
              <a:pathLst>
                <a:path w="182308" h="133064" extrusionOk="0">
                  <a:moveTo>
                    <a:pt x="129350" y="58198"/>
                  </a:moveTo>
                  <a:cubicBezTo>
                    <a:pt x="136112" y="45815"/>
                    <a:pt x="140018" y="31528"/>
                    <a:pt x="140018" y="16383"/>
                  </a:cubicBezTo>
                  <a:cubicBezTo>
                    <a:pt x="140018" y="10859"/>
                    <a:pt x="139541" y="5334"/>
                    <a:pt x="138494" y="0"/>
                  </a:cubicBezTo>
                  <a:lnTo>
                    <a:pt x="128778" y="1810"/>
                  </a:lnTo>
                  <a:cubicBezTo>
                    <a:pt x="129635" y="6572"/>
                    <a:pt x="130112" y="11430"/>
                    <a:pt x="130112" y="16383"/>
                  </a:cubicBezTo>
                  <a:cubicBezTo>
                    <a:pt x="130112" y="59150"/>
                    <a:pt x="95345" y="93917"/>
                    <a:pt x="52578" y="93917"/>
                  </a:cubicBezTo>
                  <a:cubicBezTo>
                    <a:pt x="35624" y="93917"/>
                    <a:pt x="19431" y="88487"/>
                    <a:pt x="6001" y="78296"/>
                  </a:cubicBezTo>
                  <a:lnTo>
                    <a:pt x="0" y="86201"/>
                  </a:lnTo>
                  <a:cubicBezTo>
                    <a:pt x="15240" y="97727"/>
                    <a:pt x="33433" y="103823"/>
                    <a:pt x="52578" y="103823"/>
                  </a:cubicBezTo>
                  <a:cubicBezTo>
                    <a:pt x="67723" y="103823"/>
                    <a:pt x="81915" y="99917"/>
                    <a:pt x="94393" y="93155"/>
                  </a:cubicBezTo>
                  <a:lnTo>
                    <a:pt x="134303" y="133064"/>
                  </a:lnTo>
                  <a:lnTo>
                    <a:pt x="141256" y="126111"/>
                  </a:lnTo>
                  <a:lnTo>
                    <a:pt x="125349" y="110204"/>
                  </a:lnTo>
                  <a:lnTo>
                    <a:pt x="146304" y="89249"/>
                  </a:lnTo>
                  <a:lnTo>
                    <a:pt x="175355" y="118301"/>
                  </a:lnTo>
                  <a:lnTo>
                    <a:pt x="182309" y="111347"/>
                  </a:lnTo>
                  <a:lnTo>
                    <a:pt x="129254" y="58293"/>
                  </a:lnTo>
                  <a:close/>
                  <a:moveTo>
                    <a:pt x="118300" y="103156"/>
                  </a:moveTo>
                  <a:lnTo>
                    <a:pt x="102965" y="87821"/>
                  </a:lnTo>
                  <a:cubicBezTo>
                    <a:pt x="111062" y="82106"/>
                    <a:pt x="118205" y="74962"/>
                    <a:pt x="123920" y="66866"/>
                  </a:cubicBezTo>
                  <a:lnTo>
                    <a:pt x="139256" y="82201"/>
                  </a:lnTo>
                  <a:lnTo>
                    <a:pt x="118300" y="10315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4241386" y="2345055"/>
              <a:ext cx="75914" cy="75914"/>
            </a:xfrm>
            <a:custGeom>
              <a:avLst/>
              <a:gdLst/>
              <a:ahLst/>
              <a:cxnLst/>
              <a:rect l="l" t="t" r="r" b="b"/>
              <a:pathLst>
                <a:path w="75914" h="75914" extrusionOk="0">
                  <a:moveTo>
                    <a:pt x="19812" y="75914"/>
                  </a:moveTo>
                  <a:lnTo>
                    <a:pt x="56102" y="75914"/>
                  </a:lnTo>
                  <a:lnTo>
                    <a:pt x="56102" y="56102"/>
                  </a:lnTo>
                  <a:lnTo>
                    <a:pt x="75914" y="56102"/>
                  </a:lnTo>
                  <a:lnTo>
                    <a:pt x="75914" y="19812"/>
                  </a:lnTo>
                  <a:lnTo>
                    <a:pt x="56102" y="19812"/>
                  </a:lnTo>
                  <a:lnTo>
                    <a:pt x="56102" y="0"/>
                  </a:lnTo>
                  <a:lnTo>
                    <a:pt x="19812" y="0"/>
                  </a:lnTo>
                  <a:lnTo>
                    <a:pt x="19812" y="19812"/>
                  </a:lnTo>
                  <a:lnTo>
                    <a:pt x="0" y="19812"/>
                  </a:lnTo>
                  <a:lnTo>
                    <a:pt x="0" y="56102"/>
                  </a:lnTo>
                  <a:lnTo>
                    <a:pt x="19812" y="56102"/>
                  </a:lnTo>
                  <a:lnTo>
                    <a:pt x="19812" y="75914"/>
                  </a:lnTo>
                  <a:close/>
                  <a:moveTo>
                    <a:pt x="10001" y="46196"/>
                  </a:moveTo>
                  <a:lnTo>
                    <a:pt x="10001" y="29718"/>
                  </a:lnTo>
                  <a:lnTo>
                    <a:pt x="29813" y="29718"/>
                  </a:lnTo>
                  <a:lnTo>
                    <a:pt x="29813" y="9906"/>
                  </a:lnTo>
                  <a:lnTo>
                    <a:pt x="46292" y="9906"/>
                  </a:lnTo>
                  <a:lnTo>
                    <a:pt x="46292" y="29718"/>
                  </a:lnTo>
                  <a:lnTo>
                    <a:pt x="66104" y="29718"/>
                  </a:lnTo>
                  <a:lnTo>
                    <a:pt x="66104" y="46196"/>
                  </a:lnTo>
                  <a:lnTo>
                    <a:pt x="46292" y="46196"/>
                  </a:lnTo>
                  <a:lnTo>
                    <a:pt x="46292" y="66008"/>
                  </a:lnTo>
                  <a:lnTo>
                    <a:pt x="29813" y="66008"/>
                  </a:lnTo>
                  <a:lnTo>
                    <a:pt x="29813" y="46196"/>
                  </a:lnTo>
                  <a:lnTo>
                    <a:pt x="10001" y="4619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4122228" y="2437447"/>
              <a:ext cx="34290" cy="26384"/>
            </a:xfrm>
            <a:custGeom>
              <a:avLst/>
              <a:gdLst/>
              <a:ahLst/>
              <a:cxnLst/>
              <a:rect l="l" t="t" r="r" b="b"/>
              <a:pathLst>
                <a:path w="34290" h="26384" extrusionOk="0">
                  <a:moveTo>
                    <a:pt x="34290" y="17145"/>
                  </a:moveTo>
                  <a:cubicBezTo>
                    <a:pt x="24003" y="13240"/>
                    <a:pt x="14764" y="7430"/>
                    <a:pt x="6763" y="0"/>
                  </a:cubicBezTo>
                  <a:lnTo>
                    <a:pt x="0" y="7239"/>
                  </a:lnTo>
                  <a:cubicBezTo>
                    <a:pt x="8954" y="15526"/>
                    <a:pt x="19241" y="21908"/>
                    <a:pt x="30671" y="26384"/>
                  </a:cubicBezTo>
                  <a:lnTo>
                    <a:pt x="34195" y="171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4098702" y="2406967"/>
              <a:ext cx="13239" cy="13144"/>
            </a:xfrm>
            <a:custGeom>
              <a:avLst/>
              <a:gdLst/>
              <a:ahLst/>
              <a:cxnLst/>
              <a:rect l="l" t="t" r="r" b="b"/>
              <a:pathLst>
                <a:path w="13239" h="13144" extrusionOk="0">
                  <a:moveTo>
                    <a:pt x="9144" y="0"/>
                  </a:moveTo>
                  <a:lnTo>
                    <a:pt x="0" y="3715"/>
                  </a:lnTo>
                  <a:cubicBezTo>
                    <a:pt x="1333" y="6858"/>
                    <a:pt x="2858" y="10096"/>
                    <a:pt x="4477" y="13144"/>
                  </a:cubicBezTo>
                  <a:lnTo>
                    <a:pt x="8858" y="10763"/>
                  </a:lnTo>
                  <a:lnTo>
                    <a:pt x="13240" y="8572"/>
                  </a:lnTo>
                  <a:lnTo>
                    <a:pt x="13240" y="8382"/>
                  </a:lnTo>
                  <a:cubicBezTo>
                    <a:pt x="11621" y="5620"/>
                    <a:pt x="10287" y="2857"/>
                    <a:pt x="9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4108703" y="2423350"/>
              <a:ext cx="13906" cy="13906"/>
            </a:xfrm>
            <a:custGeom>
              <a:avLst/>
              <a:gdLst/>
              <a:ahLst/>
              <a:cxnLst/>
              <a:rect l="l" t="t" r="r" b="b"/>
              <a:pathLst>
                <a:path w="13906" h="13906" extrusionOk="0">
                  <a:moveTo>
                    <a:pt x="13811" y="7430"/>
                  </a:moveTo>
                  <a:cubicBezTo>
                    <a:pt x="11811" y="5048"/>
                    <a:pt x="9906" y="2572"/>
                    <a:pt x="8096" y="0"/>
                  </a:cubicBezTo>
                  <a:lnTo>
                    <a:pt x="0" y="5620"/>
                  </a:lnTo>
                  <a:cubicBezTo>
                    <a:pt x="2000" y="8477"/>
                    <a:pt x="4096" y="11240"/>
                    <a:pt x="6382" y="13906"/>
                  </a:cubicBezTo>
                  <a:lnTo>
                    <a:pt x="13907" y="743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4180236" y="2283904"/>
              <a:ext cx="26765" cy="26765"/>
            </a:xfrm>
            <a:custGeom>
              <a:avLst/>
              <a:gdLst/>
              <a:ahLst/>
              <a:cxnLst/>
              <a:rect l="l" t="t" r="r" b="b"/>
              <a:pathLst>
                <a:path w="26765" h="26765" extrusionOk="0">
                  <a:moveTo>
                    <a:pt x="0" y="6953"/>
                  </a:moveTo>
                  <a:lnTo>
                    <a:pt x="6953" y="0"/>
                  </a:lnTo>
                  <a:lnTo>
                    <a:pt x="26765" y="19812"/>
                  </a:lnTo>
                  <a:lnTo>
                    <a:pt x="19812" y="26765"/>
                  </a:lnTo>
                  <a:lnTo>
                    <a:pt x="0" y="69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4218336" y="2270950"/>
              <a:ext cx="9906" cy="26384"/>
            </a:xfrm>
            <a:custGeom>
              <a:avLst/>
              <a:gdLst/>
              <a:ahLst/>
              <a:cxnLst/>
              <a:rect l="l" t="t" r="r" b="b"/>
              <a:pathLst>
                <a:path w="9906" h="26384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26384"/>
                  </a:lnTo>
                  <a:lnTo>
                    <a:pt x="0" y="263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4167377" y="2322004"/>
              <a:ext cx="26384" cy="9905"/>
            </a:xfrm>
            <a:custGeom>
              <a:avLst/>
              <a:gdLst/>
              <a:ahLst/>
              <a:cxnLst/>
              <a:rect l="l" t="t" r="r" b="b"/>
              <a:pathLst>
                <a:path w="26384" h="9905" extrusionOk="0">
                  <a:moveTo>
                    <a:pt x="0" y="0"/>
                  </a:moveTo>
                  <a:lnTo>
                    <a:pt x="26384" y="0"/>
                  </a:lnTo>
                  <a:lnTo>
                    <a:pt x="26384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17"/>
          <p:cNvGrpSpPr/>
          <p:nvPr/>
        </p:nvGrpSpPr>
        <p:grpSpPr>
          <a:xfrm>
            <a:off x="4402922" y="4105275"/>
            <a:ext cx="338136" cy="287844"/>
            <a:chOff x="7034212" y="4371975"/>
            <a:chExt cx="338136" cy="287844"/>
          </a:xfrm>
        </p:grpSpPr>
        <p:sp>
          <p:nvSpPr>
            <p:cNvPr id="154" name="Google Shape;154;p17"/>
            <p:cNvSpPr/>
            <p:nvPr/>
          </p:nvSpPr>
          <p:spPr>
            <a:xfrm>
              <a:off x="7192803" y="4371975"/>
              <a:ext cx="143732" cy="150018"/>
            </a:xfrm>
            <a:custGeom>
              <a:avLst/>
              <a:gdLst/>
              <a:ahLst/>
              <a:cxnLst/>
              <a:rect l="l" t="t" r="r" b="b"/>
              <a:pathLst>
                <a:path w="143732" h="150018" extrusionOk="0">
                  <a:moveTo>
                    <a:pt x="40672" y="25908"/>
                  </a:moveTo>
                  <a:cubicBezTo>
                    <a:pt x="50959" y="15621"/>
                    <a:pt x="64675" y="9906"/>
                    <a:pt x="79248" y="9906"/>
                  </a:cubicBezTo>
                  <a:cubicBezTo>
                    <a:pt x="93821" y="9906"/>
                    <a:pt x="107537" y="15621"/>
                    <a:pt x="117824" y="25908"/>
                  </a:cubicBezTo>
                  <a:cubicBezTo>
                    <a:pt x="128111" y="36195"/>
                    <a:pt x="133826" y="49911"/>
                    <a:pt x="133826" y="64484"/>
                  </a:cubicBezTo>
                  <a:cubicBezTo>
                    <a:pt x="133826" y="79058"/>
                    <a:pt x="128111" y="92774"/>
                    <a:pt x="117824" y="103061"/>
                  </a:cubicBezTo>
                  <a:lnTo>
                    <a:pt x="77914" y="142970"/>
                  </a:lnTo>
                  <a:lnTo>
                    <a:pt x="84963" y="150019"/>
                  </a:lnTo>
                  <a:lnTo>
                    <a:pt x="124873" y="110109"/>
                  </a:lnTo>
                  <a:cubicBezTo>
                    <a:pt x="137065" y="97917"/>
                    <a:pt x="143732" y="81725"/>
                    <a:pt x="143732" y="64484"/>
                  </a:cubicBezTo>
                  <a:cubicBezTo>
                    <a:pt x="143732" y="47244"/>
                    <a:pt x="137065" y="31051"/>
                    <a:pt x="124873" y="18859"/>
                  </a:cubicBezTo>
                  <a:cubicBezTo>
                    <a:pt x="112681" y="6667"/>
                    <a:pt x="96488" y="0"/>
                    <a:pt x="79248" y="0"/>
                  </a:cubicBezTo>
                  <a:cubicBezTo>
                    <a:pt x="62008" y="0"/>
                    <a:pt x="45815" y="6667"/>
                    <a:pt x="33623" y="18859"/>
                  </a:cubicBezTo>
                  <a:lnTo>
                    <a:pt x="0" y="52483"/>
                  </a:lnTo>
                  <a:lnTo>
                    <a:pt x="7049" y="59531"/>
                  </a:lnTo>
                  <a:lnTo>
                    <a:pt x="40672" y="259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7102315" y="4431411"/>
              <a:ext cx="107537" cy="90677"/>
            </a:xfrm>
            <a:custGeom>
              <a:avLst/>
              <a:gdLst/>
              <a:ahLst/>
              <a:cxnLst/>
              <a:rect l="l" t="t" r="r" b="b"/>
              <a:pathLst>
                <a:path w="107537" h="90677" extrusionOk="0">
                  <a:moveTo>
                    <a:pt x="53721" y="43910"/>
                  </a:moveTo>
                  <a:lnTo>
                    <a:pt x="100489" y="90678"/>
                  </a:lnTo>
                  <a:lnTo>
                    <a:pt x="107537" y="83629"/>
                  </a:lnTo>
                  <a:lnTo>
                    <a:pt x="60770" y="36862"/>
                  </a:lnTo>
                  <a:lnTo>
                    <a:pt x="90583" y="7048"/>
                  </a:lnTo>
                  <a:lnTo>
                    <a:pt x="83534" y="0"/>
                  </a:lnTo>
                  <a:lnTo>
                    <a:pt x="0" y="83534"/>
                  </a:lnTo>
                  <a:lnTo>
                    <a:pt x="7049" y="90583"/>
                  </a:lnTo>
                  <a:lnTo>
                    <a:pt x="53816" y="4381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7110316" y="4530756"/>
              <a:ext cx="262032" cy="128968"/>
            </a:xfrm>
            <a:custGeom>
              <a:avLst/>
              <a:gdLst/>
              <a:ahLst/>
              <a:cxnLst/>
              <a:rect l="l" t="t" r="r" b="b"/>
              <a:pathLst>
                <a:path w="262032" h="128968" extrusionOk="0">
                  <a:moveTo>
                    <a:pt x="197549" y="0"/>
                  </a:moveTo>
                  <a:lnTo>
                    <a:pt x="153734" y="0"/>
                  </a:lnTo>
                  <a:lnTo>
                    <a:pt x="153734" y="9906"/>
                  </a:lnTo>
                  <a:lnTo>
                    <a:pt x="197549" y="9906"/>
                  </a:lnTo>
                  <a:cubicBezTo>
                    <a:pt x="227648" y="9906"/>
                    <a:pt x="252127" y="34385"/>
                    <a:pt x="252127" y="64484"/>
                  </a:cubicBezTo>
                  <a:cubicBezTo>
                    <a:pt x="252127" y="94583"/>
                    <a:pt x="227648" y="119063"/>
                    <a:pt x="197549" y="119063"/>
                  </a:cubicBezTo>
                  <a:lnTo>
                    <a:pt x="97917" y="119063"/>
                  </a:lnTo>
                  <a:lnTo>
                    <a:pt x="97917" y="51245"/>
                  </a:lnTo>
                  <a:lnTo>
                    <a:pt x="88011" y="51245"/>
                  </a:lnTo>
                  <a:lnTo>
                    <a:pt x="88011" y="119063"/>
                  </a:lnTo>
                  <a:lnTo>
                    <a:pt x="0" y="119063"/>
                  </a:lnTo>
                  <a:lnTo>
                    <a:pt x="0" y="128968"/>
                  </a:lnTo>
                  <a:lnTo>
                    <a:pt x="197549" y="128968"/>
                  </a:lnTo>
                  <a:cubicBezTo>
                    <a:pt x="233077" y="128968"/>
                    <a:pt x="262033" y="100013"/>
                    <a:pt x="262033" y="64484"/>
                  </a:cubicBezTo>
                  <a:cubicBezTo>
                    <a:pt x="262033" y="28956"/>
                    <a:pt x="233077" y="0"/>
                    <a:pt x="1975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7034212" y="4530851"/>
              <a:ext cx="219836" cy="128968"/>
            </a:xfrm>
            <a:custGeom>
              <a:avLst/>
              <a:gdLst/>
              <a:ahLst/>
              <a:cxnLst/>
              <a:rect l="l" t="t" r="r" b="b"/>
              <a:pathLst>
                <a:path w="219836" h="128968" extrusionOk="0">
                  <a:moveTo>
                    <a:pt x="9906" y="64484"/>
                  </a:moveTo>
                  <a:cubicBezTo>
                    <a:pt x="9906" y="34385"/>
                    <a:pt x="34385" y="9906"/>
                    <a:pt x="64484" y="9906"/>
                  </a:cubicBezTo>
                  <a:lnTo>
                    <a:pt x="164116" y="9906"/>
                  </a:lnTo>
                  <a:lnTo>
                    <a:pt x="164116" y="41339"/>
                  </a:lnTo>
                  <a:lnTo>
                    <a:pt x="174022" y="41339"/>
                  </a:lnTo>
                  <a:lnTo>
                    <a:pt x="174022" y="9906"/>
                  </a:lnTo>
                  <a:lnTo>
                    <a:pt x="219837" y="9906"/>
                  </a:lnTo>
                  <a:lnTo>
                    <a:pt x="219837" y="0"/>
                  </a:lnTo>
                  <a:lnTo>
                    <a:pt x="64484" y="0"/>
                  </a:lnTo>
                  <a:cubicBezTo>
                    <a:pt x="28956" y="0"/>
                    <a:pt x="0" y="28956"/>
                    <a:pt x="0" y="64484"/>
                  </a:cubicBezTo>
                  <a:cubicBezTo>
                    <a:pt x="0" y="100013"/>
                    <a:pt x="28956" y="128969"/>
                    <a:pt x="64484" y="128969"/>
                  </a:cubicBezTo>
                  <a:lnTo>
                    <a:pt x="66104" y="128969"/>
                  </a:lnTo>
                  <a:lnTo>
                    <a:pt x="66104" y="119063"/>
                  </a:lnTo>
                  <a:lnTo>
                    <a:pt x="64484" y="119063"/>
                  </a:lnTo>
                  <a:cubicBezTo>
                    <a:pt x="34385" y="119063"/>
                    <a:pt x="9906" y="94583"/>
                    <a:pt x="9906" y="644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7061358" y="4567808"/>
              <a:ext cx="36385" cy="36385"/>
            </a:xfrm>
            <a:custGeom>
              <a:avLst/>
              <a:gdLst/>
              <a:ahLst/>
              <a:cxnLst/>
              <a:rect l="l" t="t" r="r" b="b"/>
              <a:pathLst>
                <a:path w="36385" h="36385" extrusionOk="0">
                  <a:moveTo>
                    <a:pt x="0" y="18193"/>
                  </a:moveTo>
                  <a:cubicBezTo>
                    <a:pt x="0" y="28194"/>
                    <a:pt x="8191" y="36386"/>
                    <a:pt x="18193" y="36386"/>
                  </a:cubicBezTo>
                  <a:cubicBezTo>
                    <a:pt x="28194" y="36386"/>
                    <a:pt x="36386" y="28194"/>
                    <a:pt x="36386" y="18193"/>
                  </a:cubicBezTo>
                  <a:cubicBezTo>
                    <a:pt x="36386" y="8192"/>
                    <a:pt x="28194" y="0"/>
                    <a:pt x="18193" y="0"/>
                  </a:cubicBezTo>
                  <a:cubicBezTo>
                    <a:pt x="8191" y="0"/>
                    <a:pt x="0" y="8192"/>
                    <a:pt x="0" y="18193"/>
                  </a:cubicBezTo>
                  <a:close/>
                  <a:moveTo>
                    <a:pt x="26479" y="18193"/>
                  </a:moveTo>
                  <a:cubicBezTo>
                    <a:pt x="26479" y="22765"/>
                    <a:pt x="22765" y="26479"/>
                    <a:pt x="18193" y="26479"/>
                  </a:cubicBezTo>
                  <a:cubicBezTo>
                    <a:pt x="13621" y="26479"/>
                    <a:pt x="9906" y="22765"/>
                    <a:pt x="9906" y="18193"/>
                  </a:cubicBezTo>
                  <a:cubicBezTo>
                    <a:pt x="9906" y="13621"/>
                    <a:pt x="13621" y="9906"/>
                    <a:pt x="18193" y="9906"/>
                  </a:cubicBezTo>
                  <a:cubicBezTo>
                    <a:pt x="22765" y="9906"/>
                    <a:pt x="26479" y="13621"/>
                    <a:pt x="26479" y="181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7128223" y="4553997"/>
              <a:ext cx="36385" cy="36385"/>
            </a:xfrm>
            <a:custGeom>
              <a:avLst/>
              <a:gdLst/>
              <a:ahLst/>
              <a:cxnLst/>
              <a:rect l="l" t="t" r="r" b="b"/>
              <a:pathLst>
                <a:path w="36385" h="36385" extrusionOk="0">
                  <a:moveTo>
                    <a:pt x="36386" y="18193"/>
                  </a:moveTo>
                  <a:cubicBezTo>
                    <a:pt x="36386" y="8192"/>
                    <a:pt x="28194" y="0"/>
                    <a:pt x="18193" y="0"/>
                  </a:cubicBezTo>
                  <a:cubicBezTo>
                    <a:pt x="8192" y="0"/>
                    <a:pt x="0" y="8192"/>
                    <a:pt x="0" y="18193"/>
                  </a:cubicBezTo>
                  <a:cubicBezTo>
                    <a:pt x="0" y="28194"/>
                    <a:pt x="8192" y="36385"/>
                    <a:pt x="18193" y="36385"/>
                  </a:cubicBezTo>
                  <a:cubicBezTo>
                    <a:pt x="28194" y="36385"/>
                    <a:pt x="36386" y="28194"/>
                    <a:pt x="36386" y="18193"/>
                  </a:cubicBezTo>
                  <a:close/>
                  <a:moveTo>
                    <a:pt x="18193" y="26384"/>
                  </a:moveTo>
                  <a:cubicBezTo>
                    <a:pt x="13621" y="26384"/>
                    <a:pt x="9906" y="22670"/>
                    <a:pt x="9906" y="18097"/>
                  </a:cubicBezTo>
                  <a:cubicBezTo>
                    <a:pt x="9906" y="13525"/>
                    <a:pt x="13621" y="9811"/>
                    <a:pt x="18193" y="9811"/>
                  </a:cubicBezTo>
                  <a:cubicBezTo>
                    <a:pt x="22765" y="9811"/>
                    <a:pt x="26479" y="13525"/>
                    <a:pt x="26479" y="18097"/>
                  </a:cubicBezTo>
                  <a:cubicBezTo>
                    <a:pt x="26479" y="22670"/>
                    <a:pt x="22765" y="26384"/>
                    <a:pt x="18193" y="263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7152703" y="4606861"/>
              <a:ext cx="36385" cy="36385"/>
            </a:xfrm>
            <a:custGeom>
              <a:avLst/>
              <a:gdLst/>
              <a:ahLst/>
              <a:cxnLst/>
              <a:rect l="l" t="t" r="r" b="b"/>
              <a:pathLst>
                <a:path w="36385" h="36385" extrusionOk="0">
                  <a:moveTo>
                    <a:pt x="18193" y="36386"/>
                  </a:moveTo>
                  <a:cubicBezTo>
                    <a:pt x="28194" y="36386"/>
                    <a:pt x="36386" y="28194"/>
                    <a:pt x="36386" y="18193"/>
                  </a:cubicBezTo>
                  <a:cubicBezTo>
                    <a:pt x="36386" y="8191"/>
                    <a:pt x="28194" y="0"/>
                    <a:pt x="18193" y="0"/>
                  </a:cubicBezTo>
                  <a:cubicBezTo>
                    <a:pt x="8191" y="0"/>
                    <a:pt x="0" y="8191"/>
                    <a:pt x="0" y="18193"/>
                  </a:cubicBezTo>
                  <a:cubicBezTo>
                    <a:pt x="0" y="28194"/>
                    <a:pt x="8191" y="36386"/>
                    <a:pt x="18193" y="36386"/>
                  </a:cubicBezTo>
                  <a:close/>
                  <a:moveTo>
                    <a:pt x="18193" y="9906"/>
                  </a:moveTo>
                  <a:cubicBezTo>
                    <a:pt x="22765" y="9906"/>
                    <a:pt x="26479" y="13621"/>
                    <a:pt x="26479" y="18193"/>
                  </a:cubicBezTo>
                  <a:cubicBezTo>
                    <a:pt x="26479" y="22765"/>
                    <a:pt x="22765" y="26479"/>
                    <a:pt x="18193" y="26479"/>
                  </a:cubicBezTo>
                  <a:cubicBezTo>
                    <a:pt x="13621" y="26479"/>
                    <a:pt x="9906" y="22765"/>
                    <a:pt x="9906" y="18193"/>
                  </a:cubicBezTo>
                  <a:cubicBezTo>
                    <a:pt x="9906" y="13621"/>
                    <a:pt x="13621" y="9906"/>
                    <a:pt x="18193" y="99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7099077" y="4598955"/>
              <a:ext cx="36385" cy="36385"/>
            </a:xfrm>
            <a:custGeom>
              <a:avLst/>
              <a:gdLst/>
              <a:ahLst/>
              <a:cxnLst/>
              <a:rect l="l" t="t" r="r" b="b"/>
              <a:pathLst>
                <a:path w="36385" h="36385" extrusionOk="0">
                  <a:moveTo>
                    <a:pt x="36386" y="18193"/>
                  </a:moveTo>
                  <a:cubicBezTo>
                    <a:pt x="36386" y="8192"/>
                    <a:pt x="28194" y="0"/>
                    <a:pt x="18193" y="0"/>
                  </a:cubicBezTo>
                  <a:cubicBezTo>
                    <a:pt x="8192" y="0"/>
                    <a:pt x="0" y="8192"/>
                    <a:pt x="0" y="18193"/>
                  </a:cubicBezTo>
                  <a:cubicBezTo>
                    <a:pt x="0" y="28194"/>
                    <a:pt x="8192" y="36385"/>
                    <a:pt x="18193" y="36385"/>
                  </a:cubicBezTo>
                  <a:cubicBezTo>
                    <a:pt x="28194" y="36385"/>
                    <a:pt x="36386" y="28194"/>
                    <a:pt x="36386" y="18193"/>
                  </a:cubicBezTo>
                  <a:close/>
                  <a:moveTo>
                    <a:pt x="9906" y="18193"/>
                  </a:moveTo>
                  <a:cubicBezTo>
                    <a:pt x="9906" y="13621"/>
                    <a:pt x="13621" y="9906"/>
                    <a:pt x="18193" y="9906"/>
                  </a:cubicBezTo>
                  <a:cubicBezTo>
                    <a:pt x="22765" y="9906"/>
                    <a:pt x="26479" y="13621"/>
                    <a:pt x="26479" y="18193"/>
                  </a:cubicBezTo>
                  <a:cubicBezTo>
                    <a:pt x="26479" y="22765"/>
                    <a:pt x="22765" y="26479"/>
                    <a:pt x="18193" y="26479"/>
                  </a:cubicBezTo>
                  <a:cubicBezTo>
                    <a:pt x="13621" y="26479"/>
                    <a:pt x="9906" y="22765"/>
                    <a:pt x="9906" y="181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7303864" y="4550568"/>
              <a:ext cx="43052" cy="27908"/>
            </a:xfrm>
            <a:custGeom>
              <a:avLst/>
              <a:gdLst/>
              <a:ahLst/>
              <a:cxnLst/>
              <a:rect l="l" t="t" r="r" b="b"/>
              <a:pathLst>
                <a:path w="43052" h="27908" extrusionOk="0">
                  <a:moveTo>
                    <a:pt x="34385" y="27908"/>
                  </a:moveTo>
                  <a:lnTo>
                    <a:pt x="43053" y="23050"/>
                  </a:lnTo>
                  <a:cubicBezTo>
                    <a:pt x="35147" y="8858"/>
                    <a:pt x="20193" y="0"/>
                    <a:pt x="4001" y="0"/>
                  </a:cubicBezTo>
                  <a:lnTo>
                    <a:pt x="0" y="0"/>
                  </a:lnTo>
                  <a:lnTo>
                    <a:pt x="0" y="9906"/>
                  </a:lnTo>
                  <a:lnTo>
                    <a:pt x="4001" y="9906"/>
                  </a:lnTo>
                  <a:cubicBezTo>
                    <a:pt x="16573" y="9906"/>
                    <a:pt x="28289" y="16764"/>
                    <a:pt x="34385" y="279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7264145" y="4550663"/>
              <a:ext cx="9905" cy="9906"/>
            </a:xfrm>
            <a:custGeom>
              <a:avLst/>
              <a:gdLst/>
              <a:ahLst/>
              <a:cxnLst/>
              <a:rect l="l" t="t" r="r" b="b"/>
              <a:pathLst>
                <a:path w="9905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7284052" y="4550663"/>
              <a:ext cx="9905" cy="9906"/>
            </a:xfrm>
            <a:custGeom>
              <a:avLst/>
              <a:gdLst/>
              <a:ahLst/>
              <a:cxnLst/>
              <a:rect l="l" t="t" r="r" b="b"/>
              <a:pathLst>
                <a:path w="9905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7200804" y="4446936"/>
              <a:ext cx="18859" cy="25336"/>
            </a:xfrm>
            <a:custGeom>
              <a:avLst/>
              <a:gdLst/>
              <a:ahLst/>
              <a:cxnLst/>
              <a:rect l="l" t="t" r="r" b="b"/>
              <a:pathLst>
                <a:path w="18859" h="25336" extrusionOk="0">
                  <a:moveTo>
                    <a:pt x="0" y="21146"/>
                  </a:moveTo>
                  <a:lnTo>
                    <a:pt x="9906" y="0"/>
                  </a:lnTo>
                  <a:lnTo>
                    <a:pt x="18860" y="4191"/>
                  </a:lnTo>
                  <a:lnTo>
                    <a:pt x="8954" y="25337"/>
                  </a:lnTo>
                  <a:lnTo>
                    <a:pt x="0" y="211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7218520" y="4487989"/>
              <a:ext cx="23812" cy="15525"/>
            </a:xfrm>
            <a:custGeom>
              <a:avLst/>
              <a:gdLst/>
              <a:ahLst/>
              <a:cxnLst/>
              <a:rect l="l" t="t" r="r" b="b"/>
              <a:pathLst>
                <a:path w="23812" h="15525" extrusionOk="0">
                  <a:moveTo>
                    <a:pt x="0" y="9525"/>
                  </a:moveTo>
                  <a:lnTo>
                    <a:pt x="2667" y="0"/>
                  </a:lnTo>
                  <a:lnTo>
                    <a:pt x="23813" y="6001"/>
                  </a:lnTo>
                  <a:lnTo>
                    <a:pt x="21146" y="15526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7236046" y="4431220"/>
              <a:ext cx="9906" cy="22479"/>
            </a:xfrm>
            <a:custGeom>
              <a:avLst/>
              <a:gdLst/>
              <a:ahLst/>
              <a:cxnLst/>
              <a:rect l="l" t="t" r="r" b="b"/>
              <a:pathLst>
                <a:path w="9906" h="22479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22479"/>
                  </a:lnTo>
                  <a:lnTo>
                    <a:pt x="0" y="22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7270051" y="4446746"/>
              <a:ext cx="15906" cy="21812"/>
            </a:xfrm>
            <a:custGeom>
              <a:avLst/>
              <a:gdLst/>
              <a:ahLst/>
              <a:cxnLst/>
              <a:rect l="l" t="t" r="r" b="b"/>
              <a:pathLst>
                <a:path w="15906" h="21812" extrusionOk="0">
                  <a:moveTo>
                    <a:pt x="0" y="3334"/>
                  </a:moveTo>
                  <a:lnTo>
                    <a:pt x="9334" y="0"/>
                  </a:lnTo>
                  <a:lnTo>
                    <a:pt x="15907" y="18478"/>
                  </a:lnTo>
                  <a:lnTo>
                    <a:pt x="6572" y="21812"/>
                  </a:lnTo>
                  <a:lnTo>
                    <a:pt x="0" y="333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7287672" y="4418361"/>
              <a:ext cx="11239" cy="22383"/>
            </a:xfrm>
            <a:custGeom>
              <a:avLst/>
              <a:gdLst/>
              <a:ahLst/>
              <a:cxnLst/>
              <a:rect l="l" t="t" r="r" b="b"/>
              <a:pathLst>
                <a:path w="11239" h="22383" extrusionOk="0">
                  <a:moveTo>
                    <a:pt x="0" y="571"/>
                  </a:moveTo>
                  <a:lnTo>
                    <a:pt x="9906" y="0"/>
                  </a:lnTo>
                  <a:lnTo>
                    <a:pt x="11240" y="21812"/>
                  </a:lnTo>
                  <a:lnTo>
                    <a:pt x="1334" y="22384"/>
                  </a:lnTo>
                  <a:lnTo>
                    <a:pt x="0" y="5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7252048" y="4407217"/>
              <a:ext cx="21621" cy="15430"/>
            </a:xfrm>
            <a:custGeom>
              <a:avLst/>
              <a:gdLst/>
              <a:ahLst/>
              <a:cxnLst/>
              <a:rect l="l" t="t" r="r" b="b"/>
              <a:pathLst>
                <a:path w="21621" h="15430" extrusionOk="0">
                  <a:moveTo>
                    <a:pt x="0" y="6001"/>
                  </a:moveTo>
                  <a:lnTo>
                    <a:pt x="18574" y="0"/>
                  </a:lnTo>
                  <a:lnTo>
                    <a:pt x="21622" y="9430"/>
                  </a:lnTo>
                  <a:lnTo>
                    <a:pt x="3048" y="15431"/>
                  </a:lnTo>
                  <a:lnTo>
                    <a:pt x="0" y="60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7249858" y="4471225"/>
              <a:ext cx="18002" cy="21907"/>
            </a:xfrm>
            <a:custGeom>
              <a:avLst/>
              <a:gdLst/>
              <a:ahLst/>
              <a:cxnLst/>
              <a:rect l="l" t="t" r="r" b="b"/>
              <a:pathLst>
                <a:path w="18002" h="21907" extrusionOk="0">
                  <a:moveTo>
                    <a:pt x="0" y="4667"/>
                  </a:moveTo>
                  <a:lnTo>
                    <a:pt x="8763" y="0"/>
                  </a:lnTo>
                  <a:lnTo>
                    <a:pt x="18002" y="17240"/>
                  </a:lnTo>
                  <a:lnTo>
                    <a:pt x="9239" y="21908"/>
                  </a:lnTo>
                  <a:lnTo>
                    <a:pt x="0" y="46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" name="Google Shape;172;p17"/>
          <p:cNvGrpSpPr/>
          <p:nvPr/>
        </p:nvGrpSpPr>
        <p:grpSpPr>
          <a:xfrm>
            <a:off x="6060896" y="4055979"/>
            <a:ext cx="338327" cy="337661"/>
            <a:chOff x="8519921" y="3257454"/>
            <a:chExt cx="338327" cy="337661"/>
          </a:xfrm>
        </p:grpSpPr>
        <p:sp>
          <p:nvSpPr>
            <p:cNvPr id="173" name="Google Shape;173;p17"/>
            <p:cNvSpPr/>
            <p:nvPr/>
          </p:nvSpPr>
          <p:spPr>
            <a:xfrm>
              <a:off x="8519921" y="3322986"/>
              <a:ext cx="132302" cy="184975"/>
            </a:xfrm>
            <a:custGeom>
              <a:avLst/>
              <a:gdLst/>
              <a:ahLst/>
              <a:cxnLst/>
              <a:rect l="l" t="t" r="r" b="b"/>
              <a:pathLst>
                <a:path w="132302" h="184975" extrusionOk="0">
                  <a:moveTo>
                    <a:pt x="10096" y="80677"/>
                  </a:moveTo>
                  <a:cubicBezTo>
                    <a:pt x="10096" y="64198"/>
                    <a:pt x="17526" y="48292"/>
                    <a:pt x="32671" y="32004"/>
                  </a:cubicBezTo>
                  <a:lnTo>
                    <a:pt x="91059" y="90392"/>
                  </a:lnTo>
                  <a:cubicBezTo>
                    <a:pt x="79534" y="102679"/>
                    <a:pt x="74105" y="112776"/>
                    <a:pt x="74105" y="122111"/>
                  </a:cubicBezTo>
                  <a:cubicBezTo>
                    <a:pt x="74105" y="127064"/>
                    <a:pt x="75629" y="131731"/>
                    <a:pt x="78677" y="136303"/>
                  </a:cubicBezTo>
                  <a:cubicBezTo>
                    <a:pt x="83820" y="144113"/>
                    <a:pt x="111252" y="171736"/>
                    <a:pt x="125635" y="184975"/>
                  </a:cubicBezTo>
                  <a:lnTo>
                    <a:pt x="132302" y="177641"/>
                  </a:lnTo>
                  <a:cubicBezTo>
                    <a:pt x="115920" y="162687"/>
                    <a:pt x="90869" y="136874"/>
                    <a:pt x="86868" y="130778"/>
                  </a:cubicBezTo>
                  <a:cubicBezTo>
                    <a:pt x="84868" y="127825"/>
                    <a:pt x="84011" y="125063"/>
                    <a:pt x="84011" y="122015"/>
                  </a:cubicBezTo>
                  <a:cubicBezTo>
                    <a:pt x="84011" y="114776"/>
                    <a:pt x="89726" y="105537"/>
                    <a:pt x="101441" y="93726"/>
                  </a:cubicBezTo>
                  <a:lnTo>
                    <a:pt x="115443" y="79724"/>
                  </a:lnTo>
                  <a:cubicBezTo>
                    <a:pt x="120111" y="75057"/>
                    <a:pt x="122682" y="68770"/>
                    <a:pt x="122682" y="62198"/>
                  </a:cubicBezTo>
                  <a:cubicBezTo>
                    <a:pt x="122682" y="55626"/>
                    <a:pt x="120111" y="49340"/>
                    <a:pt x="115443" y="44672"/>
                  </a:cubicBezTo>
                  <a:lnTo>
                    <a:pt x="78010" y="7239"/>
                  </a:lnTo>
                  <a:cubicBezTo>
                    <a:pt x="73343" y="2572"/>
                    <a:pt x="67056" y="0"/>
                    <a:pt x="60484" y="0"/>
                  </a:cubicBezTo>
                  <a:cubicBezTo>
                    <a:pt x="53912" y="0"/>
                    <a:pt x="47625" y="2572"/>
                    <a:pt x="42958" y="7239"/>
                  </a:cubicBezTo>
                  <a:lnTo>
                    <a:pt x="28956" y="21241"/>
                  </a:lnTo>
                  <a:cubicBezTo>
                    <a:pt x="9525" y="40672"/>
                    <a:pt x="0" y="60103"/>
                    <a:pt x="0" y="80486"/>
                  </a:cubicBezTo>
                  <a:cubicBezTo>
                    <a:pt x="0" y="100870"/>
                    <a:pt x="10192" y="123539"/>
                    <a:pt x="32004" y="150019"/>
                  </a:cubicBezTo>
                  <a:lnTo>
                    <a:pt x="39624" y="143732"/>
                  </a:lnTo>
                  <a:cubicBezTo>
                    <a:pt x="19336" y="119158"/>
                    <a:pt x="9906" y="99060"/>
                    <a:pt x="9906" y="80486"/>
                  </a:cubicBezTo>
                  <a:close/>
                  <a:moveTo>
                    <a:pt x="50197" y="14383"/>
                  </a:moveTo>
                  <a:cubicBezTo>
                    <a:pt x="52959" y="11620"/>
                    <a:pt x="56769" y="10001"/>
                    <a:pt x="60674" y="10001"/>
                  </a:cubicBezTo>
                  <a:cubicBezTo>
                    <a:pt x="64580" y="10001"/>
                    <a:pt x="68389" y="11525"/>
                    <a:pt x="71152" y="14383"/>
                  </a:cubicBezTo>
                  <a:lnTo>
                    <a:pt x="108585" y="51816"/>
                  </a:lnTo>
                  <a:cubicBezTo>
                    <a:pt x="111347" y="54578"/>
                    <a:pt x="112967" y="58388"/>
                    <a:pt x="112967" y="62294"/>
                  </a:cubicBezTo>
                  <a:cubicBezTo>
                    <a:pt x="112967" y="66199"/>
                    <a:pt x="111443" y="70009"/>
                    <a:pt x="108585" y="72771"/>
                  </a:cubicBezTo>
                  <a:lnTo>
                    <a:pt x="98108" y="83248"/>
                  </a:lnTo>
                  <a:lnTo>
                    <a:pt x="39720" y="24860"/>
                  </a:lnTo>
                  <a:lnTo>
                    <a:pt x="50197" y="1438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8659082" y="3257454"/>
              <a:ext cx="198881" cy="191833"/>
            </a:xfrm>
            <a:custGeom>
              <a:avLst/>
              <a:gdLst/>
              <a:ahLst/>
              <a:cxnLst/>
              <a:rect l="l" t="t" r="r" b="b"/>
              <a:pathLst>
                <a:path w="198881" h="191833" extrusionOk="0">
                  <a:moveTo>
                    <a:pt x="28289" y="191834"/>
                  </a:moveTo>
                  <a:lnTo>
                    <a:pt x="107918" y="148781"/>
                  </a:lnTo>
                  <a:lnTo>
                    <a:pt x="198881" y="148781"/>
                  </a:lnTo>
                  <a:lnTo>
                    <a:pt x="198881" y="0"/>
                  </a:lnTo>
                  <a:lnTo>
                    <a:pt x="149542" y="0"/>
                  </a:lnTo>
                  <a:lnTo>
                    <a:pt x="149542" y="9906"/>
                  </a:lnTo>
                  <a:lnTo>
                    <a:pt x="188976" y="9906"/>
                  </a:lnTo>
                  <a:lnTo>
                    <a:pt x="188976" y="138779"/>
                  </a:lnTo>
                  <a:lnTo>
                    <a:pt x="105441" y="138779"/>
                  </a:lnTo>
                  <a:lnTo>
                    <a:pt x="38290" y="175069"/>
                  </a:lnTo>
                  <a:lnTo>
                    <a:pt x="38290" y="138779"/>
                  </a:lnTo>
                  <a:lnTo>
                    <a:pt x="9906" y="138779"/>
                  </a:lnTo>
                  <a:lnTo>
                    <a:pt x="9906" y="118110"/>
                  </a:lnTo>
                  <a:lnTo>
                    <a:pt x="0" y="118110"/>
                  </a:lnTo>
                  <a:lnTo>
                    <a:pt x="0" y="148685"/>
                  </a:lnTo>
                  <a:lnTo>
                    <a:pt x="28384" y="148685"/>
                  </a:lnTo>
                  <a:lnTo>
                    <a:pt x="28384" y="19173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8658986" y="3257550"/>
              <a:ext cx="139731" cy="108204"/>
            </a:xfrm>
            <a:custGeom>
              <a:avLst/>
              <a:gdLst/>
              <a:ahLst/>
              <a:cxnLst/>
              <a:rect l="l" t="t" r="r" b="b"/>
              <a:pathLst>
                <a:path w="139731" h="108204" extrusionOk="0">
                  <a:moveTo>
                    <a:pt x="9906" y="9906"/>
                  </a:moveTo>
                  <a:lnTo>
                    <a:pt x="139732" y="9906"/>
                  </a:lnTo>
                  <a:lnTo>
                    <a:pt x="139732" y="0"/>
                  </a:lnTo>
                  <a:lnTo>
                    <a:pt x="0" y="0"/>
                  </a:lnTo>
                  <a:lnTo>
                    <a:pt x="0" y="108204"/>
                  </a:lnTo>
                  <a:lnTo>
                    <a:pt x="9906" y="108204"/>
                  </a:lnTo>
                  <a:lnTo>
                    <a:pt x="9906" y="9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8755474" y="3446907"/>
              <a:ext cx="9905" cy="25145"/>
            </a:xfrm>
            <a:custGeom>
              <a:avLst/>
              <a:gdLst/>
              <a:ahLst/>
              <a:cxnLst/>
              <a:rect l="l" t="t" r="r" b="b"/>
              <a:pathLst>
                <a:path w="9905" h="25145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25146"/>
                  </a:lnTo>
                  <a:lnTo>
                    <a:pt x="0" y="25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8776715" y="3461956"/>
              <a:ext cx="26860" cy="26860"/>
            </a:xfrm>
            <a:custGeom>
              <a:avLst/>
              <a:gdLst/>
              <a:ahLst/>
              <a:cxnLst/>
              <a:rect l="l" t="t" r="r" b="b"/>
              <a:pathLst>
                <a:path w="26860" h="26860" extrusionOk="0">
                  <a:moveTo>
                    <a:pt x="0" y="19812"/>
                  </a:moveTo>
                  <a:lnTo>
                    <a:pt x="19812" y="0"/>
                  </a:lnTo>
                  <a:lnTo>
                    <a:pt x="26861" y="7048"/>
                  </a:lnTo>
                  <a:lnTo>
                    <a:pt x="7048" y="26860"/>
                  </a:lnTo>
                  <a:lnTo>
                    <a:pt x="0" y="198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8793479" y="3500151"/>
              <a:ext cx="25146" cy="9905"/>
            </a:xfrm>
            <a:custGeom>
              <a:avLst/>
              <a:gdLst/>
              <a:ahLst/>
              <a:cxnLst/>
              <a:rect l="l" t="t" r="r" b="b"/>
              <a:pathLst>
                <a:path w="25146" h="9905" extrusionOk="0">
                  <a:moveTo>
                    <a:pt x="0" y="0"/>
                  </a:moveTo>
                  <a:lnTo>
                    <a:pt x="25146" y="0"/>
                  </a:lnTo>
                  <a:lnTo>
                    <a:pt x="2514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7"/>
            <p:cNvSpPr/>
            <p:nvPr/>
          </p:nvSpPr>
          <p:spPr>
            <a:xfrm>
              <a:off x="8558402" y="3472624"/>
              <a:ext cx="279844" cy="122491"/>
            </a:xfrm>
            <a:custGeom>
              <a:avLst/>
              <a:gdLst/>
              <a:ahLst/>
              <a:cxnLst/>
              <a:rect l="l" t="t" r="r" b="b"/>
              <a:pathLst>
                <a:path w="279844" h="122491" extrusionOk="0">
                  <a:moveTo>
                    <a:pt x="242792" y="93726"/>
                  </a:moveTo>
                  <a:cubicBezTo>
                    <a:pt x="237363" y="99155"/>
                    <a:pt x="230124" y="102203"/>
                    <a:pt x="222313" y="102203"/>
                  </a:cubicBezTo>
                  <a:lnTo>
                    <a:pt x="203454" y="102203"/>
                  </a:lnTo>
                  <a:cubicBezTo>
                    <a:pt x="206502" y="99631"/>
                    <a:pt x="209550" y="96869"/>
                    <a:pt x="212598" y="93726"/>
                  </a:cubicBezTo>
                  <a:lnTo>
                    <a:pt x="226600" y="79724"/>
                  </a:lnTo>
                  <a:cubicBezTo>
                    <a:pt x="231267" y="75057"/>
                    <a:pt x="233839" y="68771"/>
                    <a:pt x="233839" y="62198"/>
                  </a:cubicBezTo>
                  <a:cubicBezTo>
                    <a:pt x="233839" y="55626"/>
                    <a:pt x="231267" y="49339"/>
                    <a:pt x="226600" y="44672"/>
                  </a:cubicBezTo>
                  <a:lnTo>
                    <a:pt x="189166" y="7239"/>
                  </a:lnTo>
                  <a:cubicBezTo>
                    <a:pt x="184499" y="2572"/>
                    <a:pt x="178212" y="0"/>
                    <a:pt x="171640" y="0"/>
                  </a:cubicBezTo>
                  <a:cubicBezTo>
                    <a:pt x="165068" y="0"/>
                    <a:pt x="158782" y="2572"/>
                    <a:pt x="154114" y="7239"/>
                  </a:cubicBezTo>
                  <a:lnTo>
                    <a:pt x="140112" y="21241"/>
                  </a:lnTo>
                  <a:cubicBezTo>
                    <a:pt x="128397" y="32956"/>
                    <a:pt x="119158" y="38671"/>
                    <a:pt x="111823" y="38671"/>
                  </a:cubicBezTo>
                  <a:cubicBezTo>
                    <a:pt x="108871" y="38671"/>
                    <a:pt x="106108" y="37719"/>
                    <a:pt x="103061" y="35719"/>
                  </a:cubicBezTo>
                  <a:cubicBezTo>
                    <a:pt x="102679" y="35528"/>
                    <a:pt x="102108" y="35052"/>
                    <a:pt x="100965" y="34195"/>
                  </a:cubicBezTo>
                  <a:lnTo>
                    <a:pt x="94773" y="41910"/>
                  </a:lnTo>
                  <a:cubicBezTo>
                    <a:pt x="95917" y="42767"/>
                    <a:pt x="96774" y="43529"/>
                    <a:pt x="97536" y="44005"/>
                  </a:cubicBezTo>
                  <a:cubicBezTo>
                    <a:pt x="102203" y="47054"/>
                    <a:pt x="106775" y="48577"/>
                    <a:pt x="111728" y="48577"/>
                  </a:cubicBezTo>
                  <a:cubicBezTo>
                    <a:pt x="120967" y="48577"/>
                    <a:pt x="131159" y="43148"/>
                    <a:pt x="143446" y="31623"/>
                  </a:cubicBezTo>
                  <a:lnTo>
                    <a:pt x="201835" y="90011"/>
                  </a:lnTo>
                  <a:cubicBezTo>
                    <a:pt x="185547" y="105156"/>
                    <a:pt x="169640" y="112585"/>
                    <a:pt x="153162" y="112585"/>
                  </a:cubicBezTo>
                  <a:cubicBezTo>
                    <a:pt x="116871" y="112585"/>
                    <a:pt x="79914" y="75629"/>
                    <a:pt x="44101" y="39814"/>
                  </a:cubicBezTo>
                  <a:cubicBezTo>
                    <a:pt x="31052" y="26765"/>
                    <a:pt x="18383" y="13906"/>
                    <a:pt x="7429" y="1429"/>
                  </a:cubicBezTo>
                  <a:lnTo>
                    <a:pt x="0" y="8001"/>
                  </a:lnTo>
                  <a:cubicBezTo>
                    <a:pt x="11144" y="20669"/>
                    <a:pt x="23908" y="33623"/>
                    <a:pt x="37147" y="46863"/>
                  </a:cubicBezTo>
                  <a:cubicBezTo>
                    <a:pt x="74390" y="84106"/>
                    <a:pt x="112776" y="122492"/>
                    <a:pt x="153162" y="122492"/>
                  </a:cubicBezTo>
                  <a:cubicBezTo>
                    <a:pt x="165545" y="122492"/>
                    <a:pt x="177546" y="118967"/>
                    <a:pt x="189452" y="111919"/>
                  </a:cubicBezTo>
                  <a:lnTo>
                    <a:pt x="222123" y="111919"/>
                  </a:lnTo>
                  <a:cubicBezTo>
                    <a:pt x="232505" y="111919"/>
                    <a:pt x="242221" y="107918"/>
                    <a:pt x="249555" y="100584"/>
                  </a:cubicBezTo>
                  <a:cubicBezTo>
                    <a:pt x="254984" y="95155"/>
                    <a:pt x="262223" y="92107"/>
                    <a:pt x="270034" y="92107"/>
                  </a:cubicBezTo>
                  <a:lnTo>
                    <a:pt x="279845" y="92107"/>
                  </a:lnTo>
                  <a:lnTo>
                    <a:pt x="279845" y="82201"/>
                  </a:lnTo>
                  <a:lnTo>
                    <a:pt x="270034" y="82201"/>
                  </a:lnTo>
                  <a:cubicBezTo>
                    <a:pt x="259652" y="82201"/>
                    <a:pt x="249936" y="86201"/>
                    <a:pt x="242601" y="93535"/>
                  </a:cubicBezTo>
                  <a:close/>
                  <a:moveTo>
                    <a:pt x="150780" y="24860"/>
                  </a:moveTo>
                  <a:lnTo>
                    <a:pt x="161258" y="14383"/>
                  </a:lnTo>
                  <a:cubicBezTo>
                    <a:pt x="164020" y="11621"/>
                    <a:pt x="167830" y="10001"/>
                    <a:pt x="171735" y="10001"/>
                  </a:cubicBezTo>
                  <a:cubicBezTo>
                    <a:pt x="175641" y="10001"/>
                    <a:pt x="179451" y="11525"/>
                    <a:pt x="182213" y="14383"/>
                  </a:cubicBezTo>
                  <a:lnTo>
                    <a:pt x="219646" y="51816"/>
                  </a:lnTo>
                  <a:cubicBezTo>
                    <a:pt x="222409" y="54578"/>
                    <a:pt x="224028" y="58388"/>
                    <a:pt x="224028" y="62293"/>
                  </a:cubicBezTo>
                  <a:cubicBezTo>
                    <a:pt x="224028" y="66199"/>
                    <a:pt x="222504" y="70009"/>
                    <a:pt x="219646" y="72771"/>
                  </a:cubicBezTo>
                  <a:lnTo>
                    <a:pt x="209169" y="83249"/>
                  </a:lnTo>
                  <a:lnTo>
                    <a:pt x="150780" y="248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8848343" y="3555015"/>
              <a:ext cx="9905" cy="9906"/>
            </a:xfrm>
            <a:custGeom>
              <a:avLst/>
              <a:gdLst/>
              <a:ahLst/>
              <a:cxnLst/>
              <a:rect l="l" t="t" r="r" b="b"/>
              <a:pathLst>
                <a:path w="9905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8707087" y="3280600"/>
              <a:ext cx="102584" cy="102584"/>
            </a:xfrm>
            <a:custGeom>
              <a:avLst/>
              <a:gdLst/>
              <a:ahLst/>
              <a:cxnLst/>
              <a:rect l="l" t="t" r="r" b="b"/>
              <a:pathLst>
                <a:path w="102584" h="102584" extrusionOk="0">
                  <a:moveTo>
                    <a:pt x="76105" y="102584"/>
                  </a:moveTo>
                  <a:lnTo>
                    <a:pt x="76105" y="76105"/>
                  </a:lnTo>
                  <a:lnTo>
                    <a:pt x="102584" y="76105"/>
                  </a:lnTo>
                  <a:lnTo>
                    <a:pt x="102584" y="26479"/>
                  </a:lnTo>
                  <a:lnTo>
                    <a:pt x="76105" y="26479"/>
                  </a:lnTo>
                  <a:lnTo>
                    <a:pt x="76105" y="0"/>
                  </a:lnTo>
                  <a:lnTo>
                    <a:pt x="26479" y="0"/>
                  </a:lnTo>
                  <a:lnTo>
                    <a:pt x="26479" y="26479"/>
                  </a:lnTo>
                  <a:lnTo>
                    <a:pt x="0" y="26479"/>
                  </a:lnTo>
                  <a:lnTo>
                    <a:pt x="0" y="76105"/>
                  </a:lnTo>
                  <a:lnTo>
                    <a:pt x="26479" y="76105"/>
                  </a:lnTo>
                  <a:lnTo>
                    <a:pt x="26479" y="102584"/>
                  </a:lnTo>
                  <a:lnTo>
                    <a:pt x="76105" y="102584"/>
                  </a:lnTo>
                  <a:close/>
                  <a:moveTo>
                    <a:pt x="10001" y="66199"/>
                  </a:moveTo>
                  <a:lnTo>
                    <a:pt x="10001" y="36481"/>
                  </a:lnTo>
                  <a:lnTo>
                    <a:pt x="36481" y="36481"/>
                  </a:lnTo>
                  <a:lnTo>
                    <a:pt x="36481" y="10001"/>
                  </a:lnTo>
                  <a:lnTo>
                    <a:pt x="66199" y="10001"/>
                  </a:lnTo>
                  <a:lnTo>
                    <a:pt x="66199" y="36481"/>
                  </a:lnTo>
                  <a:lnTo>
                    <a:pt x="92678" y="36481"/>
                  </a:lnTo>
                  <a:lnTo>
                    <a:pt x="92678" y="66199"/>
                  </a:lnTo>
                  <a:lnTo>
                    <a:pt x="66199" y="66199"/>
                  </a:lnTo>
                  <a:lnTo>
                    <a:pt x="66199" y="92678"/>
                  </a:lnTo>
                  <a:lnTo>
                    <a:pt x="36481" y="92678"/>
                  </a:lnTo>
                  <a:lnTo>
                    <a:pt x="36481" y="66199"/>
                  </a:lnTo>
                  <a:lnTo>
                    <a:pt x="10001" y="661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8539924" y="3383375"/>
              <a:ext cx="13716" cy="21812"/>
            </a:xfrm>
            <a:custGeom>
              <a:avLst/>
              <a:gdLst/>
              <a:ahLst/>
              <a:cxnLst/>
              <a:rect l="l" t="t" r="r" b="b"/>
              <a:pathLst>
                <a:path w="13716" h="21812" extrusionOk="0">
                  <a:moveTo>
                    <a:pt x="4763" y="0"/>
                  </a:moveTo>
                  <a:cubicBezTo>
                    <a:pt x="1619" y="6763"/>
                    <a:pt x="0" y="13716"/>
                    <a:pt x="0" y="20574"/>
                  </a:cubicBezTo>
                  <a:cubicBezTo>
                    <a:pt x="0" y="20955"/>
                    <a:pt x="0" y="21431"/>
                    <a:pt x="0" y="21812"/>
                  </a:cubicBezTo>
                  <a:lnTo>
                    <a:pt x="9906" y="21526"/>
                  </a:lnTo>
                  <a:cubicBezTo>
                    <a:pt x="9906" y="21526"/>
                    <a:pt x="9906" y="20860"/>
                    <a:pt x="9906" y="20574"/>
                  </a:cubicBezTo>
                  <a:cubicBezTo>
                    <a:pt x="9906" y="15145"/>
                    <a:pt x="11144" y="9715"/>
                    <a:pt x="13716" y="4191"/>
                  </a:cubicBezTo>
                  <a:lnTo>
                    <a:pt x="4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7"/>
            <p:cNvSpPr/>
            <p:nvPr/>
          </p:nvSpPr>
          <p:spPr>
            <a:xfrm>
              <a:off x="8541543" y="3413569"/>
              <a:ext cx="12668" cy="12572"/>
            </a:xfrm>
            <a:custGeom>
              <a:avLst/>
              <a:gdLst/>
              <a:ahLst/>
              <a:cxnLst/>
              <a:rect l="l" t="t" r="r" b="b"/>
              <a:pathLst>
                <a:path w="12668" h="12572" extrusionOk="0">
                  <a:moveTo>
                    <a:pt x="12668" y="8668"/>
                  </a:moveTo>
                  <a:cubicBezTo>
                    <a:pt x="11335" y="5525"/>
                    <a:pt x="10383" y="2762"/>
                    <a:pt x="9620" y="0"/>
                  </a:cubicBezTo>
                  <a:lnTo>
                    <a:pt x="0" y="2476"/>
                  </a:lnTo>
                  <a:cubicBezTo>
                    <a:pt x="858" y="5620"/>
                    <a:pt x="2000" y="8954"/>
                    <a:pt x="3524" y="12573"/>
                  </a:cubicBezTo>
                  <a:lnTo>
                    <a:pt x="12668" y="866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7"/>
            <p:cNvSpPr/>
            <p:nvPr/>
          </p:nvSpPr>
          <p:spPr>
            <a:xfrm>
              <a:off x="8653462" y="3539299"/>
              <a:ext cx="18383" cy="17430"/>
            </a:xfrm>
            <a:custGeom>
              <a:avLst/>
              <a:gdLst/>
              <a:ahLst/>
              <a:cxnLst/>
              <a:rect l="l" t="t" r="r" b="b"/>
              <a:pathLst>
                <a:path w="18383" h="17430" extrusionOk="0">
                  <a:moveTo>
                    <a:pt x="6382" y="0"/>
                  </a:moveTo>
                  <a:lnTo>
                    <a:pt x="0" y="7620"/>
                  </a:lnTo>
                  <a:cubicBezTo>
                    <a:pt x="4382" y="11239"/>
                    <a:pt x="8573" y="14573"/>
                    <a:pt x="12573" y="17431"/>
                  </a:cubicBezTo>
                  <a:lnTo>
                    <a:pt x="18383" y="9430"/>
                  </a:lnTo>
                  <a:cubicBezTo>
                    <a:pt x="14574" y="6667"/>
                    <a:pt x="10573" y="3524"/>
                    <a:pt x="6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8674417" y="3554063"/>
              <a:ext cx="13525" cy="13620"/>
            </a:xfrm>
            <a:custGeom>
              <a:avLst/>
              <a:gdLst/>
              <a:ahLst/>
              <a:cxnLst/>
              <a:rect l="l" t="t" r="r" b="b"/>
              <a:pathLst>
                <a:path w="13525" h="13620" extrusionOk="0">
                  <a:moveTo>
                    <a:pt x="5334" y="95"/>
                  </a:moveTo>
                  <a:lnTo>
                    <a:pt x="0" y="8477"/>
                  </a:lnTo>
                  <a:cubicBezTo>
                    <a:pt x="3048" y="10382"/>
                    <a:pt x="6096" y="12097"/>
                    <a:pt x="8954" y="13621"/>
                  </a:cubicBezTo>
                  <a:lnTo>
                    <a:pt x="13525" y="4763"/>
                  </a:lnTo>
                  <a:cubicBezTo>
                    <a:pt x="10859" y="3429"/>
                    <a:pt x="8096" y="1810"/>
                    <a:pt x="5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17"/>
          <p:cNvGrpSpPr/>
          <p:nvPr/>
        </p:nvGrpSpPr>
        <p:grpSpPr>
          <a:xfrm>
            <a:off x="7725698" y="4074215"/>
            <a:ext cx="338518" cy="337184"/>
            <a:chOff x="5557646" y="2705100"/>
            <a:chExt cx="338518" cy="337184"/>
          </a:xfrm>
        </p:grpSpPr>
        <p:sp>
          <p:nvSpPr>
            <p:cNvPr id="187" name="Google Shape;187;p17"/>
            <p:cNvSpPr/>
            <p:nvPr/>
          </p:nvSpPr>
          <p:spPr>
            <a:xfrm>
              <a:off x="5557646" y="2918460"/>
              <a:ext cx="129920" cy="97726"/>
            </a:xfrm>
            <a:custGeom>
              <a:avLst/>
              <a:gdLst/>
              <a:ahLst/>
              <a:cxnLst/>
              <a:rect l="l" t="t" r="r" b="b"/>
              <a:pathLst>
                <a:path w="129920" h="97726" extrusionOk="0">
                  <a:moveTo>
                    <a:pt x="41529" y="75057"/>
                  </a:moveTo>
                  <a:lnTo>
                    <a:pt x="41529" y="24765"/>
                  </a:lnTo>
                  <a:lnTo>
                    <a:pt x="59626" y="24765"/>
                  </a:lnTo>
                  <a:lnTo>
                    <a:pt x="60674" y="24194"/>
                  </a:lnTo>
                  <a:cubicBezTo>
                    <a:pt x="60674" y="24194"/>
                    <a:pt x="88201" y="9906"/>
                    <a:pt x="114681" y="9906"/>
                  </a:cubicBezTo>
                  <a:lnTo>
                    <a:pt x="114681" y="9906"/>
                  </a:lnTo>
                  <a:cubicBezTo>
                    <a:pt x="119348" y="9906"/>
                    <a:pt x="123825" y="10382"/>
                    <a:pt x="127825" y="11240"/>
                  </a:cubicBezTo>
                  <a:lnTo>
                    <a:pt x="129921" y="1524"/>
                  </a:lnTo>
                  <a:cubicBezTo>
                    <a:pt x="125158" y="476"/>
                    <a:pt x="120015" y="0"/>
                    <a:pt x="114586" y="0"/>
                  </a:cubicBezTo>
                  <a:lnTo>
                    <a:pt x="114586" y="0"/>
                  </a:lnTo>
                  <a:cubicBezTo>
                    <a:pt x="88487" y="0"/>
                    <a:pt x="62770" y="12002"/>
                    <a:pt x="57055" y="14764"/>
                  </a:cubicBezTo>
                  <a:lnTo>
                    <a:pt x="41338" y="14764"/>
                  </a:lnTo>
                  <a:lnTo>
                    <a:pt x="41338" y="1905"/>
                  </a:lnTo>
                  <a:lnTo>
                    <a:pt x="0" y="1905"/>
                  </a:lnTo>
                  <a:lnTo>
                    <a:pt x="0" y="11811"/>
                  </a:lnTo>
                  <a:lnTo>
                    <a:pt x="31432" y="11811"/>
                  </a:lnTo>
                  <a:lnTo>
                    <a:pt x="31432" y="87821"/>
                  </a:lnTo>
                  <a:lnTo>
                    <a:pt x="0" y="87821"/>
                  </a:lnTo>
                  <a:lnTo>
                    <a:pt x="0" y="97727"/>
                  </a:lnTo>
                  <a:lnTo>
                    <a:pt x="41338" y="97727"/>
                  </a:lnTo>
                  <a:lnTo>
                    <a:pt x="41338" y="84868"/>
                  </a:lnTo>
                  <a:lnTo>
                    <a:pt x="70294" y="84868"/>
                  </a:lnTo>
                  <a:lnTo>
                    <a:pt x="109061" y="97155"/>
                  </a:lnTo>
                  <a:lnTo>
                    <a:pt x="112014" y="87725"/>
                  </a:lnTo>
                  <a:lnTo>
                    <a:pt x="71818" y="75057"/>
                  </a:lnTo>
                  <a:lnTo>
                    <a:pt x="41338" y="7505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5676423" y="2923412"/>
              <a:ext cx="219741" cy="118872"/>
            </a:xfrm>
            <a:custGeom>
              <a:avLst/>
              <a:gdLst/>
              <a:ahLst/>
              <a:cxnLst/>
              <a:rect l="l" t="t" r="r" b="b"/>
              <a:pathLst>
                <a:path w="219741" h="118872" extrusionOk="0">
                  <a:moveTo>
                    <a:pt x="216313" y="24670"/>
                  </a:moveTo>
                  <a:cubicBezTo>
                    <a:pt x="209455" y="15050"/>
                    <a:pt x="198310" y="9335"/>
                    <a:pt x="186499" y="9335"/>
                  </a:cubicBezTo>
                  <a:cubicBezTo>
                    <a:pt x="180404" y="9335"/>
                    <a:pt x="174307" y="10858"/>
                    <a:pt x="168973" y="13811"/>
                  </a:cubicBezTo>
                  <a:lnTo>
                    <a:pt x="113824" y="43910"/>
                  </a:lnTo>
                  <a:cubicBezTo>
                    <a:pt x="111538" y="34862"/>
                    <a:pt x="103346" y="28194"/>
                    <a:pt x="93631" y="28194"/>
                  </a:cubicBezTo>
                  <a:lnTo>
                    <a:pt x="48673" y="28194"/>
                  </a:lnTo>
                  <a:cubicBezTo>
                    <a:pt x="46006" y="22860"/>
                    <a:pt x="40481" y="12668"/>
                    <a:pt x="35052" y="8668"/>
                  </a:cubicBezTo>
                  <a:cubicBezTo>
                    <a:pt x="31147" y="5144"/>
                    <a:pt x="26575" y="2191"/>
                    <a:pt x="21622" y="0"/>
                  </a:cubicBezTo>
                  <a:lnTo>
                    <a:pt x="17716" y="9049"/>
                  </a:lnTo>
                  <a:cubicBezTo>
                    <a:pt x="21812" y="10763"/>
                    <a:pt x="25432" y="13145"/>
                    <a:pt x="28670" y="16097"/>
                  </a:cubicBezTo>
                  <a:lnTo>
                    <a:pt x="28956" y="16288"/>
                  </a:lnTo>
                  <a:lnTo>
                    <a:pt x="29242" y="16478"/>
                  </a:lnTo>
                  <a:cubicBezTo>
                    <a:pt x="32671" y="18860"/>
                    <a:pt x="38290" y="28861"/>
                    <a:pt x="41148" y="35147"/>
                  </a:cubicBezTo>
                  <a:lnTo>
                    <a:pt x="42481" y="38005"/>
                  </a:lnTo>
                  <a:lnTo>
                    <a:pt x="93726" y="38005"/>
                  </a:lnTo>
                  <a:cubicBezTo>
                    <a:pt x="99727" y="38005"/>
                    <a:pt x="104584" y="42863"/>
                    <a:pt x="104584" y="48863"/>
                  </a:cubicBezTo>
                  <a:cubicBezTo>
                    <a:pt x="104584" y="54864"/>
                    <a:pt x="99727" y="59722"/>
                    <a:pt x="93726" y="59722"/>
                  </a:cubicBezTo>
                  <a:lnTo>
                    <a:pt x="26289" y="59722"/>
                  </a:lnTo>
                  <a:lnTo>
                    <a:pt x="26289" y="69628"/>
                  </a:lnTo>
                  <a:lnTo>
                    <a:pt x="93726" y="69628"/>
                  </a:lnTo>
                  <a:cubicBezTo>
                    <a:pt x="102965" y="69628"/>
                    <a:pt x="110776" y="63627"/>
                    <a:pt x="113538" y="55245"/>
                  </a:cubicBezTo>
                  <a:lnTo>
                    <a:pt x="173831" y="22289"/>
                  </a:lnTo>
                  <a:cubicBezTo>
                    <a:pt x="177736" y="20193"/>
                    <a:pt x="182213" y="19050"/>
                    <a:pt x="186595" y="19050"/>
                  </a:cubicBezTo>
                  <a:cubicBezTo>
                    <a:pt x="193548" y="19050"/>
                    <a:pt x="200215" y="21717"/>
                    <a:pt x="205073" y="26479"/>
                  </a:cubicBezTo>
                  <a:lnTo>
                    <a:pt x="74009" y="108109"/>
                  </a:lnTo>
                  <a:lnTo>
                    <a:pt x="2953" y="85630"/>
                  </a:lnTo>
                  <a:lnTo>
                    <a:pt x="0" y="95060"/>
                  </a:lnTo>
                  <a:lnTo>
                    <a:pt x="75438" y="118872"/>
                  </a:lnTo>
                  <a:lnTo>
                    <a:pt x="219742" y="28956"/>
                  </a:lnTo>
                  <a:lnTo>
                    <a:pt x="216503" y="243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5842920" y="2723864"/>
              <a:ext cx="13906" cy="14001"/>
            </a:xfrm>
            <a:custGeom>
              <a:avLst/>
              <a:gdLst/>
              <a:ahLst/>
              <a:cxnLst/>
              <a:rect l="l" t="t" r="r" b="b"/>
              <a:pathLst>
                <a:path w="13906" h="14001" extrusionOk="0">
                  <a:moveTo>
                    <a:pt x="6096" y="14002"/>
                  </a:moveTo>
                  <a:lnTo>
                    <a:pt x="13907" y="7906"/>
                  </a:lnTo>
                  <a:cubicBezTo>
                    <a:pt x="12097" y="5620"/>
                    <a:pt x="10192" y="3429"/>
                    <a:pt x="8096" y="1333"/>
                  </a:cubicBezTo>
                  <a:cubicBezTo>
                    <a:pt x="7620" y="857"/>
                    <a:pt x="7144" y="476"/>
                    <a:pt x="6763" y="0"/>
                  </a:cubicBezTo>
                  <a:lnTo>
                    <a:pt x="0" y="7239"/>
                  </a:lnTo>
                  <a:cubicBezTo>
                    <a:pt x="0" y="7239"/>
                    <a:pt x="762" y="8001"/>
                    <a:pt x="1143" y="8382"/>
                  </a:cubicBezTo>
                  <a:cubicBezTo>
                    <a:pt x="2953" y="10192"/>
                    <a:pt x="4572" y="12001"/>
                    <a:pt x="6096" y="140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5655372" y="2827591"/>
              <a:ext cx="14001" cy="14001"/>
            </a:xfrm>
            <a:custGeom>
              <a:avLst/>
              <a:gdLst/>
              <a:ahLst/>
              <a:cxnLst/>
              <a:rect l="l" t="t" r="r" b="b"/>
              <a:pathLst>
                <a:path w="14001" h="14001" extrusionOk="0">
                  <a:moveTo>
                    <a:pt x="0" y="6953"/>
                  </a:moveTo>
                  <a:lnTo>
                    <a:pt x="7049" y="0"/>
                  </a:lnTo>
                  <a:lnTo>
                    <a:pt x="14002" y="7048"/>
                  </a:lnTo>
                  <a:lnTo>
                    <a:pt x="6953" y="14002"/>
                  </a:lnTo>
                  <a:lnTo>
                    <a:pt x="0" y="69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5669374" y="2740723"/>
              <a:ext cx="201930" cy="186309"/>
            </a:xfrm>
            <a:custGeom>
              <a:avLst/>
              <a:gdLst/>
              <a:ahLst/>
              <a:cxnLst/>
              <a:rect l="l" t="t" r="r" b="b"/>
              <a:pathLst>
                <a:path w="201930" h="186309" extrusionOk="0">
                  <a:moveTo>
                    <a:pt x="192119" y="33433"/>
                  </a:moveTo>
                  <a:cubicBezTo>
                    <a:pt x="192119" y="49149"/>
                    <a:pt x="186023" y="64008"/>
                    <a:pt x="174879" y="75152"/>
                  </a:cubicBezTo>
                  <a:lnTo>
                    <a:pt x="79248" y="171164"/>
                  </a:lnTo>
                  <a:lnTo>
                    <a:pt x="78105" y="172307"/>
                  </a:lnTo>
                  <a:lnTo>
                    <a:pt x="7049" y="100965"/>
                  </a:lnTo>
                  <a:lnTo>
                    <a:pt x="0" y="107918"/>
                  </a:lnTo>
                  <a:lnTo>
                    <a:pt x="78105" y="186309"/>
                  </a:lnTo>
                  <a:lnTo>
                    <a:pt x="181832" y="82105"/>
                  </a:lnTo>
                  <a:cubicBezTo>
                    <a:pt x="194786" y="69056"/>
                    <a:pt x="201930" y="51816"/>
                    <a:pt x="201930" y="33433"/>
                  </a:cubicBezTo>
                  <a:cubicBezTo>
                    <a:pt x="201930" y="21717"/>
                    <a:pt x="198977" y="10192"/>
                    <a:pt x="193358" y="0"/>
                  </a:cubicBezTo>
                  <a:lnTo>
                    <a:pt x="184690" y="4763"/>
                  </a:lnTo>
                  <a:cubicBezTo>
                    <a:pt x="189547" y="13430"/>
                    <a:pt x="192024" y="23336"/>
                    <a:pt x="192024" y="334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5623750" y="2705100"/>
              <a:ext cx="217741" cy="122396"/>
            </a:xfrm>
            <a:custGeom>
              <a:avLst/>
              <a:gdLst/>
              <a:ahLst/>
              <a:cxnLst/>
              <a:rect l="l" t="t" r="r" b="b"/>
              <a:pathLst>
                <a:path w="217741" h="122396" extrusionOk="0">
                  <a:moveTo>
                    <a:pt x="24574" y="122396"/>
                  </a:moveTo>
                  <a:lnTo>
                    <a:pt x="31623" y="115443"/>
                  </a:lnTo>
                  <a:lnTo>
                    <a:pt x="26956" y="110776"/>
                  </a:lnTo>
                  <a:cubicBezTo>
                    <a:pt x="15811" y="99631"/>
                    <a:pt x="9715" y="84773"/>
                    <a:pt x="9715" y="69056"/>
                  </a:cubicBezTo>
                  <a:cubicBezTo>
                    <a:pt x="9715" y="53340"/>
                    <a:pt x="15907" y="38386"/>
                    <a:pt x="27146" y="27146"/>
                  </a:cubicBezTo>
                  <a:cubicBezTo>
                    <a:pt x="38290" y="16002"/>
                    <a:pt x="53149" y="9906"/>
                    <a:pt x="68866" y="9906"/>
                  </a:cubicBezTo>
                  <a:cubicBezTo>
                    <a:pt x="84582" y="9906"/>
                    <a:pt x="99536" y="16097"/>
                    <a:pt x="110776" y="27337"/>
                  </a:cubicBezTo>
                  <a:lnTo>
                    <a:pt x="117919" y="34480"/>
                  </a:lnTo>
                  <a:lnTo>
                    <a:pt x="123730" y="40386"/>
                  </a:lnTo>
                  <a:lnTo>
                    <a:pt x="136779" y="27337"/>
                  </a:lnTo>
                  <a:cubicBezTo>
                    <a:pt x="147923" y="16097"/>
                    <a:pt x="162782" y="9906"/>
                    <a:pt x="178689" y="9906"/>
                  </a:cubicBezTo>
                  <a:cubicBezTo>
                    <a:pt x="190690" y="9906"/>
                    <a:pt x="202311" y="13525"/>
                    <a:pt x="212122" y="20288"/>
                  </a:cubicBezTo>
                  <a:lnTo>
                    <a:pt x="217741" y="12097"/>
                  </a:lnTo>
                  <a:cubicBezTo>
                    <a:pt x="206216" y="4191"/>
                    <a:pt x="192691" y="0"/>
                    <a:pt x="178689" y="0"/>
                  </a:cubicBezTo>
                  <a:cubicBezTo>
                    <a:pt x="160210" y="0"/>
                    <a:pt x="142875" y="7239"/>
                    <a:pt x="129826" y="20288"/>
                  </a:cubicBezTo>
                  <a:lnTo>
                    <a:pt x="123825" y="26289"/>
                  </a:lnTo>
                  <a:lnTo>
                    <a:pt x="117824" y="20288"/>
                  </a:lnTo>
                  <a:cubicBezTo>
                    <a:pt x="104775" y="7239"/>
                    <a:pt x="87439" y="0"/>
                    <a:pt x="68961" y="0"/>
                  </a:cubicBezTo>
                  <a:cubicBezTo>
                    <a:pt x="50482" y="0"/>
                    <a:pt x="33242" y="7144"/>
                    <a:pt x="20288" y="20098"/>
                  </a:cubicBezTo>
                  <a:cubicBezTo>
                    <a:pt x="7239" y="33147"/>
                    <a:pt x="0" y="50482"/>
                    <a:pt x="0" y="68961"/>
                  </a:cubicBezTo>
                  <a:cubicBezTo>
                    <a:pt x="0" y="87440"/>
                    <a:pt x="7144" y="104680"/>
                    <a:pt x="20098" y="117634"/>
                  </a:cubicBezTo>
                  <a:lnTo>
                    <a:pt x="24765" y="1223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5696330" y="2759297"/>
              <a:ext cx="102298" cy="102298"/>
            </a:xfrm>
            <a:custGeom>
              <a:avLst/>
              <a:gdLst/>
              <a:ahLst/>
              <a:cxnLst/>
              <a:rect l="l" t="t" r="r" b="b"/>
              <a:pathLst>
                <a:path w="102298" h="102298" extrusionOk="0">
                  <a:moveTo>
                    <a:pt x="26384" y="0"/>
                  </a:moveTo>
                  <a:lnTo>
                    <a:pt x="26384" y="26384"/>
                  </a:lnTo>
                  <a:lnTo>
                    <a:pt x="0" y="26384"/>
                  </a:lnTo>
                  <a:lnTo>
                    <a:pt x="0" y="75914"/>
                  </a:lnTo>
                  <a:lnTo>
                    <a:pt x="26384" y="75914"/>
                  </a:lnTo>
                  <a:lnTo>
                    <a:pt x="26384" y="102299"/>
                  </a:lnTo>
                  <a:lnTo>
                    <a:pt x="75914" y="102299"/>
                  </a:lnTo>
                  <a:lnTo>
                    <a:pt x="75914" y="75914"/>
                  </a:lnTo>
                  <a:lnTo>
                    <a:pt x="102298" y="75914"/>
                  </a:lnTo>
                  <a:lnTo>
                    <a:pt x="102298" y="26384"/>
                  </a:lnTo>
                  <a:lnTo>
                    <a:pt x="75914" y="26384"/>
                  </a:lnTo>
                  <a:lnTo>
                    <a:pt x="75914" y="0"/>
                  </a:lnTo>
                  <a:lnTo>
                    <a:pt x="26384" y="0"/>
                  </a:lnTo>
                  <a:close/>
                  <a:moveTo>
                    <a:pt x="92392" y="36290"/>
                  </a:moveTo>
                  <a:lnTo>
                    <a:pt x="92392" y="66008"/>
                  </a:lnTo>
                  <a:lnTo>
                    <a:pt x="66008" y="66008"/>
                  </a:lnTo>
                  <a:lnTo>
                    <a:pt x="66008" y="92393"/>
                  </a:lnTo>
                  <a:lnTo>
                    <a:pt x="36290" y="92393"/>
                  </a:lnTo>
                  <a:lnTo>
                    <a:pt x="36290" y="66008"/>
                  </a:lnTo>
                  <a:lnTo>
                    <a:pt x="9906" y="66008"/>
                  </a:lnTo>
                  <a:lnTo>
                    <a:pt x="9906" y="36290"/>
                  </a:lnTo>
                  <a:lnTo>
                    <a:pt x="36290" y="36290"/>
                  </a:lnTo>
                  <a:lnTo>
                    <a:pt x="36290" y="9906"/>
                  </a:lnTo>
                  <a:lnTo>
                    <a:pt x="66008" y="9906"/>
                  </a:lnTo>
                  <a:lnTo>
                    <a:pt x="66008" y="36290"/>
                  </a:lnTo>
                  <a:lnTo>
                    <a:pt x="92392" y="362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5568695" y="2960465"/>
              <a:ext cx="9905" cy="9906"/>
            </a:xfrm>
            <a:custGeom>
              <a:avLst/>
              <a:gdLst/>
              <a:ahLst/>
              <a:cxnLst/>
              <a:rect l="l" t="t" r="r" b="b"/>
              <a:pathLst>
                <a:path w="9905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5568695" y="2940653"/>
              <a:ext cx="9905" cy="9905"/>
            </a:xfrm>
            <a:custGeom>
              <a:avLst/>
              <a:gdLst/>
              <a:ahLst/>
              <a:cxnLst/>
              <a:rect l="l" t="t" r="r" b="b"/>
              <a:pathLst>
                <a:path w="9905" h="9905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5631941" y="2943891"/>
              <a:ext cx="12668" cy="12763"/>
            </a:xfrm>
            <a:custGeom>
              <a:avLst/>
              <a:gdLst/>
              <a:ahLst/>
              <a:cxnLst/>
              <a:rect l="l" t="t" r="r" b="b"/>
              <a:pathLst>
                <a:path w="12668" h="12763" extrusionOk="0">
                  <a:moveTo>
                    <a:pt x="3715" y="12668"/>
                  </a:moveTo>
                  <a:cubicBezTo>
                    <a:pt x="6668" y="11525"/>
                    <a:pt x="9620" y="10382"/>
                    <a:pt x="12668" y="9430"/>
                  </a:cubicBezTo>
                  <a:lnTo>
                    <a:pt x="9620" y="0"/>
                  </a:lnTo>
                  <a:cubicBezTo>
                    <a:pt x="6382" y="1048"/>
                    <a:pt x="3143" y="2191"/>
                    <a:pt x="0" y="3524"/>
                  </a:cubicBezTo>
                  <a:lnTo>
                    <a:pt x="3715" y="1276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5651562" y="2938331"/>
              <a:ext cx="30765" cy="12322"/>
            </a:xfrm>
            <a:custGeom>
              <a:avLst/>
              <a:gdLst/>
              <a:ahLst/>
              <a:cxnLst/>
              <a:rect l="l" t="t" r="r" b="b"/>
              <a:pathLst>
                <a:path w="30765" h="12322" extrusionOk="0">
                  <a:moveTo>
                    <a:pt x="30766" y="893"/>
                  </a:moveTo>
                  <a:cubicBezTo>
                    <a:pt x="22288" y="-726"/>
                    <a:pt x="11811" y="-155"/>
                    <a:pt x="0" y="2703"/>
                  </a:cubicBezTo>
                  <a:lnTo>
                    <a:pt x="2286" y="12323"/>
                  </a:lnTo>
                  <a:cubicBezTo>
                    <a:pt x="12763" y="9846"/>
                    <a:pt x="21908" y="9275"/>
                    <a:pt x="28861" y="10608"/>
                  </a:cubicBezTo>
                  <a:lnTo>
                    <a:pt x="30766" y="89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5819393" y="2729769"/>
              <a:ext cx="32194" cy="44291"/>
            </a:xfrm>
            <a:custGeom>
              <a:avLst/>
              <a:gdLst/>
              <a:ahLst/>
              <a:cxnLst/>
              <a:rect l="l" t="t" r="r" b="b"/>
              <a:pathLst>
                <a:path w="32194" h="44291" extrusionOk="0">
                  <a:moveTo>
                    <a:pt x="32195" y="44291"/>
                  </a:moveTo>
                  <a:cubicBezTo>
                    <a:pt x="32195" y="31147"/>
                    <a:pt x="27051" y="18764"/>
                    <a:pt x="17717" y="9525"/>
                  </a:cubicBezTo>
                  <a:cubicBezTo>
                    <a:pt x="13811" y="5620"/>
                    <a:pt x="9239" y="2381"/>
                    <a:pt x="4286" y="0"/>
                  </a:cubicBezTo>
                  <a:lnTo>
                    <a:pt x="0" y="8953"/>
                  </a:lnTo>
                  <a:cubicBezTo>
                    <a:pt x="3905" y="10858"/>
                    <a:pt x="7525" y="13430"/>
                    <a:pt x="10668" y="16574"/>
                  </a:cubicBezTo>
                  <a:cubicBezTo>
                    <a:pt x="18097" y="24003"/>
                    <a:pt x="22193" y="33814"/>
                    <a:pt x="22193" y="44291"/>
                  </a:cubicBezTo>
                  <a:lnTo>
                    <a:pt x="32099" y="442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5802343" y="2724912"/>
              <a:ext cx="10953" cy="10858"/>
            </a:xfrm>
            <a:custGeom>
              <a:avLst/>
              <a:gdLst/>
              <a:ahLst/>
              <a:cxnLst/>
              <a:rect l="l" t="t" r="r" b="b"/>
              <a:pathLst>
                <a:path w="10953" h="10858" extrusionOk="0">
                  <a:moveTo>
                    <a:pt x="0" y="0"/>
                  </a:moveTo>
                  <a:lnTo>
                    <a:pt x="0" y="9906"/>
                  </a:lnTo>
                  <a:cubicBezTo>
                    <a:pt x="2953" y="9906"/>
                    <a:pt x="5905" y="10192"/>
                    <a:pt x="8763" y="10858"/>
                  </a:cubicBezTo>
                  <a:lnTo>
                    <a:pt x="10954" y="1238"/>
                  </a:lnTo>
                  <a:cubicBezTo>
                    <a:pt x="7429" y="476"/>
                    <a:pt x="3715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Healthcare infographics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lang="en" sz="8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1857747" y="1903969"/>
            <a:ext cx="1874700" cy="1874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68875" tIns="68875" rIns="68875" bIns="688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14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5362217" y="1327672"/>
            <a:ext cx="3220500" cy="3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How fast the heart beats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5350666" y="1023942"/>
            <a:ext cx="32205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Heart rate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9" name="Google Shape;209;p18"/>
          <p:cNvSpPr/>
          <p:nvPr/>
        </p:nvSpPr>
        <p:spPr>
          <a:xfrm flipH="1">
            <a:off x="5018845" y="1229176"/>
            <a:ext cx="301200" cy="301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73250" tIns="73250" rIns="73250" bIns="73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5362217" y="2057562"/>
            <a:ext cx="3220500" cy="3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Force of blood against artery walls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5350666" y="1753832"/>
            <a:ext cx="32205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Blood pressure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2" name="Google Shape;212;p18"/>
          <p:cNvSpPr/>
          <p:nvPr/>
        </p:nvSpPr>
        <p:spPr>
          <a:xfrm flipH="1">
            <a:off x="5018845" y="1959066"/>
            <a:ext cx="301200" cy="301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73250" tIns="73250" rIns="73250" bIns="73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5362217" y="2787441"/>
            <a:ext cx="3220500" cy="3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Body heat level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5350666" y="2483711"/>
            <a:ext cx="32205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Body temperature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>
            <a:off x="5018845" y="2688946"/>
            <a:ext cx="301200" cy="301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73250" tIns="73250" rIns="73250" bIns="73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5362217" y="3517326"/>
            <a:ext cx="3220500" cy="3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Breathing frequency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5350666" y="3213596"/>
            <a:ext cx="32205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Respiratory rate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8" name="Google Shape;218;p18"/>
          <p:cNvSpPr/>
          <p:nvPr/>
        </p:nvSpPr>
        <p:spPr>
          <a:xfrm flipH="1">
            <a:off x="5018845" y="3418830"/>
            <a:ext cx="301200" cy="301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73250" tIns="73250" rIns="73250" bIns="73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5362217" y="4247215"/>
            <a:ext cx="3220500" cy="3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Oxygen level in the blood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5350666" y="3943486"/>
            <a:ext cx="32205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Oxygen saturation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1" name="Google Shape;221;p18"/>
          <p:cNvSpPr/>
          <p:nvPr/>
        </p:nvSpPr>
        <p:spPr>
          <a:xfrm flipH="1">
            <a:off x="5018845" y="4148720"/>
            <a:ext cx="301200" cy="301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73250" tIns="73250" rIns="73250" bIns="73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222" name="Google Shape;222;p18"/>
          <p:cNvCxnSpPr>
            <a:stCxn id="206" idx="0"/>
            <a:endCxn id="209" idx="3"/>
          </p:cNvCxnSpPr>
          <p:nvPr/>
        </p:nvCxnSpPr>
        <p:spPr>
          <a:xfrm rot="-5400000">
            <a:off x="3644847" y="530119"/>
            <a:ext cx="524100" cy="22236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23;p18"/>
          <p:cNvCxnSpPr>
            <a:stCxn id="206" idx="7"/>
            <a:endCxn id="212" idx="3"/>
          </p:cNvCxnSpPr>
          <p:nvPr/>
        </p:nvCxnSpPr>
        <p:spPr>
          <a:xfrm rot="-5400000">
            <a:off x="4204003" y="1363713"/>
            <a:ext cx="68700" cy="15609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" name="Google Shape;224;p18"/>
          <p:cNvCxnSpPr>
            <a:stCxn id="206" idx="6"/>
            <a:endCxn id="215" idx="3"/>
          </p:cNvCxnSpPr>
          <p:nvPr/>
        </p:nvCxnSpPr>
        <p:spPr>
          <a:xfrm rot="10800000" flipH="1">
            <a:off x="3732447" y="2839519"/>
            <a:ext cx="1286400" cy="1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18"/>
          <p:cNvCxnSpPr>
            <a:stCxn id="206" idx="5"/>
            <a:endCxn id="218" idx="3"/>
          </p:cNvCxnSpPr>
          <p:nvPr/>
        </p:nvCxnSpPr>
        <p:spPr>
          <a:xfrm rot="-5400000" flipH="1">
            <a:off x="4205653" y="2756376"/>
            <a:ext cx="65400" cy="15609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" name="Google Shape;226;p18"/>
          <p:cNvCxnSpPr>
            <a:stCxn id="206" idx="4"/>
            <a:endCxn id="221" idx="3"/>
          </p:cNvCxnSpPr>
          <p:nvPr/>
        </p:nvCxnSpPr>
        <p:spPr>
          <a:xfrm rot="-5400000" flipH="1">
            <a:off x="3646497" y="2927269"/>
            <a:ext cx="520800" cy="22236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7" name="Google Shape;227;p18"/>
          <p:cNvSpPr/>
          <p:nvPr/>
        </p:nvSpPr>
        <p:spPr>
          <a:xfrm>
            <a:off x="761806" y="1164200"/>
            <a:ext cx="27537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561298" y="1164200"/>
            <a:ext cx="31068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SemiBold"/>
                <a:ea typeface="Montserrat SemiBold"/>
                <a:cs typeface="Montserrat SemiBold"/>
                <a:sym typeface="Montserrat SemiBold"/>
              </a:rPr>
              <a:t>Visual signs explained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29" name="Google Shape;229;p18" title="white-ball.png"/>
          <p:cNvPicPr preferRelativeResize="0"/>
          <p:nvPr/>
        </p:nvPicPr>
        <p:blipFill rotWithShape="1">
          <a:blip r:embed="rId4">
            <a:alphaModFix/>
          </a:blip>
          <a:srcRect l="32545" t="18605" r="29232" b="16882"/>
          <a:stretch/>
        </p:blipFill>
        <p:spPr>
          <a:xfrm>
            <a:off x="1059663" y="1707837"/>
            <a:ext cx="2341046" cy="2222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8" title="3d-rendered-pharmacy-building.jpg"/>
          <p:cNvPicPr preferRelativeResize="0"/>
          <p:nvPr/>
        </p:nvPicPr>
        <p:blipFill rotWithShape="1">
          <a:blip r:embed="rId5">
            <a:alphaModFix/>
          </a:blip>
          <a:srcRect l="12561" t="13865" r="13849" b="16214"/>
          <a:stretch/>
        </p:blipFill>
        <p:spPr>
          <a:xfrm>
            <a:off x="1857738" y="1681455"/>
            <a:ext cx="2220273" cy="2109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Healthcare infographics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lang="en" sz="8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2913900" y="1034713"/>
            <a:ext cx="33162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3182400" y="991375"/>
            <a:ext cx="2779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Patient experience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426435" y="1530013"/>
            <a:ext cx="26016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645285" y="1486688"/>
            <a:ext cx="2163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Patients feedback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3271204" y="1530013"/>
            <a:ext cx="26016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3380704" y="1486688"/>
            <a:ext cx="2382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Patients satisfaction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6115973" y="1510488"/>
            <a:ext cx="26016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6225473" y="1467163"/>
            <a:ext cx="2382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Average visit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45" name="Google Shape;245;p19" title="Gráfic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225" y="1916400"/>
            <a:ext cx="2286424" cy="2094278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9"/>
          <p:cNvSpPr/>
          <p:nvPr/>
        </p:nvSpPr>
        <p:spPr>
          <a:xfrm>
            <a:off x="426413" y="4154090"/>
            <a:ext cx="11094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459488" y="4114790"/>
            <a:ext cx="1109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Male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1866288" y="4154090"/>
            <a:ext cx="11094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1899363" y="4114790"/>
            <a:ext cx="1109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Female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50" name="Google Shape;250;p19" title="white-ball.png"/>
          <p:cNvPicPr preferRelativeResize="0"/>
          <p:nvPr/>
        </p:nvPicPr>
        <p:blipFill rotWithShape="1">
          <a:blip r:embed="rId6">
            <a:alphaModFix/>
          </a:blip>
          <a:srcRect l="32545" t="18605" r="29232" b="16882"/>
          <a:stretch/>
        </p:blipFill>
        <p:spPr>
          <a:xfrm>
            <a:off x="1432975" y="2689948"/>
            <a:ext cx="548923" cy="52115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9"/>
          <p:cNvSpPr/>
          <p:nvPr/>
        </p:nvSpPr>
        <p:spPr>
          <a:xfrm>
            <a:off x="897884" y="3892328"/>
            <a:ext cx="166500" cy="16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2370834" y="3892312"/>
            <a:ext cx="166500" cy="166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 flipH="1">
            <a:off x="446203" y="2121065"/>
            <a:ext cx="5490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40%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4" name="Google Shape;254;p19"/>
          <p:cNvSpPr txBox="1"/>
          <p:nvPr/>
        </p:nvSpPr>
        <p:spPr>
          <a:xfrm flipH="1">
            <a:off x="2459238" y="3383232"/>
            <a:ext cx="5490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60%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55" name="Google Shape;255;p19" title="Gráfico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82400" y="1917792"/>
            <a:ext cx="2779200" cy="2545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9" title="Chart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35225" y="1917788"/>
            <a:ext cx="2767200" cy="2739528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9"/>
          <p:cNvSpPr txBox="1"/>
          <p:nvPr/>
        </p:nvSpPr>
        <p:spPr>
          <a:xfrm>
            <a:off x="853725" y="4557441"/>
            <a:ext cx="74367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Follow the link in the graph to modify its data and then paste the new one here. </a:t>
            </a:r>
            <a:r>
              <a:rPr lang="en" sz="1000" b="1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11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For more info, click here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8" name="Google Shape;258;p19" title="white-ball.png"/>
          <p:cNvPicPr preferRelativeResize="0"/>
          <p:nvPr/>
        </p:nvPicPr>
        <p:blipFill rotWithShape="1">
          <a:blip r:embed="rId6">
            <a:alphaModFix/>
          </a:blip>
          <a:srcRect l="32545" t="18605" r="29232" b="16882"/>
          <a:stretch/>
        </p:blipFill>
        <p:spPr>
          <a:xfrm>
            <a:off x="4297275" y="3026960"/>
            <a:ext cx="548923" cy="521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Healthcare infographics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lang="en" sz="8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3353975" y="1043858"/>
            <a:ext cx="24432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3185975" y="1000525"/>
            <a:ext cx="2779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Checklist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859885" y="1702413"/>
            <a:ext cx="903300" cy="90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2491907" y="1702413"/>
            <a:ext cx="903300" cy="903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4123929" y="1702413"/>
            <a:ext cx="903300" cy="903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5755952" y="1702413"/>
            <a:ext cx="903300" cy="903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7387974" y="1702413"/>
            <a:ext cx="903300" cy="903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272" name="Google Shape;272;p20"/>
          <p:cNvCxnSpPr>
            <a:stCxn id="267" idx="0"/>
            <a:endCxn id="266" idx="2"/>
          </p:cNvCxnSpPr>
          <p:nvPr/>
        </p:nvCxnSpPr>
        <p:spPr>
          <a:xfrm rot="-5400000">
            <a:off x="2808085" y="-65037"/>
            <a:ext cx="270900" cy="3264000"/>
          </a:xfrm>
          <a:prstGeom prst="bentConnector3">
            <a:avLst>
              <a:gd name="adj1" fmla="val 4997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20"/>
          <p:cNvCxnSpPr>
            <a:stCxn id="268" idx="0"/>
            <a:endCxn id="266" idx="2"/>
          </p:cNvCxnSpPr>
          <p:nvPr/>
        </p:nvCxnSpPr>
        <p:spPr>
          <a:xfrm rot="-5400000">
            <a:off x="3624107" y="750963"/>
            <a:ext cx="270900" cy="1632000"/>
          </a:xfrm>
          <a:prstGeom prst="bentConnector3">
            <a:avLst>
              <a:gd name="adj1" fmla="val 4997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" name="Google Shape;274;p20"/>
          <p:cNvCxnSpPr>
            <a:stCxn id="269" idx="0"/>
            <a:endCxn id="266" idx="2"/>
          </p:cNvCxnSpPr>
          <p:nvPr/>
        </p:nvCxnSpPr>
        <p:spPr>
          <a:xfrm rot="-5400000">
            <a:off x="4440429" y="1566663"/>
            <a:ext cx="270900" cy="600"/>
          </a:xfrm>
          <a:prstGeom prst="bentConnector3">
            <a:avLst>
              <a:gd name="adj1" fmla="val 4997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" name="Google Shape;275;p20"/>
          <p:cNvCxnSpPr>
            <a:stCxn id="270" idx="0"/>
            <a:endCxn id="266" idx="2"/>
          </p:cNvCxnSpPr>
          <p:nvPr/>
        </p:nvCxnSpPr>
        <p:spPr>
          <a:xfrm rot="5400000" flipH="1">
            <a:off x="5256152" y="750963"/>
            <a:ext cx="270900" cy="1632000"/>
          </a:xfrm>
          <a:prstGeom prst="bentConnector3">
            <a:avLst>
              <a:gd name="adj1" fmla="val 4997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" name="Google Shape;276;p20"/>
          <p:cNvCxnSpPr>
            <a:stCxn id="271" idx="0"/>
            <a:endCxn id="266" idx="2"/>
          </p:cNvCxnSpPr>
          <p:nvPr/>
        </p:nvCxnSpPr>
        <p:spPr>
          <a:xfrm rot="5400000" flipH="1">
            <a:off x="6072174" y="-65037"/>
            <a:ext cx="270900" cy="3264000"/>
          </a:xfrm>
          <a:prstGeom prst="bentConnector3">
            <a:avLst>
              <a:gd name="adj1" fmla="val 4997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7" name="Google Shape;277;p20"/>
          <p:cNvSpPr/>
          <p:nvPr/>
        </p:nvSpPr>
        <p:spPr>
          <a:xfrm>
            <a:off x="469728" y="3589417"/>
            <a:ext cx="16749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510052" y="3981219"/>
            <a:ext cx="160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Against infectious diseases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510052" y="3550119"/>
            <a:ext cx="160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Vaccinations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80" name="Google Shape;280;p20" title="white-ball.png"/>
          <p:cNvPicPr preferRelativeResize="0"/>
          <p:nvPr/>
        </p:nvPicPr>
        <p:blipFill rotWithShape="1">
          <a:blip r:embed="rId4">
            <a:alphaModFix/>
          </a:blip>
          <a:srcRect l="32545" t="18605" r="29232" b="16882"/>
          <a:stretch/>
        </p:blipFill>
        <p:spPr>
          <a:xfrm>
            <a:off x="1539738" y="2084572"/>
            <a:ext cx="548923" cy="521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0" title="white-ball.png"/>
          <p:cNvPicPr preferRelativeResize="0"/>
          <p:nvPr/>
        </p:nvPicPr>
        <p:blipFill rotWithShape="1">
          <a:blip r:embed="rId4">
            <a:alphaModFix/>
          </a:blip>
          <a:srcRect l="32545" t="18605" r="29232" b="16882"/>
          <a:stretch/>
        </p:blipFill>
        <p:spPr>
          <a:xfrm>
            <a:off x="3136377" y="2084572"/>
            <a:ext cx="548923" cy="521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0" title="white-ball.png"/>
          <p:cNvPicPr preferRelativeResize="0"/>
          <p:nvPr/>
        </p:nvPicPr>
        <p:blipFill rotWithShape="1">
          <a:blip r:embed="rId4">
            <a:alphaModFix/>
          </a:blip>
          <a:srcRect l="32545" t="18605" r="29232" b="16882"/>
          <a:stretch/>
        </p:blipFill>
        <p:spPr>
          <a:xfrm>
            <a:off x="4733015" y="2084572"/>
            <a:ext cx="548923" cy="521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0" title="white-ball.png"/>
          <p:cNvPicPr preferRelativeResize="0"/>
          <p:nvPr/>
        </p:nvPicPr>
        <p:blipFill rotWithShape="1">
          <a:blip r:embed="rId4">
            <a:alphaModFix/>
          </a:blip>
          <a:srcRect l="32545" t="18605" r="29232" b="16882"/>
          <a:stretch/>
        </p:blipFill>
        <p:spPr>
          <a:xfrm>
            <a:off x="6329654" y="2084572"/>
            <a:ext cx="548923" cy="521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0" title="white-ball.png"/>
          <p:cNvPicPr preferRelativeResize="0"/>
          <p:nvPr/>
        </p:nvPicPr>
        <p:blipFill rotWithShape="1">
          <a:blip r:embed="rId4">
            <a:alphaModFix/>
          </a:blip>
          <a:srcRect l="32545" t="18605" r="29232" b="16882"/>
          <a:stretch/>
        </p:blipFill>
        <p:spPr>
          <a:xfrm>
            <a:off x="7926293" y="2084572"/>
            <a:ext cx="548923" cy="52115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0"/>
          <p:cNvSpPr/>
          <p:nvPr/>
        </p:nvSpPr>
        <p:spPr>
          <a:xfrm>
            <a:off x="2106088" y="3589417"/>
            <a:ext cx="16749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2146412" y="3981219"/>
            <a:ext cx="160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Early detection and monitoring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2146412" y="3550119"/>
            <a:ext cx="160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Check-ups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3734548" y="3589417"/>
            <a:ext cx="16749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3774873" y="3981219"/>
            <a:ext cx="160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Nutrition for long-term health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>
            <a:off x="3774873" y="3550119"/>
            <a:ext cx="160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Healthy diet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1709476" y="2266619"/>
            <a:ext cx="209439" cy="157081"/>
          </a:xfrm>
          <a:custGeom>
            <a:avLst/>
            <a:gdLst/>
            <a:ahLst/>
            <a:cxnLst/>
            <a:rect l="l" t="t" r="r" b="b"/>
            <a:pathLst>
              <a:path w="64" h="49" extrusionOk="0">
                <a:moveTo>
                  <a:pt x="19" y="16"/>
                </a:moveTo>
                <a:lnTo>
                  <a:pt x="16" y="13"/>
                </a:lnTo>
                <a:lnTo>
                  <a:pt x="7" y="13"/>
                </a:lnTo>
                <a:lnTo>
                  <a:pt x="4" y="16"/>
                </a:lnTo>
                <a:lnTo>
                  <a:pt x="0" y="19"/>
                </a:lnTo>
                <a:lnTo>
                  <a:pt x="0" y="28"/>
                </a:lnTo>
                <a:lnTo>
                  <a:pt x="4" y="32"/>
                </a:lnTo>
                <a:lnTo>
                  <a:pt x="18" y="46"/>
                </a:lnTo>
                <a:lnTo>
                  <a:pt x="21" y="49"/>
                </a:lnTo>
                <a:lnTo>
                  <a:pt x="31" y="49"/>
                </a:lnTo>
                <a:lnTo>
                  <a:pt x="34" y="46"/>
                </a:lnTo>
                <a:lnTo>
                  <a:pt x="61" y="19"/>
                </a:lnTo>
                <a:lnTo>
                  <a:pt x="64" y="16"/>
                </a:lnTo>
                <a:lnTo>
                  <a:pt x="64" y="6"/>
                </a:lnTo>
                <a:lnTo>
                  <a:pt x="61" y="3"/>
                </a:lnTo>
                <a:lnTo>
                  <a:pt x="57" y="0"/>
                </a:lnTo>
                <a:lnTo>
                  <a:pt x="49" y="0"/>
                </a:lnTo>
                <a:lnTo>
                  <a:pt x="44" y="3"/>
                </a:lnTo>
                <a:lnTo>
                  <a:pt x="27" y="21"/>
                </a:lnTo>
                <a:lnTo>
                  <a:pt x="19" y="16"/>
                </a:lnTo>
                <a:close/>
                <a:moveTo>
                  <a:pt x="-1350341888" y="32762"/>
                </a:move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5368116" y="3589417"/>
            <a:ext cx="16749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3" name="Google Shape;293;p20"/>
          <p:cNvSpPr txBox="1"/>
          <p:nvPr/>
        </p:nvSpPr>
        <p:spPr>
          <a:xfrm>
            <a:off x="5408441" y="3981219"/>
            <a:ext cx="160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Movement for body and mind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5408441" y="3550119"/>
            <a:ext cx="160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Activity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6999380" y="3589417"/>
            <a:ext cx="16749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7039704" y="3981219"/>
            <a:ext cx="1602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Preventive medical tests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7039704" y="3550119"/>
            <a:ext cx="160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Screenings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3306114" y="2266619"/>
            <a:ext cx="209439" cy="157081"/>
          </a:xfrm>
          <a:custGeom>
            <a:avLst/>
            <a:gdLst/>
            <a:ahLst/>
            <a:cxnLst/>
            <a:rect l="l" t="t" r="r" b="b"/>
            <a:pathLst>
              <a:path w="64" h="49" extrusionOk="0">
                <a:moveTo>
                  <a:pt x="19" y="16"/>
                </a:moveTo>
                <a:lnTo>
                  <a:pt x="16" y="13"/>
                </a:lnTo>
                <a:lnTo>
                  <a:pt x="7" y="13"/>
                </a:lnTo>
                <a:lnTo>
                  <a:pt x="4" y="16"/>
                </a:lnTo>
                <a:lnTo>
                  <a:pt x="0" y="19"/>
                </a:lnTo>
                <a:lnTo>
                  <a:pt x="0" y="28"/>
                </a:lnTo>
                <a:lnTo>
                  <a:pt x="4" y="32"/>
                </a:lnTo>
                <a:lnTo>
                  <a:pt x="18" y="46"/>
                </a:lnTo>
                <a:lnTo>
                  <a:pt x="21" y="49"/>
                </a:lnTo>
                <a:lnTo>
                  <a:pt x="31" y="49"/>
                </a:lnTo>
                <a:lnTo>
                  <a:pt x="34" y="46"/>
                </a:lnTo>
                <a:lnTo>
                  <a:pt x="61" y="19"/>
                </a:lnTo>
                <a:lnTo>
                  <a:pt x="64" y="16"/>
                </a:lnTo>
                <a:lnTo>
                  <a:pt x="64" y="6"/>
                </a:lnTo>
                <a:lnTo>
                  <a:pt x="61" y="3"/>
                </a:lnTo>
                <a:lnTo>
                  <a:pt x="57" y="0"/>
                </a:lnTo>
                <a:lnTo>
                  <a:pt x="49" y="0"/>
                </a:lnTo>
                <a:lnTo>
                  <a:pt x="44" y="3"/>
                </a:lnTo>
                <a:lnTo>
                  <a:pt x="27" y="21"/>
                </a:lnTo>
                <a:lnTo>
                  <a:pt x="19" y="16"/>
                </a:lnTo>
                <a:close/>
                <a:moveTo>
                  <a:pt x="-1350341888" y="32762"/>
                </a:move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4902751" y="2266607"/>
            <a:ext cx="209439" cy="157081"/>
          </a:xfrm>
          <a:custGeom>
            <a:avLst/>
            <a:gdLst/>
            <a:ahLst/>
            <a:cxnLst/>
            <a:rect l="l" t="t" r="r" b="b"/>
            <a:pathLst>
              <a:path w="64" h="49" extrusionOk="0">
                <a:moveTo>
                  <a:pt x="19" y="16"/>
                </a:moveTo>
                <a:lnTo>
                  <a:pt x="16" y="13"/>
                </a:lnTo>
                <a:lnTo>
                  <a:pt x="7" y="13"/>
                </a:lnTo>
                <a:lnTo>
                  <a:pt x="4" y="16"/>
                </a:lnTo>
                <a:lnTo>
                  <a:pt x="0" y="19"/>
                </a:lnTo>
                <a:lnTo>
                  <a:pt x="0" y="28"/>
                </a:lnTo>
                <a:lnTo>
                  <a:pt x="4" y="32"/>
                </a:lnTo>
                <a:lnTo>
                  <a:pt x="18" y="46"/>
                </a:lnTo>
                <a:lnTo>
                  <a:pt x="21" y="49"/>
                </a:lnTo>
                <a:lnTo>
                  <a:pt x="31" y="49"/>
                </a:lnTo>
                <a:lnTo>
                  <a:pt x="34" y="46"/>
                </a:lnTo>
                <a:lnTo>
                  <a:pt x="61" y="19"/>
                </a:lnTo>
                <a:lnTo>
                  <a:pt x="64" y="16"/>
                </a:lnTo>
                <a:lnTo>
                  <a:pt x="64" y="6"/>
                </a:lnTo>
                <a:lnTo>
                  <a:pt x="61" y="3"/>
                </a:lnTo>
                <a:lnTo>
                  <a:pt x="57" y="0"/>
                </a:lnTo>
                <a:lnTo>
                  <a:pt x="49" y="0"/>
                </a:lnTo>
                <a:lnTo>
                  <a:pt x="44" y="3"/>
                </a:lnTo>
                <a:lnTo>
                  <a:pt x="27" y="21"/>
                </a:lnTo>
                <a:lnTo>
                  <a:pt x="19" y="16"/>
                </a:lnTo>
                <a:close/>
                <a:moveTo>
                  <a:pt x="-1350341888" y="32762"/>
                </a:move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6499401" y="2266632"/>
            <a:ext cx="209439" cy="157081"/>
          </a:xfrm>
          <a:custGeom>
            <a:avLst/>
            <a:gdLst/>
            <a:ahLst/>
            <a:cxnLst/>
            <a:rect l="l" t="t" r="r" b="b"/>
            <a:pathLst>
              <a:path w="64" h="49" extrusionOk="0">
                <a:moveTo>
                  <a:pt x="19" y="16"/>
                </a:moveTo>
                <a:lnTo>
                  <a:pt x="16" y="13"/>
                </a:lnTo>
                <a:lnTo>
                  <a:pt x="7" y="13"/>
                </a:lnTo>
                <a:lnTo>
                  <a:pt x="4" y="16"/>
                </a:lnTo>
                <a:lnTo>
                  <a:pt x="0" y="19"/>
                </a:lnTo>
                <a:lnTo>
                  <a:pt x="0" y="28"/>
                </a:lnTo>
                <a:lnTo>
                  <a:pt x="4" y="32"/>
                </a:lnTo>
                <a:lnTo>
                  <a:pt x="18" y="46"/>
                </a:lnTo>
                <a:lnTo>
                  <a:pt x="21" y="49"/>
                </a:lnTo>
                <a:lnTo>
                  <a:pt x="31" y="49"/>
                </a:lnTo>
                <a:lnTo>
                  <a:pt x="34" y="46"/>
                </a:lnTo>
                <a:lnTo>
                  <a:pt x="61" y="19"/>
                </a:lnTo>
                <a:lnTo>
                  <a:pt x="64" y="16"/>
                </a:lnTo>
                <a:lnTo>
                  <a:pt x="64" y="6"/>
                </a:lnTo>
                <a:lnTo>
                  <a:pt x="61" y="3"/>
                </a:lnTo>
                <a:lnTo>
                  <a:pt x="57" y="0"/>
                </a:lnTo>
                <a:lnTo>
                  <a:pt x="49" y="0"/>
                </a:lnTo>
                <a:lnTo>
                  <a:pt x="44" y="3"/>
                </a:lnTo>
                <a:lnTo>
                  <a:pt x="27" y="21"/>
                </a:lnTo>
                <a:lnTo>
                  <a:pt x="19" y="16"/>
                </a:lnTo>
                <a:close/>
                <a:moveTo>
                  <a:pt x="-1350341888" y="32762"/>
                </a:move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8096026" y="2266632"/>
            <a:ext cx="209439" cy="157081"/>
          </a:xfrm>
          <a:custGeom>
            <a:avLst/>
            <a:gdLst/>
            <a:ahLst/>
            <a:cxnLst/>
            <a:rect l="l" t="t" r="r" b="b"/>
            <a:pathLst>
              <a:path w="64" h="49" extrusionOk="0">
                <a:moveTo>
                  <a:pt x="19" y="16"/>
                </a:moveTo>
                <a:lnTo>
                  <a:pt x="16" y="13"/>
                </a:lnTo>
                <a:lnTo>
                  <a:pt x="7" y="13"/>
                </a:lnTo>
                <a:lnTo>
                  <a:pt x="4" y="16"/>
                </a:lnTo>
                <a:lnTo>
                  <a:pt x="0" y="19"/>
                </a:lnTo>
                <a:lnTo>
                  <a:pt x="0" y="28"/>
                </a:lnTo>
                <a:lnTo>
                  <a:pt x="4" y="32"/>
                </a:lnTo>
                <a:lnTo>
                  <a:pt x="18" y="46"/>
                </a:lnTo>
                <a:lnTo>
                  <a:pt x="21" y="49"/>
                </a:lnTo>
                <a:lnTo>
                  <a:pt x="31" y="49"/>
                </a:lnTo>
                <a:lnTo>
                  <a:pt x="34" y="46"/>
                </a:lnTo>
                <a:lnTo>
                  <a:pt x="61" y="19"/>
                </a:lnTo>
                <a:lnTo>
                  <a:pt x="64" y="16"/>
                </a:lnTo>
                <a:lnTo>
                  <a:pt x="64" y="6"/>
                </a:lnTo>
                <a:lnTo>
                  <a:pt x="61" y="3"/>
                </a:lnTo>
                <a:lnTo>
                  <a:pt x="57" y="0"/>
                </a:lnTo>
                <a:lnTo>
                  <a:pt x="49" y="0"/>
                </a:lnTo>
                <a:lnTo>
                  <a:pt x="44" y="3"/>
                </a:lnTo>
                <a:lnTo>
                  <a:pt x="27" y="21"/>
                </a:lnTo>
                <a:lnTo>
                  <a:pt x="19" y="16"/>
                </a:lnTo>
                <a:close/>
                <a:moveTo>
                  <a:pt x="-1350341888" y="32762"/>
                </a:move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20"/>
          <p:cNvCxnSpPr>
            <a:stCxn id="267" idx="4"/>
            <a:endCxn id="279" idx="0"/>
          </p:cNvCxnSpPr>
          <p:nvPr/>
        </p:nvCxnSpPr>
        <p:spPr>
          <a:xfrm flipH="1">
            <a:off x="1310935" y="2605713"/>
            <a:ext cx="600" cy="94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3" name="Google Shape;303;p20"/>
          <p:cNvCxnSpPr>
            <a:stCxn id="268" idx="4"/>
            <a:endCxn id="287" idx="0"/>
          </p:cNvCxnSpPr>
          <p:nvPr/>
        </p:nvCxnSpPr>
        <p:spPr>
          <a:xfrm>
            <a:off x="2943557" y="2605713"/>
            <a:ext cx="3900" cy="94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4" name="Google Shape;304;p20"/>
          <p:cNvCxnSpPr>
            <a:stCxn id="269" idx="4"/>
            <a:endCxn id="290" idx="0"/>
          </p:cNvCxnSpPr>
          <p:nvPr/>
        </p:nvCxnSpPr>
        <p:spPr>
          <a:xfrm>
            <a:off x="4575579" y="2605713"/>
            <a:ext cx="300" cy="94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5" name="Google Shape;305;p20"/>
          <p:cNvCxnSpPr>
            <a:stCxn id="270" idx="4"/>
            <a:endCxn id="294" idx="0"/>
          </p:cNvCxnSpPr>
          <p:nvPr/>
        </p:nvCxnSpPr>
        <p:spPr>
          <a:xfrm>
            <a:off x="6207602" y="2605713"/>
            <a:ext cx="1800" cy="94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6" name="Google Shape;306;p20"/>
          <p:cNvCxnSpPr>
            <a:stCxn id="271" idx="4"/>
            <a:endCxn id="297" idx="0"/>
          </p:cNvCxnSpPr>
          <p:nvPr/>
        </p:nvCxnSpPr>
        <p:spPr>
          <a:xfrm>
            <a:off x="7839624" y="2605713"/>
            <a:ext cx="1200" cy="94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7" name="Google Shape;307;p20"/>
          <p:cNvGrpSpPr/>
          <p:nvPr/>
        </p:nvGrpSpPr>
        <p:grpSpPr>
          <a:xfrm>
            <a:off x="1138157" y="2024295"/>
            <a:ext cx="338041" cy="259555"/>
            <a:chOff x="6291357" y="2743295"/>
            <a:chExt cx="338041" cy="259555"/>
          </a:xfrm>
        </p:grpSpPr>
        <p:sp>
          <p:nvSpPr>
            <p:cNvPr id="308" name="Google Shape;308;p20"/>
            <p:cNvSpPr/>
            <p:nvPr/>
          </p:nvSpPr>
          <p:spPr>
            <a:xfrm>
              <a:off x="6474046" y="2814447"/>
              <a:ext cx="140874" cy="128682"/>
            </a:xfrm>
            <a:custGeom>
              <a:avLst/>
              <a:gdLst/>
              <a:ahLst/>
              <a:cxnLst/>
              <a:rect l="l" t="t" r="r" b="b"/>
              <a:pathLst>
                <a:path w="140874" h="128682" extrusionOk="0">
                  <a:moveTo>
                    <a:pt x="140779" y="21526"/>
                  </a:moveTo>
                  <a:cubicBezTo>
                    <a:pt x="140779" y="9715"/>
                    <a:pt x="131159" y="0"/>
                    <a:pt x="119253" y="0"/>
                  </a:cubicBezTo>
                  <a:lnTo>
                    <a:pt x="92107" y="0"/>
                  </a:lnTo>
                  <a:lnTo>
                    <a:pt x="92107" y="9906"/>
                  </a:lnTo>
                  <a:lnTo>
                    <a:pt x="119253" y="9906"/>
                  </a:lnTo>
                  <a:cubicBezTo>
                    <a:pt x="125635" y="9906"/>
                    <a:pt x="130778" y="15049"/>
                    <a:pt x="130778" y="21431"/>
                  </a:cubicBezTo>
                  <a:cubicBezTo>
                    <a:pt x="130778" y="27813"/>
                    <a:pt x="125635" y="32956"/>
                    <a:pt x="119253" y="32956"/>
                  </a:cubicBezTo>
                  <a:lnTo>
                    <a:pt x="12097" y="32956"/>
                  </a:lnTo>
                  <a:lnTo>
                    <a:pt x="12097" y="42863"/>
                  </a:lnTo>
                  <a:lnTo>
                    <a:pt x="57721" y="42863"/>
                  </a:lnTo>
                  <a:lnTo>
                    <a:pt x="57721" y="62674"/>
                  </a:lnTo>
                  <a:lnTo>
                    <a:pt x="12097" y="62674"/>
                  </a:lnTo>
                  <a:lnTo>
                    <a:pt x="12097" y="72580"/>
                  </a:lnTo>
                  <a:lnTo>
                    <a:pt x="50387" y="72580"/>
                  </a:lnTo>
                  <a:lnTo>
                    <a:pt x="50387" y="91059"/>
                  </a:lnTo>
                  <a:lnTo>
                    <a:pt x="12097" y="91059"/>
                  </a:lnTo>
                  <a:lnTo>
                    <a:pt x="12097" y="100965"/>
                  </a:lnTo>
                  <a:lnTo>
                    <a:pt x="35719" y="100965"/>
                  </a:lnTo>
                  <a:lnTo>
                    <a:pt x="35719" y="118777"/>
                  </a:lnTo>
                  <a:lnTo>
                    <a:pt x="0" y="118777"/>
                  </a:lnTo>
                  <a:lnTo>
                    <a:pt x="0" y="128683"/>
                  </a:lnTo>
                  <a:lnTo>
                    <a:pt x="45625" y="128683"/>
                  </a:lnTo>
                  <a:lnTo>
                    <a:pt x="45625" y="100870"/>
                  </a:lnTo>
                  <a:lnTo>
                    <a:pt x="60293" y="100870"/>
                  </a:lnTo>
                  <a:lnTo>
                    <a:pt x="60293" y="72485"/>
                  </a:lnTo>
                  <a:lnTo>
                    <a:pt x="67628" y="72485"/>
                  </a:lnTo>
                  <a:lnTo>
                    <a:pt x="67628" y="42767"/>
                  </a:lnTo>
                  <a:lnTo>
                    <a:pt x="119348" y="42767"/>
                  </a:lnTo>
                  <a:cubicBezTo>
                    <a:pt x="131159" y="42767"/>
                    <a:pt x="140875" y="33147"/>
                    <a:pt x="140875" y="212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6291357" y="2743295"/>
              <a:ext cx="264985" cy="200215"/>
            </a:xfrm>
            <a:custGeom>
              <a:avLst/>
              <a:gdLst/>
              <a:ahLst/>
              <a:cxnLst/>
              <a:rect l="l" t="t" r="r" b="b"/>
              <a:pathLst>
                <a:path w="264985" h="200215" extrusionOk="0">
                  <a:moveTo>
                    <a:pt x="107347" y="172307"/>
                  </a:moveTo>
                  <a:lnTo>
                    <a:pt x="92107" y="172307"/>
                  </a:lnTo>
                  <a:lnTo>
                    <a:pt x="92107" y="79057"/>
                  </a:lnTo>
                  <a:lnTo>
                    <a:pt x="116205" y="79057"/>
                  </a:lnTo>
                  <a:lnTo>
                    <a:pt x="163925" y="53435"/>
                  </a:lnTo>
                  <a:lnTo>
                    <a:pt x="194405" y="12383"/>
                  </a:lnTo>
                  <a:cubicBezTo>
                    <a:pt x="202025" y="17240"/>
                    <a:pt x="206883" y="25718"/>
                    <a:pt x="206883" y="35052"/>
                  </a:cubicBezTo>
                  <a:cubicBezTo>
                    <a:pt x="206883" y="39053"/>
                    <a:pt x="206026" y="42863"/>
                    <a:pt x="204311" y="46577"/>
                  </a:cubicBezTo>
                  <a:lnTo>
                    <a:pt x="187833" y="81153"/>
                  </a:lnTo>
                  <a:lnTo>
                    <a:pt x="264985" y="81153"/>
                  </a:lnTo>
                  <a:lnTo>
                    <a:pt x="264985" y="71247"/>
                  </a:lnTo>
                  <a:lnTo>
                    <a:pt x="203454" y="71247"/>
                  </a:lnTo>
                  <a:lnTo>
                    <a:pt x="213170" y="50864"/>
                  </a:lnTo>
                  <a:cubicBezTo>
                    <a:pt x="215551" y="45911"/>
                    <a:pt x="216789" y="40576"/>
                    <a:pt x="216789" y="35147"/>
                  </a:cubicBezTo>
                  <a:cubicBezTo>
                    <a:pt x="216789" y="20669"/>
                    <a:pt x="208216" y="7525"/>
                    <a:pt x="194977" y="1619"/>
                  </a:cubicBezTo>
                  <a:lnTo>
                    <a:pt x="191357" y="0"/>
                  </a:lnTo>
                  <a:lnTo>
                    <a:pt x="157258" y="45911"/>
                  </a:lnTo>
                  <a:lnTo>
                    <a:pt x="113729" y="69342"/>
                  </a:lnTo>
                  <a:lnTo>
                    <a:pt x="92202" y="69342"/>
                  </a:lnTo>
                  <a:lnTo>
                    <a:pt x="92202" y="59436"/>
                  </a:lnTo>
                  <a:lnTo>
                    <a:pt x="0" y="59436"/>
                  </a:lnTo>
                  <a:lnTo>
                    <a:pt x="0" y="69342"/>
                  </a:lnTo>
                  <a:lnTo>
                    <a:pt x="82296" y="69342"/>
                  </a:lnTo>
                  <a:lnTo>
                    <a:pt x="82296" y="182404"/>
                  </a:lnTo>
                  <a:lnTo>
                    <a:pt x="0" y="182404"/>
                  </a:lnTo>
                  <a:lnTo>
                    <a:pt x="0" y="192310"/>
                  </a:lnTo>
                  <a:lnTo>
                    <a:pt x="92202" y="192310"/>
                  </a:lnTo>
                  <a:lnTo>
                    <a:pt x="92202" y="182404"/>
                  </a:lnTo>
                  <a:lnTo>
                    <a:pt x="105442" y="182404"/>
                  </a:lnTo>
                  <a:lnTo>
                    <a:pt x="147161" y="200216"/>
                  </a:lnTo>
                  <a:lnTo>
                    <a:pt x="172974" y="200216"/>
                  </a:lnTo>
                  <a:lnTo>
                    <a:pt x="172974" y="190310"/>
                  </a:lnTo>
                  <a:lnTo>
                    <a:pt x="149162" y="190310"/>
                  </a:lnTo>
                  <a:lnTo>
                    <a:pt x="107442" y="1724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6586441" y="2872644"/>
              <a:ext cx="9906" cy="9906"/>
            </a:xfrm>
            <a:custGeom>
              <a:avLst/>
              <a:gdLst/>
              <a:ahLst/>
              <a:cxnLst/>
              <a:rect l="l" t="t" r="r" b="b"/>
              <a:pathLst>
                <a:path w="9906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20"/>
            <p:cNvSpPr/>
            <p:nvPr/>
          </p:nvSpPr>
          <p:spPr>
            <a:xfrm>
              <a:off x="6553389" y="2896266"/>
              <a:ext cx="76009" cy="106584"/>
            </a:xfrm>
            <a:custGeom>
              <a:avLst/>
              <a:gdLst/>
              <a:ahLst/>
              <a:cxnLst/>
              <a:rect l="l" t="t" r="r" b="b"/>
              <a:pathLst>
                <a:path w="76009" h="106584" extrusionOk="0">
                  <a:moveTo>
                    <a:pt x="70104" y="49530"/>
                  </a:moveTo>
                  <a:lnTo>
                    <a:pt x="65818" y="42863"/>
                  </a:lnTo>
                  <a:lnTo>
                    <a:pt x="57531" y="48292"/>
                  </a:lnTo>
                  <a:lnTo>
                    <a:pt x="61817" y="54959"/>
                  </a:lnTo>
                  <a:cubicBezTo>
                    <a:pt x="64675" y="59436"/>
                    <a:pt x="66199" y="64294"/>
                    <a:pt x="66199" y="69437"/>
                  </a:cubicBezTo>
                  <a:cubicBezTo>
                    <a:pt x="66199" y="82582"/>
                    <a:pt x="55436" y="96774"/>
                    <a:pt x="38100" y="96774"/>
                  </a:cubicBezTo>
                  <a:cubicBezTo>
                    <a:pt x="20765" y="96774"/>
                    <a:pt x="10001" y="82582"/>
                    <a:pt x="10001" y="69437"/>
                  </a:cubicBezTo>
                  <a:cubicBezTo>
                    <a:pt x="10001" y="64389"/>
                    <a:pt x="11525" y="59436"/>
                    <a:pt x="14383" y="54959"/>
                  </a:cubicBezTo>
                  <a:lnTo>
                    <a:pt x="38100" y="18288"/>
                  </a:lnTo>
                  <a:lnTo>
                    <a:pt x="52102" y="40005"/>
                  </a:lnTo>
                  <a:lnTo>
                    <a:pt x="60388" y="34576"/>
                  </a:lnTo>
                  <a:lnTo>
                    <a:pt x="38005" y="0"/>
                  </a:lnTo>
                  <a:lnTo>
                    <a:pt x="5906" y="49530"/>
                  </a:lnTo>
                  <a:cubicBezTo>
                    <a:pt x="2000" y="55531"/>
                    <a:pt x="0" y="62389"/>
                    <a:pt x="0" y="69342"/>
                  </a:cubicBezTo>
                  <a:cubicBezTo>
                    <a:pt x="0" y="89916"/>
                    <a:pt x="17050" y="106585"/>
                    <a:pt x="38005" y="106585"/>
                  </a:cubicBezTo>
                  <a:cubicBezTo>
                    <a:pt x="58960" y="106585"/>
                    <a:pt x="76010" y="89916"/>
                    <a:pt x="76010" y="69342"/>
                  </a:cubicBezTo>
                  <a:cubicBezTo>
                    <a:pt x="76010" y="62389"/>
                    <a:pt x="73914" y="55531"/>
                    <a:pt x="70104" y="495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20"/>
            <p:cNvSpPr/>
            <p:nvPr/>
          </p:nvSpPr>
          <p:spPr>
            <a:xfrm>
              <a:off x="6327266" y="2822352"/>
              <a:ext cx="36385" cy="36385"/>
            </a:xfrm>
            <a:custGeom>
              <a:avLst/>
              <a:gdLst/>
              <a:ahLst/>
              <a:cxnLst/>
              <a:rect l="l" t="t" r="r" b="b"/>
              <a:pathLst>
                <a:path w="36385" h="36385" extrusionOk="0">
                  <a:moveTo>
                    <a:pt x="36386" y="18193"/>
                  </a:moveTo>
                  <a:cubicBezTo>
                    <a:pt x="36386" y="8192"/>
                    <a:pt x="28194" y="0"/>
                    <a:pt x="18193" y="0"/>
                  </a:cubicBezTo>
                  <a:cubicBezTo>
                    <a:pt x="8192" y="0"/>
                    <a:pt x="0" y="8192"/>
                    <a:pt x="0" y="18193"/>
                  </a:cubicBezTo>
                  <a:cubicBezTo>
                    <a:pt x="0" y="28194"/>
                    <a:pt x="8192" y="36385"/>
                    <a:pt x="18193" y="36385"/>
                  </a:cubicBezTo>
                  <a:cubicBezTo>
                    <a:pt x="28194" y="36385"/>
                    <a:pt x="36386" y="28194"/>
                    <a:pt x="36386" y="18193"/>
                  </a:cubicBezTo>
                  <a:close/>
                  <a:moveTo>
                    <a:pt x="18193" y="26479"/>
                  </a:moveTo>
                  <a:cubicBezTo>
                    <a:pt x="13621" y="26479"/>
                    <a:pt x="9906" y="22765"/>
                    <a:pt x="9906" y="18193"/>
                  </a:cubicBezTo>
                  <a:cubicBezTo>
                    <a:pt x="9906" y="13621"/>
                    <a:pt x="13621" y="9906"/>
                    <a:pt x="18193" y="9906"/>
                  </a:cubicBezTo>
                  <a:cubicBezTo>
                    <a:pt x="22765" y="9906"/>
                    <a:pt x="26479" y="13621"/>
                    <a:pt x="26479" y="18193"/>
                  </a:cubicBezTo>
                  <a:cubicBezTo>
                    <a:pt x="26479" y="22765"/>
                    <a:pt x="22765" y="26479"/>
                    <a:pt x="18193" y="264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20"/>
            <p:cNvSpPr/>
            <p:nvPr/>
          </p:nvSpPr>
          <p:spPr>
            <a:xfrm>
              <a:off x="6322694" y="2905696"/>
              <a:ext cx="9906" cy="9906"/>
            </a:xfrm>
            <a:custGeom>
              <a:avLst/>
              <a:gdLst/>
              <a:ahLst/>
              <a:cxnLst/>
              <a:rect l="l" t="t" r="r" b="b"/>
              <a:pathLst>
                <a:path w="9906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6342506" y="2905696"/>
              <a:ext cx="9906" cy="9906"/>
            </a:xfrm>
            <a:custGeom>
              <a:avLst/>
              <a:gdLst/>
              <a:ahLst/>
              <a:cxnLst/>
              <a:rect l="l" t="t" r="r" b="b"/>
              <a:pathLst>
                <a:path w="9906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20"/>
            <p:cNvSpPr/>
            <p:nvPr/>
          </p:nvSpPr>
          <p:spPr>
            <a:xfrm>
              <a:off x="6588537" y="2941129"/>
              <a:ext cx="18859" cy="21812"/>
            </a:xfrm>
            <a:custGeom>
              <a:avLst/>
              <a:gdLst/>
              <a:ahLst/>
              <a:cxnLst/>
              <a:rect l="l" t="t" r="r" b="b"/>
              <a:pathLst>
                <a:path w="18859" h="21812" extrusionOk="0">
                  <a:moveTo>
                    <a:pt x="0" y="5429"/>
                  </a:moveTo>
                  <a:lnTo>
                    <a:pt x="8287" y="0"/>
                  </a:lnTo>
                  <a:lnTo>
                    <a:pt x="18860" y="16383"/>
                  </a:lnTo>
                  <a:lnTo>
                    <a:pt x="10573" y="21812"/>
                  </a:lnTo>
                  <a:lnTo>
                    <a:pt x="0" y="542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20"/>
          <p:cNvGrpSpPr/>
          <p:nvPr/>
        </p:nvGrpSpPr>
        <p:grpSpPr>
          <a:xfrm>
            <a:off x="2774487" y="1985013"/>
            <a:ext cx="338137" cy="338137"/>
            <a:chOff x="4071937" y="3257550"/>
            <a:chExt cx="338137" cy="338137"/>
          </a:xfrm>
        </p:grpSpPr>
        <p:sp>
          <p:nvSpPr>
            <p:cNvPr id="317" name="Google Shape;317;p20"/>
            <p:cNvSpPr/>
            <p:nvPr/>
          </p:nvSpPr>
          <p:spPr>
            <a:xfrm>
              <a:off x="4071937" y="3390995"/>
              <a:ext cx="338137" cy="204692"/>
            </a:xfrm>
            <a:custGeom>
              <a:avLst/>
              <a:gdLst/>
              <a:ahLst/>
              <a:cxnLst/>
              <a:rect l="l" t="t" r="r" b="b"/>
              <a:pathLst>
                <a:path w="338137" h="204692" extrusionOk="0">
                  <a:moveTo>
                    <a:pt x="328232" y="141827"/>
                  </a:moveTo>
                  <a:lnTo>
                    <a:pt x="275272" y="141827"/>
                  </a:lnTo>
                  <a:lnTo>
                    <a:pt x="275272" y="194786"/>
                  </a:lnTo>
                  <a:lnTo>
                    <a:pt x="9906" y="194786"/>
                  </a:lnTo>
                  <a:lnTo>
                    <a:pt x="9906" y="154115"/>
                  </a:lnTo>
                  <a:lnTo>
                    <a:pt x="0" y="154115"/>
                  </a:lnTo>
                  <a:lnTo>
                    <a:pt x="0" y="204692"/>
                  </a:lnTo>
                  <a:lnTo>
                    <a:pt x="282321" y="204692"/>
                  </a:lnTo>
                  <a:lnTo>
                    <a:pt x="338138" y="148876"/>
                  </a:lnTo>
                  <a:lnTo>
                    <a:pt x="338138" y="0"/>
                  </a:lnTo>
                  <a:lnTo>
                    <a:pt x="328232" y="0"/>
                  </a:lnTo>
                  <a:lnTo>
                    <a:pt x="328232" y="141827"/>
                  </a:lnTo>
                  <a:close/>
                  <a:moveTo>
                    <a:pt x="285179" y="187738"/>
                  </a:moveTo>
                  <a:lnTo>
                    <a:pt x="285179" y="151733"/>
                  </a:lnTo>
                  <a:lnTo>
                    <a:pt x="321183" y="151733"/>
                  </a:lnTo>
                  <a:lnTo>
                    <a:pt x="285179" y="18773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4072127" y="3257550"/>
              <a:ext cx="337946" cy="277558"/>
            </a:xfrm>
            <a:custGeom>
              <a:avLst/>
              <a:gdLst/>
              <a:ahLst/>
              <a:cxnLst/>
              <a:rect l="l" t="t" r="r" b="b"/>
              <a:pathLst>
                <a:path w="337946" h="277558" extrusionOk="0">
                  <a:moveTo>
                    <a:pt x="306229" y="26479"/>
                  </a:moveTo>
                  <a:lnTo>
                    <a:pt x="306229" y="18193"/>
                  </a:lnTo>
                  <a:cubicBezTo>
                    <a:pt x="306229" y="8192"/>
                    <a:pt x="298037" y="0"/>
                    <a:pt x="288036" y="0"/>
                  </a:cubicBezTo>
                  <a:cubicBezTo>
                    <a:pt x="278035" y="0"/>
                    <a:pt x="269843" y="8192"/>
                    <a:pt x="269843" y="18193"/>
                  </a:cubicBezTo>
                  <a:lnTo>
                    <a:pt x="269843" y="26479"/>
                  </a:lnTo>
                  <a:lnTo>
                    <a:pt x="246697" y="26479"/>
                  </a:lnTo>
                  <a:lnTo>
                    <a:pt x="246697" y="18193"/>
                  </a:lnTo>
                  <a:cubicBezTo>
                    <a:pt x="246697" y="8192"/>
                    <a:pt x="238506" y="0"/>
                    <a:pt x="228505" y="0"/>
                  </a:cubicBezTo>
                  <a:cubicBezTo>
                    <a:pt x="218504" y="0"/>
                    <a:pt x="210312" y="8192"/>
                    <a:pt x="210312" y="18193"/>
                  </a:cubicBezTo>
                  <a:lnTo>
                    <a:pt x="210312" y="26479"/>
                  </a:lnTo>
                  <a:lnTo>
                    <a:pt x="187166" y="26479"/>
                  </a:lnTo>
                  <a:lnTo>
                    <a:pt x="187166" y="18193"/>
                  </a:lnTo>
                  <a:cubicBezTo>
                    <a:pt x="187166" y="8192"/>
                    <a:pt x="178975" y="0"/>
                    <a:pt x="168973" y="0"/>
                  </a:cubicBezTo>
                  <a:cubicBezTo>
                    <a:pt x="158972" y="0"/>
                    <a:pt x="150781" y="8192"/>
                    <a:pt x="150781" y="18193"/>
                  </a:cubicBezTo>
                  <a:lnTo>
                    <a:pt x="150781" y="26479"/>
                  </a:lnTo>
                  <a:lnTo>
                    <a:pt x="127635" y="26479"/>
                  </a:lnTo>
                  <a:lnTo>
                    <a:pt x="127635" y="18193"/>
                  </a:lnTo>
                  <a:cubicBezTo>
                    <a:pt x="127635" y="8192"/>
                    <a:pt x="119443" y="0"/>
                    <a:pt x="109442" y="0"/>
                  </a:cubicBezTo>
                  <a:cubicBezTo>
                    <a:pt x="99441" y="0"/>
                    <a:pt x="91250" y="8192"/>
                    <a:pt x="91250" y="18193"/>
                  </a:cubicBezTo>
                  <a:lnTo>
                    <a:pt x="91250" y="26479"/>
                  </a:lnTo>
                  <a:lnTo>
                    <a:pt x="68104" y="26479"/>
                  </a:lnTo>
                  <a:lnTo>
                    <a:pt x="68104" y="18193"/>
                  </a:lnTo>
                  <a:cubicBezTo>
                    <a:pt x="68104" y="8192"/>
                    <a:pt x="59912" y="0"/>
                    <a:pt x="49911" y="0"/>
                  </a:cubicBezTo>
                  <a:cubicBezTo>
                    <a:pt x="39910" y="0"/>
                    <a:pt x="31718" y="8192"/>
                    <a:pt x="31718" y="18193"/>
                  </a:cubicBezTo>
                  <a:lnTo>
                    <a:pt x="31718" y="26479"/>
                  </a:lnTo>
                  <a:lnTo>
                    <a:pt x="0" y="26479"/>
                  </a:lnTo>
                  <a:lnTo>
                    <a:pt x="0" y="277559"/>
                  </a:lnTo>
                  <a:lnTo>
                    <a:pt x="9906" y="277559"/>
                  </a:lnTo>
                  <a:lnTo>
                    <a:pt x="9906" y="109156"/>
                  </a:lnTo>
                  <a:lnTo>
                    <a:pt x="243173" y="109156"/>
                  </a:lnTo>
                  <a:lnTo>
                    <a:pt x="243173" y="99250"/>
                  </a:lnTo>
                  <a:lnTo>
                    <a:pt x="9906" y="99250"/>
                  </a:lnTo>
                  <a:lnTo>
                    <a:pt x="9906" y="36385"/>
                  </a:lnTo>
                  <a:lnTo>
                    <a:pt x="31718" y="36385"/>
                  </a:lnTo>
                  <a:lnTo>
                    <a:pt x="31718" y="44672"/>
                  </a:lnTo>
                  <a:cubicBezTo>
                    <a:pt x="31718" y="54673"/>
                    <a:pt x="39910" y="62865"/>
                    <a:pt x="49911" y="62865"/>
                  </a:cubicBezTo>
                  <a:cubicBezTo>
                    <a:pt x="59912" y="62865"/>
                    <a:pt x="68104" y="54673"/>
                    <a:pt x="68104" y="44672"/>
                  </a:cubicBezTo>
                  <a:lnTo>
                    <a:pt x="68104" y="36385"/>
                  </a:lnTo>
                  <a:lnTo>
                    <a:pt x="91250" y="36385"/>
                  </a:lnTo>
                  <a:lnTo>
                    <a:pt x="91250" y="44672"/>
                  </a:lnTo>
                  <a:cubicBezTo>
                    <a:pt x="91250" y="54673"/>
                    <a:pt x="99441" y="62865"/>
                    <a:pt x="109442" y="62865"/>
                  </a:cubicBezTo>
                  <a:cubicBezTo>
                    <a:pt x="119443" y="62865"/>
                    <a:pt x="127635" y="54673"/>
                    <a:pt x="127635" y="44672"/>
                  </a:cubicBezTo>
                  <a:lnTo>
                    <a:pt x="127635" y="36385"/>
                  </a:lnTo>
                  <a:lnTo>
                    <a:pt x="150781" y="36385"/>
                  </a:lnTo>
                  <a:lnTo>
                    <a:pt x="150781" y="44672"/>
                  </a:lnTo>
                  <a:cubicBezTo>
                    <a:pt x="150781" y="54673"/>
                    <a:pt x="158972" y="62865"/>
                    <a:pt x="168973" y="62865"/>
                  </a:cubicBezTo>
                  <a:cubicBezTo>
                    <a:pt x="178975" y="62865"/>
                    <a:pt x="187166" y="54673"/>
                    <a:pt x="187166" y="44672"/>
                  </a:cubicBezTo>
                  <a:lnTo>
                    <a:pt x="187166" y="36385"/>
                  </a:lnTo>
                  <a:lnTo>
                    <a:pt x="210312" y="36385"/>
                  </a:lnTo>
                  <a:lnTo>
                    <a:pt x="210312" y="44672"/>
                  </a:lnTo>
                  <a:cubicBezTo>
                    <a:pt x="210312" y="54673"/>
                    <a:pt x="218504" y="62865"/>
                    <a:pt x="228505" y="62865"/>
                  </a:cubicBezTo>
                  <a:cubicBezTo>
                    <a:pt x="238506" y="62865"/>
                    <a:pt x="246697" y="54673"/>
                    <a:pt x="246697" y="44672"/>
                  </a:cubicBezTo>
                  <a:lnTo>
                    <a:pt x="246697" y="36385"/>
                  </a:lnTo>
                  <a:lnTo>
                    <a:pt x="269843" y="36385"/>
                  </a:lnTo>
                  <a:lnTo>
                    <a:pt x="269843" y="44672"/>
                  </a:lnTo>
                  <a:cubicBezTo>
                    <a:pt x="269843" y="54673"/>
                    <a:pt x="278035" y="62865"/>
                    <a:pt x="288036" y="62865"/>
                  </a:cubicBezTo>
                  <a:cubicBezTo>
                    <a:pt x="298037" y="62865"/>
                    <a:pt x="306229" y="54673"/>
                    <a:pt x="306229" y="44672"/>
                  </a:cubicBezTo>
                  <a:lnTo>
                    <a:pt x="306229" y="36385"/>
                  </a:lnTo>
                  <a:lnTo>
                    <a:pt x="328041" y="36385"/>
                  </a:lnTo>
                  <a:lnTo>
                    <a:pt x="328041" y="99250"/>
                  </a:lnTo>
                  <a:lnTo>
                    <a:pt x="252984" y="99250"/>
                  </a:lnTo>
                  <a:lnTo>
                    <a:pt x="252984" y="109156"/>
                  </a:lnTo>
                  <a:lnTo>
                    <a:pt x="328041" y="109156"/>
                  </a:lnTo>
                  <a:lnTo>
                    <a:pt x="328041" y="123444"/>
                  </a:lnTo>
                  <a:lnTo>
                    <a:pt x="337947" y="123444"/>
                  </a:lnTo>
                  <a:lnTo>
                    <a:pt x="337947" y="26384"/>
                  </a:lnTo>
                  <a:lnTo>
                    <a:pt x="306229" y="26384"/>
                  </a:lnTo>
                  <a:close/>
                  <a:moveTo>
                    <a:pt x="58007" y="44672"/>
                  </a:moveTo>
                  <a:cubicBezTo>
                    <a:pt x="58007" y="49244"/>
                    <a:pt x="54292" y="52959"/>
                    <a:pt x="49721" y="52959"/>
                  </a:cubicBezTo>
                  <a:cubicBezTo>
                    <a:pt x="45148" y="52959"/>
                    <a:pt x="41434" y="49244"/>
                    <a:pt x="41434" y="44672"/>
                  </a:cubicBezTo>
                  <a:lnTo>
                    <a:pt x="41434" y="18193"/>
                  </a:lnTo>
                  <a:cubicBezTo>
                    <a:pt x="41434" y="13621"/>
                    <a:pt x="45148" y="9906"/>
                    <a:pt x="49721" y="9906"/>
                  </a:cubicBezTo>
                  <a:cubicBezTo>
                    <a:pt x="54292" y="9906"/>
                    <a:pt x="58007" y="13621"/>
                    <a:pt x="58007" y="18193"/>
                  </a:cubicBezTo>
                  <a:lnTo>
                    <a:pt x="58007" y="44672"/>
                  </a:lnTo>
                  <a:close/>
                  <a:moveTo>
                    <a:pt x="117634" y="44672"/>
                  </a:moveTo>
                  <a:cubicBezTo>
                    <a:pt x="117634" y="49244"/>
                    <a:pt x="113919" y="52959"/>
                    <a:pt x="109347" y="52959"/>
                  </a:cubicBezTo>
                  <a:cubicBezTo>
                    <a:pt x="104775" y="52959"/>
                    <a:pt x="101060" y="49244"/>
                    <a:pt x="101060" y="44672"/>
                  </a:cubicBezTo>
                  <a:lnTo>
                    <a:pt x="101060" y="18193"/>
                  </a:lnTo>
                  <a:cubicBezTo>
                    <a:pt x="101060" y="13621"/>
                    <a:pt x="104775" y="9906"/>
                    <a:pt x="109347" y="9906"/>
                  </a:cubicBezTo>
                  <a:cubicBezTo>
                    <a:pt x="113919" y="9906"/>
                    <a:pt x="117634" y="13621"/>
                    <a:pt x="117634" y="18193"/>
                  </a:cubicBezTo>
                  <a:lnTo>
                    <a:pt x="117634" y="44672"/>
                  </a:lnTo>
                  <a:close/>
                  <a:moveTo>
                    <a:pt x="177165" y="44672"/>
                  </a:moveTo>
                  <a:cubicBezTo>
                    <a:pt x="177165" y="49244"/>
                    <a:pt x="173450" y="52959"/>
                    <a:pt x="168878" y="52959"/>
                  </a:cubicBezTo>
                  <a:cubicBezTo>
                    <a:pt x="164306" y="52959"/>
                    <a:pt x="160592" y="49244"/>
                    <a:pt x="160592" y="44672"/>
                  </a:cubicBezTo>
                  <a:lnTo>
                    <a:pt x="160592" y="18193"/>
                  </a:lnTo>
                  <a:cubicBezTo>
                    <a:pt x="160592" y="13621"/>
                    <a:pt x="164306" y="9906"/>
                    <a:pt x="168878" y="9906"/>
                  </a:cubicBezTo>
                  <a:cubicBezTo>
                    <a:pt x="173450" y="9906"/>
                    <a:pt x="177165" y="13621"/>
                    <a:pt x="177165" y="18193"/>
                  </a:cubicBezTo>
                  <a:lnTo>
                    <a:pt x="177165" y="44672"/>
                  </a:lnTo>
                  <a:close/>
                  <a:moveTo>
                    <a:pt x="236696" y="44672"/>
                  </a:moveTo>
                  <a:cubicBezTo>
                    <a:pt x="236696" y="49244"/>
                    <a:pt x="232981" y="52959"/>
                    <a:pt x="228409" y="52959"/>
                  </a:cubicBezTo>
                  <a:cubicBezTo>
                    <a:pt x="223838" y="52959"/>
                    <a:pt x="220123" y="49244"/>
                    <a:pt x="220123" y="44672"/>
                  </a:cubicBezTo>
                  <a:lnTo>
                    <a:pt x="220123" y="18193"/>
                  </a:lnTo>
                  <a:cubicBezTo>
                    <a:pt x="220123" y="13621"/>
                    <a:pt x="223838" y="9906"/>
                    <a:pt x="228409" y="9906"/>
                  </a:cubicBezTo>
                  <a:cubicBezTo>
                    <a:pt x="232981" y="9906"/>
                    <a:pt x="236696" y="13621"/>
                    <a:pt x="236696" y="18193"/>
                  </a:cubicBezTo>
                  <a:lnTo>
                    <a:pt x="236696" y="44672"/>
                  </a:lnTo>
                  <a:close/>
                  <a:moveTo>
                    <a:pt x="296227" y="44672"/>
                  </a:moveTo>
                  <a:cubicBezTo>
                    <a:pt x="296227" y="49244"/>
                    <a:pt x="292513" y="52959"/>
                    <a:pt x="287941" y="52959"/>
                  </a:cubicBezTo>
                  <a:cubicBezTo>
                    <a:pt x="283369" y="52959"/>
                    <a:pt x="279654" y="49244"/>
                    <a:pt x="279654" y="44672"/>
                  </a:cubicBezTo>
                  <a:lnTo>
                    <a:pt x="279654" y="18193"/>
                  </a:lnTo>
                  <a:cubicBezTo>
                    <a:pt x="279654" y="13621"/>
                    <a:pt x="283369" y="9906"/>
                    <a:pt x="287941" y="9906"/>
                  </a:cubicBezTo>
                  <a:cubicBezTo>
                    <a:pt x="292513" y="9906"/>
                    <a:pt x="296227" y="13621"/>
                    <a:pt x="296227" y="18193"/>
                  </a:cubicBezTo>
                  <a:lnTo>
                    <a:pt x="296227" y="4467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4167282" y="3404806"/>
              <a:ext cx="14001" cy="14001"/>
            </a:xfrm>
            <a:custGeom>
              <a:avLst/>
              <a:gdLst/>
              <a:ahLst/>
              <a:cxnLst/>
              <a:rect l="l" t="t" r="r" b="b"/>
              <a:pathLst>
                <a:path w="14001" h="14001" extrusionOk="0">
                  <a:moveTo>
                    <a:pt x="14002" y="7239"/>
                  </a:moveTo>
                  <a:lnTo>
                    <a:pt x="7239" y="0"/>
                  </a:lnTo>
                  <a:cubicBezTo>
                    <a:pt x="4667" y="2381"/>
                    <a:pt x="2286" y="4858"/>
                    <a:pt x="0" y="7525"/>
                  </a:cubicBezTo>
                  <a:lnTo>
                    <a:pt x="7525" y="14002"/>
                  </a:lnTo>
                  <a:cubicBezTo>
                    <a:pt x="9525" y="11620"/>
                    <a:pt x="11716" y="9334"/>
                    <a:pt x="14002" y="7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20"/>
            <p:cNvSpPr/>
            <p:nvPr/>
          </p:nvSpPr>
          <p:spPr>
            <a:xfrm>
              <a:off x="4143374" y="3378612"/>
              <a:ext cx="195262" cy="195262"/>
            </a:xfrm>
            <a:custGeom>
              <a:avLst/>
              <a:gdLst/>
              <a:ahLst/>
              <a:cxnLst/>
              <a:rect l="l" t="t" r="r" b="b"/>
              <a:pathLst>
                <a:path w="195262" h="195262" extrusionOk="0">
                  <a:moveTo>
                    <a:pt x="0" y="97631"/>
                  </a:moveTo>
                  <a:cubicBezTo>
                    <a:pt x="0" y="151448"/>
                    <a:pt x="43815" y="195263"/>
                    <a:pt x="97631" y="195263"/>
                  </a:cubicBezTo>
                  <a:cubicBezTo>
                    <a:pt x="151447" y="195263"/>
                    <a:pt x="195263" y="151448"/>
                    <a:pt x="195263" y="97631"/>
                  </a:cubicBezTo>
                  <a:cubicBezTo>
                    <a:pt x="195263" y="43815"/>
                    <a:pt x="151447" y="0"/>
                    <a:pt x="97631" y="0"/>
                  </a:cubicBezTo>
                  <a:cubicBezTo>
                    <a:pt x="76391" y="0"/>
                    <a:pt x="56102" y="6763"/>
                    <a:pt x="39148" y="19431"/>
                  </a:cubicBezTo>
                  <a:lnTo>
                    <a:pt x="45149" y="27337"/>
                  </a:lnTo>
                  <a:cubicBezTo>
                    <a:pt x="60388" y="15907"/>
                    <a:pt x="78581" y="9811"/>
                    <a:pt x="97726" y="9811"/>
                  </a:cubicBezTo>
                  <a:cubicBezTo>
                    <a:pt x="146113" y="9811"/>
                    <a:pt x="185357" y="49149"/>
                    <a:pt x="185357" y="97536"/>
                  </a:cubicBezTo>
                  <a:cubicBezTo>
                    <a:pt x="185357" y="145923"/>
                    <a:pt x="146018" y="185166"/>
                    <a:pt x="97726" y="185166"/>
                  </a:cubicBezTo>
                  <a:cubicBezTo>
                    <a:pt x="49435" y="185166"/>
                    <a:pt x="10096" y="145828"/>
                    <a:pt x="10096" y="97536"/>
                  </a:cubicBezTo>
                  <a:cubicBezTo>
                    <a:pt x="10096" y="79534"/>
                    <a:pt x="15526" y="62294"/>
                    <a:pt x="25717" y="47530"/>
                  </a:cubicBezTo>
                  <a:lnTo>
                    <a:pt x="17526" y="41910"/>
                  </a:lnTo>
                  <a:cubicBezTo>
                    <a:pt x="6096" y="58293"/>
                    <a:pt x="95" y="77534"/>
                    <a:pt x="95" y="975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20"/>
            <p:cNvSpPr/>
            <p:nvPr/>
          </p:nvSpPr>
          <p:spPr>
            <a:xfrm>
              <a:off x="4183093" y="3418332"/>
              <a:ext cx="115824" cy="115919"/>
            </a:xfrm>
            <a:custGeom>
              <a:avLst/>
              <a:gdLst/>
              <a:ahLst/>
              <a:cxnLst/>
              <a:rect l="l" t="t" r="r" b="b"/>
              <a:pathLst>
                <a:path w="115824" h="115919" extrusionOk="0">
                  <a:moveTo>
                    <a:pt x="29813" y="0"/>
                  </a:moveTo>
                  <a:lnTo>
                    <a:pt x="29813" y="29813"/>
                  </a:lnTo>
                  <a:lnTo>
                    <a:pt x="0" y="29813"/>
                  </a:lnTo>
                  <a:lnTo>
                    <a:pt x="0" y="86106"/>
                  </a:lnTo>
                  <a:lnTo>
                    <a:pt x="29813" y="86106"/>
                  </a:lnTo>
                  <a:lnTo>
                    <a:pt x="29813" y="115919"/>
                  </a:lnTo>
                  <a:lnTo>
                    <a:pt x="86011" y="115919"/>
                  </a:lnTo>
                  <a:lnTo>
                    <a:pt x="86011" y="86106"/>
                  </a:lnTo>
                  <a:lnTo>
                    <a:pt x="115824" y="86106"/>
                  </a:lnTo>
                  <a:lnTo>
                    <a:pt x="115824" y="29813"/>
                  </a:lnTo>
                  <a:lnTo>
                    <a:pt x="86011" y="29813"/>
                  </a:lnTo>
                  <a:lnTo>
                    <a:pt x="86011" y="0"/>
                  </a:lnTo>
                  <a:lnTo>
                    <a:pt x="29813" y="0"/>
                  </a:lnTo>
                  <a:close/>
                  <a:moveTo>
                    <a:pt x="105918" y="39719"/>
                  </a:moveTo>
                  <a:lnTo>
                    <a:pt x="105918" y="76105"/>
                  </a:lnTo>
                  <a:lnTo>
                    <a:pt x="76105" y="76105"/>
                  </a:lnTo>
                  <a:lnTo>
                    <a:pt x="76105" y="105918"/>
                  </a:lnTo>
                  <a:lnTo>
                    <a:pt x="39719" y="105918"/>
                  </a:lnTo>
                  <a:lnTo>
                    <a:pt x="39719" y="76105"/>
                  </a:lnTo>
                  <a:lnTo>
                    <a:pt x="9906" y="76105"/>
                  </a:lnTo>
                  <a:lnTo>
                    <a:pt x="9906" y="39719"/>
                  </a:lnTo>
                  <a:lnTo>
                    <a:pt x="39719" y="39719"/>
                  </a:lnTo>
                  <a:lnTo>
                    <a:pt x="39719" y="9906"/>
                  </a:lnTo>
                  <a:lnTo>
                    <a:pt x="76105" y="9906"/>
                  </a:lnTo>
                  <a:lnTo>
                    <a:pt x="76105" y="39719"/>
                  </a:lnTo>
                  <a:lnTo>
                    <a:pt x="105918" y="397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20"/>
            <p:cNvSpPr/>
            <p:nvPr/>
          </p:nvSpPr>
          <p:spPr>
            <a:xfrm>
              <a:off x="4091749" y="3551110"/>
              <a:ext cx="24860" cy="24860"/>
            </a:xfrm>
            <a:custGeom>
              <a:avLst/>
              <a:gdLst/>
              <a:ahLst/>
              <a:cxnLst/>
              <a:rect l="l" t="t" r="r" b="b"/>
              <a:pathLst>
                <a:path w="24860" h="24860" extrusionOk="0">
                  <a:moveTo>
                    <a:pt x="0" y="24765"/>
                  </a:moveTo>
                  <a:lnTo>
                    <a:pt x="24860" y="24765"/>
                  </a:lnTo>
                  <a:lnTo>
                    <a:pt x="24860" y="14859"/>
                  </a:lnTo>
                  <a:lnTo>
                    <a:pt x="10001" y="14859"/>
                  </a:lnTo>
                  <a:lnTo>
                    <a:pt x="10001" y="0"/>
                  </a:lnTo>
                  <a:lnTo>
                    <a:pt x="95" y="0"/>
                  </a:lnTo>
                  <a:lnTo>
                    <a:pt x="95" y="248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20"/>
            <p:cNvSpPr/>
            <p:nvPr/>
          </p:nvSpPr>
          <p:spPr>
            <a:xfrm>
              <a:off x="4091749" y="3531203"/>
              <a:ext cx="9905" cy="9906"/>
            </a:xfrm>
            <a:custGeom>
              <a:avLst/>
              <a:gdLst/>
              <a:ahLst/>
              <a:cxnLst/>
              <a:rect l="l" t="t" r="r" b="b"/>
              <a:pathLst>
                <a:path w="9905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0"/>
            <p:cNvSpPr/>
            <p:nvPr/>
          </p:nvSpPr>
          <p:spPr>
            <a:xfrm>
              <a:off x="4126515" y="3565874"/>
              <a:ext cx="9906" cy="9906"/>
            </a:xfrm>
            <a:custGeom>
              <a:avLst/>
              <a:gdLst/>
              <a:ahLst/>
              <a:cxnLst/>
              <a:rect l="l" t="t" r="r" b="b"/>
              <a:pathLst>
                <a:path w="9906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0"/>
            <p:cNvSpPr/>
            <p:nvPr/>
          </p:nvSpPr>
          <p:spPr>
            <a:xfrm>
              <a:off x="4216145" y="3333654"/>
              <a:ext cx="9905" cy="9906"/>
            </a:xfrm>
            <a:custGeom>
              <a:avLst/>
              <a:gdLst/>
              <a:ahLst/>
              <a:cxnLst/>
              <a:rect l="l" t="t" r="r" b="b"/>
              <a:pathLst>
                <a:path w="9905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4236052" y="3333654"/>
              <a:ext cx="9906" cy="9906"/>
            </a:xfrm>
            <a:custGeom>
              <a:avLst/>
              <a:gdLst/>
              <a:ahLst/>
              <a:cxnLst/>
              <a:rect l="l" t="t" r="r" b="b"/>
              <a:pathLst>
                <a:path w="9906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0"/>
            <p:cNvSpPr/>
            <p:nvPr/>
          </p:nvSpPr>
          <p:spPr>
            <a:xfrm>
              <a:off x="4255864" y="3333654"/>
              <a:ext cx="9906" cy="9906"/>
            </a:xfrm>
            <a:custGeom>
              <a:avLst/>
              <a:gdLst/>
              <a:ahLst/>
              <a:cxnLst/>
              <a:rect l="l" t="t" r="r" b="b"/>
              <a:pathLst>
                <a:path w="9906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20"/>
          <p:cNvGrpSpPr/>
          <p:nvPr/>
        </p:nvGrpSpPr>
        <p:grpSpPr>
          <a:xfrm>
            <a:off x="4406512" y="1998813"/>
            <a:ext cx="338136" cy="310514"/>
            <a:chOff x="5557837" y="2171700"/>
            <a:chExt cx="338136" cy="310514"/>
          </a:xfrm>
        </p:grpSpPr>
        <p:sp>
          <p:nvSpPr>
            <p:cNvPr id="329" name="Google Shape;329;p20"/>
            <p:cNvSpPr/>
            <p:nvPr/>
          </p:nvSpPr>
          <p:spPr>
            <a:xfrm>
              <a:off x="5775769" y="2198369"/>
              <a:ext cx="114966" cy="106965"/>
            </a:xfrm>
            <a:custGeom>
              <a:avLst/>
              <a:gdLst/>
              <a:ahLst/>
              <a:cxnLst/>
              <a:rect l="l" t="t" r="r" b="b"/>
              <a:pathLst>
                <a:path w="114966" h="106965" extrusionOk="0">
                  <a:moveTo>
                    <a:pt x="8191" y="106871"/>
                  </a:moveTo>
                  <a:lnTo>
                    <a:pt x="47244" y="48482"/>
                  </a:lnTo>
                  <a:lnTo>
                    <a:pt x="73628" y="63722"/>
                  </a:lnTo>
                  <a:lnTo>
                    <a:pt x="54864" y="101918"/>
                  </a:lnTo>
                  <a:lnTo>
                    <a:pt x="63817" y="106299"/>
                  </a:lnTo>
                  <a:lnTo>
                    <a:pt x="82582" y="68199"/>
                  </a:lnTo>
                  <a:cubicBezTo>
                    <a:pt x="85058" y="68961"/>
                    <a:pt x="87535" y="69437"/>
                    <a:pt x="90106" y="69437"/>
                  </a:cubicBezTo>
                  <a:cubicBezTo>
                    <a:pt x="98965" y="69437"/>
                    <a:pt x="107156" y="64675"/>
                    <a:pt x="111633" y="57055"/>
                  </a:cubicBezTo>
                  <a:cubicBezTo>
                    <a:pt x="113824" y="53245"/>
                    <a:pt x="114967" y="48958"/>
                    <a:pt x="114967" y="44672"/>
                  </a:cubicBezTo>
                  <a:cubicBezTo>
                    <a:pt x="114967" y="35814"/>
                    <a:pt x="110204" y="27622"/>
                    <a:pt x="102584" y="23146"/>
                  </a:cubicBezTo>
                  <a:lnTo>
                    <a:pt x="97250" y="20098"/>
                  </a:lnTo>
                  <a:lnTo>
                    <a:pt x="92297" y="28670"/>
                  </a:lnTo>
                  <a:lnTo>
                    <a:pt x="97631" y="31718"/>
                  </a:lnTo>
                  <a:cubicBezTo>
                    <a:pt x="102203" y="34385"/>
                    <a:pt x="105061" y="39338"/>
                    <a:pt x="105061" y="44672"/>
                  </a:cubicBezTo>
                  <a:cubicBezTo>
                    <a:pt x="105061" y="47244"/>
                    <a:pt x="104394" y="49816"/>
                    <a:pt x="103061" y="52102"/>
                  </a:cubicBezTo>
                  <a:cubicBezTo>
                    <a:pt x="100394" y="56674"/>
                    <a:pt x="95440" y="59531"/>
                    <a:pt x="90106" y="59531"/>
                  </a:cubicBezTo>
                  <a:cubicBezTo>
                    <a:pt x="87535" y="59531"/>
                    <a:pt x="84963" y="58864"/>
                    <a:pt x="82677" y="57531"/>
                  </a:cubicBezTo>
                  <a:lnTo>
                    <a:pt x="48292" y="37719"/>
                  </a:lnTo>
                  <a:cubicBezTo>
                    <a:pt x="43720" y="35052"/>
                    <a:pt x="40862" y="30099"/>
                    <a:pt x="40862" y="24765"/>
                  </a:cubicBezTo>
                  <a:cubicBezTo>
                    <a:pt x="40862" y="22193"/>
                    <a:pt x="41529" y="19622"/>
                    <a:pt x="42863" y="17336"/>
                  </a:cubicBezTo>
                  <a:cubicBezTo>
                    <a:pt x="45529" y="12763"/>
                    <a:pt x="50482" y="9906"/>
                    <a:pt x="55816" y="9906"/>
                  </a:cubicBezTo>
                  <a:cubicBezTo>
                    <a:pt x="58388" y="9906"/>
                    <a:pt x="60960" y="10573"/>
                    <a:pt x="63246" y="11906"/>
                  </a:cubicBezTo>
                  <a:lnTo>
                    <a:pt x="83725" y="23717"/>
                  </a:lnTo>
                  <a:lnTo>
                    <a:pt x="88678" y="15145"/>
                  </a:lnTo>
                  <a:lnTo>
                    <a:pt x="68199" y="3334"/>
                  </a:lnTo>
                  <a:cubicBezTo>
                    <a:pt x="64389" y="1143"/>
                    <a:pt x="60103" y="0"/>
                    <a:pt x="55816" y="0"/>
                  </a:cubicBezTo>
                  <a:cubicBezTo>
                    <a:pt x="46958" y="0"/>
                    <a:pt x="38767" y="4763"/>
                    <a:pt x="34290" y="12383"/>
                  </a:cubicBezTo>
                  <a:cubicBezTo>
                    <a:pt x="32099" y="16193"/>
                    <a:pt x="30956" y="20479"/>
                    <a:pt x="30956" y="24765"/>
                  </a:cubicBezTo>
                  <a:cubicBezTo>
                    <a:pt x="30956" y="31814"/>
                    <a:pt x="34004" y="38481"/>
                    <a:pt x="39053" y="43148"/>
                  </a:cubicBezTo>
                  <a:lnTo>
                    <a:pt x="0" y="101441"/>
                  </a:lnTo>
                  <a:lnTo>
                    <a:pt x="8287" y="10696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0"/>
            <p:cNvSpPr/>
            <p:nvPr/>
          </p:nvSpPr>
          <p:spPr>
            <a:xfrm>
              <a:off x="5557837" y="2314765"/>
              <a:ext cx="120491" cy="167449"/>
            </a:xfrm>
            <a:custGeom>
              <a:avLst/>
              <a:gdLst/>
              <a:ahLst/>
              <a:cxnLst/>
              <a:rect l="l" t="t" r="r" b="b"/>
              <a:pathLst>
                <a:path w="120491" h="167449" extrusionOk="0">
                  <a:moveTo>
                    <a:pt x="74771" y="149162"/>
                  </a:moveTo>
                  <a:lnTo>
                    <a:pt x="74771" y="133160"/>
                  </a:lnTo>
                  <a:lnTo>
                    <a:pt x="72771" y="131636"/>
                  </a:lnTo>
                  <a:cubicBezTo>
                    <a:pt x="34099" y="102203"/>
                    <a:pt x="11430" y="58103"/>
                    <a:pt x="10001" y="9906"/>
                  </a:cubicBezTo>
                  <a:lnTo>
                    <a:pt x="20193" y="9906"/>
                  </a:lnTo>
                  <a:lnTo>
                    <a:pt x="20193" y="0"/>
                  </a:lnTo>
                  <a:lnTo>
                    <a:pt x="0" y="0"/>
                  </a:lnTo>
                  <a:lnTo>
                    <a:pt x="0" y="4953"/>
                  </a:lnTo>
                  <a:cubicBezTo>
                    <a:pt x="0" y="31814"/>
                    <a:pt x="6096" y="57531"/>
                    <a:pt x="18193" y="81343"/>
                  </a:cubicBezTo>
                  <a:cubicBezTo>
                    <a:pt x="29337" y="103251"/>
                    <a:pt x="45434" y="122873"/>
                    <a:pt x="64865" y="138113"/>
                  </a:cubicBezTo>
                  <a:lnTo>
                    <a:pt x="64865" y="149257"/>
                  </a:lnTo>
                  <a:cubicBezTo>
                    <a:pt x="64865" y="159258"/>
                    <a:pt x="73057" y="167449"/>
                    <a:pt x="83058" y="167449"/>
                  </a:cubicBezTo>
                  <a:lnTo>
                    <a:pt x="120491" y="167449"/>
                  </a:lnTo>
                  <a:lnTo>
                    <a:pt x="120491" y="157544"/>
                  </a:lnTo>
                  <a:lnTo>
                    <a:pt x="83058" y="157544"/>
                  </a:lnTo>
                  <a:cubicBezTo>
                    <a:pt x="78486" y="157544"/>
                    <a:pt x="74771" y="153829"/>
                    <a:pt x="74771" y="1492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0"/>
            <p:cNvSpPr/>
            <p:nvPr/>
          </p:nvSpPr>
          <p:spPr>
            <a:xfrm>
              <a:off x="5688138" y="2387345"/>
              <a:ext cx="191738" cy="94773"/>
            </a:xfrm>
            <a:custGeom>
              <a:avLst/>
              <a:gdLst/>
              <a:ahLst/>
              <a:cxnLst/>
              <a:rect l="l" t="t" r="r" b="b"/>
              <a:pathLst>
                <a:path w="191738" h="94773" extrusionOk="0">
                  <a:moveTo>
                    <a:pt x="134969" y="59055"/>
                  </a:moveTo>
                  <a:lnTo>
                    <a:pt x="132969" y="60579"/>
                  </a:lnTo>
                  <a:lnTo>
                    <a:pt x="132969" y="76581"/>
                  </a:lnTo>
                  <a:cubicBezTo>
                    <a:pt x="132969" y="81153"/>
                    <a:pt x="129254" y="84868"/>
                    <a:pt x="124682" y="84868"/>
                  </a:cubicBezTo>
                  <a:lnTo>
                    <a:pt x="0" y="84868"/>
                  </a:lnTo>
                  <a:lnTo>
                    <a:pt x="0" y="94774"/>
                  </a:lnTo>
                  <a:lnTo>
                    <a:pt x="124682" y="94774"/>
                  </a:lnTo>
                  <a:cubicBezTo>
                    <a:pt x="134684" y="94774"/>
                    <a:pt x="142875" y="86582"/>
                    <a:pt x="142875" y="76581"/>
                  </a:cubicBezTo>
                  <a:lnTo>
                    <a:pt x="142875" y="65437"/>
                  </a:lnTo>
                  <a:cubicBezTo>
                    <a:pt x="163639" y="49149"/>
                    <a:pt x="180499" y="28004"/>
                    <a:pt x="191738" y="4191"/>
                  </a:cubicBezTo>
                  <a:lnTo>
                    <a:pt x="182785" y="0"/>
                  </a:lnTo>
                  <a:cubicBezTo>
                    <a:pt x="171926" y="23146"/>
                    <a:pt x="155353" y="43529"/>
                    <a:pt x="134969" y="590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20"/>
            <p:cNvSpPr/>
            <p:nvPr/>
          </p:nvSpPr>
          <p:spPr>
            <a:xfrm>
              <a:off x="5761957" y="2314765"/>
              <a:ext cx="134016" cy="67436"/>
            </a:xfrm>
            <a:custGeom>
              <a:avLst/>
              <a:gdLst/>
              <a:ahLst/>
              <a:cxnLst/>
              <a:rect l="l" t="t" r="r" b="b"/>
              <a:pathLst>
                <a:path w="134016" h="67436" extrusionOk="0">
                  <a:moveTo>
                    <a:pt x="0" y="0"/>
                  </a:moveTo>
                  <a:lnTo>
                    <a:pt x="0" y="9906"/>
                  </a:lnTo>
                  <a:lnTo>
                    <a:pt x="124016" y="9906"/>
                  </a:lnTo>
                  <a:cubicBezTo>
                    <a:pt x="123444" y="28480"/>
                    <a:pt x="119729" y="46577"/>
                    <a:pt x="112871" y="63722"/>
                  </a:cubicBezTo>
                  <a:lnTo>
                    <a:pt x="122111" y="67437"/>
                  </a:lnTo>
                  <a:cubicBezTo>
                    <a:pt x="130016" y="47530"/>
                    <a:pt x="134017" y="26575"/>
                    <a:pt x="134017" y="4953"/>
                  </a:cubicBezTo>
                  <a:lnTo>
                    <a:pt x="1340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5584887" y="2171700"/>
              <a:ext cx="170211" cy="186594"/>
            </a:xfrm>
            <a:custGeom>
              <a:avLst/>
              <a:gdLst/>
              <a:ahLst/>
              <a:cxnLst/>
              <a:rect l="l" t="t" r="r" b="b"/>
              <a:pathLst>
                <a:path w="170211" h="186594" extrusionOk="0">
                  <a:moveTo>
                    <a:pt x="31433" y="176308"/>
                  </a:moveTo>
                  <a:cubicBezTo>
                    <a:pt x="42196" y="182975"/>
                    <a:pt x="54578" y="186595"/>
                    <a:pt x="67246" y="186595"/>
                  </a:cubicBezTo>
                  <a:cubicBezTo>
                    <a:pt x="73343" y="186595"/>
                    <a:pt x="79343" y="185738"/>
                    <a:pt x="85154" y="184214"/>
                  </a:cubicBezTo>
                  <a:cubicBezTo>
                    <a:pt x="90964" y="185833"/>
                    <a:pt x="96964" y="186595"/>
                    <a:pt x="103061" y="186595"/>
                  </a:cubicBezTo>
                  <a:cubicBezTo>
                    <a:pt x="115729" y="186595"/>
                    <a:pt x="128111" y="183071"/>
                    <a:pt x="138875" y="176308"/>
                  </a:cubicBezTo>
                  <a:cubicBezTo>
                    <a:pt x="149923" y="169450"/>
                    <a:pt x="158687" y="159449"/>
                    <a:pt x="164306" y="147542"/>
                  </a:cubicBezTo>
                  <a:cubicBezTo>
                    <a:pt x="168307" y="138970"/>
                    <a:pt x="170212" y="125730"/>
                    <a:pt x="170212" y="107061"/>
                  </a:cubicBezTo>
                  <a:cubicBezTo>
                    <a:pt x="170212" y="92869"/>
                    <a:pt x="169069" y="75724"/>
                    <a:pt x="166783" y="56198"/>
                  </a:cubicBezTo>
                  <a:lnTo>
                    <a:pt x="156877" y="57341"/>
                  </a:lnTo>
                  <a:cubicBezTo>
                    <a:pt x="159068" y="76486"/>
                    <a:pt x="160211" y="93250"/>
                    <a:pt x="160211" y="107061"/>
                  </a:cubicBezTo>
                  <a:cubicBezTo>
                    <a:pt x="160211" y="124111"/>
                    <a:pt x="158496" y="136303"/>
                    <a:pt x="155258" y="143351"/>
                  </a:cubicBezTo>
                  <a:cubicBezTo>
                    <a:pt x="145637" y="163925"/>
                    <a:pt x="125635" y="176689"/>
                    <a:pt x="103061" y="176689"/>
                  </a:cubicBezTo>
                  <a:cubicBezTo>
                    <a:pt x="102870" y="176689"/>
                    <a:pt x="102775" y="176689"/>
                    <a:pt x="102584" y="176689"/>
                  </a:cubicBezTo>
                  <a:cubicBezTo>
                    <a:pt x="122682" y="164497"/>
                    <a:pt x="135350" y="142494"/>
                    <a:pt x="135350" y="118872"/>
                  </a:cubicBezTo>
                  <a:cubicBezTo>
                    <a:pt x="135350" y="108966"/>
                    <a:pt x="133160" y="99346"/>
                    <a:pt x="128969" y="90202"/>
                  </a:cubicBezTo>
                  <a:cubicBezTo>
                    <a:pt x="123825" y="79058"/>
                    <a:pt x="109728" y="65723"/>
                    <a:pt x="93345" y="52959"/>
                  </a:cubicBezTo>
                  <a:cubicBezTo>
                    <a:pt x="115538" y="36767"/>
                    <a:pt x="139827" y="22098"/>
                    <a:pt x="150971" y="15621"/>
                  </a:cubicBezTo>
                  <a:cubicBezTo>
                    <a:pt x="152114" y="22574"/>
                    <a:pt x="154019" y="34004"/>
                    <a:pt x="155734" y="47530"/>
                  </a:cubicBezTo>
                  <a:lnTo>
                    <a:pt x="165545" y="46292"/>
                  </a:lnTo>
                  <a:cubicBezTo>
                    <a:pt x="162687" y="24384"/>
                    <a:pt x="159639" y="7620"/>
                    <a:pt x="159448" y="6858"/>
                  </a:cubicBezTo>
                  <a:lnTo>
                    <a:pt x="158210" y="0"/>
                  </a:lnTo>
                  <a:lnTo>
                    <a:pt x="152210" y="3429"/>
                  </a:lnTo>
                  <a:cubicBezTo>
                    <a:pt x="152210" y="3429"/>
                    <a:pt x="115919" y="23908"/>
                    <a:pt x="85154" y="46673"/>
                  </a:cubicBezTo>
                  <a:cubicBezTo>
                    <a:pt x="54864" y="24289"/>
                    <a:pt x="20479" y="4763"/>
                    <a:pt x="18097" y="3429"/>
                  </a:cubicBezTo>
                  <a:lnTo>
                    <a:pt x="17050" y="2857"/>
                  </a:lnTo>
                  <a:lnTo>
                    <a:pt x="15812" y="2857"/>
                  </a:lnTo>
                  <a:cubicBezTo>
                    <a:pt x="15145" y="2857"/>
                    <a:pt x="11525" y="2857"/>
                    <a:pt x="10668" y="7334"/>
                  </a:cubicBezTo>
                  <a:lnTo>
                    <a:pt x="10382" y="8763"/>
                  </a:lnTo>
                  <a:cubicBezTo>
                    <a:pt x="10192" y="10001"/>
                    <a:pt x="9811" y="11811"/>
                    <a:pt x="9430" y="14097"/>
                  </a:cubicBezTo>
                  <a:cubicBezTo>
                    <a:pt x="8763" y="18288"/>
                    <a:pt x="7620" y="24955"/>
                    <a:pt x="6477" y="32861"/>
                  </a:cubicBezTo>
                  <a:cubicBezTo>
                    <a:pt x="4381" y="46958"/>
                    <a:pt x="1714" y="68104"/>
                    <a:pt x="571" y="88392"/>
                  </a:cubicBezTo>
                  <a:lnTo>
                    <a:pt x="10478" y="88964"/>
                  </a:lnTo>
                  <a:cubicBezTo>
                    <a:pt x="12097" y="59912"/>
                    <a:pt x="16954" y="29051"/>
                    <a:pt x="19240" y="15621"/>
                  </a:cubicBezTo>
                  <a:cubicBezTo>
                    <a:pt x="27813" y="20669"/>
                    <a:pt x="44387" y="30575"/>
                    <a:pt x="61627" y="42291"/>
                  </a:cubicBezTo>
                  <a:cubicBezTo>
                    <a:pt x="102584" y="70104"/>
                    <a:pt x="115919" y="86011"/>
                    <a:pt x="119825" y="94393"/>
                  </a:cubicBezTo>
                  <a:cubicBezTo>
                    <a:pt x="123444" y="102203"/>
                    <a:pt x="125254" y="110395"/>
                    <a:pt x="125254" y="118777"/>
                  </a:cubicBezTo>
                  <a:cubicBezTo>
                    <a:pt x="125254" y="139446"/>
                    <a:pt x="113919" y="158591"/>
                    <a:pt x="96107" y="168783"/>
                  </a:cubicBezTo>
                  <a:lnTo>
                    <a:pt x="87439" y="150114"/>
                  </a:lnTo>
                  <a:lnTo>
                    <a:pt x="99536" y="116872"/>
                  </a:lnTo>
                  <a:lnTo>
                    <a:pt x="90202" y="113443"/>
                  </a:lnTo>
                  <a:lnTo>
                    <a:pt x="81534" y="137351"/>
                  </a:lnTo>
                  <a:lnTo>
                    <a:pt x="73438" y="120110"/>
                  </a:lnTo>
                  <a:lnTo>
                    <a:pt x="85535" y="86868"/>
                  </a:lnTo>
                  <a:lnTo>
                    <a:pt x="76200" y="83439"/>
                  </a:lnTo>
                  <a:lnTo>
                    <a:pt x="67532" y="107347"/>
                  </a:lnTo>
                  <a:lnTo>
                    <a:pt x="53626" y="77438"/>
                  </a:lnTo>
                  <a:lnTo>
                    <a:pt x="44672" y="81629"/>
                  </a:lnTo>
                  <a:lnTo>
                    <a:pt x="58579" y="111538"/>
                  </a:lnTo>
                  <a:lnTo>
                    <a:pt x="34671" y="102870"/>
                  </a:lnTo>
                  <a:lnTo>
                    <a:pt x="31242" y="112205"/>
                  </a:lnTo>
                  <a:lnTo>
                    <a:pt x="64484" y="124301"/>
                  </a:lnTo>
                  <a:lnTo>
                    <a:pt x="72580" y="141542"/>
                  </a:lnTo>
                  <a:lnTo>
                    <a:pt x="48673" y="132874"/>
                  </a:lnTo>
                  <a:lnTo>
                    <a:pt x="45244" y="142208"/>
                  </a:lnTo>
                  <a:lnTo>
                    <a:pt x="78486" y="154305"/>
                  </a:lnTo>
                  <a:lnTo>
                    <a:pt x="87154" y="172974"/>
                  </a:lnTo>
                  <a:cubicBezTo>
                    <a:pt x="80677" y="175355"/>
                    <a:pt x="74009" y="176594"/>
                    <a:pt x="67056" y="176594"/>
                  </a:cubicBezTo>
                  <a:cubicBezTo>
                    <a:pt x="44387" y="176594"/>
                    <a:pt x="24384" y="163830"/>
                    <a:pt x="14859" y="143256"/>
                  </a:cubicBezTo>
                  <a:cubicBezTo>
                    <a:pt x="11525" y="136208"/>
                    <a:pt x="9906" y="123920"/>
                    <a:pt x="9906" y="106966"/>
                  </a:cubicBezTo>
                  <a:cubicBezTo>
                    <a:pt x="9906" y="104299"/>
                    <a:pt x="9906" y="101537"/>
                    <a:pt x="10001" y="98679"/>
                  </a:cubicBezTo>
                  <a:lnTo>
                    <a:pt x="95" y="98393"/>
                  </a:lnTo>
                  <a:cubicBezTo>
                    <a:pt x="95" y="101346"/>
                    <a:pt x="0" y="104203"/>
                    <a:pt x="0" y="106966"/>
                  </a:cubicBezTo>
                  <a:cubicBezTo>
                    <a:pt x="0" y="125730"/>
                    <a:pt x="1905" y="138970"/>
                    <a:pt x="5905" y="147447"/>
                  </a:cubicBezTo>
                  <a:cubicBezTo>
                    <a:pt x="11430" y="159353"/>
                    <a:pt x="20288" y="169355"/>
                    <a:pt x="31337" y="1762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0"/>
            <p:cNvSpPr/>
            <p:nvPr/>
          </p:nvSpPr>
          <p:spPr>
            <a:xfrm>
              <a:off x="5682233" y="2366391"/>
              <a:ext cx="89344" cy="89344"/>
            </a:xfrm>
            <a:custGeom>
              <a:avLst/>
              <a:gdLst/>
              <a:ahLst/>
              <a:cxnLst/>
              <a:rect l="l" t="t" r="r" b="b"/>
              <a:pathLst>
                <a:path w="89344" h="89344" extrusionOk="0">
                  <a:moveTo>
                    <a:pt x="23146" y="89344"/>
                  </a:moveTo>
                  <a:lnTo>
                    <a:pt x="66199" y="89344"/>
                  </a:lnTo>
                  <a:lnTo>
                    <a:pt x="66199" y="66199"/>
                  </a:lnTo>
                  <a:lnTo>
                    <a:pt x="89345" y="66199"/>
                  </a:lnTo>
                  <a:lnTo>
                    <a:pt x="89345" y="23146"/>
                  </a:lnTo>
                  <a:lnTo>
                    <a:pt x="66199" y="23146"/>
                  </a:lnTo>
                  <a:lnTo>
                    <a:pt x="66199" y="0"/>
                  </a:lnTo>
                  <a:lnTo>
                    <a:pt x="23146" y="0"/>
                  </a:lnTo>
                  <a:lnTo>
                    <a:pt x="23146" y="23146"/>
                  </a:lnTo>
                  <a:lnTo>
                    <a:pt x="0" y="23146"/>
                  </a:lnTo>
                  <a:lnTo>
                    <a:pt x="0" y="66199"/>
                  </a:lnTo>
                  <a:lnTo>
                    <a:pt x="23146" y="66199"/>
                  </a:lnTo>
                  <a:lnTo>
                    <a:pt x="23146" y="89344"/>
                  </a:lnTo>
                  <a:close/>
                  <a:moveTo>
                    <a:pt x="9906" y="56197"/>
                  </a:moveTo>
                  <a:lnTo>
                    <a:pt x="9906" y="33052"/>
                  </a:lnTo>
                  <a:lnTo>
                    <a:pt x="33052" y="33052"/>
                  </a:lnTo>
                  <a:lnTo>
                    <a:pt x="33052" y="9906"/>
                  </a:lnTo>
                  <a:lnTo>
                    <a:pt x="56197" y="9906"/>
                  </a:lnTo>
                  <a:lnTo>
                    <a:pt x="56197" y="33052"/>
                  </a:lnTo>
                  <a:lnTo>
                    <a:pt x="79343" y="33052"/>
                  </a:lnTo>
                  <a:lnTo>
                    <a:pt x="79343" y="56197"/>
                  </a:lnTo>
                  <a:lnTo>
                    <a:pt x="56197" y="56197"/>
                  </a:lnTo>
                  <a:lnTo>
                    <a:pt x="56197" y="79343"/>
                  </a:lnTo>
                  <a:lnTo>
                    <a:pt x="33052" y="79343"/>
                  </a:lnTo>
                  <a:lnTo>
                    <a:pt x="33052" y="56197"/>
                  </a:lnTo>
                  <a:lnTo>
                    <a:pt x="9906" y="5619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0"/>
            <p:cNvSpPr/>
            <p:nvPr/>
          </p:nvSpPr>
          <p:spPr>
            <a:xfrm>
              <a:off x="5617558" y="2414587"/>
              <a:ext cx="14001" cy="14001"/>
            </a:xfrm>
            <a:custGeom>
              <a:avLst/>
              <a:gdLst/>
              <a:ahLst/>
              <a:cxnLst/>
              <a:rect l="l" t="t" r="r" b="b"/>
              <a:pathLst>
                <a:path w="14001" h="14001" extrusionOk="0">
                  <a:moveTo>
                    <a:pt x="7239" y="14002"/>
                  </a:moveTo>
                  <a:lnTo>
                    <a:pt x="14002" y="6763"/>
                  </a:lnTo>
                  <a:cubicBezTo>
                    <a:pt x="11716" y="4572"/>
                    <a:pt x="9430" y="2286"/>
                    <a:pt x="7239" y="0"/>
                  </a:cubicBezTo>
                  <a:lnTo>
                    <a:pt x="0" y="6763"/>
                  </a:lnTo>
                  <a:cubicBezTo>
                    <a:pt x="2286" y="9239"/>
                    <a:pt x="4763" y="11716"/>
                    <a:pt x="7239" y="140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5597175" y="2388679"/>
              <a:ext cx="21335" cy="24860"/>
            </a:xfrm>
            <a:custGeom>
              <a:avLst/>
              <a:gdLst/>
              <a:ahLst/>
              <a:cxnLst/>
              <a:rect l="l" t="t" r="r" b="b"/>
              <a:pathLst>
                <a:path w="21335" h="24860" extrusionOk="0">
                  <a:moveTo>
                    <a:pt x="0" y="4953"/>
                  </a:moveTo>
                  <a:cubicBezTo>
                    <a:pt x="4000" y="11906"/>
                    <a:pt x="8572" y="18574"/>
                    <a:pt x="13621" y="24860"/>
                  </a:cubicBezTo>
                  <a:lnTo>
                    <a:pt x="21336" y="18574"/>
                  </a:lnTo>
                  <a:cubicBezTo>
                    <a:pt x="16573" y="12764"/>
                    <a:pt x="12287" y="6477"/>
                    <a:pt x="8572" y="0"/>
                  </a:cubicBezTo>
                  <a:lnTo>
                    <a:pt x="0" y="49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5838062" y="2334577"/>
              <a:ext cx="33051" cy="9905"/>
            </a:xfrm>
            <a:custGeom>
              <a:avLst/>
              <a:gdLst/>
              <a:ahLst/>
              <a:cxnLst/>
              <a:rect l="l" t="t" r="r" b="b"/>
              <a:pathLst>
                <a:path w="33051" h="9905" extrusionOk="0">
                  <a:moveTo>
                    <a:pt x="0" y="0"/>
                  </a:moveTo>
                  <a:lnTo>
                    <a:pt x="33052" y="0"/>
                  </a:lnTo>
                  <a:lnTo>
                    <a:pt x="33052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5818250" y="2334577"/>
              <a:ext cx="9906" cy="9905"/>
            </a:xfrm>
            <a:custGeom>
              <a:avLst/>
              <a:gdLst/>
              <a:ahLst/>
              <a:cxnLst/>
              <a:rect l="l" t="t" r="r" b="b"/>
              <a:pathLst>
                <a:path w="9906" h="9905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9" name="Google Shape;339;p20"/>
          <p:cNvGrpSpPr/>
          <p:nvPr/>
        </p:nvGrpSpPr>
        <p:grpSpPr>
          <a:xfrm>
            <a:off x="6039054" y="1980482"/>
            <a:ext cx="337089" cy="338041"/>
            <a:chOff x="7777066" y="3257645"/>
            <a:chExt cx="337089" cy="338041"/>
          </a:xfrm>
        </p:grpSpPr>
        <p:sp>
          <p:nvSpPr>
            <p:cNvPr id="340" name="Google Shape;340;p20"/>
            <p:cNvSpPr/>
            <p:nvPr/>
          </p:nvSpPr>
          <p:spPr>
            <a:xfrm>
              <a:off x="7777066" y="3257645"/>
              <a:ext cx="337089" cy="301085"/>
            </a:xfrm>
            <a:custGeom>
              <a:avLst/>
              <a:gdLst/>
              <a:ahLst/>
              <a:cxnLst/>
              <a:rect l="l" t="t" r="r" b="b"/>
              <a:pathLst>
                <a:path w="337089" h="301085" extrusionOk="0">
                  <a:moveTo>
                    <a:pt x="318421" y="89630"/>
                  </a:moveTo>
                  <a:lnTo>
                    <a:pt x="274225" y="89630"/>
                  </a:lnTo>
                  <a:lnTo>
                    <a:pt x="274225" y="99536"/>
                  </a:lnTo>
                  <a:lnTo>
                    <a:pt x="318421" y="99536"/>
                  </a:lnTo>
                  <a:cubicBezTo>
                    <a:pt x="323374" y="99536"/>
                    <a:pt x="327374" y="103537"/>
                    <a:pt x="327374" y="108490"/>
                  </a:cubicBezTo>
                  <a:cubicBezTo>
                    <a:pt x="327374" y="113443"/>
                    <a:pt x="323374" y="117443"/>
                    <a:pt x="318421" y="117443"/>
                  </a:cubicBezTo>
                  <a:lnTo>
                    <a:pt x="244888" y="117443"/>
                  </a:lnTo>
                  <a:lnTo>
                    <a:pt x="244888" y="99631"/>
                  </a:lnTo>
                  <a:lnTo>
                    <a:pt x="264319" y="99631"/>
                  </a:lnTo>
                  <a:lnTo>
                    <a:pt x="264319" y="89725"/>
                  </a:lnTo>
                  <a:lnTo>
                    <a:pt x="188119" y="89725"/>
                  </a:lnTo>
                  <a:lnTo>
                    <a:pt x="188119" y="77819"/>
                  </a:lnTo>
                  <a:cubicBezTo>
                    <a:pt x="197263" y="71533"/>
                    <a:pt x="203264" y="61055"/>
                    <a:pt x="203264" y="49149"/>
                  </a:cubicBezTo>
                  <a:lnTo>
                    <a:pt x="203264" y="34671"/>
                  </a:lnTo>
                  <a:cubicBezTo>
                    <a:pt x="203264" y="15526"/>
                    <a:pt x="187738" y="0"/>
                    <a:pt x="168593" y="0"/>
                  </a:cubicBezTo>
                  <a:cubicBezTo>
                    <a:pt x="149447" y="0"/>
                    <a:pt x="133921" y="15526"/>
                    <a:pt x="133921" y="34671"/>
                  </a:cubicBezTo>
                  <a:lnTo>
                    <a:pt x="133921" y="49149"/>
                  </a:lnTo>
                  <a:cubicBezTo>
                    <a:pt x="133921" y="61055"/>
                    <a:pt x="139922" y="71533"/>
                    <a:pt x="149066" y="77819"/>
                  </a:cubicBezTo>
                  <a:lnTo>
                    <a:pt x="149066" y="89725"/>
                  </a:lnTo>
                  <a:lnTo>
                    <a:pt x="18765" y="89725"/>
                  </a:lnTo>
                  <a:cubicBezTo>
                    <a:pt x="8382" y="89725"/>
                    <a:pt x="0" y="98203"/>
                    <a:pt x="0" y="108490"/>
                  </a:cubicBezTo>
                  <a:cubicBezTo>
                    <a:pt x="0" y="118777"/>
                    <a:pt x="8477" y="127254"/>
                    <a:pt x="18765" y="127254"/>
                  </a:cubicBezTo>
                  <a:lnTo>
                    <a:pt x="49149" y="127254"/>
                  </a:lnTo>
                  <a:lnTo>
                    <a:pt x="49149" y="117348"/>
                  </a:lnTo>
                  <a:lnTo>
                    <a:pt x="18765" y="117348"/>
                  </a:lnTo>
                  <a:cubicBezTo>
                    <a:pt x="13811" y="117348"/>
                    <a:pt x="9811" y="113348"/>
                    <a:pt x="9811" y="108394"/>
                  </a:cubicBezTo>
                  <a:cubicBezTo>
                    <a:pt x="9811" y="103442"/>
                    <a:pt x="13811" y="99441"/>
                    <a:pt x="18765" y="99441"/>
                  </a:cubicBezTo>
                  <a:lnTo>
                    <a:pt x="92297" y="99441"/>
                  </a:lnTo>
                  <a:lnTo>
                    <a:pt x="92297" y="117253"/>
                  </a:lnTo>
                  <a:lnTo>
                    <a:pt x="58960" y="117253"/>
                  </a:lnTo>
                  <a:lnTo>
                    <a:pt x="58960" y="127159"/>
                  </a:lnTo>
                  <a:lnTo>
                    <a:pt x="123920" y="127159"/>
                  </a:lnTo>
                  <a:lnTo>
                    <a:pt x="123920" y="184404"/>
                  </a:lnTo>
                  <a:cubicBezTo>
                    <a:pt x="120110" y="185166"/>
                    <a:pt x="116681" y="186785"/>
                    <a:pt x="113729" y="189166"/>
                  </a:cubicBezTo>
                  <a:lnTo>
                    <a:pt x="94012" y="169450"/>
                  </a:lnTo>
                  <a:lnTo>
                    <a:pt x="37815" y="169450"/>
                  </a:lnTo>
                  <a:lnTo>
                    <a:pt x="37815" y="179356"/>
                  </a:lnTo>
                  <a:lnTo>
                    <a:pt x="89821" y="179356"/>
                  </a:lnTo>
                  <a:lnTo>
                    <a:pt x="107156" y="196691"/>
                  </a:lnTo>
                  <a:cubicBezTo>
                    <a:pt x="105156" y="200215"/>
                    <a:pt x="104013" y="204311"/>
                    <a:pt x="104013" y="208693"/>
                  </a:cubicBezTo>
                  <a:cubicBezTo>
                    <a:pt x="104013" y="220599"/>
                    <a:pt x="112490" y="230600"/>
                    <a:pt x="123825" y="232981"/>
                  </a:cubicBezTo>
                  <a:lnTo>
                    <a:pt x="123825" y="301085"/>
                  </a:lnTo>
                  <a:lnTo>
                    <a:pt x="133731" y="301085"/>
                  </a:lnTo>
                  <a:lnTo>
                    <a:pt x="133731" y="232981"/>
                  </a:lnTo>
                  <a:cubicBezTo>
                    <a:pt x="143446" y="230981"/>
                    <a:pt x="151066" y="223361"/>
                    <a:pt x="153067" y="213646"/>
                  </a:cubicBezTo>
                  <a:lnTo>
                    <a:pt x="203073" y="213646"/>
                  </a:lnTo>
                  <a:lnTo>
                    <a:pt x="203073" y="240982"/>
                  </a:lnTo>
                  <a:lnTo>
                    <a:pt x="212979" y="240982"/>
                  </a:lnTo>
                  <a:lnTo>
                    <a:pt x="212979" y="186023"/>
                  </a:lnTo>
                  <a:cubicBezTo>
                    <a:pt x="216789" y="185261"/>
                    <a:pt x="220218" y="183642"/>
                    <a:pt x="223171" y="181261"/>
                  </a:cubicBezTo>
                  <a:lnTo>
                    <a:pt x="242602" y="200692"/>
                  </a:lnTo>
                  <a:lnTo>
                    <a:pt x="303086" y="200692"/>
                  </a:lnTo>
                  <a:lnTo>
                    <a:pt x="303086" y="190786"/>
                  </a:lnTo>
                  <a:lnTo>
                    <a:pt x="246793" y="190786"/>
                  </a:lnTo>
                  <a:lnTo>
                    <a:pt x="229743" y="173736"/>
                  </a:lnTo>
                  <a:cubicBezTo>
                    <a:pt x="231743" y="170212"/>
                    <a:pt x="232886" y="166116"/>
                    <a:pt x="232886" y="161735"/>
                  </a:cubicBezTo>
                  <a:cubicBezTo>
                    <a:pt x="232886" y="149828"/>
                    <a:pt x="224409" y="139827"/>
                    <a:pt x="213074" y="137446"/>
                  </a:cubicBezTo>
                  <a:lnTo>
                    <a:pt x="213074" y="127064"/>
                  </a:lnTo>
                  <a:lnTo>
                    <a:pt x="318325" y="127064"/>
                  </a:lnTo>
                  <a:cubicBezTo>
                    <a:pt x="328708" y="127064"/>
                    <a:pt x="337090" y="118586"/>
                    <a:pt x="337090" y="108299"/>
                  </a:cubicBezTo>
                  <a:cubicBezTo>
                    <a:pt x="337090" y="98012"/>
                    <a:pt x="328613" y="89535"/>
                    <a:pt x="318325" y="89535"/>
                  </a:cubicBezTo>
                  <a:close/>
                  <a:moveTo>
                    <a:pt x="168688" y="9811"/>
                  </a:moveTo>
                  <a:cubicBezTo>
                    <a:pt x="182309" y="9811"/>
                    <a:pt x="193453" y="20955"/>
                    <a:pt x="193453" y="34576"/>
                  </a:cubicBezTo>
                  <a:lnTo>
                    <a:pt x="193453" y="40100"/>
                  </a:lnTo>
                  <a:lnTo>
                    <a:pt x="183071" y="26384"/>
                  </a:lnTo>
                  <a:lnTo>
                    <a:pt x="145447" y="26384"/>
                  </a:lnTo>
                  <a:cubicBezTo>
                    <a:pt x="148876" y="16764"/>
                    <a:pt x="158020" y="9906"/>
                    <a:pt x="168783" y="9906"/>
                  </a:cubicBezTo>
                  <a:close/>
                  <a:moveTo>
                    <a:pt x="143923" y="49054"/>
                  </a:moveTo>
                  <a:lnTo>
                    <a:pt x="143923" y="36195"/>
                  </a:lnTo>
                  <a:lnTo>
                    <a:pt x="178118" y="36195"/>
                  </a:lnTo>
                  <a:lnTo>
                    <a:pt x="192596" y="55340"/>
                  </a:lnTo>
                  <a:cubicBezTo>
                    <a:pt x="189833" y="65913"/>
                    <a:pt x="180118" y="73723"/>
                    <a:pt x="168688" y="73723"/>
                  </a:cubicBezTo>
                  <a:cubicBezTo>
                    <a:pt x="155067" y="73723"/>
                    <a:pt x="143923" y="62579"/>
                    <a:pt x="143923" y="48958"/>
                  </a:cubicBezTo>
                  <a:close/>
                  <a:moveTo>
                    <a:pt x="178213" y="82296"/>
                  </a:moveTo>
                  <a:lnTo>
                    <a:pt x="178213" y="92964"/>
                  </a:lnTo>
                  <a:cubicBezTo>
                    <a:pt x="175927" y="95821"/>
                    <a:pt x="172403" y="97536"/>
                    <a:pt x="168688" y="97536"/>
                  </a:cubicBezTo>
                  <a:cubicBezTo>
                    <a:pt x="164973" y="97536"/>
                    <a:pt x="161449" y="95821"/>
                    <a:pt x="159163" y="92964"/>
                  </a:cubicBezTo>
                  <a:lnTo>
                    <a:pt x="159163" y="82296"/>
                  </a:lnTo>
                  <a:cubicBezTo>
                    <a:pt x="162211" y="83153"/>
                    <a:pt x="165449" y="83629"/>
                    <a:pt x="168688" y="83629"/>
                  </a:cubicBezTo>
                  <a:cubicBezTo>
                    <a:pt x="171926" y="83629"/>
                    <a:pt x="175260" y="83153"/>
                    <a:pt x="178213" y="82296"/>
                  </a:cubicBezTo>
                  <a:close/>
                  <a:moveTo>
                    <a:pt x="129064" y="223552"/>
                  </a:moveTo>
                  <a:cubicBezTo>
                    <a:pt x="120872" y="223552"/>
                    <a:pt x="114205" y="216884"/>
                    <a:pt x="114205" y="208693"/>
                  </a:cubicBezTo>
                  <a:cubicBezTo>
                    <a:pt x="114205" y="200501"/>
                    <a:pt x="120872" y="193834"/>
                    <a:pt x="129064" y="193834"/>
                  </a:cubicBezTo>
                  <a:cubicBezTo>
                    <a:pt x="137256" y="193834"/>
                    <a:pt x="143923" y="200501"/>
                    <a:pt x="143923" y="208693"/>
                  </a:cubicBezTo>
                  <a:cubicBezTo>
                    <a:pt x="143923" y="216884"/>
                    <a:pt x="137256" y="223552"/>
                    <a:pt x="129064" y="223552"/>
                  </a:cubicBezTo>
                  <a:close/>
                  <a:moveTo>
                    <a:pt x="223075" y="161925"/>
                  </a:moveTo>
                  <a:cubicBezTo>
                    <a:pt x="223075" y="170116"/>
                    <a:pt x="216408" y="176784"/>
                    <a:pt x="208216" y="176784"/>
                  </a:cubicBezTo>
                  <a:cubicBezTo>
                    <a:pt x="200025" y="176784"/>
                    <a:pt x="193357" y="170116"/>
                    <a:pt x="193357" y="161925"/>
                  </a:cubicBezTo>
                  <a:cubicBezTo>
                    <a:pt x="193357" y="153733"/>
                    <a:pt x="200025" y="147066"/>
                    <a:pt x="208216" y="147066"/>
                  </a:cubicBezTo>
                  <a:cubicBezTo>
                    <a:pt x="216408" y="147066"/>
                    <a:pt x="223075" y="153733"/>
                    <a:pt x="223075" y="161925"/>
                  </a:cubicBezTo>
                  <a:close/>
                  <a:moveTo>
                    <a:pt x="234982" y="117348"/>
                  </a:moveTo>
                  <a:lnTo>
                    <a:pt x="203359" y="117348"/>
                  </a:lnTo>
                  <a:lnTo>
                    <a:pt x="203359" y="137636"/>
                  </a:lnTo>
                  <a:cubicBezTo>
                    <a:pt x="192119" y="139922"/>
                    <a:pt x="183547" y="149923"/>
                    <a:pt x="183547" y="161925"/>
                  </a:cubicBezTo>
                  <a:cubicBezTo>
                    <a:pt x="183547" y="173927"/>
                    <a:pt x="192024" y="183832"/>
                    <a:pt x="203359" y="186214"/>
                  </a:cubicBezTo>
                  <a:lnTo>
                    <a:pt x="203359" y="203835"/>
                  </a:lnTo>
                  <a:lnTo>
                    <a:pt x="153353" y="203835"/>
                  </a:lnTo>
                  <a:cubicBezTo>
                    <a:pt x="151352" y="194119"/>
                    <a:pt x="143733" y="186499"/>
                    <a:pt x="134017" y="184499"/>
                  </a:cubicBezTo>
                  <a:lnTo>
                    <a:pt x="134017" y="117348"/>
                  </a:lnTo>
                  <a:lnTo>
                    <a:pt x="102394" y="117348"/>
                  </a:lnTo>
                  <a:lnTo>
                    <a:pt x="102394" y="99536"/>
                  </a:lnTo>
                  <a:lnTo>
                    <a:pt x="151733" y="99536"/>
                  </a:lnTo>
                  <a:cubicBezTo>
                    <a:pt x="155924" y="104584"/>
                    <a:pt x="162116" y="107442"/>
                    <a:pt x="168783" y="107442"/>
                  </a:cubicBezTo>
                  <a:cubicBezTo>
                    <a:pt x="175450" y="107442"/>
                    <a:pt x="181642" y="104489"/>
                    <a:pt x="185833" y="99536"/>
                  </a:cubicBezTo>
                  <a:lnTo>
                    <a:pt x="235172" y="99536"/>
                  </a:lnTo>
                  <a:lnTo>
                    <a:pt x="235172" y="11734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0"/>
            <p:cNvSpPr/>
            <p:nvPr/>
          </p:nvSpPr>
          <p:spPr>
            <a:xfrm>
              <a:off x="7901177" y="3568636"/>
              <a:ext cx="9905" cy="26384"/>
            </a:xfrm>
            <a:custGeom>
              <a:avLst/>
              <a:gdLst/>
              <a:ahLst/>
              <a:cxnLst/>
              <a:rect l="l" t="t" r="r" b="b"/>
              <a:pathLst>
                <a:path w="9905" h="26384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26384"/>
                  </a:lnTo>
                  <a:lnTo>
                    <a:pt x="0" y="263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0"/>
            <p:cNvSpPr/>
            <p:nvPr/>
          </p:nvSpPr>
          <p:spPr>
            <a:xfrm>
              <a:off x="7940801" y="3501961"/>
              <a:ext cx="9905" cy="93725"/>
            </a:xfrm>
            <a:custGeom>
              <a:avLst/>
              <a:gdLst/>
              <a:ahLst/>
              <a:cxnLst/>
              <a:rect l="l" t="t" r="r" b="b"/>
              <a:pathLst>
                <a:path w="9905" h="93725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3726"/>
                  </a:lnTo>
                  <a:lnTo>
                    <a:pt x="0" y="937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7795640" y="3276028"/>
              <a:ext cx="57721" cy="57721"/>
            </a:xfrm>
            <a:custGeom>
              <a:avLst/>
              <a:gdLst/>
              <a:ahLst/>
              <a:cxnLst/>
              <a:rect l="l" t="t" r="r" b="b"/>
              <a:pathLst>
                <a:path w="57721" h="57721" extrusionOk="0">
                  <a:moveTo>
                    <a:pt x="9906" y="9906"/>
                  </a:moveTo>
                  <a:lnTo>
                    <a:pt x="57721" y="9906"/>
                  </a:lnTo>
                  <a:lnTo>
                    <a:pt x="57721" y="0"/>
                  </a:lnTo>
                  <a:lnTo>
                    <a:pt x="0" y="0"/>
                  </a:lnTo>
                  <a:lnTo>
                    <a:pt x="0" y="57721"/>
                  </a:lnTo>
                  <a:lnTo>
                    <a:pt x="9906" y="57721"/>
                  </a:lnTo>
                  <a:lnTo>
                    <a:pt x="9906" y="9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0"/>
            <p:cNvSpPr/>
            <p:nvPr/>
          </p:nvSpPr>
          <p:spPr>
            <a:xfrm>
              <a:off x="7795640" y="3518534"/>
              <a:ext cx="57721" cy="57721"/>
            </a:xfrm>
            <a:custGeom>
              <a:avLst/>
              <a:gdLst/>
              <a:ahLst/>
              <a:cxnLst/>
              <a:rect l="l" t="t" r="r" b="b"/>
              <a:pathLst>
                <a:path w="57721" h="57721" extrusionOk="0">
                  <a:moveTo>
                    <a:pt x="9906" y="0"/>
                  </a:moveTo>
                  <a:lnTo>
                    <a:pt x="0" y="0"/>
                  </a:lnTo>
                  <a:lnTo>
                    <a:pt x="0" y="57722"/>
                  </a:lnTo>
                  <a:lnTo>
                    <a:pt x="57721" y="57722"/>
                  </a:lnTo>
                  <a:lnTo>
                    <a:pt x="57721" y="47816"/>
                  </a:lnTo>
                  <a:lnTo>
                    <a:pt x="9906" y="47816"/>
                  </a:lnTo>
                  <a:lnTo>
                    <a:pt x="99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0"/>
            <p:cNvSpPr/>
            <p:nvPr/>
          </p:nvSpPr>
          <p:spPr>
            <a:xfrm>
              <a:off x="8038147" y="3276028"/>
              <a:ext cx="57721" cy="57721"/>
            </a:xfrm>
            <a:custGeom>
              <a:avLst/>
              <a:gdLst/>
              <a:ahLst/>
              <a:cxnLst/>
              <a:rect l="l" t="t" r="r" b="b"/>
              <a:pathLst>
                <a:path w="57721" h="57721" extrusionOk="0">
                  <a:moveTo>
                    <a:pt x="47815" y="57721"/>
                  </a:moveTo>
                  <a:lnTo>
                    <a:pt x="57721" y="57721"/>
                  </a:lnTo>
                  <a:lnTo>
                    <a:pt x="57721" y="0"/>
                  </a:lnTo>
                  <a:lnTo>
                    <a:pt x="0" y="0"/>
                  </a:lnTo>
                  <a:lnTo>
                    <a:pt x="0" y="9906"/>
                  </a:lnTo>
                  <a:lnTo>
                    <a:pt x="47815" y="9906"/>
                  </a:lnTo>
                  <a:lnTo>
                    <a:pt x="47815" y="5772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20"/>
            <p:cNvSpPr/>
            <p:nvPr/>
          </p:nvSpPr>
          <p:spPr>
            <a:xfrm>
              <a:off x="8038147" y="3518534"/>
              <a:ext cx="57721" cy="57721"/>
            </a:xfrm>
            <a:custGeom>
              <a:avLst/>
              <a:gdLst/>
              <a:ahLst/>
              <a:cxnLst/>
              <a:rect l="l" t="t" r="r" b="b"/>
              <a:pathLst>
                <a:path w="57721" h="57721" extrusionOk="0">
                  <a:moveTo>
                    <a:pt x="47815" y="47816"/>
                  </a:moveTo>
                  <a:lnTo>
                    <a:pt x="0" y="47816"/>
                  </a:lnTo>
                  <a:lnTo>
                    <a:pt x="0" y="57722"/>
                  </a:lnTo>
                  <a:lnTo>
                    <a:pt x="57721" y="57722"/>
                  </a:lnTo>
                  <a:lnTo>
                    <a:pt x="57721" y="0"/>
                  </a:lnTo>
                  <a:lnTo>
                    <a:pt x="47815" y="0"/>
                  </a:lnTo>
                  <a:lnTo>
                    <a:pt x="47815" y="478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0"/>
            <p:cNvSpPr/>
            <p:nvPr/>
          </p:nvSpPr>
          <p:spPr>
            <a:xfrm>
              <a:off x="7960613" y="3508629"/>
              <a:ext cx="94773" cy="86487"/>
            </a:xfrm>
            <a:custGeom>
              <a:avLst/>
              <a:gdLst/>
              <a:ahLst/>
              <a:cxnLst/>
              <a:rect l="l" t="t" r="r" b="b"/>
              <a:pathLst>
                <a:path w="94773" h="86487" extrusionOk="0">
                  <a:moveTo>
                    <a:pt x="94679" y="14192"/>
                  </a:moveTo>
                  <a:lnTo>
                    <a:pt x="94679" y="4286"/>
                  </a:lnTo>
                  <a:lnTo>
                    <a:pt x="55721" y="4286"/>
                  </a:lnTo>
                  <a:lnTo>
                    <a:pt x="38767" y="21241"/>
                  </a:lnTo>
                  <a:cubicBezTo>
                    <a:pt x="36100" y="19336"/>
                    <a:pt x="32956" y="18002"/>
                    <a:pt x="29718" y="17335"/>
                  </a:cubicBezTo>
                  <a:lnTo>
                    <a:pt x="29718" y="0"/>
                  </a:lnTo>
                  <a:lnTo>
                    <a:pt x="19812" y="0"/>
                  </a:lnTo>
                  <a:lnTo>
                    <a:pt x="19812" y="17335"/>
                  </a:lnTo>
                  <a:cubicBezTo>
                    <a:pt x="8572" y="19621"/>
                    <a:pt x="0" y="29623"/>
                    <a:pt x="0" y="41624"/>
                  </a:cubicBezTo>
                  <a:cubicBezTo>
                    <a:pt x="0" y="53626"/>
                    <a:pt x="8477" y="63532"/>
                    <a:pt x="19812" y="65913"/>
                  </a:cubicBezTo>
                  <a:lnTo>
                    <a:pt x="19812" y="86487"/>
                  </a:lnTo>
                  <a:lnTo>
                    <a:pt x="29718" y="86487"/>
                  </a:lnTo>
                  <a:lnTo>
                    <a:pt x="29718" y="65913"/>
                  </a:lnTo>
                  <a:cubicBezTo>
                    <a:pt x="40957" y="63627"/>
                    <a:pt x="49530" y="53626"/>
                    <a:pt x="49530" y="41624"/>
                  </a:cubicBezTo>
                  <a:cubicBezTo>
                    <a:pt x="49530" y="36767"/>
                    <a:pt x="48101" y="32195"/>
                    <a:pt x="45720" y="28384"/>
                  </a:cubicBezTo>
                  <a:lnTo>
                    <a:pt x="59912" y="14192"/>
                  </a:lnTo>
                  <a:lnTo>
                    <a:pt x="94774" y="14192"/>
                  </a:lnTo>
                  <a:close/>
                  <a:moveTo>
                    <a:pt x="24669" y="56388"/>
                  </a:moveTo>
                  <a:cubicBezTo>
                    <a:pt x="16478" y="56388"/>
                    <a:pt x="9810" y="49721"/>
                    <a:pt x="9810" y="41529"/>
                  </a:cubicBezTo>
                  <a:cubicBezTo>
                    <a:pt x="9810" y="33338"/>
                    <a:pt x="16478" y="26670"/>
                    <a:pt x="24669" y="26670"/>
                  </a:cubicBezTo>
                  <a:cubicBezTo>
                    <a:pt x="32861" y="26670"/>
                    <a:pt x="39528" y="33338"/>
                    <a:pt x="39528" y="41529"/>
                  </a:cubicBezTo>
                  <a:cubicBezTo>
                    <a:pt x="39528" y="49721"/>
                    <a:pt x="32861" y="56388"/>
                    <a:pt x="24669" y="563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7920989" y="3383565"/>
              <a:ext cx="9906" cy="26384"/>
            </a:xfrm>
            <a:custGeom>
              <a:avLst/>
              <a:gdLst/>
              <a:ahLst/>
              <a:cxnLst/>
              <a:rect l="l" t="t" r="r" b="b"/>
              <a:pathLst>
                <a:path w="9906" h="26384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26384"/>
                  </a:lnTo>
                  <a:lnTo>
                    <a:pt x="0" y="263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0"/>
            <p:cNvSpPr/>
            <p:nvPr/>
          </p:nvSpPr>
          <p:spPr>
            <a:xfrm>
              <a:off x="7920989" y="3419855"/>
              <a:ext cx="9906" cy="9906"/>
            </a:xfrm>
            <a:custGeom>
              <a:avLst/>
              <a:gdLst/>
              <a:ahLst/>
              <a:cxnLst/>
              <a:rect l="l" t="t" r="r" b="b"/>
              <a:pathLst>
                <a:path w="9906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0" name="Google Shape;350;p20"/>
          <p:cNvGrpSpPr/>
          <p:nvPr/>
        </p:nvGrpSpPr>
        <p:grpSpPr>
          <a:xfrm>
            <a:off x="7670550" y="1985197"/>
            <a:ext cx="338041" cy="337756"/>
            <a:chOff x="3338512" y="2161984"/>
            <a:chExt cx="338041" cy="337756"/>
          </a:xfrm>
        </p:grpSpPr>
        <p:sp>
          <p:nvSpPr>
            <p:cNvPr id="351" name="Google Shape;351;p20"/>
            <p:cNvSpPr/>
            <p:nvPr/>
          </p:nvSpPr>
          <p:spPr>
            <a:xfrm>
              <a:off x="3404234" y="2455830"/>
              <a:ext cx="209359" cy="43910"/>
            </a:xfrm>
            <a:custGeom>
              <a:avLst/>
              <a:gdLst/>
              <a:ahLst/>
              <a:cxnLst/>
              <a:rect l="l" t="t" r="r" b="b"/>
              <a:pathLst>
                <a:path w="209359" h="43910" extrusionOk="0">
                  <a:moveTo>
                    <a:pt x="103442" y="34004"/>
                  </a:moveTo>
                  <a:cubicBezTo>
                    <a:pt x="71914" y="34004"/>
                    <a:pt x="38862" y="23051"/>
                    <a:pt x="5334" y="1524"/>
                  </a:cubicBezTo>
                  <a:lnTo>
                    <a:pt x="0" y="9906"/>
                  </a:lnTo>
                  <a:cubicBezTo>
                    <a:pt x="35147" y="32480"/>
                    <a:pt x="69913" y="43910"/>
                    <a:pt x="103442" y="43910"/>
                  </a:cubicBezTo>
                  <a:cubicBezTo>
                    <a:pt x="136969" y="43910"/>
                    <a:pt x="173355" y="31909"/>
                    <a:pt x="209359" y="8287"/>
                  </a:cubicBezTo>
                  <a:lnTo>
                    <a:pt x="203930" y="0"/>
                  </a:lnTo>
                  <a:cubicBezTo>
                    <a:pt x="169640" y="22574"/>
                    <a:pt x="135827" y="34004"/>
                    <a:pt x="103442" y="340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0"/>
            <p:cNvSpPr/>
            <p:nvPr/>
          </p:nvSpPr>
          <p:spPr>
            <a:xfrm>
              <a:off x="3338512" y="2318099"/>
              <a:ext cx="199167" cy="142113"/>
            </a:xfrm>
            <a:custGeom>
              <a:avLst/>
              <a:gdLst/>
              <a:ahLst/>
              <a:cxnLst/>
              <a:rect l="l" t="t" r="r" b="b"/>
              <a:pathLst>
                <a:path w="199167" h="142113" extrusionOk="0">
                  <a:moveTo>
                    <a:pt x="13240" y="90868"/>
                  </a:moveTo>
                  <a:cubicBezTo>
                    <a:pt x="19431" y="84201"/>
                    <a:pt x="35147" y="68008"/>
                    <a:pt x="57150" y="51911"/>
                  </a:cubicBezTo>
                  <a:cubicBezTo>
                    <a:pt x="83344" y="32766"/>
                    <a:pt x="124111" y="9906"/>
                    <a:pt x="169164" y="9906"/>
                  </a:cubicBezTo>
                  <a:cubicBezTo>
                    <a:pt x="178308" y="9906"/>
                    <a:pt x="187833" y="10858"/>
                    <a:pt x="197263" y="12763"/>
                  </a:cubicBezTo>
                  <a:lnTo>
                    <a:pt x="199168" y="3048"/>
                  </a:lnTo>
                  <a:cubicBezTo>
                    <a:pt x="189071" y="1048"/>
                    <a:pt x="178975" y="0"/>
                    <a:pt x="169164" y="0"/>
                  </a:cubicBezTo>
                  <a:cubicBezTo>
                    <a:pt x="121444" y="0"/>
                    <a:pt x="78772" y="23908"/>
                    <a:pt x="51340" y="43910"/>
                  </a:cubicBezTo>
                  <a:cubicBezTo>
                    <a:pt x="21812" y="65437"/>
                    <a:pt x="3619" y="86773"/>
                    <a:pt x="2858" y="87630"/>
                  </a:cubicBezTo>
                  <a:lnTo>
                    <a:pt x="0" y="90868"/>
                  </a:lnTo>
                  <a:lnTo>
                    <a:pt x="5144" y="96679"/>
                  </a:lnTo>
                  <a:cubicBezTo>
                    <a:pt x="11430" y="103632"/>
                    <a:pt x="30290" y="123349"/>
                    <a:pt x="57245" y="142113"/>
                  </a:cubicBezTo>
                  <a:lnTo>
                    <a:pt x="62865" y="133922"/>
                  </a:lnTo>
                  <a:cubicBezTo>
                    <a:pt x="37624" y="116395"/>
                    <a:pt x="19812" y="98107"/>
                    <a:pt x="13144" y="908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20"/>
            <p:cNvSpPr/>
            <p:nvPr/>
          </p:nvSpPr>
          <p:spPr>
            <a:xfrm>
              <a:off x="3545109" y="2323338"/>
              <a:ext cx="131444" cy="135159"/>
            </a:xfrm>
            <a:custGeom>
              <a:avLst/>
              <a:gdLst/>
              <a:ahLst/>
              <a:cxnLst/>
              <a:rect l="l" t="t" r="r" b="b"/>
              <a:pathLst>
                <a:path w="131444" h="135159" extrusionOk="0">
                  <a:moveTo>
                    <a:pt x="128778" y="82391"/>
                  </a:moveTo>
                  <a:cubicBezTo>
                    <a:pt x="128206" y="81725"/>
                    <a:pt x="115062" y="66294"/>
                    <a:pt x="92869" y="48292"/>
                  </a:cubicBezTo>
                  <a:cubicBezTo>
                    <a:pt x="72390" y="31718"/>
                    <a:pt x="40005" y="9811"/>
                    <a:pt x="2476" y="0"/>
                  </a:cubicBezTo>
                  <a:lnTo>
                    <a:pt x="0" y="9620"/>
                  </a:lnTo>
                  <a:cubicBezTo>
                    <a:pt x="59531" y="25146"/>
                    <a:pt x="106585" y="72771"/>
                    <a:pt x="118396" y="85630"/>
                  </a:cubicBezTo>
                  <a:cubicBezTo>
                    <a:pt x="111919" y="92678"/>
                    <a:pt x="94869" y="110204"/>
                    <a:pt x="71056" y="127064"/>
                  </a:cubicBezTo>
                  <a:lnTo>
                    <a:pt x="76771" y="135160"/>
                  </a:lnTo>
                  <a:cubicBezTo>
                    <a:pt x="108394" y="112776"/>
                    <a:pt x="128016" y="89821"/>
                    <a:pt x="128778" y="88868"/>
                  </a:cubicBezTo>
                  <a:lnTo>
                    <a:pt x="131445" y="85630"/>
                  </a:lnTo>
                  <a:lnTo>
                    <a:pt x="128778" y="823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3436619" y="2337911"/>
              <a:ext cx="142112" cy="142112"/>
            </a:xfrm>
            <a:custGeom>
              <a:avLst/>
              <a:gdLst/>
              <a:ahLst/>
              <a:cxnLst/>
              <a:rect l="l" t="t" r="r" b="b"/>
              <a:pathLst>
                <a:path w="142112" h="142112" extrusionOk="0">
                  <a:moveTo>
                    <a:pt x="0" y="71056"/>
                  </a:moveTo>
                  <a:cubicBezTo>
                    <a:pt x="0" y="110204"/>
                    <a:pt x="31813" y="142113"/>
                    <a:pt x="71056" y="142113"/>
                  </a:cubicBezTo>
                  <a:cubicBezTo>
                    <a:pt x="110299" y="142113"/>
                    <a:pt x="142113" y="110300"/>
                    <a:pt x="142113" y="71056"/>
                  </a:cubicBezTo>
                  <a:cubicBezTo>
                    <a:pt x="142113" y="31814"/>
                    <a:pt x="110299" y="0"/>
                    <a:pt x="71056" y="0"/>
                  </a:cubicBezTo>
                  <a:cubicBezTo>
                    <a:pt x="31813" y="0"/>
                    <a:pt x="0" y="31814"/>
                    <a:pt x="0" y="71056"/>
                  </a:cubicBezTo>
                  <a:close/>
                  <a:moveTo>
                    <a:pt x="132112" y="71056"/>
                  </a:moveTo>
                  <a:cubicBezTo>
                    <a:pt x="132112" y="104775"/>
                    <a:pt x="104680" y="132207"/>
                    <a:pt x="70961" y="132207"/>
                  </a:cubicBezTo>
                  <a:cubicBezTo>
                    <a:pt x="37243" y="132207"/>
                    <a:pt x="9811" y="104775"/>
                    <a:pt x="9811" y="71056"/>
                  </a:cubicBezTo>
                  <a:cubicBezTo>
                    <a:pt x="9811" y="37338"/>
                    <a:pt x="37243" y="9906"/>
                    <a:pt x="70961" y="9906"/>
                  </a:cubicBezTo>
                  <a:cubicBezTo>
                    <a:pt x="104680" y="9906"/>
                    <a:pt x="132112" y="37338"/>
                    <a:pt x="132112" y="710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3528821" y="2369248"/>
              <a:ext cx="13906" cy="13906"/>
            </a:xfrm>
            <a:custGeom>
              <a:avLst/>
              <a:gdLst/>
              <a:ahLst/>
              <a:cxnLst/>
              <a:rect l="l" t="t" r="r" b="b"/>
              <a:pathLst>
                <a:path w="13906" h="13906" extrusionOk="0">
                  <a:moveTo>
                    <a:pt x="6667" y="13907"/>
                  </a:moveTo>
                  <a:lnTo>
                    <a:pt x="13906" y="7144"/>
                  </a:lnTo>
                  <a:cubicBezTo>
                    <a:pt x="11430" y="4477"/>
                    <a:pt x="8572" y="2000"/>
                    <a:pt x="5524" y="0"/>
                  </a:cubicBezTo>
                  <a:lnTo>
                    <a:pt x="0" y="8192"/>
                  </a:lnTo>
                  <a:cubicBezTo>
                    <a:pt x="2381" y="9811"/>
                    <a:pt x="4667" y="11716"/>
                    <a:pt x="6667" y="139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20"/>
            <p:cNvSpPr/>
            <p:nvPr/>
          </p:nvSpPr>
          <p:spPr>
            <a:xfrm>
              <a:off x="3459765" y="2360961"/>
              <a:ext cx="95821" cy="95916"/>
            </a:xfrm>
            <a:custGeom>
              <a:avLst/>
              <a:gdLst/>
              <a:ahLst/>
              <a:cxnLst/>
              <a:rect l="l" t="t" r="r" b="b"/>
              <a:pathLst>
                <a:path w="95821" h="95916" extrusionOk="0">
                  <a:moveTo>
                    <a:pt x="0" y="48006"/>
                  </a:moveTo>
                  <a:cubicBezTo>
                    <a:pt x="0" y="74390"/>
                    <a:pt x="21526" y="95917"/>
                    <a:pt x="47911" y="95917"/>
                  </a:cubicBezTo>
                  <a:cubicBezTo>
                    <a:pt x="74295" y="95917"/>
                    <a:pt x="95821" y="74390"/>
                    <a:pt x="95821" y="48006"/>
                  </a:cubicBezTo>
                  <a:cubicBezTo>
                    <a:pt x="95821" y="39719"/>
                    <a:pt x="93631" y="31623"/>
                    <a:pt x="89630" y="24384"/>
                  </a:cubicBezTo>
                  <a:lnTo>
                    <a:pt x="81058" y="29242"/>
                  </a:lnTo>
                  <a:cubicBezTo>
                    <a:pt x="84296" y="34957"/>
                    <a:pt x="86011" y="41338"/>
                    <a:pt x="86011" y="47911"/>
                  </a:cubicBezTo>
                  <a:cubicBezTo>
                    <a:pt x="86011" y="68866"/>
                    <a:pt x="68961" y="85915"/>
                    <a:pt x="48006" y="85915"/>
                  </a:cubicBezTo>
                  <a:cubicBezTo>
                    <a:pt x="27051" y="85915"/>
                    <a:pt x="10001" y="68866"/>
                    <a:pt x="10001" y="47911"/>
                  </a:cubicBezTo>
                  <a:cubicBezTo>
                    <a:pt x="10001" y="26956"/>
                    <a:pt x="27051" y="9906"/>
                    <a:pt x="48006" y="9906"/>
                  </a:cubicBezTo>
                  <a:cubicBezTo>
                    <a:pt x="52673" y="9906"/>
                    <a:pt x="57245" y="10763"/>
                    <a:pt x="61531" y="12382"/>
                  </a:cubicBezTo>
                  <a:lnTo>
                    <a:pt x="65056" y="3143"/>
                  </a:lnTo>
                  <a:cubicBezTo>
                    <a:pt x="59626" y="1048"/>
                    <a:pt x="53911" y="0"/>
                    <a:pt x="48006" y="0"/>
                  </a:cubicBezTo>
                  <a:cubicBezTo>
                    <a:pt x="21622" y="0"/>
                    <a:pt x="95" y="21526"/>
                    <a:pt x="95" y="479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20"/>
            <p:cNvSpPr/>
            <p:nvPr/>
          </p:nvSpPr>
          <p:spPr>
            <a:xfrm>
              <a:off x="3591495" y="2228278"/>
              <a:ext cx="57721" cy="113061"/>
            </a:xfrm>
            <a:custGeom>
              <a:avLst/>
              <a:gdLst/>
              <a:ahLst/>
              <a:cxnLst/>
              <a:rect l="l" t="t" r="r" b="b"/>
              <a:pathLst>
                <a:path w="57721" h="113061" extrusionOk="0">
                  <a:moveTo>
                    <a:pt x="29432" y="94012"/>
                  </a:moveTo>
                  <a:lnTo>
                    <a:pt x="18098" y="82677"/>
                  </a:lnTo>
                  <a:lnTo>
                    <a:pt x="11049" y="89726"/>
                  </a:lnTo>
                  <a:lnTo>
                    <a:pt x="34385" y="113062"/>
                  </a:lnTo>
                  <a:lnTo>
                    <a:pt x="57722" y="89726"/>
                  </a:lnTo>
                  <a:lnTo>
                    <a:pt x="50673" y="82677"/>
                  </a:lnTo>
                  <a:lnTo>
                    <a:pt x="39338" y="94012"/>
                  </a:lnTo>
                  <a:lnTo>
                    <a:pt x="39338" y="0"/>
                  </a:lnTo>
                  <a:lnTo>
                    <a:pt x="0" y="0"/>
                  </a:lnTo>
                  <a:lnTo>
                    <a:pt x="0" y="9906"/>
                  </a:lnTo>
                  <a:lnTo>
                    <a:pt x="29432" y="9906"/>
                  </a:lnTo>
                  <a:lnTo>
                    <a:pt x="29432" y="941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20"/>
            <p:cNvSpPr/>
            <p:nvPr/>
          </p:nvSpPr>
          <p:spPr>
            <a:xfrm>
              <a:off x="3373182" y="2305240"/>
              <a:ext cx="9906" cy="9905"/>
            </a:xfrm>
            <a:custGeom>
              <a:avLst/>
              <a:gdLst/>
              <a:ahLst/>
              <a:cxnLst/>
              <a:rect l="l" t="t" r="r" b="b"/>
              <a:pathLst>
                <a:path w="9906" h="9905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0"/>
            <p:cNvSpPr/>
            <p:nvPr/>
          </p:nvSpPr>
          <p:spPr>
            <a:xfrm>
              <a:off x="3373182" y="2209895"/>
              <a:ext cx="54292" cy="85439"/>
            </a:xfrm>
            <a:custGeom>
              <a:avLst/>
              <a:gdLst/>
              <a:ahLst/>
              <a:cxnLst/>
              <a:rect l="l" t="t" r="r" b="b"/>
              <a:pathLst>
                <a:path w="54292" h="85439" extrusionOk="0">
                  <a:moveTo>
                    <a:pt x="9906" y="28289"/>
                  </a:moveTo>
                  <a:lnTo>
                    <a:pt x="35242" y="28289"/>
                  </a:lnTo>
                  <a:lnTo>
                    <a:pt x="23908" y="39624"/>
                  </a:lnTo>
                  <a:lnTo>
                    <a:pt x="30956" y="46672"/>
                  </a:lnTo>
                  <a:lnTo>
                    <a:pt x="54292" y="23336"/>
                  </a:lnTo>
                  <a:lnTo>
                    <a:pt x="30956" y="0"/>
                  </a:lnTo>
                  <a:lnTo>
                    <a:pt x="23908" y="7048"/>
                  </a:lnTo>
                  <a:lnTo>
                    <a:pt x="35242" y="18383"/>
                  </a:lnTo>
                  <a:lnTo>
                    <a:pt x="0" y="18383"/>
                  </a:lnTo>
                  <a:lnTo>
                    <a:pt x="0" y="85439"/>
                  </a:lnTo>
                  <a:lnTo>
                    <a:pt x="9906" y="85439"/>
                  </a:lnTo>
                  <a:lnTo>
                    <a:pt x="9906" y="282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0"/>
            <p:cNvSpPr/>
            <p:nvPr/>
          </p:nvSpPr>
          <p:spPr>
            <a:xfrm>
              <a:off x="3373182" y="2325052"/>
              <a:ext cx="9906" cy="9905"/>
            </a:xfrm>
            <a:custGeom>
              <a:avLst/>
              <a:gdLst/>
              <a:ahLst/>
              <a:cxnLst/>
              <a:rect l="l" t="t" r="r" b="b"/>
              <a:pathLst>
                <a:path w="9906" h="9905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3436809" y="2161984"/>
              <a:ext cx="141922" cy="142208"/>
            </a:xfrm>
            <a:custGeom>
              <a:avLst/>
              <a:gdLst/>
              <a:ahLst/>
              <a:cxnLst/>
              <a:rect l="l" t="t" r="r" b="b"/>
              <a:pathLst>
                <a:path w="141922" h="142208" extrusionOk="0">
                  <a:moveTo>
                    <a:pt x="70866" y="142208"/>
                  </a:moveTo>
                  <a:cubicBezTo>
                    <a:pt x="110014" y="142208"/>
                    <a:pt x="141923" y="110395"/>
                    <a:pt x="141923" y="71152"/>
                  </a:cubicBezTo>
                  <a:cubicBezTo>
                    <a:pt x="141923" y="58388"/>
                    <a:pt x="138494" y="45815"/>
                    <a:pt x="132017" y="34862"/>
                  </a:cubicBezTo>
                  <a:lnTo>
                    <a:pt x="123539" y="39910"/>
                  </a:lnTo>
                  <a:cubicBezTo>
                    <a:pt x="129159" y="49340"/>
                    <a:pt x="132112" y="60103"/>
                    <a:pt x="132112" y="71057"/>
                  </a:cubicBezTo>
                  <a:cubicBezTo>
                    <a:pt x="132112" y="104775"/>
                    <a:pt x="104680" y="132207"/>
                    <a:pt x="70961" y="132207"/>
                  </a:cubicBezTo>
                  <a:cubicBezTo>
                    <a:pt x="37243" y="132207"/>
                    <a:pt x="9811" y="104775"/>
                    <a:pt x="9811" y="71057"/>
                  </a:cubicBezTo>
                  <a:cubicBezTo>
                    <a:pt x="9811" y="37338"/>
                    <a:pt x="37243" y="9906"/>
                    <a:pt x="70961" y="9906"/>
                  </a:cubicBezTo>
                  <a:cubicBezTo>
                    <a:pt x="83058" y="9906"/>
                    <a:pt x="94679" y="13430"/>
                    <a:pt x="104775" y="20098"/>
                  </a:cubicBezTo>
                  <a:lnTo>
                    <a:pt x="110300" y="11811"/>
                  </a:lnTo>
                  <a:cubicBezTo>
                    <a:pt x="98679" y="4096"/>
                    <a:pt x="85058" y="0"/>
                    <a:pt x="71056" y="0"/>
                  </a:cubicBezTo>
                  <a:cubicBezTo>
                    <a:pt x="31909" y="0"/>
                    <a:pt x="0" y="31814"/>
                    <a:pt x="0" y="71057"/>
                  </a:cubicBezTo>
                  <a:cubicBezTo>
                    <a:pt x="0" y="110300"/>
                    <a:pt x="31814" y="142113"/>
                    <a:pt x="71056" y="1421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20"/>
            <p:cNvSpPr/>
            <p:nvPr/>
          </p:nvSpPr>
          <p:spPr>
            <a:xfrm>
              <a:off x="3548633" y="2180462"/>
              <a:ext cx="14001" cy="14001"/>
            </a:xfrm>
            <a:custGeom>
              <a:avLst/>
              <a:gdLst/>
              <a:ahLst/>
              <a:cxnLst/>
              <a:rect l="l" t="t" r="r" b="b"/>
              <a:pathLst>
                <a:path w="14001" h="14001" extrusionOk="0">
                  <a:moveTo>
                    <a:pt x="6287" y="14002"/>
                  </a:moveTo>
                  <a:lnTo>
                    <a:pt x="14002" y="7715"/>
                  </a:lnTo>
                  <a:cubicBezTo>
                    <a:pt x="11716" y="4953"/>
                    <a:pt x="9335" y="2381"/>
                    <a:pt x="6668" y="0"/>
                  </a:cubicBezTo>
                  <a:lnTo>
                    <a:pt x="0" y="7334"/>
                  </a:lnTo>
                  <a:cubicBezTo>
                    <a:pt x="2286" y="9335"/>
                    <a:pt x="4381" y="11621"/>
                    <a:pt x="6287" y="140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0"/>
            <p:cNvSpPr/>
            <p:nvPr/>
          </p:nvSpPr>
          <p:spPr>
            <a:xfrm>
              <a:off x="3464337" y="2189892"/>
              <a:ext cx="86582" cy="86582"/>
            </a:xfrm>
            <a:custGeom>
              <a:avLst/>
              <a:gdLst/>
              <a:ahLst/>
              <a:cxnLst/>
              <a:rect l="l" t="t" r="r" b="b"/>
              <a:pathLst>
                <a:path w="86582" h="86582" extrusionOk="0">
                  <a:moveTo>
                    <a:pt x="63437" y="86582"/>
                  </a:moveTo>
                  <a:lnTo>
                    <a:pt x="63437" y="63436"/>
                  </a:lnTo>
                  <a:lnTo>
                    <a:pt x="86582" y="63436"/>
                  </a:lnTo>
                  <a:lnTo>
                    <a:pt x="86582" y="23146"/>
                  </a:lnTo>
                  <a:lnTo>
                    <a:pt x="63437" y="23146"/>
                  </a:lnTo>
                  <a:lnTo>
                    <a:pt x="63437" y="0"/>
                  </a:lnTo>
                  <a:lnTo>
                    <a:pt x="23146" y="0"/>
                  </a:lnTo>
                  <a:lnTo>
                    <a:pt x="23146" y="23146"/>
                  </a:lnTo>
                  <a:lnTo>
                    <a:pt x="0" y="23146"/>
                  </a:lnTo>
                  <a:lnTo>
                    <a:pt x="0" y="63436"/>
                  </a:lnTo>
                  <a:lnTo>
                    <a:pt x="23146" y="63436"/>
                  </a:lnTo>
                  <a:lnTo>
                    <a:pt x="23146" y="86582"/>
                  </a:lnTo>
                  <a:lnTo>
                    <a:pt x="63437" y="86582"/>
                  </a:lnTo>
                  <a:close/>
                  <a:moveTo>
                    <a:pt x="9906" y="53530"/>
                  </a:moveTo>
                  <a:lnTo>
                    <a:pt x="9906" y="33052"/>
                  </a:lnTo>
                  <a:lnTo>
                    <a:pt x="33052" y="33052"/>
                  </a:lnTo>
                  <a:lnTo>
                    <a:pt x="33052" y="9906"/>
                  </a:lnTo>
                  <a:lnTo>
                    <a:pt x="53531" y="9906"/>
                  </a:lnTo>
                  <a:lnTo>
                    <a:pt x="53531" y="33052"/>
                  </a:lnTo>
                  <a:lnTo>
                    <a:pt x="76676" y="33052"/>
                  </a:lnTo>
                  <a:lnTo>
                    <a:pt x="76676" y="53530"/>
                  </a:lnTo>
                  <a:lnTo>
                    <a:pt x="53531" y="53530"/>
                  </a:lnTo>
                  <a:lnTo>
                    <a:pt x="53531" y="76676"/>
                  </a:lnTo>
                  <a:lnTo>
                    <a:pt x="33052" y="76676"/>
                  </a:lnTo>
                  <a:lnTo>
                    <a:pt x="33052" y="53530"/>
                  </a:lnTo>
                  <a:lnTo>
                    <a:pt x="9906" y="5353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20"/>
            <p:cNvSpPr/>
            <p:nvPr/>
          </p:nvSpPr>
          <p:spPr>
            <a:xfrm>
              <a:off x="3617594" y="2385536"/>
              <a:ext cx="28575" cy="26860"/>
            </a:xfrm>
            <a:custGeom>
              <a:avLst/>
              <a:gdLst/>
              <a:ahLst/>
              <a:cxnLst/>
              <a:rect l="l" t="t" r="r" b="b"/>
              <a:pathLst>
                <a:path w="28575" h="26860" extrusionOk="0">
                  <a:moveTo>
                    <a:pt x="6191" y="95"/>
                  </a:moveTo>
                  <a:lnTo>
                    <a:pt x="0" y="7810"/>
                  </a:lnTo>
                  <a:cubicBezTo>
                    <a:pt x="7525" y="13811"/>
                    <a:pt x="14764" y="20193"/>
                    <a:pt x="21717" y="26860"/>
                  </a:cubicBezTo>
                  <a:lnTo>
                    <a:pt x="28575" y="19717"/>
                  </a:lnTo>
                  <a:cubicBezTo>
                    <a:pt x="21431" y="12859"/>
                    <a:pt x="13906" y="6191"/>
                    <a:pt x="61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0"/>
            <p:cNvSpPr/>
            <p:nvPr/>
          </p:nvSpPr>
          <p:spPr>
            <a:xfrm>
              <a:off x="3601973" y="2373725"/>
              <a:ext cx="13811" cy="13811"/>
            </a:xfrm>
            <a:custGeom>
              <a:avLst/>
              <a:gdLst/>
              <a:ahLst/>
              <a:cxnLst/>
              <a:rect l="l" t="t" r="r" b="b"/>
              <a:pathLst>
                <a:path w="13811" h="13811" extrusionOk="0">
                  <a:moveTo>
                    <a:pt x="0" y="8096"/>
                  </a:moveTo>
                  <a:cubicBezTo>
                    <a:pt x="2667" y="9906"/>
                    <a:pt x="5239" y="11811"/>
                    <a:pt x="7906" y="13811"/>
                  </a:cubicBezTo>
                  <a:lnTo>
                    <a:pt x="13811" y="5906"/>
                  </a:lnTo>
                  <a:cubicBezTo>
                    <a:pt x="11049" y="3905"/>
                    <a:pt x="8382" y="1905"/>
                    <a:pt x="5620" y="0"/>
                  </a:cubicBezTo>
                  <a:lnTo>
                    <a:pt x="0" y="819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20"/>
            <p:cNvSpPr/>
            <p:nvPr/>
          </p:nvSpPr>
          <p:spPr>
            <a:xfrm>
              <a:off x="3507676" y="2380868"/>
              <a:ext cx="28098" cy="28098"/>
            </a:xfrm>
            <a:custGeom>
              <a:avLst/>
              <a:gdLst/>
              <a:ahLst/>
              <a:cxnLst/>
              <a:rect l="l" t="t" r="r" b="b"/>
              <a:pathLst>
                <a:path w="28098" h="28098" extrusionOk="0">
                  <a:moveTo>
                    <a:pt x="0" y="9906"/>
                  </a:moveTo>
                  <a:cubicBezTo>
                    <a:pt x="10001" y="9906"/>
                    <a:pt x="18193" y="18098"/>
                    <a:pt x="18193" y="28099"/>
                  </a:cubicBezTo>
                  <a:lnTo>
                    <a:pt x="28099" y="28099"/>
                  </a:lnTo>
                  <a:cubicBezTo>
                    <a:pt x="28099" y="12573"/>
                    <a:pt x="15526" y="0"/>
                    <a:pt x="0" y="0"/>
                  </a:cubicBezTo>
                  <a:lnTo>
                    <a:pt x="0" y="9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1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Healthcare infographics</a:t>
            </a:r>
            <a:endParaRPr/>
          </a:p>
        </p:txBody>
      </p:sp>
      <p:sp>
        <p:nvSpPr>
          <p:cNvPr id="372" name="Google Shape;372;p21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lang="en" sz="8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73" name="Google Shape;373;p21"/>
          <p:cNvGrpSpPr/>
          <p:nvPr/>
        </p:nvGrpSpPr>
        <p:grpSpPr>
          <a:xfrm>
            <a:off x="3090900" y="1435675"/>
            <a:ext cx="2962175" cy="2962175"/>
            <a:chOff x="3090913" y="1283275"/>
            <a:chExt cx="2962175" cy="2962175"/>
          </a:xfrm>
        </p:grpSpPr>
        <p:sp>
          <p:nvSpPr>
            <p:cNvPr id="374" name="Google Shape;374;p21"/>
            <p:cNvSpPr/>
            <p:nvPr/>
          </p:nvSpPr>
          <p:spPr>
            <a:xfrm>
              <a:off x="3090913" y="1283275"/>
              <a:ext cx="2961900" cy="2961900"/>
            </a:xfrm>
            <a:prstGeom prst="blockArc">
              <a:avLst>
                <a:gd name="adj1" fmla="val 10800000"/>
                <a:gd name="adj2" fmla="val 16199700"/>
                <a:gd name="adj3" fmla="val 2530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75" name="Google Shape;375;p21"/>
            <p:cNvSpPr/>
            <p:nvPr/>
          </p:nvSpPr>
          <p:spPr>
            <a:xfrm flipH="1">
              <a:off x="3091188" y="1283275"/>
              <a:ext cx="2961900" cy="2961900"/>
            </a:xfrm>
            <a:prstGeom prst="blockArc">
              <a:avLst>
                <a:gd name="adj1" fmla="val 10800000"/>
                <a:gd name="adj2" fmla="val 16199700"/>
                <a:gd name="adj3" fmla="val 2530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76" name="Google Shape;376;p21"/>
            <p:cNvSpPr/>
            <p:nvPr/>
          </p:nvSpPr>
          <p:spPr>
            <a:xfrm rot="10800000" flipH="1">
              <a:off x="3090913" y="1283550"/>
              <a:ext cx="2961900" cy="2961900"/>
            </a:xfrm>
            <a:prstGeom prst="blockArc">
              <a:avLst>
                <a:gd name="adj1" fmla="val 10800000"/>
                <a:gd name="adj2" fmla="val 16199700"/>
                <a:gd name="adj3" fmla="val 253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77" name="Google Shape;377;p21"/>
            <p:cNvSpPr/>
            <p:nvPr/>
          </p:nvSpPr>
          <p:spPr>
            <a:xfrm rot="10800000">
              <a:off x="3091188" y="1283550"/>
              <a:ext cx="2961900" cy="2961900"/>
            </a:xfrm>
            <a:prstGeom prst="blockArc">
              <a:avLst>
                <a:gd name="adj1" fmla="val 10800000"/>
                <a:gd name="adj2" fmla="val 16199700"/>
                <a:gd name="adj3" fmla="val 2530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78" name="Google Shape;378;p21"/>
            <p:cNvSpPr/>
            <p:nvPr/>
          </p:nvSpPr>
          <p:spPr>
            <a:xfrm>
              <a:off x="4173100" y="1287900"/>
              <a:ext cx="747300" cy="740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79" name="Google Shape;379;p21"/>
            <p:cNvSpPr/>
            <p:nvPr/>
          </p:nvSpPr>
          <p:spPr>
            <a:xfrm>
              <a:off x="5308075" y="2390600"/>
              <a:ext cx="738900" cy="747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80" name="Google Shape;380;p21"/>
            <p:cNvSpPr/>
            <p:nvPr/>
          </p:nvSpPr>
          <p:spPr>
            <a:xfrm>
              <a:off x="4198225" y="3500750"/>
              <a:ext cx="747300" cy="74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81" name="Google Shape;381;p21"/>
            <p:cNvSpPr/>
            <p:nvPr/>
          </p:nvSpPr>
          <p:spPr>
            <a:xfrm>
              <a:off x="3097025" y="2390600"/>
              <a:ext cx="738900" cy="747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82" name="Google Shape;382;p21"/>
          <p:cNvSpPr txBox="1"/>
          <p:nvPr/>
        </p:nvSpPr>
        <p:spPr>
          <a:xfrm flipH="1">
            <a:off x="746277" y="1753384"/>
            <a:ext cx="21966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a huge gas giant and the biggest planet of them all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 flipH="1">
            <a:off x="746277" y="3451172"/>
            <a:ext cx="2196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 and harbors human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 flipH="1">
            <a:off x="6200825" y="1754156"/>
            <a:ext cx="21969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 and the smallest one 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 flipH="1">
            <a:off x="6200825" y="3451953"/>
            <a:ext cx="21969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 and is very hot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509309" y="1531986"/>
            <a:ext cx="166500" cy="166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21"/>
          <p:cNvSpPr/>
          <p:nvPr/>
        </p:nvSpPr>
        <p:spPr>
          <a:xfrm>
            <a:off x="509309" y="3229745"/>
            <a:ext cx="166500" cy="166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8468177" y="1531986"/>
            <a:ext cx="166500" cy="166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21"/>
          <p:cNvSpPr/>
          <p:nvPr/>
        </p:nvSpPr>
        <p:spPr>
          <a:xfrm>
            <a:off x="8468177" y="3229745"/>
            <a:ext cx="166500" cy="166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0" name="Google Shape;390;p21" title="white-ball.png"/>
          <p:cNvPicPr preferRelativeResize="0"/>
          <p:nvPr/>
        </p:nvPicPr>
        <p:blipFill rotWithShape="1">
          <a:blip r:embed="rId4">
            <a:alphaModFix/>
          </a:blip>
          <a:srcRect l="32545" t="18605" r="29232" b="16882"/>
          <a:stretch/>
        </p:blipFill>
        <p:spPr>
          <a:xfrm>
            <a:off x="3060124" y="1493457"/>
            <a:ext cx="3000000" cy="2848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21" title="3d-cartoon-microscope-illustration.jpg"/>
          <p:cNvPicPr preferRelativeResize="0"/>
          <p:nvPr/>
        </p:nvPicPr>
        <p:blipFill rotWithShape="1">
          <a:blip r:embed="rId5">
            <a:alphaModFix/>
          </a:blip>
          <a:srcRect l="23836" t="15069" r="26389" b="14612"/>
          <a:stretch/>
        </p:blipFill>
        <p:spPr>
          <a:xfrm>
            <a:off x="3523415" y="1321525"/>
            <a:ext cx="2096573" cy="296217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1"/>
          <p:cNvSpPr/>
          <p:nvPr/>
        </p:nvSpPr>
        <p:spPr>
          <a:xfrm>
            <a:off x="746290" y="1438965"/>
            <a:ext cx="16749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779365" y="1399667"/>
            <a:ext cx="160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History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742915" y="3136724"/>
            <a:ext cx="16749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5" name="Google Shape;395;p21"/>
          <p:cNvSpPr txBox="1"/>
          <p:nvPr/>
        </p:nvSpPr>
        <p:spPr>
          <a:xfrm>
            <a:off x="775990" y="3097426"/>
            <a:ext cx="160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Evaluation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96" name="Google Shape;396;p21"/>
          <p:cNvSpPr/>
          <p:nvPr/>
        </p:nvSpPr>
        <p:spPr>
          <a:xfrm>
            <a:off x="6738865" y="1438965"/>
            <a:ext cx="16749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7" name="Google Shape;397;p21"/>
          <p:cNvSpPr txBox="1"/>
          <p:nvPr/>
        </p:nvSpPr>
        <p:spPr>
          <a:xfrm>
            <a:off x="6771940" y="1399667"/>
            <a:ext cx="160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Examination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98" name="Google Shape;398;p21"/>
          <p:cNvSpPr/>
          <p:nvPr/>
        </p:nvSpPr>
        <p:spPr>
          <a:xfrm>
            <a:off x="6742240" y="3136724"/>
            <a:ext cx="16749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9" name="Google Shape;399;p21"/>
          <p:cNvSpPr txBox="1"/>
          <p:nvPr/>
        </p:nvSpPr>
        <p:spPr>
          <a:xfrm>
            <a:off x="6775315" y="3097426"/>
            <a:ext cx="160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Tests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2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Healthcare infographics</a:t>
            </a:r>
            <a:endParaRPr/>
          </a:p>
        </p:txBody>
      </p:sp>
      <p:sp>
        <p:nvSpPr>
          <p:cNvPr id="405" name="Google Shape;405;p22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lang="en" sz="8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06" name="Google Shape;406;p22"/>
          <p:cNvGrpSpPr/>
          <p:nvPr/>
        </p:nvGrpSpPr>
        <p:grpSpPr>
          <a:xfrm>
            <a:off x="4001964" y="1506072"/>
            <a:ext cx="4779850" cy="2546781"/>
            <a:chOff x="233350" y="949250"/>
            <a:chExt cx="7137300" cy="3802300"/>
          </a:xfrm>
        </p:grpSpPr>
        <p:sp>
          <p:nvSpPr>
            <p:cNvPr id="407" name="Google Shape;407;p22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2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2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2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2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2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2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2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2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2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2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2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2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2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2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2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2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2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2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2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2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2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2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2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2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2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2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2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2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2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2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2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2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2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2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2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EBEB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102100" tIns="102100" rIns="102100" bIns="1021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8" name="Google Shape;458;p22"/>
          <p:cNvSpPr/>
          <p:nvPr/>
        </p:nvSpPr>
        <p:spPr>
          <a:xfrm>
            <a:off x="1460747" y="1433100"/>
            <a:ext cx="2144100" cy="42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Surgeons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59" name="Google Shape;459;p22"/>
          <p:cNvSpPr/>
          <p:nvPr/>
        </p:nvSpPr>
        <p:spPr>
          <a:xfrm>
            <a:off x="1460747" y="3255463"/>
            <a:ext cx="2144100" cy="4299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Anesthetists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60" name="Google Shape;460;p22"/>
          <p:cNvSpPr/>
          <p:nvPr/>
        </p:nvSpPr>
        <p:spPr>
          <a:xfrm>
            <a:off x="4428819" y="1938024"/>
            <a:ext cx="143100" cy="143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02100" tIns="102100" rIns="102100" bIns="102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22"/>
          <p:cNvSpPr/>
          <p:nvPr/>
        </p:nvSpPr>
        <p:spPr>
          <a:xfrm>
            <a:off x="5150211" y="2707874"/>
            <a:ext cx="143100" cy="143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02100" tIns="102100" rIns="102100" bIns="102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2"/>
          <p:cNvSpPr/>
          <p:nvPr/>
        </p:nvSpPr>
        <p:spPr>
          <a:xfrm>
            <a:off x="5146659" y="3302477"/>
            <a:ext cx="143100" cy="143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02100" tIns="102100" rIns="102100" bIns="102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22"/>
          <p:cNvSpPr/>
          <p:nvPr/>
        </p:nvSpPr>
        <p:spPr>
          <a:xfrm>
            <a:off x="6398633" y="3542270"/>
            <a:ext cx="143100" cy="143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02100" tIns="102100" rIns="102100" bIns="102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22"/>
          <p:cNvSpPr/>
          <p:nvPr/>
        </p:nvSpPr>
        <p:spPr>
          <a:xfrm>
            <a:off x="7223607" y="2224145"/>
            <a:ext cx="143100" cy="143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02100" tIns="102100" rIns="102100" bIns="102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2"/>
          <p:cNvSpPr/>
          <p:nvPr/>
        </p:nvSpPr>
        <p:spPr>
          <a:xfrm>
            <a:off x="8295701" y="3542264"/>
            <a:ext cx="143100" cy="143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02100" tIns="102100" rIns="102100" bIns="102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2"/>
          <p:cNvSpPr/>
          <p:nvPr/>
        </p:nvSpPr>
        <p:spPr>
          <a:xfrm>
            <a:off x="5073970" y="2169776"/>
            <a:ext cx="143100" cy="143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02100" tIns="102100" rIns="102100" bIns="102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2"/>
          <p:cNvSpPr/>
          <p:nvPr/>
        </p:nvSpPr>
        <p:spPr>
          <a:xfrm>
            <a:off x="6398640" y="1886252"/>
            <a:ext cx="143100" cy="143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02100" tIns="102100" rIns="102100" bIns="102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2"/>
          <p:cNvSpPr/>
          <p:nvPr/>
        </p:nvSpPr>
        <p:spPr>
          <a:xfrm>
            <a:off x="8015463" y="1938010"/>
            <a:ext cx="143100" cy="143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02100" tIns="102100" rIns="102100" bIns="102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2"/>
          <p:cNvSpPr/>
          <p:nvPr/>
        </p:nvSpPr>
        <p:spPr>
          <a:xfrm>
            <a:off x="6688454" y="2500211"/>
            <a:ext cx="143100" cy="143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02100" tIns="102100" rIns="102100" bIns="102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2"/>
          <p:cNvSpPr/>
          <p:nvPr/>
        </p:nvSpPr>
        <p:spPr>
          <a:xfrm>
            <a:off x="6831551" y="3302476"/>
            <a:ext cx="143100" cy="143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02100" tIns="102100" rIns="102100" bIns="102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2"/>
          <p:cNvSpPr/>
          <p:nvPr/>
        </p:nvSpPr>
        <p:spPr>
          <a:xfrm>
            <a:off x="4505841" y="2644111"/>
            <a:ext cx="143100" cy="143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02100" tIns="102100" rIns="102100" bIns="102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2"/>
          <p:cNvSpPr/>
          <p:nvPr/>
        </p:nvSpPr>
        <p:spPr>
          <a:xfrm>
            <a:off x="5881460" y="2081056"/>
            <a:ext cx="143100" cy="143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02100" tIns="102100" rIns="102100" bIns="102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2"/>
          <p:cNvSpPr/>
          <p:nvPr/>
        </p:nvSpPr>
        <p:spPr>
          <a:xfrm>
            <a:off x="362189" y="1284160"/>
            <a:ext cx="727800" cy="727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74" name="Google Shape;474;p22"/>
          <p:cNvSpPr/>
          <p:nvPr/>
        </p:nvSpPr>
        <p:spPr>
          <a:xfrm>
            <a:off x="362189" y="3106535"/>
            <a:ext cx="727800" cy="72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75" name="Google Shape;475;p22"/>
          <p:cNvSpPr txBox="1"/>
          <p:nvPr/>
        </p:nvSpPr>
        <p:spPr>
          <a:xfrm flipH="1">
            <a:off x="1434499" y="1870658"/>
            <a:ext cx="2196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 and harbors human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6" name="Google Shape;476;p22"/>
          <p:cNvSpPr txBox="1"/>
          <p:nvPr/>
        </p:nvSpPr>
        <p:spPr>
          <a:xfrm flipH="1">
            <a:off x="1434499" y="3685384"/>
            <a:ext cx="21966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a huge gas giant and the biggest planet of them all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477" name="Google Shape;477;p22"/>
          <p:cNvCxnSpPr>
            <a:stCxn id="473" idx="6"/>
            <a:endCxn id="458" idx="1"/>
          </p:cNvCxnSpPr>
          <p:nvPr/>
        </p:nvCxnSpPr>
        <p:spPr>
          <a:xfrm>
            <a:off x="1089989" y="1648060"/>
            <a:ext cx="3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8" name="Google Shape;478;p22"/>
          <p:cNvCxnSpPr>
            <a:stCxn id="474" idx="6"/>
            <a:endCxn id="459" idx="1"/>
          </p:cNvCxnSpPr>
          <p:nvPr/>
        </p:nvCxnSpPr>
        <p:spPr>
          <a:xfrm>
            <a:off x="1089989" y="3470435"/>
            <a:ext cx="3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9" name="Google Shape;479;p22"/>
          <p:cNvGrpSpPr/>
          <p:nvPr/>
        </p:nvGrpSpPr>
        <p:grpSpPr>
          <a:xfrm>
            <a:off x="556974" y="3301407"/>
            <a:ext cx="338232" cy="338042"/>
            <a:chOff x="7777162" y="3800570"/>
            <a:chExt cx="338232" cy="338042"/>
          </a:xfrm>
        </p:grpSpPr>
        <p:sp>
          <p:nvSpPr>
            <p:cNvPr id="480" name="Google Shape;480;p22"/>
            <p:cNvSpPr/>
            <p:nvPr/>
          </p:nvSpPr>
          <p:spPr>
            <a:xfrm>
              <a:off x="7777162" y="3943445"/>
              <a:ext cx="29717" cy="144875"/>
            </a:xfrm>
            <a:custGeom>
              <a:avLst/>
              <a:gdLst/>
              <a:ahLst/>
              <a:cxnLst/>
              <a:rect l="l" t="t" r="r" b="b"/>
              <a:pathLst>
                <a:path w="29717" h="144875" extrusionOk="0">
                  <a:moveTo>
                    <a:pt x="9906" y="14859"/>
                  </a:moveTo>
                  <a:cubicBezTo>
                    <a:pt x="9906" y="12097"/>
                    <a:pt x="12097" y="9906"/>
                    <a:pt x="14859" y="9906"/>
                  </a:cubicBezTo>
                  <a:cubicBezTo>
                    <a:pt x="17621" y="9906"/>
                    <a:pt x="19812" y="12097"/>
                    <a:pt x="19812" y="14859"/>
                  </a:cubicBezTo>
                  <a:lnTo>
                    <a:pt x="19812" y="30480"/>
                  </a:lnTo>
                  <a:lnTo>
                    <a:pt x="29718" y="30480"/>
                  </a:lnTo>
                  <a:lnTo>
                    <a:pt x="29718" y="14859"/>
                  </a:lnTo>
                  <a:cubicBezTo>
                    <a:pt x="29718" y="6668"/>
                    <a:pt x="23050" y="0"/>
                    <a:pt x="14859" y="0"/>
                  </a:cubicBezTo>
                  <a:cubicBezTo>
                    <a:pt x="6668" y="0"/>
                    <a:pt x="0" y="6668"/>
                    <a:pt x="0" y="14859"/>
                  </a:cubicBezTo>
                  <a:lnTo>
                    <a:pt x="0" y="144875"/>
                  </a:lnTo>
                  <a:lnTo>
                    <a:pt x="9906" y="144875"/>
                  </a:lnTo>
                  <a:lnTo>
                    <a:pt x="9906" y="148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22"/>
            <p:cNvSpPr/>
            <p:nvPr/>
          </p:nvSpPr>
          <p:spPr>
            <a:xfrm>
              <a:off x="7777162" y="3983069"/>
              <a:ext cx="338232" cy="155543"/>
            </a:xfrm>
            <a:custGeom>
              <a:avLst/>
              <a:gdLst/>
              <a:ahLst/>
              <a:cxnLst/>
              <a:rect l="l" t="t" r="r" b="b"/>
              <a:pathLst>
                <a:path w="338232" h="155543" extrusionOk="0">
                  <a:moveTo>
                    <a:pt x="338138" y="60293"/>
                  </a:moveTo>
                  <a:lnTo>
                    <a:pt x="338138" y="34766"/>
                  </a:lnTo>
                  <a:cubicBezTo>
                    <a:pt x="338138" y="26575"/>
                    <a:pt x="331470" y="19907"/>
                    <a:pt x="323279" y="19907"/>
                  </a:cubicBezTo>
                  <a:cubicBezTo>
                    <a:pt x="315087" y="19907"/>
                    <a:pt x="308420" y="26575"/>
                    <a:pt x="308420" y="34766"/>
                  </a:cubicBezTo>
                  <a:lnTo>
                    <a:pt x="308420" y="39719"/>
                  </a:lnTo>
                  <a:lnTo>
                    <a:pt x="289560" y="39719"/>
                  </a:lnTo>
                  <a:lnTo>
                    <a:pt x="289560" y="49625"/>
                  </a:lnTo>
                  <a:lnTo>
                    <a:pt x="308420" y="49625"/>
                  </a:lnTo>
                  <a:lnTo>
                    <a:pt x="308420" y="79438"/>
                  </a:lnTo>
                  <a:lnTo>
                    <a:pt x="278606" y="79438"/>
                  </a:lnTo>
                  <a:lnTo>
                    <a:pt x="278606" y="18193"/>
                  </a:lnTo>
                  <a:cubicBezTo>
                    <a:pt x="278606" y="8192"/>
                    <a:pt x="270986" y="0"/>
                    <a:pt x="261651" y="0"/>
                  </a:cubicBezTo>
                  <a:lnTo>
                    <a:pt x="159830" y="0"/>
                  </a:lnTo>
                  <a:cubicBezTo>
                    <a:pt x="150495" y="0"/>
                    <a:pt x="142875" y="8192"/>
                    <a:pt x="142875" y="18193"/>
                  </a:cubicBezTo>
                  <a:lnTo>
                    <a:pt x="142875" y="79438"/>
                  </a:lnTo>
                  <a:lnTo>
                    <a:pt x="29718" y="79438"/>
                  </a:lnTo>
                  <a:lnTo>
                    <a:pt x="29718" y="49625"/>
                  </a:lnTo>
                  <a:lnTo>
                    <a:pt x="131921" y="49625"/>
                  </a:lnTo>
                  <a:lnTo>
                    <a:pt x="131921" y="39719"/>
                  </a:lnTo>
                  <a:lnTo>
                    <a:pt x="112300" y="39719"/>
                  </a:lnTo>
                  <a:cubicBezTo>
                    <a:pt x="114491" y="36386"/>
                    <a:pt x="115729" y="32385"/>
                    <a:pt x="115729" y="28099"/>
                  </a:cubicBezTo>
                  <a:cubicBezTo>
                    <a:pt x="115729" y="16192"/>
                    <a:pt x="106109" y="6572"/>
                    <a:pt x="94202" y="6572"/>
                  </a:cubicBezTo>
                  <a:lnTo>
                    <a:pt x="61150" y="6572"/>
                  </a:lnTo>
                  <a:cubicBezTo>
                    <a:pt x="49339" y="6572"/>
                    <a:pt x="39624" y="16192"/>
                    <a:pt x="39624" y="28099"/>
                  </a:cubicBezTo>
                  <a:cubicBezTo>
                    <a:pt x="39624" y="32385"/>
                    <a:pt x="40862" y="36290"/>
                    <a:pt x="43053" y="39719"/>
                  </a:cubicBezTo>
                  <a:lnTo>
                    <a:pt x="29718" y="39719"/>
                  </a:lnTo>
                  <a:lnTo>
                    <a:pt x="29718" y="762"/>
                  </a:lnTo>
                  <a:lnTo>
                    <a:pt x="19812" y="762"/>
                  </a:lnTo>
                  <a:lnTo>
                    <a:pt x="19812" y="145637"/>
                  </a:lnTo>
                  <a:lnTo>
                    <a:pt x="9906" y="145637"/>
                  </a:lnTo>
                  <a:lnTo>
                    <a:pt x="9906" y="115157"/>
                  </a:lnTo>
                  <a:lnTo>
                    <a:pt x="0" y="115157"/>
                  </a:lnTo>
                  <a:lnTo>
                    <a:pt x="0" y="155543"/>
                  </a:lnTo>
                  <a:lnTo>
                    <a:pt x="29813" y="155543"/>
                  </a:lnTo>
                  <a:lnTo>
                    <a:pt x="29813" y="115824"/>
                  </a:lnTo>
                  <a:lnTo>
                    <a:pt x="124777" y="115824"/>
                  </a:lnTo>
                  <a:lnTo>
                    <a:pt x="124777" y="105918"/>
                  </a:lnTo>
                  <a:lnTo>
                    <a:pt x="29813" y="105918"/>
                  </a:lnTo>
                  <a:lnTo>
                    <a:pt x="29813" y="89345"/>
                  </a:lnTo>
                  <a:lnTo>
                    <a:pt x="308420" y="89345"/>
                  </a:lnTo>
                  <a:lnTo>
                    <a:pt x="308420" y="105918"/>
                  </a:lnTo>
                  <a:lnTo>
                    <a:pt x="134684" y="105918"/>
                  </a:lnTo>
                  <a:lnTo>
                    <a:pt x="134684" y="115824"/>
                  </a:lnTo>
                  <a:lnTo>
                    <a:pt x="308420" y="115824"/>
                  </a:lnTo>
                  <a:lnTo>
                    <a:pt x="308420" y="155543"/>
                  </a:lnTo>
                  <a:lnTo>
                    <a:pt x="338233" y="155543"/>
                  </a:lnTo>
                  <a:lnTo>
                    <a:pt x="338233" y="70199"/>
                  </a:lnTo>
                  <a:lnTo>
                    <a:pt x="328326" y="70199"/>
                  </a:lnTo>
                  <a:lnTo>
                    <a:pt x="328326" y="145542"/>
                  </a:lnTo>
                  <a:lnTo>
                    <a:pt x="318421" y="145542"/>
                  </a:lnTo>
                  <a:lnTo>
                    <a:pt x="318421" y="34671"/>
                  </a:lnTo>
                  <a:cubicBezTo>
                    <a:pt x="318421" y="31909"/>
                    <a:pt x="320611" y="29718"/>
                    <a:pt x="323374" y="29718"/>
                  </a:cubicBezTo>
                  <a:cubicBezTo>
                    <a:pt x="326136" y="29718"/>
                    <a:pt x="328326" y="31909"/>
                    <a:pt x="328326" y="34671"/>
                  </a:cubicBezTo>
                  <a:lnTo>
                    <a:pt x="328326" y="60198"/>
                  </a:lnTo>
                  <a:lnTo>
                    <a:pt x="338233" y="60198"/>
                  </a:lnTo>
                  <a:close/>
                  <a:moveTo>
                    <a:pt x="61246" y="16574"/>
                  </a:moveTo>
                  <a:lnTo>
                    <a:pt x="94298" y="16574"/>
                  </a:lnTo>
                  <a:cubicBezTo>
                    <a:pt x="100679" y="16574"/>
                    <a:pt x="105918" y="21812"/>
                    <a:pt x="105918" y="28194"/>
                  </a:cubicBezTo>
                  <a:cubicBezTo>
                    <a:pt x="105918" y="34576"/>
                    <a:pt x="100679" y="39815"/>
                    <a:pt x="94298" y="39815"/>
                  </a:cubicBezTo>
                  <a:lnTo>
                    <a:pt x="61246" y="39815"/>
                  </a:lnTo>
                  <a:cubicBezTo>
                    <a:pt x="54864" y="39815"/>
                    <a:pt x="49625" y="34576"/>
                    <a:pt x="49625" y="28194"/>
                  </a:cubicBezTo>
                  <a:cubicBezTo>
                    <a:pt x="49625" y="21812"/>
                    <a:pt x="54864" y="16574"/>
                    <a:pt x="61246" y="16574"/>
                  </a:cubicBezTo>
                  <a:close/>
                  <a:moveTo>
                    <a:pt x="182594" y="79438"/>
                  </a:moveTo>
                  <a:lnTo>
                    <a:pt x="152781" y="79438"/>
                  </a:lnTo>
                  <a:lnTo>
                    <a:pt x="152781" y="18193"/>
                  </a:lnTo>
                  <a:cubicBezTo>
                    <a:pt x="152781" y="13621"/>
                    <a:pt x="155924" y="9906"/>
                    <a:pt x="159830" y="9906"/>
                  </a:cubicBezTo>
                  <a:lnTo>
                    <a:pt x="182594" y="9906"/>
                  </a:lnTo>
                  <a:lnTo>
                    <a:pt x="182594" y="79343"/>
                  </a:lnTo>
                  <a:close/>
                  <a:moveTo>
                    <a:pt x="228981" y="79438"/>
                  </a:moveTo>
                  <a:lnTo>
                    <a:pt x="192595" y="79438"/>
                  </a:lnTo>
                  <a:lnTo>
                    <a:pt x="192595" y="10001"/>
                  </a:lnTo>
                  <a:lnTo>
                    <a:pt x="228981" y="10001"/>
                  </a:lnTo>
                  <a:lnTo>
                    <a:pt x="228981" y="79438"/>
                  </a:lnTo>
                  <a:close/>
                  <a:moveTo>
                    <a:pt x="268700" y="79438"/>
                  </a:moveTo>
                  <a:lnTo>
                    <a:pt x="238887" y="79438"/>
                  </a:lnTo>
                  <a:lnTo>
                    <a:pt x="238887" y="10001"/>
                  </a:lnTo>
                  <a:lnTo>
                    <a:pt x="261651" y="10001"/>
                  </a:lnTo>
                  <a:cubicBezTo>
                    <a:pt x="265557" y="10001"/>
                    <a:pt x="268700" y="13716"/>
                    <a:pt x="268700" y="18288"/>
                  </a:cubicBezTo>
                  <a:lnTo>
                    <a:pt x="268700" y="7953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22"/>
            <p:cNvSpPr/>
            <p:nvPr/>
          </p:nvSpPr>
          <p:spPr>
            <a:xfrm>
              <a:off x="7939849" y="3800570"/>
              <a:ext cx="155542" cy="155448"/>
            </a:xfrm>
            <a:custGeom>
              <a:avLst/>
              <a:gdLst/>
              <a:ahLst/>
              <a:cxnLst/>
              <a:rect l="l" t="t" r="r" b="b"/>
              <a:pathLst>
                <a:path w="155542" h="155448" extrusionOk="0">
                  <a:moveTo>
                    <a:pt x="77819" y="155448"/>
                  </a:moveTo>
                  <a:cubicBezTo>
                    <a:pt x="120682" y="155448"/>
                    <a:pt x="155543" y="120587"/>
                    <a:pt x="155543" y="77724"/>
                  </a:cubicBezTo>
                  <a:cubicBezTo>
                    <a:pt x="155543" y="62865"/>
                    <a:pt x="151352" y="48387"/>
                    <a:pt x="143351" y="35909"/>
                  </a:cubicBezTo>
                  <a:lnTo>
                    <a:pt x="134969" y="41243"/>
                  </a:lnTo>
                  <a:cubicBezTo>
                    <a:pt x="141922" y="52102"/>
                    <a:pt x="145542" y="64675"/>
                    <a:pt x="145542" y="77724"/>
                  </a:cubicBezTo>
                  <a:cubicBezTo>
                    <a:pt x="145542" y="115157"/>
                    <a:pt x="115157" y="145542"/>
                    <a:pt x="77724" y="145542"/>
                  </a:cubicBezTo>
                  <a:cubicBezTo>
                    <a:pt x="40291" y="145542"/>
                    <a:pt x="9906" y="115157"/>
                    <a:pt x="9906" y="77724"/>
                  </a:cubicBezTo>
                  <a:cubicBezTo>
                    <a:pt x="9906" y="40291"/>
                    <a:pt x="40291" y="9906"/>
                    <a:pt x="77724" y="9906"/>
                  </a:cubicBezTo>
                  <a:cubicBezTo>
                    <a:pt x="91344" y="9906"/>
                    <a:pt x="104489" y="13907"/>
                    <a:pt x="115728" y="21527"/>
                  </a:cubicBezTo>
                  <a:lnTo>
                    <a:pt x="121253" y="13335"/>
                  </a:lnTo>
                  <a:cubicBezTo>
                    <a:pt x="108395" y="4572"/>
                    <a:pt x="93345" y="0"/>
                    <a:pt x="77724" y="0"/>
                  </a:cubicBezTo>
                  <a:cubicBezTo>
                    <a:pt x="34861" y="0"/>
                    <a:pt x="0" y="34862"/>
                    <a:pt x="0" y="77724"/>
                  </a:cubicBezTo>
                  <a:cubicBezTo>
                    <a:pt x="0" y="120587"/>
                    <a:pt x="34861" y="155448"/>
                    <a:pt x="77724" y="1554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22"/>
            <p:cNvSpPr/>
            <p:nvPr/>
          </p:nvSpPr>
          <p:spPr>
            <a:xfrm>
              <a:off x="8062816" y="3820382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6572" y="14002"/>
                  </a:moveTo>
                  <a:lnTo>
                    <a:pt x="14097" y="7620"/>
                  </a:lnTo>
                  <a:cubicBezTo>
                    <a:pt x="11811" y="4953"/>
                    <a:pt x="9334" y="2381"/>
                    <a:pt x="6668" y="0"/>
                  </a:cubicBezTo>
                  <a:lnTo>
                    <a:pt x="0" y="7429"/>
                  </a:lnTo>
                  <a:cubicBezTo>
                    <a:pt x="2286" y="9525"/>
                    <a:pt x="4477" y="11716"/>
                    <a:pt x="6477" y="140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22"/>
            <p:cNvSpPr/>
            <p:nvPr/>
          </p:nvSpPr>
          <p:spPr>
            <a:xfrm>
              <a:off x="7972995" y="3833526"/>
              <a:ext cx="89344" cy="89344"/>
            </a:xfrm>
            <a:custGeom>
              <a:avLst/>
              <a:gdLst/>
              <a:ahLst/>
              <a:cxnLst/>
              <a:rect l="l" t="t" r="r" b="b"/>
              <a:pathLst>
                <a:path w="89344" h="89344" extrusionOk="0">
                  <a:moveTo>
                    <a:pt x="66199" y="89345"/>
                  </a:moveTo>
                  <a:lnTo>
                    <a:pt x="66199" y="66199"/>
                  </a:lnTo>
                  <a:lnTo>
                    <a:pt x="89345" y="66199"/>
                  </a:lnTo>
                  <a:lnTo>
                    <a:pt x="89345" y="23146"/>
                  </a:lnTo>
                  <a:lnTo>
                    <a:pt x="66199" y="23146"/>
                  </a:lnTo>
                  <a:lnTo>
                    <a:pt x="66199" y="0"/>
                  </a:lnTo>
                  <a:lnTo>
                    <a:pt x="23146" y="0"/>
                  </a:lnTo>
                  <a:lnTo>
                    <a:pt x="23146" y="23146"/>
                  </a:lnTo>
                  <a:lnTo>
                    <a:pt x="0" y="23146"/>
                  </a:lnTo>
                  <a:lnTo>
                    <a:pt x="0" y="66199"/>
                  </a:lnTo>
                  <a:lnTo>
                    <a:pt x="23146" y="66199"/>
                  </a:lnTo>
                  <a:lnTo>
                    <a:pt x="23146" y="89345"/>
                  </a:lnTo>
                  <a:lnTo>
                    <a:pt x="66199" y="89345"/>
                  </a:lnTo>
                  <a:close/>
                  <a:moveTo>
                    <a:pt x="10001" y="56293"/>
                  </a:moveTo>
                  <a:lnTo>
                    <a:pt x="10001" y="33147"/>
                  </a:lnTo>
                  <a:lnTo>
                    <a:pt x="33147" y="33147"/>
                  </a:lnTo>
                  <a:lnTo>
                    <a:pt x="33147" y="10001"/>
                  </a:lnTo>
                  <a:lnTo>
                    <a:pt x="56292" y="10001"/>
                  </a:lnTo>
                  <a:lnTo>
                    <a:pt x="56292" y="33147"/>
                  </a:lnTo>
                  <a:lnTo>
                    <a:pt x="79439" y="33147"/>
                  </a:lnTo>
                  <a:lnTo>
                    <a:pt x="79439" y="56293"/>
                  </a:lnTo>
                  <a:lnTo>
                    <a:pt x="56292" y="56293"/>
                  </a:lnTo>
                  <a:lnTo>
                    <a:pt x="56292" y="79438"/>
                  </a:lnTo>
                  <a:lnTo>
                    <a:pt x="33147" y="79438"/>
                  </a:lnTo>
                  <a:lnTo>
                    <a:pt x="33147" y="56293"/>
                  </a:lnTo>
                  <a:lnTo>
                    <a:pt x="10001" y="5629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22"/>
            <p:cNvSpPr/>
            <p:nvPr/>
          </p:nvSpPr>
          <p:spPr>
            <a:xfrm>
              <a:off x="7823834" y="4042695"/>
              <a:ext cx="9905" cy="9906"/>
            </a:xfrm>
            <a:custGeom>
              <a:avLst/>
              <a:gdLst/>
              <a:ahLst/>
              <a:cxnLst/>
              <a:rect l="l" t="t" r="r" b="b"/>
              <a:pathLst>
                <a:path w="9905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22"/>
            <p:cNvSpPr/>
            <p:nvPr/>
          </p:nvSpPr>
          <p:spPr>
            <a:xfrm>
              <a:off x="7863553" y="4042695"/>
              <a:ext cx="26479" cy="9906"/>
            </a:xfrm>
            <a:custGeom>
              <a:avLst/>
              <a:gdLst/>
              <a:ahLst/>
              <a:cxnLst/>
              <a:rect l="l" t="t" r="r" b="b"/>
              <a:pathLst>
                <a:path w="26479" h="9906" extrusionOk="0">
                  <a:moveTo>
                    <a:pt x="0" y="0"/>
                  </a:moveTo>
                  <a:lnTo>
                    <a:pt x="26479" y="0"/>
                  </a:lnTo>
                  <a:lnTo>
                    <a:pt x="26479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22"/>
            <p:cNvSpPr/>
            <p:nvPr/>
          </p:nvSpPr>
          <p:spPr>
            <a:xfrm>
              <a:off x="7843646" y="4042695"/>
              <a:ext cx="9906" cy="9906"/>
            </a:xfrm>
            <a:custGeom>
              <a:avLst/>
              <a:gdLst/>
              <a:ahLst/>
              <a:cxnLst/>
              <a:rect l="l" t="t" r="r" b="b"/>
              <a:pathLst>
                <a:path w="9906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8" name="Google Shape;488;p22"/>
          <p:cNvGrpSpPr/>
          <p:nvPr/>
        </p:nvGrpSpPr>
        <p:grpSpPr>
          <a:xfrm>
            <a:off x="588924" y="1478938"/>
            <a:ext cx="274319" cy="338232"/>
            <a:chOff x="2624137" y="3800475"/>
            <a:chExt cx="274319" cy="338232"/>
          </a:xfrm>
        </p:grpSpPr>
        <p:sp>
          <p:nvSpPr>
            <p:cNvPr id="489" name="Google Shape;489;p22"/>
            <p:cNvSpPr/>
            <p:nvPr/>
          </p:nvSpPr>
          <p:spPr>
            <a:xfrm>
              <a:off x="2624137" y="3800475"/>
              <a:ext cx="244125" cy="330612"/>
            </a:xfrm>
            <a:custGeom>
              <a:avLst/>
              <a:gdLst/>
              <a:ahLst/>
              <a:cxnLst/>
              <a:rect l="l" t="t" r="r" b="b"/>
              <a:pathLst>
                <a:path w="244125" h="330612" extrusionOk="0">
                  <a:moveTo>
                    <a:pt x="175165" y="208217"/>
                  </a:moveTo>
                  <a:lnTo>
                    <a:pt x="175165" y="180689"/>
                  </a:lnTo>
                  <a:cubicBezTo>
                    <a:pt x="194977" y="168116"/>
                    <a:pt x="208217" y="145923"/>
                    <a:pt x="208217" y="120682"/>
                  </a:cubicBezTo>
                  <a:lnTo>
                    <a:pt x="208217" y="31433"/>
                  </a:lnTo>
                  <a:cubicBezTo>
                    <a:pt x="208217" y="14097"/>
                    <a:pt x="194119" y="0"/>
                    <a:pt x="176784" y="0"/>
                  </a:cubicBezTo>
                  <a:lnTo>
                    <a:pt x="165449" y="0"/>
                  </a:lnTo>
                  <a:lnTo>
                    <a:pt x="165449" y="9906"/>
                  </a:lnTo>
                  <a:lnTo>
                    <a:pt x="176784" y="9906"/>
                  </a:lnTo>
                  <a:cubicBezTo>
                    <a:pt x="188595" y="9906"/>
                    <a:pt x="198311" y="19526"/>
                    <a:pt x="198311" y="31433"/>
                  </a:cubicBezTo>
                  <a:lnTo>
                    <a:pt x="198311" y="72771"/>
                  </a:lnTo>
                  <a:lnTo>
                    <a:pt x="117348" y="72771"/>
                  </a:lnTo>
                  <a:lnTo>
                    <a:pt x="117348" y="82677"/>
                  </a:lnTo>
                  <a:lnTo>
                    <a:pt x="198311" y="82677"/>
                  </a:lnTo>
                  <a:lnTo>
                    <a:pt x="198311" y="120682"/>
                  </a:lnTo>
                  <a:cubicBezTo>
                    <a:pt x="198311" y="154400"/>
                    <a:pt x="170879" y="181832"/>
                    <a:pt x="137160" y="181832"/>
                  </a:cubicBezTo>
                  <a:cubicBezTo>
                    <a:pt x="116777" y="181832"/>
                    <a:pt x="97822" y="171736"/>
                    <a:pt x="86392" y="154876"/>
                  </a:cubicBezTo>
                  <a:lnTo>
                    <a:pt x="78200" y="160401"/>
                  </a:lnTo>
                  <a:cubicBezTo>
                    <a:pt x="83820" y="168688"/>
                    <a:pt x="90964" y="175546"/>
                    <a:pt x="99155" y="180784"/>
                  </a:cubicBezTo>
                  <a:lnTo>
                    <a:pt x="99155" y="208312"/>
                  </a:lnTo>
                  <a:lnTo>
                    <a:pt x="57817" y="208312"/>
                  </a:lnTo>
                  <a:cubicBezTo>
                    <a:pt x="25908" y="208312"/>
                    <a:pt x="0" y="234220"/>
                    <a:pt x="0" y="266129"/>
                  </a:cubicBezTo>
                  <a:lnTo>
                    <a:pt x="0" y="292417"/>
                  </a:lnTo>
                  <a:lnTo>
                    <a:pt x="9906" y="292417"/>
                  </a:lnTo>
                  <a:cubicBezTo>
                    <a:pt x="9906" y="292417"/>
                    <a:pt x="9906" y="266129"/>
                    <a:pt x="9906" y="266129"/>
                  </a:cubicBezTo>
                  <a:cubicBezTo>
                    <a:pt x="9906" y="239744"/>
                    <a:pt x="31433" y="218218"/>
                    <a:pt x="57817" y="218218"/>
                  </a:cubicBezTo>
                  <a:lnTo>
                    <a:pt x="68104" y="218218"/>
                  </a:lnTo>
                  <a:lnTo>
                    <a:pt x="68104" y="254889"/>
                  </a:lnTo>
                  <a:cubicBezTo>
                    <a:pt x="49435" y="257366"/>
                    <a:pt x="35052" y="273272"/>
                    <a:pt x="35052" y="292608"/>
                  </a:cubicBezTo>
                  <a:lnTo>
                    <a:pt x="35052" y="330613"/>
                  </a:lnTo>
                  <a:lnTo>
                    <a:pt x="57245" y="330613"/>
                  </a:lnTo>
                  <a:lnTo>
                    <a:pt x="57245" y="320707"/>
                  </a:lnTo>
                  <a:lnTo>
                    <a:pt x="45053" y="320707"/>
                  </a:lnTo>
                  <a:lnTo>
                    <a:pt x="45053" y="292608"/>
                  </a:lnTo>
                  <a:cubicBezTo>
                    <a:pt x="45053" y="277082"/>
                    <a:pt x="57626" y="264509"/>
                    <a:pt x="73152" y="264509"/>
                  </a:cubicBezTo>
                  <a:cubicBezTo>
                    <a:pt x="88678" y="264509"/>
                    <a:pt x="101251" y="277082"/>
                    <a:pt x="101251" y="292608"/>
                  </a:cubicBezTo>
                  <a:lnTo>
                    <a:pt x="101251" y="320707"/>
                  </a:lnTo>
                  <a:lnTo>
                    <a:pt x="89059" y="320707"/>
                  </a:lnTo>
                  <a:lnTo>
                    <a:pt x="89059" y="330613"/>
                  </a:lnTo>
                  <a:lnTo>
                    <a:pt x="111157" y="330613"/>
                  </a:lnTo>
                  <a:lnTo>
                    <a:pt x="111157" y="292608"/>
                  </a:lnTo>
                  <a:cubicBezTo>
                    <a:pt x="111157" y="273367"/>
                    <a:pt x="96774" y="257366"/>
                    <a:pt x="78105" y="254889"/>
                  </a:cubicBezTo>
                  <a:lnTo>
                    <a:pt x="78105" y="218218"/>
                  </a:lnTo>
                  <a:lnTo>
                    <a:pt x="101441" y="218218"/>
                  </a:lnTo>
                  <a:lnTo>
                    <a:pt x="137255" y="275463"/>
                  </a:lnTo>
                  <a:lnTo>
                    <a:pt x="173069" y="218218"/>
                  </a:lnTo>
                  <a:lnTo>
                    <a:pt x="197072" y="218218"/>
                  </a:lnTo>
                  <a:lnTo>
                    <a:pt x="197072" y="264890"/>
                  </a:lnTo>
                  <a:cubicBezTo>
                    <a:pt x="183928" y="267271"/>
                    <a:pt x="173927" y="278701"/>
                    <a:pt x="173927" y="292513"/>
                  </a:cubicBezTo>
                  <a:cubicBezTo>
                    <a:pt x="173927" y="308038"/>
                    <a:pt x="186500" y="320612"/>
                    <a:pt x="202025" y="320612"/>
                  </a:cubicBezTo>
                  <a:cubicBezTo>
                    <a:pt x="217551" y="320612"/>
                    <a:pt x="230124" y="308038"/>
                    <a:pt x="230124" y="292513"/>
                  </a:cubicBezTo>
                  <a:cubicBezTo>
                    <a:pt x="230124" y="278701"/>
                    <a:pt x="220123" y="267176"/>
                    <a:pt x="206978" y="264890"/>
                  </a:cubicBezTo>
                  <a:lnTo>
                    <a:pt x="206978" y="218218"/>
                  </a:lnTo>
                  <a:lnTo>
                    <a:pt x="216599" y="218218"/>
                  </a:lnTo>
                  <a:cubicBezTo>
                    <a:pt x="224504" y="218218"/>
                    <a:pt x="232410" y="220218"/>
                    <a:pt x="239363" y="223933"/>
                  </a:cubicBezTo>
                  <a:lnTo>
                    <a:pt x="244126" y="215170"/>
                  </a:lnTo>
                  <a:cubicBezTo>
                    <a:pt x="235744" y="210598"/>
                    <a:pt x="226219" y="208217"/>
                    <a:pt x="216694" y="208217"/>
                  </a:cubicBezTo>
                  <a:lnTo>
                    <a:pt x="175355" y="208217"/>
                  </a:lnTo>
                  <a:close/>
                  <a:moveTo>
                    <a:pt x="165259" y="211741"/>
                  </a:moveTo>
                  <a:lnTo>
                    <a:pt x="137160" y="256699"/>
                  </a:lnTo>
                  <a:lnTo>
                    <a:pt x="109061" y="211741"/>
                  </a:lnTo>
                  <a:lnTo>
                    <a:pt x="109061" y="185928"/>
                  </a:lnTo>
                  <a:cubicBezTo>
                    <a:pt x="117824" y="189738"/>
                    <a:pt x="127349" y="191738"/>
                    <a:pt x="137160" y="191738"/>
                  </a:cubicBezTo>
                  <a:cubicBezTo>
                    <a:pt x="146971" y="191738"/>
                    <a:pt x="156591" y="189643"/>
                    <a:pt x="165259" y="185928"/>
                  </a:cubicBezTo>
                  <a:lnTo>
                    <a:pt x="165259" y="211741"/>
                  </a:lnTo>
                  <a:close/>
                  <a:moveTo>
                    <a:pt x="220123" y="292513"/>
                  </a:moveTo>
                  <a:cubicBezTo>
                    <a:pt x="220123" y="302514"/>
                    <a:pt x="211931" y="310705"/>
                    <a:pt x="201930" y="310705"/>
                  </a:cubicBezTo>
                  <a:cubicBezTo>
                    <a:pt x="191929" y="310705"/>
                    <a:pt x="183737" y="302514"/>
                    <a:pt x="183737" y="292513"/>
                  </a:cubicBezTo>
                  <a:cubicBezTo>
                    <a:pt x="183737" y="282512"/>
                    <a:pt x="191929" y="274320"/>
                    <a:pt x="201930" y="274320"/>
                  </a:cubicBezTo>
                  <a:cubicBezTo>
                    <a:pt x="211931" y="274320"/>
                    <a:pt x="220123" y="282512"/>
                    <a:pt x="220123" y="2925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22"/>
            <p:cNvSpPr/>
            <p:nvPr/>
          </p:nvSpPr>
          <p:spPr>
            <a:xfrm>
              <a:off x="2870834" y="4021645"/>
              <a:ext cx="27622" cy="117062"/>
            </a:xfrm>
            <a:custGeom>
              <a:avLst/>
              <a:gdLst/>
              <a:ahLst/>
              <a:cxnLst/>
              <a:rect l="l" t="t" r="r" b="b"/>
              <a:pathLst>
                <a:path w="27622" h="117062" extrusionOk="0">
                  <a:moveTo>
                    <a:pt x="27622" y="44863"/>
                  </a:moveTo>
                  <a:cubicBezTo>
                    <a:pt x="27622" y="27337"/>
                    <a:pt x="19812" y="11049"/>
                    <a:pt x="6286" y="0"/>
                  </a:cubicBezTo>
                  <a:lnTo>
                    <a:pt x="0" y="7715"/>
                  </a:lnTo>
                  <a:cubicBezTo>
                    <a:pt x="11240" y="16859"/>
                    <a:pt x="17717" y="30385"/>
                    <a:pt x="17717" y="44958"/>
                  </a:cubicBezTo>
                  <a:lnTo>
                    <a:pt x="17717" y="117062"/>
                  </a:lnTo>
                  <a:lnTo>
                    <a:pt x="27622" y="117062"/>
                  </a:lnTo>
                  <a:lnTo>
                    <a:pt x="27622" y="4495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22"/>
            <p:cNvSpPr/>
            <p:nvPr/>
          </p:nvSpPr>
          <p:spPr>
            <a:xfrm>
              <a:off x="2624137" y="4102798"/>
              <a:ext cx="9905" cy="35813"/>
            </a:xfrm>
            <a:custGeom>
              <a:avLst/>
              <a:gdLst/>
              <a:ahLst/>
              <a:cxnLst/>
              <a:rect l="l" t="t" r="r" b="b"/>
              <a:pathLst>
                <a:path w="9905" h="35813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35814"/>
                  </a:lnTo>
                  <a:lnTo>
                    <a:pt x="0" y="358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22"/>
            <p:cNvSpPr/>
            <p:nvPr/>
          </p:nvSpPr>
          <p:spPr>
            <a:xfrm>
              <a:off x="2690240" y="3800475"/>
              <a:ext cx="89535" cy="151161"/>
            </a:xfrm>
            <a:custGeom>
              <a:avLst/>
              <a:gdLst/>
              <a:ahLst/>
              <a:cxnLst/>
              <a:rect l="l" t="t" r="r" b="b"/>
              <a:pathLst>
                <a:path w="89535" h="151161" extrusionOk="0">
                  <a:moveTo>
                    <a:pt x="15812" y="146875"/>
                  </a:moveTo>
                  <a:cubicBezTo>
                    <a:pt x="11906" y="138684"/>
                    <a:pt x="9906" y="129826"/>
                    <a:pt x="9906" y="120682"/>
                  </a:cubicBezTo>
                  <a:lnTo>
                    <a:pt x="9906" y="82677"/>
                  </a:lnTo>
                  <a:lnTo>
                    <a:pt x="41339" y="82677"/>
                  </a:lnTo>
                  <a:lnTo>
                    <a:pt x="41339" y="72771"/>
                  </a:lnTo>
                  <a:lnTo>
                    <a:pt x="9906" y="72771"/>
                  </a:lnTo>
                  <a:lnTo>
                    <a:pt x="9906" y="31433"/>
                  </a:lnTo>
                  <a:cubicBezTo>
                    <a:pt x="9906" y="19621"/>
                    <a:pt x="19526" y="9906"/>
                    <a:pt x="31433" y="9906"/>
                  </a:cubicBezTo>
                  <a:lnTo>
                    <a:pt x="89535" y="9906"/>
                  </a:lnTo>
                  <a:lnTo>
                    <a:pt x="89535" y="0"/>
                  </a:lnTo>
                  <a:lnTo>
                    <a:pt x="31433" y="0"/>
                  </a:lnTo>
                  <a:cubicBezTo>
                    <a:pt x="14097" y="0"/>
                    <a:pt x="0" y="14097"/>
                    <a:pt x="0" y="31433"/>
                  </a:cubicBezTo>
                  <a:lnTo>
                    <a:pt x="0" y="120682"/>
                  </a:lnTo>
                  <a:cubicBezTo>
                    <a:pt x="0" y="131350"/>
                    <a:pt x="2286" y="141542"/>
                    <a:pt x="6858" y="151162"/>
                  </a:cubicBezTo>
                  <a:lnTo>
                    <a:pt x="15812" y="14687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22"/>
            <p:cNvSpPr/>
            <p:nvPr/>
          </p:nvSpPr>
          <p:spPr>
            <a:xfrm>
              <a:off x="2723006" y="3948493"/>
              <a:ext cx="20669" cy="18954"/>
            </a:xfrm>
            <a:custGeom>
              <a:avLst/>
              <a:gdLst/>
              <a:ahLst/>
              <a:cxnLst/>
              <a:rect l="l" t="t" r="r" b="b"/>
              <a:pathLst>
                <a:path w="20669" h="18954" extrusionOk="0">
                  <a:moveTo>
                    <a:pt x="16383" y="18955"/>
                  </a:moveTo>
                  <a:lnTo>
                    <a:pt x="20669" y="10001"/>
                  </a:lnTo>
                  <a:cubicBezTo>
                    <a:pt x="15621" y="7620"/>
                    <a:pt x="11144" y="4191"/>
                    <a:pt x="7429" y="0"/>
                  </a:cubicBezTo>
                  <a:lnTo>
                    <a:pt x="0" y="6572"/>
                  </a:lnTo>
                  <a:cubicBezTo>
                    <a:pt x="4667" y="11811"/>
                    <a:pt x="10192" y="16002"/>
                    <a:pt x="16478" y="189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22"/>
            <p:cNvSpPr/>
            <p:nvPr/>
          </p:nvSpPr>
          <p:spPr>
            <a:xfrm>
              <a:off x="2712243" y="3933158"/>
              <a:ext cx="12953" cy="12954"/>
            </a:xfrm>
            <a:custGeom>
              <a:avLst/>
              <a:gdLst/>
              <a:ahLst/>
              <a:cxnLst/>
              <a:rect l="l" t="t" r="r" b="b"/>
              <a:pathLst>
                <a:path w="12953" h="12954" extrusionOk="0">
                  <a:moveTo>
                    <a:pt x="0" y="2858"/>
                  </a:moveTo>
                  <a:cubicBezTo>
                    <a:pt x="1048" y="6382"/>
                    <a:pt x="2477" y="9716"/>
                    <a:pt x="4286" y="12954"/>
                  </a:cubicBezTo>
                  <a:lnTo>
                    <a:pt x="12954" y="8096"/>
                  </a:lnTo>
                  <a:cubicBezTo>
                    <a:pt x="11525" y="5525"/>
                    <a:pt x="10382" y="2762"/>
                    <a:pt x="9525" y="0"/>
                  </a:cubicBezTo>
                  <a:lnTo>
                    <a:pt x="0" y="285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22"/>
            <p:cNvSpPr/>
            <p:nvPr/>
          </p:nvSpPr>
          <p:spPr>
            <a:xfrm>
              <a:off x="2821114" y="4088034"/>
              <a:ext cx="9905" cy="9905"/>
            </a:xfrm>
            <a:custGeom>
              <a:avLst/>
              <a:gdLst/>
              <a:ahLst/>
              <a:cxnLst/>
              <a:rect l="l" t="t" r="r" b="b"/>
              <a:pathLst>
                <a:path w="9905" h="9905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22"/>
            <p:cNvSpPr/>
            <p:nvPr/>
          </p:nvSpPr>
          <p:spPr>
            <a:xfrm>
              <a:off x="2741484" y="3822001"/>
              <a:ext cx="39623" cy="39624"/>
            </a:xfrm>
            <a:custGeom>
              <a:avLst/>
              <a:gdLst/>
              <a:ahLst/>
              <a:cxnLst/>
              <a:rect l="l" t="t" r="r" b="b"/>
              <a:pathLst>
                <a:path w="39623" h="39624" extrusionOk="0">
                  <a:moveTo>
                    <a:pt x="24765" y="39624"/>
                  </a:moveTo>
                  <a:lnTo>
                    <a:pt x="24765" y="24765"/>
                  </a:lnTo>
                  <a:lnTo>
                    <a:pt x="39624" y="24765"/>
                  </a:lnTo>
                  <a:lnTo>
                    <a:pt x="39624" y="14859"/>
                  </a:lnTo>
                  <a:lnTo>
                    <a:pt x="24765" y="14859"/>
                  </a:lnTo>
                  <a:lnTo>
                    <a:pt x="24765" y="0"/>
                  </a:lnTo>
                  <a:lnTo>
                    <a:pt x="14859" y="0"/>
                  </a:lnTo>
                  <a:lnTo>
                    <a:pt x="14859" y="14859"/>
                  </a:lnTo>
                  <a:lnTo>
                    <a:pt x="0" y="14859"/>
                  </a:lnTo>
                  <a:lnTo>
                    <a:pt x="0" y="24765"/>
                  </a:lnTo>
                  <a:lnTo>
                    <a:pt x="14859" y="24765"/>
                  </a:lnTo>
                  <a:lnTo>
                    <a:pt x="14859" y="39624"/>
                  </a:lnTo>
                  <a:lnTo>
                    <a:pt x="24765" y="396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3"/>
          <p:cNvSpPr/>
          <p:nvPr/>
        </p:nvSpPr>
        <p:spPr>
          <a:xfrm>
            <a:off x="787324" y="1779319"/>
            <a:ext cx="20988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02" name="Google Shape;502;p23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Healthcare infographics</a:t>
            </a:r>
            <a:endParaRPr/>
          </a:p>
        </p:txBody>
      </p:sp>
      <p:sp>
        <p:nvSpPr>
          <p:cNvPr id="503" name="Google Shape;503;p23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lang="en" sz="8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4" name="Google Shape;504;p23"/>
          <p:cNvSpPr/>
          <p:nvPr/>
        </p:nvSpPr>
        <p:spPr>
          <a:xfrm>
            <a:off x="2559300" y="1043850"/>
            <a:ext cx="40254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05" name="Google Shape;505;p23"/>
          <p:cNvSpPr txBox="1"/>
          <p:nvPr/>
        </p:nvSpPr>
        <p:spPr>
          <a:xfrm>
            <a:off x="2800650" y="1000525"/>
            <a:ext cx="3542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Infection control in healthcare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06" name="Google Shape;506;p23"/>
          <p:cNvSpPr txBox="1"/>
          <p:nvPr/>
        </p:nvSpPr>
        <p:spPr>
          <a:xfrm>
            <a:off x="953275" y="1747850"/>
            <a:ext cx="17055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SemiBold"/>
                <a:ea typeface="Montserrat SemiBold"/>
                <a:cs typeface="Montserrat SemiBold"/>
                <a:sym typeface="Montserrat SemiBold"/>
              </a:rPr>
              <a:t>Hand hygiene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507" name="Google Shape;507;p23"/>
          <p:cNvCxnSpPr>
            <a:stCxn id="501" idx="1"/>
            <a:endCxn id="508" idx="6"/>
          </p:cNvCxnSpPr>
          <p:nvPr/>
        </p:nvCxnSpPr>
        <p:spPr>
          <a:xfrm flipH="1">
            <a:off x="650824" y="1955569"/>
            <a:ext cx="1365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9" name="Google Shape;509;p23"/>
          <p:cNvCxnSpPr>
            <a:stCxn id="510" idx="1"/>
            <a:endCxn id="511" idx="6"/>
          </p:cNvCxnSpPr>
          <p:nvPr/>
        </p:nvCxnSpPr>
        <p:spPr>
          <a:xfrm rot="10800000">
            <a:off x="650824" y="2727798"/>
            <a:ext cx="136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2" name="Google Shape;512;p23"/>
          <p:cNvCxnSpPr>
            <a:stCxn id="513" idx="1"/>
            <a:endCxn id="514" idx="6"/>
          </p:cNvCxnSpPr>
          <p:nvPr/>
        </p:nvCxnSpPr>
        <p:spPr>
          <a:xfrm flipH="1">
            <a:off x="650824" y="3512406"/>
            <a:ext cx="1365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5" name="Google Shape;515;p23"/>
          <p:cNvCxnSpPr>
            <a:stCxn id="516" idx="1"/>
            <a:endCxn id="517" idx="6"/>
          </p:cNvCxnSpPr>
          <p:nvPr/>
        </p:nvCxnSpPr>
        <p:spPr>
          <a:xfrm rot="10800000">
            <a:off x="650824" y="4281327"/>
            <a:ext cx="136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8" name="Google Shape;518;p23"/>
          <p:cNvSpPr txBox="1"/>
          <p:nvPr/>
        </p:nvSpPr>
        <p:spPr>
          <a:xfrm flipH="1">
            <a:off x="3425452" y="1606400"/>
            <a:ext cx="25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smallest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19" name="Google Shape;519;p23"/>
          <p:cNvSpPr txBox="1"/>
          <p:nvPr/>
        </p:nvSpPr>
        <p:spPr>
          <a:xfrm flipH="1">
            <a:off x="3425452" y="1937605"/>
            <a:ext cx="25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has a beautiful name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0" name="Google Shape;520;p23"/>
          <p:cNvSpPr txBox="1"/>
          <p:nvPr/>
        </p:nvSpPr>
        <p:spPr>
          <a:xfrm flipH="1">
            <a:off x="3425452" y="2376905"/>
            <a:ext cx="25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planet with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1" name="Google Shape;521;p23"/>
          <p:cNvSpPr txBox="1"/>
          <p:nvPr/>
        </p:nvSpPr>
        <p:spPr>
          <a:xfrm flipH="1">
            <a:off x="3425452" y="2708110"/>
            <a:ext cx="25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was named after a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2" name="Google Shape;522;p23"/>
          <p:cNvSpPr txBox="1"/>
          <p:nvPr/>
        </p:nvSpPr>
        <p:spPr>
          <a:xfrm flipH="1">
            <a:off x="3425452" y="3160598"/>
            <a:ext cx="25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a huge gas giant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3" name="Google Shape;523;p23"/>
          <p:cNvSpPr txBox="1"/>
          <p:nvPr/>
        </p:nvSpPr>
        <p:spPr>
          <a:xfrm flipH="1">
            <a:off x="3425452" y="3491803"/>
            <a:ext cx="25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has beautiful rings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4" name="Google Shape;524;p23"/>
          <p:cNvSpPr txBox="1"/>
          <p:nvPr/>
        </p:nvSpPr>
        <p:spPr>
          <a:xfrm flipH="1">
            <a:off x="3425452" y="3931102"/>
            <a:ext cx="25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Neptune is far away from us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5" name="Google Shape;525;p23"/>
          <p:cNvSpPr txBox="1"/>
          <p:nvPr/>
        </p:nvSpPr>
        <p:spPr>
          <a:xfrm flipH="1">
            <a:off x="3425452" y="4262308"/>
            <a:ext cx="25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Pluto is now a dwarf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26" name="Google Shape;526;p23"/>
          <p:cNvCxnSpPr>
            <a:stCxn id="501" idx="3"/>
            <a:endCxn id="518" idx="3"/>
          </p:cNvCxnSpPr>
          <p:nvPr/>
        </p:nvCxnSpPr>
        <p:spPr>
          <a:xfrm rot="10800000" flipH="1">
            <a:off x="2886124" y="1791169"/>
            <a:ext cx="539400" cy="1644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27" name="Google Shape;527;p23"/>
          <p:cNvCxnSpPr>
            <a:stCxn id="501" idx="3"/>
            <a:endCxn id="519" idx="3"/>
          </p:cNvCxnSpPr>
          <p:nvPr/>
        </p:nvCxnSpPr>
        <p:spPr>
          <a:xfrm>
            <a:off x="2886124" y="1955569"/>
            <a:ext cx="539400" cy="1668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28" name="Google Shape;528;p23"/>
          <p:cNvCxnSpPr>
            <a:stCxn id="510" idx="3"/>
            <a:endCxn id="520" idx="3"/>
          </p:cNvCxnSpPr>
          <p:nvPr/>
        </p:nvCxnSpPr>
        <p:spPr>
          <a:xfrm rot="10800000" flipH="1">
            <a:off x="2886124" y="2561598"/>
            <a:ext cx="539400" cy="1662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29" name="Google Shape;529;p23"/>
          <p:cNvCxnSpPr>
            <a:stCxn id="510" idx="3"/>
            <a:endCxn id="521" idx="3"/>
          </p:cNvCxnSpPr>
          <p:nvPr/>
        </p:nvCxnSpPr>
        <p:spPr>
          <a:xfrm>
            <a:off x="2886124" y="2727798"/>
            <a:ext cx="539400" cy="1650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30" name="Google Shape;530;p23"/>
          <p:cNvCxnSpPr>
            <a:stCxn id="513" idx="3"/>
            <a:endCxn id="522" idx="3"/>
          </p:cNvCxnSpPr>
          <p:nvPr/>
        </p:nvCxnSpPr>
        <p:spPr>
          <a:xfrm rot="10800000" flipH="1">
            <a:off x="2886124" y="3345306"/>
            <a:ext cx="539400" cy="1671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31" name="Google Shape;531;p23"/>
          <p:cNvCxnSpPr>
            <a:stCxn id="513" idx="3"/>
            <a:endCxn id="523" idx="3"/>
          </p:cNvCxnSpPr>
          <p:nvPr/>
        </p:nvCxnSpPr>
        <p:spPr>
          <a:xfrm>
            <a:off x="2886124" y="3512406"/>
            <a:ext cx="539400" cy="1641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32" name="Google Shape;532;p23"/>
          <p:cNvCxnSpPr>
            <a:stCxn id="516" idx="3"/>
            <a:endCxn id="524" idx="3"/>
          </p:cNvCxnSpPr>
          <p:nvPr/>
        </p:nvCxnSpPr>
        <p:spPr>
          <a:xfrm rot="10800000" flipH="1">
            <a:off x="2886124" y="4115727"/>
            <a:ext cx="539400" cy="1656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33" name="Google Shape;533;p23"/>
          <p:cNvCxnSpPr>
            <a:stCxn id="516" idx="3"/>
            <a:endCxn id="525" idx="3"/>
          </p:cNvCxnSpPr>
          <p:nvPr/>
        </p:nvCxnSpPr>
        <p:spPr>
          <a:xfrm>
            <a:off x="2886124" y="4281327"/>
            <a:ext cx="539400" cy="1656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08" name="Google Shape;508;p23"/>
          <p:cNvSpPr/>
          <p:nvPr/>
        </p:nvSpPr>
        <p:spPr>
          <a:xfrm>
            <a:off x="298310" y="1780394"/>
            <a:ext cx="352500" cy="3525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11" name="Google Shape;511;p23"/>
          <p:cNvSpPr/>
          <p:nvPr/>
        </p:nvSpPr>
        <p:spPr>
          <a:xfrm>
            <a:off x="298299" y="2551547"/>
            <a:ext cx="352500" cy="3525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14" name="Google Shape;514;p23"/>
          <p:cNvSpPr/>
          <p:nvPr/>
        </p:nvSpPr>
        <p:spPr>
          <a:xfrm>
            <a:off x="298324" y="3337246"/>
            <a:ext cx="352500" cy="3525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17" name="Google Shape;517;p23"/>
          <p:cNvSpPr/>
          <p:nvPr/>
        </p:nvSpPr>
        <p:spPr>
          <a:xfrm>
            <a:off x="298299" y="4105072"/>
            <a:ext cx="352500" cy="3525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endParaRPr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534" name="Google Shape;534;p23"/>
          <p:cNvCxnSpPr>
            <a:stCxn id="518" idx="1"/>
            <a:endCxn id="535" idx="1"/>
          </p:cNvCxnSpPr>
          <p:nvPr/>
        </p:nvCxnSpPr>
        <p:spPr>
          <a:xfrm>
            <a:off x="5998252" y="1791050"/>
            <a:ext cx="516000" cy="1332000"/>
          </a:xfrm>
          <a:prstGeom prst="bentConnector3">
            <a:avLst>
              <a:gd name="adj1" fmla="val 5001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6" name="Google Shape;536;p23"/>
          <p:cNvCxnSpPr>
            <a:stCxn id="525" idx="1"/>
            <a:endCxn id="535" idx="1"/>
          </p:cNvCxnSpPr>
          <p:nvPr/>
        </p:nvCxnSpPr>
        <p:spPr>
          <a:xfrm rot="10800000" flipH="1">
            <a:off x="5998252" y="3123058"/>
            <a:ext cx="516000" cy="1323900"/>
          </a:xfrm>
          <a:prstGeom prst="bentConnector3">
            <a:avLst>
              <a:gd name="adj1" fmla="val 5001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10" name="Google Shape;510;p23"/>
          <p:cNvSpPr/>
          <p:nvPr/>
        </p:nvSpPr>
        <p:spPr>
          <a:xfrm>
            <a:off x="787324" y="2551548"/>
            <a:ext cx="20988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37" name="Google Shape;537;p23"/>
          <p:cNvSpPr txBox="1"/>
          <p:nvPr/>
        </p:nvSpPr>
        <p:spPr>
          <a:xfrm>
            <a:off x="953275" y="2520079"/>
            <a:ext cx="17055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SemiBold"/>
                <a:ea typeface="Montserrat SemiBold"/>
                <a:cs typeface="Montserrat SemiBold"/>
                <a:sym typeface="Montserrat SemiBold"/>
              </a:rPr>
              <a:t>PPE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787324" y="3336156"/>
            <a:ext cx="20988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38" name="Google Shape;538;p23"/>
          <p:cNvSpPr txBox="1"/>
          <p:nvPr/>
        </p:nvSpPr>
        <p:spPr>
          <a:xfrm>
            <a:off x="953275" y="3304688"/>
            <a:ext cx="17055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SemiBold"/>
                <a:ea typeface="Montserrat SemiBold"/>
                <a:cs typeface="Montserrat SemiBold"/>
                <a:sym typeface="Montserrat SemiBold"/>
              </a:rPr>
              <a:t>Sterilization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16" name="Google Shape;516;p23"/>
          <p:cNvSpPr/>
          <p:nvPr/>
        </p:nvSpPr>
        <p:spPr>
          <a:xfrm>
            <a:off x="787324" y="4105077"/>
            <a:ext cx="20988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39" name="Google Shape;539;p23"/>
          <p:cNvSpPr txBox="1"/>
          <p:nvPr/>
        </p:nvSpPr>
        <p:spPr>
          <a:xfrm>
            <a:off x="953275" y="4073608"/>
            <a:ext cx="17055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SemiBold"/>
                <a:ea typeface="Montserrat SemiBold"/>
                <a:cs typeface="Montserrat SemiBold"/>
                <a:sym typeface="Montserrat SemiBold"/>
              </a:rPr>
              <a:t>Isolation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35" name="Google Shape;535;p23" title="white-ball.png"/>
          <p:cNvPicPr preferRelativeResize="0"/>
          <p:nvPr/>
        </p:nvPicPr>
        <p:blipFill rotWithShape="1">
          <a:blip r:embed="rId4">
            <a:alphaModFix/>
          </a:blip>
          <a:srcRect l="32545" t="18605" r="29232" b="16882"/>
          <a:stretch/>
        </p:blipFill>
        <p:spPr>
          <a:xfrm>
            <a:off x="6514350" y="1937600"/>
            <a:ext cx="2497526" cy="237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23" title="3d-cartoon-doctor-icon-with-stethoscope.jpg"/>
          <p:cNvPicPr preferRelativeResize="0"/>
          <p:nvPr/>
        </p:nvPicPr>
        <p:blipFill rotWithShape="1">
          <a:blip r:embed="rId5">
            <a:alphaModFix/>
          </a:blip>
          <a:srcRect l="20205" t="13992" r="28000" b="14064"/>
          <a:stretch/>
        </p:blipFill>
        <p:spPr>
          <a:xfrm>
            <a:off x="6537575" y="1594751"/>
            <a:ext cx="2219699" cy="308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4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Healthcare infographics</a:t>
            </a:r>
            <a:endParaRPr/>
          </a:p>
        </p:txBody>
      </p:sp>
      <p:sp>
        <p:nvSpPr>
          <p:cNvPr id="546" name="Google Shape;546;p24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lang="en" sz="8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7" name="Google Shape;547;p24"/>
          <p:cNvSpPr/>
          <p:nvPr/>
        </p:nvSpPr>
        <p:spPr>
          <a:xfrm>
            <a:off x="416971" y="1189149"/>
            <a:ext cx="30675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48" name="Google Shape;548;p24"/>
          <p:cNvSpPr txBox="1"/>
          <p:nvPr/>
        </p:nvSpPr>
        <p:spPr>
          <a:xfrm>
            <a:off x="490821" y="1528196"/>
            <a:ext cx="29337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Primary care is the first point of contact in the healthcare system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49" name="Google Shape;549;p24"/>
          <p:cNvSpPr txBox="1"/>
          <p:nvPr/>
        </p:nvSpPr>
        <p:spPr>
          <a:xfrm>
            <a:off x="490818" y="1149850"/>
            <a:ext cx="2933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This is primary care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50" name="Google Shape;550;p24"/>
          <p:cNvSpPr/>
          <p:nvPr/>
        </p:nvSpPr>
        <p:spPr>
          <a:xfrm>
            <a:off x="416971" y="2432155"/>
            <a:ext cx="30675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1" name="Google Shape;551;p24"/>
          <p:cNvSpPr txBox="1"/>
          <p:nvPr/>
        </p:nvSpPr>
        <p:spPr>
          <a:xfrm>
            <a:off x="490821" y="2771203"/>
            <a:ext cx="29337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Specialized care provides treatment by medical specialists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2" name="Google Shape;552;p24"/>
          <p:cNvSpPr txBox="1"/>
          <p:nvPr/>
        </p:nvSpPr>
        <p:spPr>
          <a:xfrm>
            <a:off x="490818" y="2392857"/>
            <a:ext cx="2933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This is specialized care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53" name="Google Shape;553;p24"/>
          <p:cNvSpPr/>
          <p:nvPr/>
        </p:nvSpPr>
        <p:spPr>
          <a:xfrm>
            <a:off x="423921" y="3675152"/>
            <a:ext cx="30675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4" name="Google Shape;554;p24"/>
          <p:cNvSpPr txBox="1"/>
          <p:nvPr/>
        </p:nvSpPr>
        <p:spPr>
          <a:xfrm>
            <a:off x="497771" y="4014199"/>
            <a:ext cx="29337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Emergency care treats urgent and life-threatening conditions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5" name="Google Shape;555;p24"/>
          <p:cNvSpPr txBox="1"/>
          <p:nvPr/>
        </p:nvSpPr>
        <p:spPr>
          <a:xfrm>
            <a:off x="497768" y="3635853"/>
            <a:ext cx="2933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This is emergency care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56" name="Google Shape;556;p24"/>
          <p:cNvSpPr/>
          <p:nvPr/>
        </p:nvSpPr>
        <p:spPr>
          <a:xfrm>
            <a:off x="5606632" y="1334971"/>
            <a:ext cx="1646100" cy="85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rgbClr val="BEBEB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7" name="Google Shape;557;p24"/>
          <p:cNvSpPr/>
          <p:nvPr/>
        </p:nvSpPr>
        <p:spPr>
          <a:xfrm>
            <a:off x="6175925" y="1224408"/>
            <a:ext cx="306600" cy="306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8" name="Google Shape;558;p24"/>
          <p:cNvSpPr/>
          <p:nvPr/>
        </p:nvSpPr>
        <p:spPr>
          <a:xfrm>
            <a:off x="5606632" y="1889862"/>
            <a:ext cx="1646100" cy="85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rgbClr val="BEBEB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9" name="Google Shape;559;p24"/>
          <p:cNvSpPr/>
          <p:nvPr/>
        </p:nvSpPr>
        <p:spPr>
          <a:xfrm>
            <a:off x="5767073" y="1779299"/>
            <a:ext cx="306600" cy="306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0" name="Google Shape;560;p24"/>
          <p:cNvSpPr/>
          <p:nvPr/>
        </p:nvSpPr>
        <p:spPr>
          <a:xfrm>
            <a:off x="5606632" y="2425879"/>
            <a:ext cx="1646100" cy="85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rgbClr val="BEBEB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1" name="Google Shape;561;p24"/>
          <p:cNvSpPr/>
          <p:nvPr/>
        </p:nvSpPr>
        <p:spPr>
          <a:xfrm>
            <a:off x="6571575" y="2315316"/>
            <a:ext cx="306600" cy="306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2" name="Google Shape;562;p24"/>
          <p:cNvSpPr/>
          <p:nvPr/>
        </p:nvSpPr>
        <p:spPr>
          <a:xfrm>
            <a:off x="5606632" y="2963857"/>
            <a:ext cx="1646100" cy="85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rgbClr val="BEBEBE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3" name="Google Shape;563;p24"/>
          <p:cNvSpPr/>
          <p:nvPr/>
        </p:nvSpPr>
        <p:spPr>
          <a:xfrm>
            <a:off x="6175925" y="2853295"/>
            <a:ext cx="306600" cy="306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4" name="Google Shape;564;p24"/>
          <p:cNvSpPr txBox="1"/>
          <p:nvPr/>
        </p:nvSpPr>
        <p:spPr>
          <a:xfrm>
            <a:off x="7412825" y="1132633"/>
            <a:ext cx="1550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a 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gas giant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5" name="Google Shape;565;p24"/>
          <p:cNvSpPr txBox="1"/>
          <p:nvPr/>
        </p:nvSpPr>
        <p:spPr>
          <a:xfrm>
            <a:off x="7412825" y="1675587"/>
            <a:ext cx="1550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planet with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6" name="Google Shape;566;p24"/>
          <p:cNvSpPr txBox="1"/>
          <p:nvPr/>
        </p:nvSpPr>
        <p:spPr>
          <a:xfrm>
            <a:off x="7412825" y="2218541"/>
            <a:ext cx="1550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has a toxic atmosphere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7" name="Google Shape;567;p24"/>
          <p:cNvSpPr txBox="1"/>
          <p:nvPr/>
        </p:nvSpPr>
        <p:spPr>
          <a:xfrm>
            <a:off x="7412825" y="2761495"/>
            <a:ext cx="1550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full of iron oxide dust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8" name="Google Shape;568;p24"/>
          <p:cNvSpPr/>
          <p:nvPr/>
        </p:nvSpPr>
        <p:spPr>
          <a:xfrm>
            <a:off x="3720447" y="1189149"/>
            <a:ext cx="17271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9" name="Google Shape;569;p24"/>
          <p:cNvSpPr txBox="1"/>
          <p:nvPr/>
        </p:nvSpPr>
        <p:spPr>
          <a:xfrm>
            <a:off x="3762027" y="1149850"/>
            <a:ext cx="1652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Heart rate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0" name="Google Shape;570;p24"/>
          <p:cNvSpPr/>
          <p:nvPr/>
        </p:nvSpPr>
        <p:spPr>
          <a:xfrm>
            <a:off x="3720447" y="1744428"/>
            <a:ext cx="17271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1" name="Google Shape;571;p24"/>
          <p:cNvSpPr txBox="1"/>
          <p:nvPr/>
        </p:nvSpPr>
        <p:spPr>
          <a:xfrm>
            <a:off x="3762027" y="1705129"/>
            <a:ext cx="1652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Blood press.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2" name="Google Shape;572;p24"/>
          <p:cNvSpPr/>
          <p:nvPr/>
        </p:nvSpPr>
        <p:spPr>
          <a:xfrm>
            <a:off x="3720433" y="2287381"/>
            <a:ext cx="17271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3" name="Google Shape;573;p24"/>
          <p:cNvSpPr txBox="1"/>
          <p:nvPr/>
        </p:nvSpPr>
        <p:spPr>
          <a:xfrm>
            <a:off x="3762014" y="2248083"/>
            <a:ext cx="1652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Temperature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4" name="Google Shape;574;p24"/>
          <p:cNvSpPr/>
          <p:nvPr/>
        </p:nvSpPr>
        <p:spPr>
          <a:xfrm>
            <a:off x="3720433" y="2830335"/>
            <a:ext cx="17271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5" name="Google Shape;575;p24"/>
          <p:cNvSpPr txBox="1"/>
          <p:nvPr/>
        </p:nvSpPr>
        <p:spPr>
          <a:xfrm>
            <a:off x="3762014" y="2791037"/>
            <a:ext cx="1652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Oxygen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6" name="Google Shape;576;p24"/>
          <p:cNvSpPr/>
          <p:nvPr/>
        </p:nvSpPr>
        <p:spPr>
          <a:xfrm>
            <a:off x="3985991" y="3596826"/>
            <a:ext cx="561600" cy="56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7" name="Google Shape;577;p24"/>
          <p:cNvSpPr txBox="1"/>
          <p:nvPr/>
        </p:nvSpPr>
        <p:spPr>
          <a:xfrm>
            <a:off x="3654491" y="4161836"/>
            <a:ext cx="1224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very big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8" name="Google Shape;578;p24"/>
          <p:cNvSpPr txBox="1"/>
          <p:nvPr/>
        </p:nvSpPr>
        <p:spPr>
          <a:xfrm>
            <a:off x="5029446" y="4161836"/>
            <a:ext cx="1224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all live 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 Earth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9" name="Google Shape;579;p24"/>
          <p:cNvSpPr txBox="1"/>
          <p:nvPr/>
        </p:nvSpPr>
        <p:spPr>
          <a:xfrm>
            <a:off x="6404400" y="4161836"/>
            <a:ext cx="1224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very hot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0" name="Google Shape;580;p24"/>
          <p:cNvSpPr txBox="1"/>
          <p:nvPr/>
        </p:nvSpPr>
        <p:spPr>
          <a:xfrm>
            <a:off x="7779354" y="4161836"/>
            <a:ext cx="12246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a 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cold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1" name="Google Shape;581;p24"/>
          <p:cNvSpPr/>
          <p:nvPr/>
        </p:nvSpPr>
        <p:spPr>
          <a:xfrm>
            <a:off x="5360941" y="3596826"/>
            <a:ext cx="561600" cy="561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2" name="Google Shape;582;p24"/>
          <p:cNvSpPr/>
          <p:nvPr/>
        </p:nvSpPr>
        <p:spPr>
          <a:xfrm>
            <a:off x="6735891" y="3596826"/>
            <a:ext cx="561600" cy="561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3" name="Google Shape;583;p24"/>
          <p:cNvSpPr/>
          <p:nvPr/>
        </p:nvSpPr>
        <p:spPr>
          <a:xfrm>
            <a:off x="8110841" y="3596826"/>
            <a:ext cx="561600" cy="56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584" name="Google Shape;584;p24"/>
          <p:cNvGrpSpPr/>
          <p:nvPr/>
        </p:nvGrpSpPr>
        <p:grpSpPr>
          <a:xfrm>
            <a:off x="8274212" y="3703678"/>
            <a:ext cx="234885" cy="338137"/>
            <a:chOff x="7834312" y="4352925"/>
            <a:chExt cx="234885" cy="338137"/>
          </a:xfrm>
        </p:grpSpPr>
        <p:sp>
          <p:nvSpPr>
            <p:cNvPr id="585" name="Google Shape;585;p24"/>
            <p:cNvSpPr/>
            <p:nvPr/>
          </p:nvSpPr>
          <p:spPr>
            <a:xfrm>
              <a:off x="7834312" y="4474083"/>
              <a:ext cx="108679" cy="216979"/>
            </a:xfrm>
            <a:custGeom>
              <a:avLst/>
              <a:gdLst/>
              <a:ahLst/>
              <a:cxnLst/>
              <a:rect l="l" t="t" r="r" b="b"/>
              <a:pathLst>
                <a:path w="108679" h="216979" extrusionOk="0">
                  <a:moveTo>
                    <a:pt x="9906" y="185547"/>
                  </a:moveTo>
                  <a:lnTo>
                    <a:pt x="9906" y="0"/>
                  </a:lnTo>
                  <a:lnTo>
                    <a:pt x="0" y="0"/>
                  </a:lnTo>
                  <a:lnTo>
                    <a:pt x="0" y="185547"/>
                  </a:lnTo>
                  <a:cubicBezTo>
                    <a:pt x="0" y="202882"/>
                    <a:pt x="14097" y="216979"/>
                    <a:pt x="31432" y="216979"/>
                  </a:cubicBezTo>
                  <a:lnTo>
                    <a:pt x="108680" y="216979"/>
                  </a:lnTo>
                  <a:lnTo>
                    <a:pt x="108680" y="207073"/>
                  </a:lnTo>
                  <a:lnTo>
                    <a:pt x="31432" y="207073"/>
                  </a:lnTo>
                  <a:cubicBezTo>
                    <a:pt x="19526" y="207073"/>
                    <a:pt x="9906" y="197453"/>
                    <a:pt x="9906" y="1855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24"/>
            <p:cNvSpPr/>
            <p:nvPr/>
          </p:nvSpPr>
          <p:spPr>
            <a:xfrm>
              <a:off x="8021192" y="4352925"/>
              <a:ext cx="48005" cy="277653"/>
            </a:xfrm>
            <a:custGeom>
              <a:avLst/>
              <a:gdLst/>
              <a:ahLst/>
              <a:cxnLst/>
              <a:rect l="l" t="t" r="r" b="b"/>
              <a:pathLst>
                <a:path w="48005" h="277653" extrusionOk="0">
                  <a:moveTo>
                    <a:pt x="16573" y="0"/>
                  </a:moveTo>
                  <a:lnTo>
                    <a:pt x="0" y="0"/>
                  </a:lnTo>
                  <a:lnTo>
                    <a:pt x="0" y="9906"/>
                  </a:lnTo>
                  <a:lnTo>
                    <a:pt x="16573" y="9906"/>
                  </a:lnTo>
                  <a:cubicBezTo>
                    <a:pt x="28480" y="9906"/>
                    <a:pt x="38100" y="19526"/>
                    <a:pt x="38100" y="31433"/>
                  </a:cubicBezTo>
                  <a:lnTo>
                    <a:pt x="38100" y="277654"/>
                  </a:lnTo>
                  <a:lnTo>
                    <a:pt x="48006" y="277654"/>
                  </a:lnTo>
                  <a:lnTo>
                    <a:pt x="48006" y="31433"/>
                  </a:lnTo>
                  <a:cubicBezTo>
                    <a:pt x="48006" y="14097"/>
                    <a:pt x="33909" y="0"/>
                    <a:pt x="165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24"/>
            <p:cNvSpPr/>
            <p:nvPr/>
          </p:nvSpPr>
          <p:spPr>
            <a:xfrm>
              <a:off x="7952898" y="4640580"/>
              <a:ext cx="116299" cy="50482"/>
            </a:xfrm>
            <a:custGeom>
              <a:avLst/>
              <a:gdLst/>
              <a:ahLst/>
              <a:cxnLst/>
              <a:rect l="l" t="t" r="r" b="b"/>
              <a:pathLst>
                <a:path w="116299" h="50482" extrusionOk="0">
                  <a:moveTo>
                    <a:pt x="106394" y="19050"/>
                  </a:moveTo>
                  <a:cubicBezTo>
                    <a:pt x="106394" y="30956"/>
                    <a:pt x="96774" y="40576"/>
                    <a:pt x="84867" y="40576"/>
                  </a:cubicBezTo>
                  <a:lnTo>
                    <a:pt x="0" y="40576"/>
                  </a:lnTo>
                  <a:lnTo>
                    <a:pt x="0" y="50482"/>
                  </a:lnTo>
                  <a:lnTo>
                    <a:pt x="84867" y="50482"/>
                  </a:lnTo>
                  <a:cubicBezTo>
                    <a:pt x="102203" y="50482"/>
                    <a:pt x="116300" y="36385"/>
                    <a:pt x="116300" y="19050"/>
                  </a:cubicBezTo>
                  <a:lnTo>
                    <a:pt x="116300" y="0"/>
                  </a:lnTo>
                  <a:lnTo>
                    <a:pt x="106394" y="0"/>
                  </a:lnTo>
                  <a:lnTo>
                    <a:pt x="106394" y="190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24"/>
            <p:cNvSpPr/>
            <p:nvPr/>
          </p:nvSpPr>
          <p:spPr>
            <a:xfrm>
              <a:off x="7834312" y="4352925"/>
              <a:ext cx="176974" cy="111251"/>
            </a:xfrm>
            <a:custGeom>
              <a:avLst/>
              <a:gdLst/>
              <a:ahLst/>
              <a:cxnLst/>
              <a:rect l="l" t="t" r="r" b="b"/>
              <a:pathLst>
                <a:path w="176974" h="111251" extrusionOk="0">
                  <a:moveTo>
                    <a:pt x="9906" y="31433"/>
                  </a:moveTo>
                  <a:cubicBezTo>
                    <a:pt x="9906" y="19526"/>
                    <a:pt x="19526" y="9906"/>
                    <a:pt x="31432" y="9906"/>
                  </a:cubicBezTo>
                  <a:lnTo>
                    <a:pt x="176975" y="9906"/>
                  </a:lnTo>
                  <a:lnTo>
                    <a:pt x="176975" y="0"/>
                  </a:lnTo>
                  <a:lnTo>
                    <a:pt x="31432" y="0"/>
                  </a:lnTo>
                  <a:cubicBezTo>
                    <a:pt x="14097" y="0"/>
                    <a:pt x="0" y="14097"/>
                    <a:pt x="0" y="31433"/>
                  </a:cubicBezTo>
                  <a:lnTo>
                    <a:pt x="0" y="111252"/>
                  </a:lnTo>
                  <a:lnTo>
                    <a:pt x="9906" y="111252"/>
                  </a:lnTo>
                  <a:lnTo>
                    <a:pt x="9906" y="314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24"/>
            <p:cNvSpPr/>
            <p:nvPr/>
          </p:nvSpPr>
          <p:spPr>
            <a:xfrm>
              <a:off x="7860672" y="4379380"/>
              <a:ext cx="69485" cy="69461"/>
            </a:xfrm>
            <a:custGeom>
              <a:avLst/>
              <a:gdLst/>
              <a:ahLst/>
              <a:cxnLst/>
              <a:rect l="l" t="t" r="r" b="b"/>
              <a:pathLst>
                <a:path w="69485" h="69461" extrusionOk="0">
                  <a:moveTo>
                    <a:pt x="63556" y="5929"/>
                  </a:moveTo>
                  <a:cubicBezTo>
                    <a:pt x="55650" y="-1976"/>
                    <a:pt x="42886" y="-1976"/>
                    <a:pt x="34981" y="5929"/>
                  </a:cubicBezTo>
                  <a:lnTo>
                    <a:pt x="5929" y="34980"/>
                  </a:lnTo>
                  <a:cubicBezTo>
                    <a:pt x="-1976" y="42886"/>
                    <a:pt x="-1976" y="55650"/>
                    <a:pt x="5929" y="63555"/>
                  </a:cubicBezTo>
                  <a:cubicBezTo>
                    <a:pt x="9834" y="67461"/>
                    <a:pt x="15073" y="69461"/>
                    <a:pt x="20217" y="69461"/>
                  </a:cubicBezTo>
                  <a:cubicBezTo>
                    <a:pt x="25360" y="69461"/>
                    <a:pt x="30599" y="67461"/>
                    <a:pt x="34504" y="63555"/>
                  </a:cubicBezTo>
                  <a:lnTo>
                    <a:pt x="63556" y="34504"/>
                  </a:lnTo>
                  <a:cubicBezTo>
                    <a:pt x="71461" y="26599"/>
                    <a:pt x="71461" y="13835"/>
                    <a:pt x="63556" y="5929"/>
                  </a:cubicBezTo>
                  <a:close/>
                  <a:moveTo>
                    <a:pt x="27551" y="56412"/>
                  </a:moveTo>
                  <a:cubicBezTo>
                    <a:pt x="23550" y="60412"/>
                    <a:pt x="17074" y="60412"/>
                    <a:pt x="13073" y="56412"/>
                  </a:cubicBezTo>
                  <a:cubicBezTo>
                    <a:pt x="9072" y="52411"/>
                    <a:pt x="9072" y="45934"/>
                    <a:pt x="13073" y="41934"/>
                  </a:cubicBezTo>
                  <a:lnTo>
                    <a:pt x="24027" y="30980"/>
                  </a:lnTo>
                  <a:lnTo>
                    <a:pt x="38505" y="45458"/>
                  </a:lnTo>
                  <a:lnTo>
                    <a:pt x="27551" y="56412"/>
                  </a:lnTo>
                  <a:close/>
                  <a:moveTo>
                    <a:pt x="56507" y="27456"/>
                  </a:moveTo>
                  <a:lnTo>
                    <a:pt x="45553" y="38410"/>
                  </a:lnTo>
                  <a:lnTo>
                    <a:pt x="31076" y="23931"/>
                  </a:lnTo>
                  <a:lnTo>
                    <a:pt x="42029" y="12978"/>
                  </a:lnTo>
                  <a:cubicBezTo>
                    <a:pt x="44029" y="10977"/>
                    <a:pt x="46696" y="10025"/>
                    <a:pt x="49268" y="10025"/>
                  </a:cubicBezTo>
                  <a:cubicBezTo>
                    <a:pt x="51840" y="10025"/>
                    <a:pt x="54507" y="11073"/>
                    <a:pt x="56507" y="12978"/>
                  </a:cubicBezTo>
                  <a:cubicBezTo>
                    <a:pt x="60508" y="16978"/>
                    <a:pt x="60508" y="23455"/>
                    <a:pt x="56507" y="274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24"/>
            <p:cNvSpPr/>
            <p:nvPr/>
          </p:nvSpPr>
          <p:spPr>
            <a:xfrm>
              <a:off x="7973353" y="4379380"/>
              <a:ext cx="69484" cy="69461"/>
            </a:xfrm>
            <a:custGeom>
              <a:avLst/>
              <a:gdLst/>
              <a:ahLst/>
              <a:cxnLst/>
              <a:rect l="l" t="t" r="r" b="b"/>
              <a:pathLst>
                <a:path w="69484" h="69461" extrusionOk="0">
                  <a:moveTo>
                    <a:pt x="34981" y="5929"/>
                  </a:moveTo>
                  <a:lnTo>
                    <a:pt x="5929" y="34980"/>
                  </a:lnTo>
                  <a:cubicBezTo>
                    <a:pt x="-1976" y="42886"/>
                    <a:pt x="-1976" y="55650"/>
                    <a:pt x="5929" y="63555"/>
                  </a:cubicBezTo>
                  <a:cubicBezTo>
                    <a:pt x="9835" y="67461"/>
                    <a:pt x="15073" y="69461"/>
                    <a:pt x="20216" y="69461"/>
                  </a:cubicBezTo>
                  <a:cubicBezTo>
                    <a:pt x="25360" y="69461"/>
                    <a:pt x="30504" y="67461"/>
                    <a:pt x="34504" y="63555"/>
                  </a:cubicBezTo>
                  <a:lnTo>
                    <a:pt x="63556" y="34504"/>
                  </a:lnTo>
                  <a:cubicBezTo>
                    <a:pt x="71461" y="26599"/>
                    <a:pt x="71461" y="13835"/>
                    <a:pt x="63556" y="5929"/>
                  </a:cubicBezTo>
                  <a:cubicBezTo>
                    <a:pt x="55650" y="-1976"/>
                    <a:pt x="42886" y="-1976"/>
                    <a:pt x="34981" y="5929"/>
                  </a:cubicBezTo>
                  <a:close/>
                  <a:moveTo>
                    <a:pt x="27456" y="56412"/>
                  </a:moveTo>
                  <a:cubicBezTo>
                    <a:pt x="23455" y="60412"/>
                    <a:pt x="16978" y="60412"/>
                    <a:pt x="12978" y="56412"/>
                  </a:cubicBezTo>
                  <a:cubicBezTo>
                    <a:pt x="8977" y="52411"/>
                    <a:pt x="8977" y="45934"/>
                    <a:pt x="12978" y="41934"/>
                  </a:cubicBezTo>
                  <a:lnTo>
                    <a:pt x="23931" y="30980"/>
                  </a:lnTo>
                  <a:lnTo>
                    <a:pt x="38410" y="45458"/>
                  </a:lnTo>
                  <a:lnTo>
                    <a:pt x="27456" y="56412"/>
                  </a:lnTo>
                  <a:close/>
                  <a:moveTo>
                    <a:pt x="56507" y="27456"/>
                  </a:moveTo>
                  <a:lnTo>
                    <a:pt x="45553" y="38410"/>
                  </a:lnTo>
                  <a:lnTo>
                    <a:pt x="31075" y="23931"/>
                  </a:lnTo>
                  <a:lnTo>
                    <a:pt x="42029" y="12978"/>
                  </a:lnTo>
                  <a:cubicBezTo>
                    <a:pt x="44029" y="10977"/>
                    <a:pt x="46696" y="10025"/>
                    <a:pt x="49268" y="10025"/>
                  </a:cubicBezTo>
                  <a:cubicBezTo>
                    <a:pt x="51840" y="10025"/>
                    <a:pt x="54507" y="10977"/>
                    <a:pt x="56507" y="12978"/>
                  </a:cubicBezTo>
                  <a:cubicBezTo>
                    <a:pt x="60508" y="16978"/>
                    <a:pt x="60508" y="23455"/>
                    <a:pt x="56507" y="274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24"/>
            <p:cNvSpPr/>
            <p:nvPr/>
          </p:nvSpPr>
          <p:spPr>
            <a:xfrm>
              <a:off x="7860767" y="4595121"/>
              <a:ext cx="69485" cy="69461"/>
            </a:xfrm>
            <a:custGeom>
              <a:avLst/>
              <a:gdLst/>
              <a:ahLst/>
              <a:cxnLst/>
              <a:rect l="l" t="t" r="r" b="b"/>
              <a:pathLst>
                <a:path w="69485" h="69461" extrusionOk="0">
                  <a:moveTo>
                    <a:pt x="20217" y="69461"/>
                  </a:moveTo>
                  <a:cubicBezTo>
                    <a:pt x="25360" y="69461"/>
                    <a:pt x="30599" y="67461"/>
                    <a:pt x="34504" y="63556"/>
                  </a:cubicBezTo>
                  <a:lnTo>
                    <a:pt x="63556" y="34504"/>
                  </a:lnTo>
                  <a:cubicBezTo>
                    <a:pt x="71461" y="26599"/>
                    <a:pt x="71461" y="13835"/>
                    <a:pt x="63556" y="5929"/>
                  </a:cubicBezTo>
                  <a:cubicBezTo>
                    <a:pt x="55650" y="-1976"/>
                    <a:pt x="42886" y="-1976"/>
                    <a:pt x="34981" y="5929"/>
                  </a:cubicBezTo>
                  <a:lnTo>
                    <a:pt x="5929" y="34981"/>
                  </a:lnTo>
                  <a:cubicBezTo>
                    <a:pt x="-1976" y="42886"/>
                    <a:pt x="-1976" y="55650"/>
                    <a:pt x="5929" y="63556"/>
                  </a:cubicBezTo>
                  <a:cubicBezTo>
                    <a:pt x="9834" y="67461"/>
                    <a:pt x="15073" y="69461"/>
                    <a:pt x="20217" y="69461"/>
                  </a:cubicBezTo>
                  <a:close/>
                  <a:moveTo>
                    <a:pt x="41934" y="12978"/>
                  </a:moveTo>
                  <a:cubicBezTo>
                    <a:pt x="43934" y="10977"/>
                    <a:pt x="46601" y="10025"/>
                    <a:pt x="49173" y="10025"/>
                  </a:cubicBezTo>
                  <a:cubicBezTo>
                    <a:pt x="51745" y="10025"/>
                    <a:pt x="54411" y="11073"/>
                    <a:pt x="56412" y="12978"/>
                  </a:cubicBezTo>
                  <a:cubicBezTo>
                    <a:pt x="60412" y="16978"/>
                    <a:pt x="60412" y="23455"/>
                    <a:pt x="56412" y="27456"/>
                  </a:cubicBezTo>
                  <a:lnTo>
                    <a:pt x="45458" y="38410"/>
                  </a:lnTo>
                  <a:lnTo>
                    <a:pt x="30980" y="23932"/>
                  </a:lnTo>
                  <a:lnTo>
                    <a:pt x="41934" y="12978"/>
                  </a:lnTo>
                  <a:close/>
                  <a:moveTo>
                    <a:pt x="12978" y="42029"/>
                  </a:moveTo>
                  <a:lnTo>
                    <a:pt x="23931" y="31075"/>
                  </a:lnTo>
                  <a:lnTo>
                    <a:pt x="38409" y="45553"/>
                  </a:lnTo>
                  <a:lnTo>
                    <a:pt x="27455" y="56507"/>
                  </a:lnTo>
                  <a:cubicBezTo>
                    <a:pt x="23455" y="60508"/>
                    <a:pt x="16978" y="60508"/>
                    <a:pt x="12978" y="56507"/>
                  </a:cubicBezTo>
                  <a:cubicBezTo>
                    <a:pt x="8977" y="52507"/>
                    <a:pt x="8977" y="46030"/>
                    <a:pt x="12978" y="420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24"/>
            <p:cNvSpPr/>
            <p:nvPr/>
          </p:nvSpPr>
          <p:spPr>
            <a:xfrm>
              <a:off x="7973353" y="4595121"/>
              <a:ext cx="69484" cy="69461"/>
            </a:xfrm>
            <a:custGeom>
              <a:avLst/>
              <a:gdLst/>
              <a:ahLst/>
              <a:cxnLst/>
              <a:rect l="l" t="t" r="r" b="b"/>
              <a:pathLst>
                <a:path w="69484" h="69461" extrusionOk="0">
                  <a:moveTo>
                    <a:pt x="5929" y="63556"/>
                  </a:moveTo>
                  <a:cubicBezTo>
                    <a:pt x="9835" y="67461"/>
                    <a:pt x="15073" y="69461"/>
                    <a:pt x="20216" y="69461"/>
                  </a:cubicBezTo>
                  <a:cubicBezTo>
                    <a:pt x="25360" y="69461"/>
                    <a:pt x="30599" y="67461"/>
                    <a:pt x="34504" y="63556"/>
                  </a:cubicBezTo>
                  <a:lnTo>
                    <a:pt x="63556" y="34504"/>
                  </a:lnTo>
                  <a:cubicBezTo>
                    <a:pt x="71461" y="26599"/>
                    <a:pt x="71461" y="13835"/>
                    <a:pt x="63556" y="5929"/>
                  </a:cubicBezTo>
                  <a:cubicBezTo>
                    <a:pt x="55650" y="-1976"/>
                    <a:pt x="42886" y="-1976"/>
                    <a:pt x="34981" y="5929"/>
                  </a:cubicBezTo>
                  <a:lnTo>
                    <a:pt x="5929" y="34981"/>
                  </a:lnTo>
                  <a:cubicBezTo>
                    <a:pt x="-1976" y="42886"/>
                    <a:pt x="-1976" y="55650"/>
                    <a:pt x="5929" y="63556"/>
                  </a:cubicBezTo>
                  <a:close/>
                  <a:moveTo>
                    <a:pt x="41934" y="12978"/>
                  </a:moveTo>
                  <a:cubicBezTo>
                    <a:pt x="43934" y="10977"/>
                    <a:pt x="46601" y="10025"/>
                    <a:pt x="49173" y="10025"/>
                  </a:cubicBezTo>
                  <a:cubicBezTo>
                    <a:pt x="51745" y="10025"/>
                    <a:pt x="54412" y="10977"/>
                    <a:pt x="56412" y="12978"/>
                  </a:cubicBezTo>
                  <a:cubicBezTo>
                    <a:pt x="60412" y="16978"/>
                    <a:pt x="60412" y="23455"/>
                    <a:pt x="56412" y="27456"/>
                  </a:cubicBezTo>
                  <a:lnTo>
                    <a:pt x="45458" y="38410"/>
                  </a:lnTo>
                  <a:lnTo>
                    <a:pt x="30980" y="23932"/>
                  </a:lnTo>
                  <a:lnTo>
                    <a:pt x="41934" y="12978"/>
                  </a:lnTo>
                  <a:close/>
                  <a:moveTo>
                    <a:pt x="12978" y="42029"/>
                  </a:moveTo>
                  <a:lnTo>
                    <a:pt x="23931" y="31075"/>
                  </a:lnTo>
                  <a:lnTo>
                    <a:pt x="38410" y="45553"/>
                  </a:lnTo>
                  <a:lnTo>
                    <a:pt x="27456" y="56507"/>
                  </a:lnTo>
                  <a:cubicBezTo>
                    <a:pt x="23455" y="60508"/>
                    <a:pt x="16978" y="60508"/>
                    <a:pt x="12978" y="56507"/>
                  </a:cubicBezTo>
                  <a:cubicBezTo>
                    <a:pt x="8977" y="52507"/>
                    <a:pt x="8977" y="46030"/>
                    <a:pt x="12978" y="420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24"/>
            <p:cNvSpPr/>
            <p:nvPr/>
          </p:nvSpPr>
          <p:spPr>
            <a:xfrm>
              <a:off x="7860672" y="4487322"/>
              <a:ext cx="69485" cy="69437"/>
            </a:xfrm>
            <a:custGeom>
              <a:avLst/>
              <a:gdLst/>
              <a:ahLst/>
              <a:cxnLst/>
              <a:rect l="l" t="t" r="r" b="b"/>
              <a:pathLst>
                <a:path w="69485" h="69437" extrusionOk="0">
                  <a:moveTo>
                    <a:pt x="49268" y="0"/>
                  </a:moveTo>
                  <a:cubicBezTo>
                    <a:pt x="43839" y="0"/>
                    <a:pt x="38791" y="2096"/>
                    <a:pt x="34981" y="5905"/>
                  </a:cubicBezTo>
                  <a:lnTo>
                    <a:pt x="5929" y="34957"/>
                  </a:lnTo>
                  <a:cubicBezTo>
                    <a:pt x="-1976" y="42863"/>
                    <a:pt x="-1976" y="55626"/>
                    <a:pt x="5929" y="63532"/>
                  </a:cubicBezTo>
                  <a:cubicBezTo>
                    <a:pt x="9834" y="67437"/>
                    <a:pt x="15073" y="69437"/>
                    <a:pt x="20217" y="69437"/>
                  </a:cubicBezTo>
                  <a:cubicBezTo>
                    <a:pt x="25360" y="69437"/>
                    <a:pt x="30599" y="67437"/>
                    <a:pt x="34504" y="63532"/>
                  </a:cubicBezTo>
                  <a:lnTo>
                    <a:pt x="63556" y="34480"/>
                  </a:lnTo>
                  <a:cubicBezTo>
                    <a:pt x="71461" y="26575"/>
                    <a:pt x="71461" y="13811"/>
                    <a:pt x="63556" y="5905"/>
                  </a:cubicBezTo>
                  <a:cubicBezTo>
                    <a:pt x="59745" y="2096"/>
                    <a:pt x="54697" y="0"/>
                    <a:pt x="49268" y="0"/>
                  </a:cubicBezTo>
                  <a:close/>
                  <a:moveTo>
                    <a:pt x="27551" y="56388"/>
                  </a:moveTo>
                  <a:cubicBezTo>
                    <a:pt x="23550" y="60388"/>
                    <a:pt x="17074" y="60388"/>
                    <a:pt x="13073" y="56388"/>
                  </a:cubicBezTo>
                  <a:cubicBezTo>
                    <a:pt x="9072" y="52388"/>
                    <a:pt x="9072" y="45910"/>
                    <a:pt x="13073" y="41910"/>
                  </a:cubicBezTo>
                  <a:lnTo>
                    <a:pt x="24027" y="30956"/>
                  </a:lnTo>
                  <a:lnTo>
                    <a:pt x="38505" y="45434"/>
                  </a:lnTo>
                  <a:lnTo>
                    <a:pt x="27551" y="56388"/>
                  </a:lnTo>
                  <a:close/>
                  <a:moveTo>
                    <a:pt x="56507" y="27432"/>
                  </a:moveTo>
                  <a:lnTo>
                    <a:pt x="45553" y="38386"/>
                  </a:lnTo>
                  <a:lnTo>
                    <a:pt x="31076" y="23908"/>
                  </a:lnTo>
                  <a:lnTo>
                    <a:pt x="42029" y="12954"/>
                  </a:lnTo>
                  <a:cubicBezTo>
                    <a:pt x="43934" y="11049"/>
                    <a:pt x="46506" y="9906"/>
                    <a:pt x="49268" y="9906"/>
                  </a:cubicBezTo>
                  <a:cubicBezTo>
                    <a:pt x="52030" y="9906"/>
                    <a:pt x="54602" y="10954"/>
                    <a:pt x="56507" y="12954"/>
                  </a:cubicBezTo>
                  <a:cubicBezTo>
                    <a:pt x="60508" y="16954"/>
                    <a:pt x="60508" y="23432"/>
                    <a:pt x="56507" y="274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24"/>
            <p:cNvSpPr/>
            <p:nvPr/>
          </p:nvSpPr>
          <p:spPr>
            <a:xfrm>
              <a:off x="7973353" y="4487203"/>
              <a:ext cx="69484" cy="69461"/>
            </a:xfrm>
            <a:custGeom>
              <a:avLst/>
              <a:gdLst/>
              <a:ahLst/>
              <a:cxnLst/>
              <a:rect l="l" t="t" r="r" b="b"/>
              <a:pathLst>
                <a:path w="69484" h="69461" extrusionOk="0">
                  <a:moveTo>
                    <a:pt x="20216" y="69461"/>
                  </a:moveTo>
                  <a:cubicBezTo>
                    <a:pt x="25646" y="69461"/>
                    <a:pt x="30694" y="67366"/>
                    <a:pt x="34504" y="63556"/>
                  </a:cubicBezTo>
                  <a:lnTo>
                    <a:pt x="63556" y="34504"/>
                  </a:lnTo>
                  <a:cubicBezTo>
                    <a:pt x="71461" y="26599"/>
                    <a:pt x="71461" y="13835"/>
                    <a:pt x="63556" y="5929"/>
                  </a:cubicBezTo>
                  <a:cubicBezTo>
                    <a:pt x="55650" y="-1976"/>
                    <a:pt x="42886" y="-1976"/>
                    <a:pt x="34981" y="5929"/>
                  </a:cubicBezTo>
                  <a:lnTo>
                    <a:pt x="5929" y="34981"/>
                  </a:lnTo>
                  <a:cubicBezTo>
                    <a:pt x="-1976" y="42886"/>
                    <a:pt x="-1976" y="55650"/>
                    <a:pt x="5929" y="63556"/>
                  </a:cubicBezTo>
                  <a:cubicBezTo>
                    <a:pt x="9739" y="67366"/>
                    <a:pt x="14788" y="69461"/>
                    <a:pt x="20216" y="69461"/>
                  </a:cubicBezTo>
                  <a:close/>
                  <a:moveTo>
                    <a:pt x="41934" y="13073"/>
                  </a:moveTo>
                  <a:cubicBezTo>
                    <a:pt x="43934" y="11073"/>
                    <a:pt x="46601" y="10120"/>
                    <a:pt x="49173" y="10120"/>
                  </a:cubicBezTo>
                  <a:cubicBezTo>
                    <a:pt x="51745" y="10120"/>
                    <a:pt x="54412" y="11073"/>
                    <a:pt x="56412" y="13073"/>
                  </a:cubicBezTo>
                  <a:cubicBezTo>
                    <a:pt x="60412" y="17074"/>
                    <a:pt x="60412" y="23551"/>
                    <a:pt x="56412" y="27551"/>
                  </a:cubicBezTo>
                  <a:lnTo>
                    <a:pt x="45458" y="38505"/>
                  </a:lnTo>
                  <a:lnTo>
                    <a:pt x="30980" y="24027"/>
                  </a:lnTo>
                  <a:lnTo>
                    <a:pt x="41934" y="13073"/>
                  </a:lnTo>
                  <a:close/>
                  <a:moveTo>
                    <a:pt x="12978" y="42029"/>
                  </a:moveTo>
                  <a:lnTo>
                    <a:pt x="23931" y="31075"/>
                  </a:lnTo>
                  <a:lnTo>
                    <a:pt x="38410" y="45553"/>
                  </a:lnTo>
                  <a:lnTo>
                    <a:pt x="27456" y="56507"/>
                  </a:lnTo>
                  <a:cubicBezTo>
                    <a:pt x="25551" y="58412"/>
                    <a:pt x="22979" y="59555"/>
                    <a:pt x="20216" y="59555"/>
                  </a:cubicBezTo>
                  <a:cubicBezTo>
                    <a:pt x="17454" y="59555"/>
                    <a:pt x="14883" y="58507"/>
                    <a:pt x="12978" y="56507"/>
                  </a:cubicBezTo>
                  <a:cubicBezTo>
                    <a:pt x="8977" y="52507"/>
                    <a:pt x="8977" y="46029"/>
                    <a:pt x="12978" y="420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24"/>
            <p:cNvSpPr/>
            <p:nvPr/>
          </p:nvSpPr>
          <p:spPr>
            <a:xfrm>
              <a:off x="7946802" y="4383024"/>
              <a:ext cx="9905" cy="59531"/>
            </a:xfrm>
            <a:custGeom>
              <a:avLst/>
              <a:gdLst/>
              <a:ahLst/>
              <a:cxnLst/>
              <a:rect l="l" t="t" r="r" b="b"/>
              <a:pathLst>
                <a:path w="9905" h="59531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59531"/>
                  </a:lnTo>
                  <a:lnTo>
                    <a:pt x="0" y="595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24"/>
            <p:cNvSpPr/>
            <p:nvPr/>
          </p:nvSpPr>
          <p:spPr>
            <a:xfrm>
              <a:off x="7946802" y="4452556"/>
              <a:ext cx="9905" cy="9905"/>
            </a:xfrm>
            <a:custGeom>
              <a:avLst/>
              <a:gdLst/>
              <a:ahLst/>
              <a:cxnLst/>
              <a:rect l="l" t="t" r="r" b="b"/>
              <a:pathLst>
                <a:path w="9905" h="9905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24"/>
            <p:cNvSpPr/>
            <p:nvPr/>
          </p:nvSpPr>
          <p:spPr>
            <a:xfrm>
              <a:off x="7946802" y="4601432"/>
              <a:ext cx="9905" cy="59531"/>
            </a:xfrm>
            <a:custGeom>
              <a:avLst/>
              <a:gdLst/>
              <a:ahLst/>
              <a:cxnLst/>
              <a:rect l="l" t="t" r="r" b="b"/>
              <a:pathLst>
                <a:path w="9905" h="59531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59531"/>
                  </a:lnTo>
                  <a:lnTo>
                    <a:pt x="0" y="595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24"/>
            <p:cNvSpPr/>
            <p:nvPr/>
          </p:nvSpPr>
          <p:spPr>
            <a:xfrm>
              <a:off x="7946802" y="4492180"/>
              <a:ext cx="9905" cy="59531"/>
            </a:xfrm>
            <a:custGeom>
              <a:avLst/>
              <a:gdLst/>
              <a:ahLst/>
              <a:cxnLst/>
              <a:rect l="l" t="t" r="r" b="b"/>
              <a:pathLst>
                <a:path w="9905" h="59531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59531"/>
                  </a:lnTo>
                  <a:lnTo>
                    <a:pt x="0" y="595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24"/>
            <p:cNvSpPr/>
            <p:nvPr/>
          </p:nvSpPr>
          <p:spPr>
            <a:xfrm>
              <a:off x="7946802" y="4472368"/>
              <a:ext cx="9905" cy="9906"/>
            </a:xfrm>
            <a:custGeom>
              <a:avLst/>
              <a:gdLst/>
              <a:ahLst/>
              <a:cxnLst/>
              <a:rect l="l" t="t" r="r" b="b"/>
              <a:pathLst>
                <a:path w="9905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24"/>
            <p:cNvSpPr/>
            <p:nvPr/>
          </p:nvSpPr>
          <p:spPr>
            <a:xfrm>
              <a:off x="7946802" y="4561712"/>
              <a:ext cx="9905" cy="9906"/>
            </a:xfrm>
            <a:custGeom>
              <a:avLst/>
              <a:gdLst/>
              <a:ahLst/>
              <a:cxnLst/>
              <a:rect l="l" t="t" r="r" b="b"/>
              <a:pathLst>
                <a:path w="9905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24"/>
            <p:cNvSpPr/>
            <p:nvPr/>
          </p:nvSpPr>
          <p:spPr>
            <a:xfrm>
              <a:off x="7946802" y="4581525"/>
              <a:ext cx="9905" cy="9905"/>
            </a:xfrm>
            <a:custGeom>
              <a:avLst/>
              <a:gdLst/>
              <a:ahLst/>
              <a:cxnLst/>
              <a:rect l="l" t="t" r="r" b="b"/>
              <a:pathLst>
                <a:path w="9905" h="9905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2" name="Google Shape;602;p24"/>
          <p:cNvGrpSpPr/>
          <p:nvPr/>
        </p:nvGrpSpPr>
        <p:grpSpPr>
          <a:xfrm>
            <a:off x="4097732" y="3716952"/>
            <a:ext cx="338137" cy="338042"/>
            <a:chOff x="4805457" y="4353020"/>
            <a:chExt cx="338137" cy="338042"/>
          </a:xfrm>
        </p:grpSpPr>
        <p:sp>
          <p:nvSpPr>
            <p:cNvPr id="603" name="Google Shape;603;p24"/>
            <p:cNvSpPr/>
            <p:nvPr/>
          </p:nvSpPr>
          <p:spPr>
            <a:xfrm>
              <a:off x="4834508" y="4478654"/>
              <a:ext cx="36385" cy="36385"/>
            </a:xfrm>
            <a:custGeom>
              <a:avLst/>
              <a:gdLst/>
              <a:ahLst/>
              <a:cxnLst/>
              <a:rect l="l" t="t" r="r" b="b"/>
              <a:pathLst>
                <a:path w="36385" h="36385" extrusionOk="0">
                  <a:moveTo>
                    <a:pt x="0" y="36386"/>
                  </a:moveTo>
                  <a:lnTo>
                    <a:pt x="36386" y="36386"/>
                  </a:lnTo>
                  <a:lnTo>
                    <a:pt x="36386" y="0"/>
                  </a:lnTo>
                  <a:lnTo>
                    <a:pt x="0" y="0"/>
                  </a:lnTo>
                  <a:lnTo>
                    <a:pt x="0" y="36386"/>
                  </a:lnTo>
                  <a:close/>
                  <a:moveTo>
                    <a:pt x="9906" y="9906"/>
                  </a:moveTo>
                  <a:lnTo>
                    <a:pt x="26479" y="9906"/>
                  </a:lnTo>
                  <a:lnTo>
                    <a:pt x="26479" y="26479"/>
                  </a:lnTo>
                  <a:lnTo>
                    <a:pt x="9906" y="26479"/>
                  </a:lnTo>
                  <a:lnTo>
                    <a:pt x="9906" y="9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24"/>
            <p:cNvSpPr/>
            <p:nvPr/>
          </p:nvSpPr>
          <p:spPr>
            <a:xfrm>
              <a:off x="4834508" y="4531613"/>
              <a:ext cx="36385" cy="36385"/>
            </a:xfrm>
            <a:custGeom>
              <a:avLst/>
              <a:gdLst/>
              <a:ahLst/>
              <a:cxnLst/>
              <a:rect l="l" t="t" r="r" b="b"/>
              <a:pathLst>
                <a:path w="36385" h="36385" extrusionOk="0">
                  <a:moveTo>
                    <a:pt x="0" y="36386"/>
                  </a:moveTo>
                  <a:lnTo>
                    <a:pt x="36386" y="36386"/>
                  </a:lnTo>
                  <a:lnTo>
                    <a:pt x="36386" y="0"/>
                  </a:lnTo>
                  <a:lnTo>
                    <a:pt x="0" y="0"/>
                  </a:lnTo>
                  <a:lnTo>
                    <a:pt x="0" y="36386"/>
                  </a:lnTo>
                  <a:close/>
                  <a:moveTo>
                    <a:pt x="9906" y="9906"/>
                  </a:moveTo>
                  <a:lnTo>
                    <a:pt x="26479" y="9906"/>
                  </a:lnTo>
                  <a:lnTo>
                    <a:pt x="26479" y="26479"/>
                  </a:lnTo>
                  <a:lnTo>
                    <a:pt x="9906" y="26479"/>
                  </a:lnTo>
                  <a:lnTo>
                    <a:pt x="9906" y="9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24"/>
            <p:cNvSpPr/>
            <p:nvPr/>
          </p:nvSpPr>
          <p:spPr>
            <a:xfrm>
              <a:off x="4834508" y="4584573"/>
              <a:ext cx="36385" cy="36385"/>
            </a:xfrm>
            <a:custGeom>
              <a:avLst/>
              <a:gdLst/>
              <a:ahLst/>
              <a:cxnLst/>
              <a:rect l="l" t="t" r="r" b="b"/>
              <a:pathLst>
                <a:path w="36385" h="36385" extrusionOk="0">
                  <a:moveTo>
                    <a:pt x="0" y="36386"/>
                  </a:moveTo>
                  <a:lnTo>
                    <a:pt x="36386" y="36386"/>
                  </a:lnTo>
                  <a:lnTo>
                    <a:pt x="36386" y="0"/>
                  </a:lnTo>
                  <a:lnTo>
                    <a:pt x="0" y="0"/>
                  </a:lnTo>
                  <a:lnTo>
                    <a:pt x="0" y="36386"/>
                  </a:lnTo>
                  <a:close/>
                  <a:moveTo>
                    <a:pt x="9906" y="9906"/>
                  </a:moveTo>
                  <a:lnTo>
                    <a:pt x="26479" y="9906"/>
                  </a:lnTo>
                  <a:lnTo>
                    <a:pt x="26479" y="26479"/>
                  </a:lnTo>
                  <a:lnTo>
                    <a:pt x="9906" y="26479"/>
                  </a:lnTo>
                  <a:lnTo>
                    <a:pt x="9906" y="9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24"/>
            <p:cNvSpPr/>
            <p:nvPr/>
          </p:nvSpPr>
          <p:spPr>
            <a:xfrm>
              <a:off x="5077967" y="4478654"/>
              <a:ext cx="36385" cy="36385"/>
            </a:xfrm>
            <a:custGeom>
              <a:avLst/>
              <a:gdLst/>
              <a:ahLst/>
              <a:cxnLst/>
              <a:rect l="l" t="t" r="r" b="b"/>
              <a:pathLst>
                <a:path w="36385" h="36385" extrusionOk="0">
                  <a:moveTo>
                    <a:pt x="36386" y="0"/>
                  </a:moveTo>
                  <a:lnTo>
                    <a:pt x="0" y="0"/>
                  </a:lnTo>
                  <a:lnTo>
                    <a:pt x="0" y="36386"/>
                  </a:lnTo>
                  <a:lnTo>
                    <a:pt x="36386" y="36386"/>
                  </a:lnTo>
                  <a:lnTo>
                    <a:pt x="36386" y="0"/>
                  </a:lnTo>
                  <a:close/>
                  <a:moveTo>
                    <a:pt x="26479" y="26479"/>
                  </a:moveTo>
                  <a:lnTo>
                    <a:pt x="9906" y="26479"/>
                  </a:lnTo>
                  <a:lnTo>
                    <a:pt x="9906" y="9906"/>
                  </a:lnTo>
                  <a:lnTo>
                    <a:pt x="26479" y="9906"/>
                  </a:lnTo>
                  <a:lnTo>
                    <a:pt x="26479" y="264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24"/>
            <p:cNvSpPr/>
            <p:nvPr/>
          </p:nvSpPr>
          <p:spPr>
            <a:xfrm>
              <a:off x="5077967" y="4531613"/>
              <a:ext cx="36385" cy="36385"/>
            </a:xfrm>
            <a:custGeom>
              <a:avLst/>
              <a:gdLst/>
              <a:ahLst/>
              <a:cxnLst/>
              <a:rect l="l" t="t" r="r" b="b"/>
              <a:pathLst>
                <a:path w="36385" h="36385" extrusionOk="0">
                  <a:moveTo>
                    <a:pt x="0" y="36386"/>
                  </a:moveTo>
                  <a:lnTo>
                    <a:pt x="36386" y="36386"/>
                  </a:lnTo>
                  <a:lnTo>
                    <a:pt x="36386" y="0"/>
                  </a:lnTo>
                  <a:lnTo>
                    <a:pt x="0" y="0"/>
                  </a:lnTo>
                  <a:lnTo>
                    <a:pt x="0" y="36386"/>
                  </a:lnTo>
                  <a:close/>
                  <a:moveTo>
                    <a:pt x="9906" y="9906"/>
                  </a:moveTo>
                  <a:lnTo>
                    <a:pt x="26479" y="9906"/>
                  </a:lnTo>
                  <a:lnTo>
                    <a:pt x="26479" y="26479"/>
                  </a:lnTo>
                  <a:lnTo>
                    <a:pt x="9906" y="26479"/>
                  </a:lnTo>
                  <a:lnTo>
                    <a:pt x="9906" y="9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24"/>
            <p:cNvSpPr/>
            <p:nvPr/>
          </p:nvSpPr>
          <p:spPr>
            <a:xfrm>
              <a:off x="5077967" y="4584477"/>
              <a:ext cx="36385" cy="36385"/>
            </a:xfrm>
            <a:custGeom>
              <a:avLst/>
              <a:gdLst/>
              <a:ahLst/>
              <a:cxnLst/>
              <a:rect l="l" t="t" r="r" b="b"/>
              <a:pathLst>
                <a:path w="36385" h="36385" extrusionOk="0">
                  <a:moveTo>
                    <a:pt x="36386" y="0"/>
                  </a:moveTo>
                  <a:lnTo>
                    <a:pt x="0" y="0"/>
                  </a:lnTo>
                  <a:lnTo>
                    <a:pt x="0" y="36386"/>
                  </a:lnTo>
                  <a:lnTo>
                    <a:pt x="36386" y="36386"/>
                  </a:lnTo>
                  <a:lnTo>
                    <a:pt x="36386" y="0"/>
                  </a:lnTo>
                  <a:close/>
                  <a:moveTo>
                    <a:pt x="26479" y="26479"/>
                  </a:moveTo>
                  <a:lnTo>
                    <a:pt x="9906" y="26479"/>
                  </a:lnTo>
                  <a:lnTo>
                    <a:pt x="9906" y="9906"/>
                  </a:lnTo>
                  <a:lnTo>
                    <a:pt x="26479" y="9906"/>
                  </a:lnTo>
                  <a:lnTo>
                    <a:pt x="26479" y="264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24"/>
            <p:cNvSpPr/>
            <p:nvPr/>
          </p:nvSpPr>
          <p:spPr>
            <a:xfrm>
              <a:off x="4926424" y="4531613"/>
              <a:ext cx="36385" cy="36385"/>
            </a:xfrm>
            <a:custGeom>
              <a:avLst/>
              <a:gdLst/>
              <a:ahLst/>
              <a:cxnLst/>
              <a:rect l="l" t="t" r="r" b="b"/>
              <a:pathLst>
                <a:path w="36385" h="36385" extrusionOk="0">
                  <a:moveTo>
                    <a:pt x="0" y="36386"/>
                  </a:moveTo>
                  <a:lnTo>
                    <a:pt x="36385" y="36386"/>
                  </a:lnTo>
                  <a:lnTo>
                    <a:pt x="36385" y="0"/>
                  </a:lnTo>
                  <a:lnTo>
                    <a:pt x="0" y="0"/>
                  </a:lnTo>
                  <a:lnTo>
                    <a:pt x="0" y="36386"/>
                  </a:lnTo>
                  <a:close/>
                  <a:moveTo>
                    <a:pt x="10001" y="9906"/>
                  </a:moveTo>
                  <a:lnTo>
                    <a:pt x="26575" y="9906"/>
                  </a:lnTo>
                  <a:lnTo>
                    <a:pt x="26575" y="26479"/>
                  </a:lnTo>
                  <a:lnTo>
                    <a:pt x="10001" y="26479"/>
                  </a:lnTo>
                  <a:lnTo>
                    <a:pt x="10001" y="9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24"/>
            <p:cNvSpPr/>
            <p:nvPr/>
          </p:nvSpPr>
          <p:spPr>
            <a:xfrm>
              <a:off x="4986051" y="4531613"/>
              <a:ext cx="36385" cy="36385"/>
            </a:xfrm>
            <a:custGeom>
              <a:avLst/>
              <a:gdLst/>
              <a:ahLst/>
              <a:cxnLst/>
              <a:rect l="l" t="t" r="r" b="b"/>
              <a:pathLst>
                <a:path w="36385" h="36385" extrusionOk="0">
                  <a:moveTo>
                    <a:pt x="0" y="36386"/>
                  </a:moveTo>
                  <a:lnTo>
                    <a:pt x="36385" y="36386"/>
                  </a:lnTo>
                  <a:lnTo>
                    <a:pt x="36385" y="0"/>
                  </a:lnTo>
                  <a:lnTo>
                    <a:pt x="0" y="0"/>
                  </a:lnTo>
                  <a:lnTo>
                    <a:pt x="0" y="36386"/>
                  </a:lnTo>
                  <a:close/>
                  <a:moveTo>
                    <a:pt x="9906" y="9906"/>
                  </a:moveTo>
                  <a:lnTo>
                    <a:pt x="26479" y="9906"/>
                  </a:lnTo>
                  <a:lnTo>
                    <a:pt x="26479" y="26479"/>
                  </a:lnTo>
                  <a:lnTo>
                    <a:pt x="9906" y="26479"/>
                  </a:lnTo>
                  <a:lnTo>
                    <a:pt x="9906" y="9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24"/>
            <p:cNvSpPr/>
            <p:nvPr/>
          </p:nvSpPr>
          <p:spPr>
            <a:xfrm>
              <a:off x="4926424" y="4478654"/>
              <a:ext cx="36385" cy="36385"/>
            </a:xfrm>
            <a:custGeom>
              <a:avLst/>
              <a:gdLst/>
              <a:ahLst/>
              <a:cxnLst/>
              <a:rect l="l" t="t" r="r" b="b"/>
              <a:pathLst>
                <a:path w="36385" h="36385" extrusionOk="0">
                  <a:moveTo>
                    <a:pt x="36385" y="0"/>
                  </a:moveTo>
                  <a:lnTo>
                    <a:pt x="0" y="0"/>
                  </a:lnTo>
                  <a:lnTo>
                    <a:pt x="0" y="36386"/>
                  </a:lnTo>
                  <a:lnTo>
                    <a:pt x="36385" y="36386"/>
                  </a:lnTo>
                  <a:lnTo>
                    <a:pt x="36385" y="0"/>
                  </a:lnTo>
                  <a:close/>
                  <a:moveTo>
                    <a:pt x="26479" y="26479"/>
                  </a:moveTo>
                  <a:lnTo>
                    <a:pt x="9906" y="26479"/>
                  </a:lnTo>
                  <a:lnTo>
                    <a:pt x="9906" y="9906"/>
                  </a:lnTo>
                  <a:lnTo>
                    <a:pt x="26479" y="9906"/>
                  </a:lnTo>
                  <a:lnTo>
                    <a:pt x="26479" y="264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24"/>
            <p:cNvSpPr/>
            <p:nvPr/>
          </p:nvSpPr>
          <p:spPr>
            <a:xfrm>
              <a:off x="4986051" y="4478654"/>
              <a:ext cx="36385" cy="36385"/>
            </a:xfrm>
            <a:custGeom>
              <a:avLst/>
              <a:gdLst/>
              <a:ahLst/>
              <a:cxnLst/>
              <a:rect l="l" t="t" r="r" b="b"/>
              <a:pathLst>
                <a:path w="36385" h="36385" extrusionOk="0">
                  <a:moveTo>
                    <a:pt x="36385" y="0"/>
                  </a:moveTo>
                  <a:lnTo>
                    <a:pt x="0" y="0"/>
                  </a:lnTo>
                  <a:lnTo>
                    <a:pt x="0" y="36386"/>
                  </a:lnTo>
                  <a:lnTo>
                    <a:pt x="36385" y="36386"/>
                  </a:lnTo>
                  <a:lnTo>
                    <a:pt x="36385" y="0"/>
                  </a:lnTo>
                  <a:close/>
                  <a:moveTo>
                    <a:pt x="26384" y="26479"/>
                  </a:moveTo>
                  <a:lnTo>
                    <a:pt x="9811" y="26479"/>
                  </a:lnTo>
                  <a:lnTo>
                    <a:pt x="9811" y="9906"/>
                  </a:lnTo>
                  <a:lnTo>
                    <a:pt x="26384" y="9906"/>
                  </a:lnTo>
                  <a:lnTo>
                    <a:pt x="26384" y="264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24"/>
            <p:cNvSpPr/>
            <p:nvPr/>
          </p:nvSpPr>
          <p:spPr>
            <a:xfrm>
              <a:off x="4805457" y="4353020"/>
              <a:ext cx="338137" cy="338042"/>
            </a:xfrm>
            <a:custGeom>
              <a:avLst/>
              <a:gdLst/>
              <a:ahLst/>
              <a:cxnLst/>
              <a:rect l="l" t="t" r="r" b="b"/>
              <a:pathLst>
                <a:path w="338137" h="338042" extrusionOk="0">
                  <a:moveTo>
                    <a:pt x="338042" y="149828"/>
                  </a:moveTo>
                  <a:lnTo>
                    <a:pt x="338042" y="86011"/>
                  </a:lnTo>
                  <a:lnTo>
                    <a:pt x="253365" y="86011"/>
                  </a:lnTo>
                  <a:lnTo>
                    <a:pt x="253365" y="0"/>
                  </a:lnTo>
                  <a:lnTo>
                    <a:pt x="206026" y="0"/>
                  </a:lnTo>
                  <a:lnTo>
                    <a:pt x="206026" y="9906"/>
                  </a:lnTo>
                  <a:lnTo>
                    <a:pt x="243459" y="9906"/>
                  </a:lnTo>
                  <a:lnTo>
                    <a:pt x="243459" y="328232"/>
                  </a:lnTo>
                  <a:lnTo>
                    <a:pt x="210407" y="328232"/>
                  </a:lnTo>
                  <a:lnTo>
                    <a:pt x="210407" y="272034"/>
                  </a:lnTo>
                  <a:lnTo>
                    <a:pt x="223647" y="272034"/>
                  </a:lnTo>
                  <a:lnTo>
                    <a:pt x="223647" y="242221"/>
                  </a:lnTo>
                  <a:lnTo>
                    <a:pt x="155829" y="242221"/>
                  </a:lnTo>
                  <a:lnTo>
                    <a:pt x="155829" y="252127"/>
                  </a:lnTo>
                  <a:lnTo>
                    <a:pt x="213741" y="252127"/>
                  </a:lnTo>
                  <a:lnTo>
                    <a:pt x="213741" y="262033"/>
                  </a:lnTo>
                  <a:lnTo>
                    <a:pt x="124397" y="262033"/>
                  </a:lnTo>
                  <a:lnTo>
                    <a:pt x="124397" y="252127"/>
                  </a:lnTo>
                  <a:lnTo>
                    <a:pt x="145923" y="252127"/>
                  </a:lnTo>
                  <a:lnTo>
                    <a:pt x="145923" y="242221"/>
                  </a:lnTo>
                  <a:lnTo>
                    <a:pt x="114491" y="242221"/>
                  </a:lnTo>
                  <a:lnTo>
                    <a:pt x="114491" y="272034"/>
                  </a:lnTo>
                  <a:lnTo>
                    <a:pt x="127730" y="272034"/>
                  </a:lnTo>
                  <a:lnTo>
                    <a:pt x="127730" y="328232"/>
                  </a:lnTo>
                  <a:lnTo>
                    <a:pt x="94679" y="328232"/>
                  </a:lnTo>
                  <a:lnTo>
                    <a:pt x="94679" y="9906"/>
                  </a:lnTo>
                  <a:lnTo>
                    <a:pt x="196215" y="9906"/>
                  </a:lnTo>
                  <a:lnTo>
                    <a:pt x="196215" y="0"/>
                  </a:lnTo>
                  <a:lnTo>
                    <a:pt x="84677" y="0"/>
                  </a:lnTo>
                  <a:lnTo>
                    <a:pt x="84677" y="86011"/>
                  </a:lnTo>
                  <a:lnTo>
                    <a:pt x="0" y="86011"/>
                  </a:lnTo>
                  <a:lnTo>
                    <a:pt x="0" y="264319"/>
                  </a:lnTo>
                  <a:lnTo>
                    <a:pt x="9906" y="264319"/>
                  </a:lnTo>
                  <a:lnTo>
                    <a:pt x="9906" y="95917"/>
                  </a:lnTo>
                  <a:lnTo>
                    <a:pt x="84677" y="95917"/>
                  </a:lnTo>
                  <a:lnTo>
                    <a:pt x="84677" y="328136"/>
                  </a:lnTo>
                  <a:lnTo>
                    <a:pt x="9906" y="328136"/>
                  </a:lnTo>
                  <a:lnTo>
                    <a:pt x="9906" y="274225"/>
                  </a:lnTo>
                  <a:lnTo>
                    <a:pt x="0" y="274225"/>
                  </a:lnTo>
                  <a:lnTo>
                    <a:pt x="0" y="338042"/>
                  </a:lnTo>
                  <a:lnTo>
                    <a:pt x="338138" y="338042"/>
                  </a:lnTo>
                  <a:lnTo>
                    <a:pt x="338138" y="159734"/>
                  </a:lnTo>
                  <a:lnTo>
                    <a:pt x="328232" y="159734"/>
                  </a:lnTo>
                  <a:lnTo>
                    <a:pt x="328232" y="328136"/>
                  </a:lnTo>
                  <a:lnTo>
                    <a:pt x="253460" y="328136"/>
                  </a:lnTo>
                  <a:lnTo>
                    <a:pt x="253460" y="95917"/>
                  </a:lnTo>
                  <a:lnTo>
                    <a:pt x="328232" y="95917"/>
                  </a:lnTo>
                  <a:lnTo>
                    <a:pt x="328232" y="149828"/>
                  </a:lnTo>
                  <a:lnTo>
                    <a:pt x="338138" y="149828"/>
                  </a:lnTo>
                  <a:close/>
                  <a:moveTo>
                    <a:pt x="164021" y="328136"/>
                  </a:moveTo>
                  <a:lnTo>
                    <a:pt x="137541" y="328136"/>
                  </a:lnTo>
                  <a:lnTo>
                    <a:pt x="137541" y="271939"/>
                  </a:lnTo>
                  <a:lnTo>
                    <a:pt x="164021" y="271939"/>
                  </a:lnTo>
                  <a:lnTo>
                    <a:pt x="164021" y="328136"/>
                  </a:lnTo>
                  <a:close/>
                  <a:moveTo>
                    <a:pt x="200406" y="328136"/>
                  </a:moveTo>
                  <a:lnTo>
                    <a:pt x="173927" y="328136"/>
                  </a:lnTo>
                  <a:lnTo>
                    <a:pt x="173927" y="271939"/>
                  </a:lnTo>
                  <a:lnTo>
                    <a:pt x="200406" y="271939"/>
                  </a:lnTo>
                  <a:lnTo>
                    <a:pt x="200406" y="3281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24"/>
            <p:cNvSpPr/>
            <p:nvPr/>
          </p:nvSpPr>
          <p:spPr>
            <a:xfrm>
              <a:off x="4936425" y="4379404"/>
              <a:ext cx="76009" cy="76009"/>
            </a:xfrm>
            <a:custGeom>
              <a:avLst/>
              <a:gdLst/>
              <a:ahLst/>
              <a:cxnLst/>
              <a:rect l="l" t="t" r="r" b="b"/>
              <a:pathLst>
                <a:path w="76009" h="76009" extrusionOk="0">
                  <a:moveTo>
                    <a:pt x="56198" y="0"/>
                  </a:moveTo>
                  <a:lnTo>
                    <a:pt x="19812" y="0"/>
                  </a:lnTo>
                  <a:lnTo>
                    <a:pt x="19812" y="19812"/>
                  </a:lnTo>
                  <a:lnTo>
                    <a:pt x="0" y="19812"/>
                  </a:lnTo>
                  <a:lnTo>
                    <a:pt x="0" y="56197"/>
                  </a:lnTo>
                  <a:lnTo>
                    <a:pt x="19812" y="56197"/>
                  </a:lnTo>
                  <a:lnTo>
                    <a:pt x="19812" y="76009"/>
                  </a:lnTo>
                  <a:lnTo>
                    <a:pt x="56198" y="76009"/>
                  </a:lnTo>
                  <a:lnTo>
                    <a:pt x="56198" y="56197"/>
                  </a:lnTo>
                  <a:lnTo>
                    <a:pt x="76010" y="56197"/>
                  </a:lnTo>
                  <a:lnTo>
                    <a:pt x="76010" y="19812"/>
                  </a:lnTo>
                  <a:lnTo>
                    <a:pt x="56198" y="19812"/>
                  </a:lnTo>
                  <a:lnTo>
                    <a:pt x="56198" y="0"/>
                  </a:lnTo>
                  <a:close/>
                  <a:moveTo>
                    <a:pt x="66104" y="29813"/>
                  </a:moveTo>
                  <a:lnTo>
                    <a:pt x="66104" y="46387"/>
                  </a:lnTo>
                  <a:lnTo>
                    <a:pt x="46292" y="46387"/>
                  </a:lnTo>
                  <a:lnTo>
                    <a:pt x="46292" y="66199"/>
                  </a:lnTo>
                  <a:lnTo>
                    <a:pt x="29718" y="66199"/>
                  </a:lnTo>
                  <a:lnTo>
                    <a:pt x="29718" y="46387"/>
                  </a:lnTo>
                  <a:lnTo>
                    <a:pt x="9906" y="46387"/>
                  </a:lnTo>
                  <a:lnTo>
                    <a:pt x="9906" y="29813"/>
                  </a:lnTo>
                  <a:lnTo>
                    <a:pt x="29718" y="29813"/>
                  </a:lnTo>
                  <a:lnTo>
                    <a:pt x="29718" y="10001"/>
                  </a:lnTo>
                  <a:lnTo>
                    <a:pt x="46292" y="10001"/>
                  </a:lnTo>
                  <a:lnTo>
                    <a:pt x="46292" y="29813"/>
                  </a:lnTo>
                  <a:lnTo>
                    <a:pt x="66104" y="298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24"/>
            <p:cNvSpPr/>
            <p:nvPr/>
          </p:nvSpPr>
          <p:spPr>
            <a:xfrm>
              <a:off x="4847748" y="4654676"/>
              <a:ext cx="9906" cy="9906"/>
            </a:xfrm>
            <a:custGeom>
              <a:avLst/>
              <a:gdLst/>
              <a:ahLst/>
              <a:cxnLst/>
              <a:rect l="l" t="t" r="r" b="b"/>
              <a:pathLst>
                <a:path w="9906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24"/>
            <p:cNvSpPr/>
            <p:nvPr/>
          </p:nvSpPr>
          <p:spPr>
            <a:xfrm>
              <a:off x="4867560" y="4654676"/>
              <a:ext cx="9906" cy="9906"/>
            </a:xfrm>
            <a:custGeom>
              <a:avLst/>
              <a:gdLst/>
              <a:ahLst/>
              <a:cxnLst/>
              <a:rect l="l" t="t" r="r" b="b"/>
              <a:pathLst>
                <a:path w="9906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24"/>
            <p:cNvSpPr/>
            <p:nvPr/>
          </p:nvSpPr>
          <p:spPr>
            <a:xfrm>
              <a:off x="4827841" y="4654676"/>
              <a:ext cx="9905" cy="9906"/>
            </a:xfrm>
            <a:custGeom>
              <a:avLst/>
              <a:gdLst/>
              <a:ahLst/>
              <a:cxnLst/>
              <a:rect l="l" t="t" r="r" b="b"/>
              <a:pathLst>
                <a:path w="9905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24"/>
            <p:cNvSpPr/>
            <p:nvPr/>
          </p:nvSpPr>
          <p:spPr>
            <a:xfrm>
              <a:off x="5111114" y="4654676"/>
              <a:ext cx="9906" cy="9906"/>
            </a:xfrm>
            <a:custGeom>
              <a:avLst/>
              <a:gdLst/>
              <a:ahLst/>
              <a:cxnLst/>
              <a:rect l="l" t="t" r="r" b="b"/>
              <a:pathLst>
                <a:path w="9906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24"/>
            <p:cNvSpPr/>
            <p:nvPr/>
          </p:nvSpPr>
          <p:spPr>
            <a:xfrm>
              <a:off x="5091207" y="4654676"/>
              <a:ext cx="9905" cy="9906"/>
            </a:xfrm>
            <a:custGeom>
              <a:avLst/>
              <a:gdLst/>
              <a:ahLst/>
              <a:cxnLst/>
              <a:rect l="l" t="t" r="r" b="b"/>
              <a:pathLst>
                <a:path w="9905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24"/>
            <p:cNvSpPr/>
            <p:nvPr/>
          </p:nvSpPr>
          <p:spPr>
            <a:xfrm>
              <a:off x="5071395" y="4654676"/>
              <a:ext cx="9906" cy="9906"/>
            </a:xfrm>
            <a:custGeom>
              <a:avLst/>
              <a:gdLst/>
              <a:ahLst/>
              <a:cxnLst/>
              <a:rect l="l" t="t" r="r" b="b"/>
              <a:pathLst>
                <a:path w="9906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1" name="Google Shape;621;p24"/>
          <p:cNvGrpSpPr/>
          <p:nvPr/>
        </p:nvGrpSpPr>
        <p:grpSpPr>
          <a:xfrm>
            <a:off x="5472732" y="3710243"/>
            <a:ext cx="338041" cy="338232"/>
            <a:chOff x="5557932" y="4343400"/>
            <a:chExt cx="338041" cy="338232"/>
          </a:xfrm>
        </p:grpSpPr>
        <p:sp>
          <p:nvSpPr>
            <p:cNvPr id="622" name="Google Shape;622;p24"/>
            <p:cNvSpPr/>
            <p:nvPr/>
          </p:nvSpPr>
          <p:spPr>
            <a:xfrm>
              <a:off x="5557932" y="4343400"/>
              <a:ext cx="146970" cy="168116"/>
            </a:xfrm>
            <a:custGeom>
              <a:avLst/>
              <a:gdLst/>
              <a:ahLst/>
              <a:cxnLst/>
              <a:rect l="l" t="t" r="r" b="b"/>
              <a:pathLst>
                <a:path w="146970" h="168116" extrusionOk="0">
                  <a:moveTo>
                    <a:pt x="9811" y="93631"/>
                  </a:moveTo>
                  <a:lnTo>
                    <a:pt x="9811" y="84677"/>
                  </a:lnTo>
                  <a:lnTo>
                    <a:pt x="19717" y="84677"/>
                  </a:lnTo>
                  <a:lnTo>
                    <a:pt x="19717" y="93631"/>
                  </a:lnTo>
                  <a:cubicBezTo>
                    <a:pt x="19717" y="134684"/>
                    <a:pt x="53149" y="168116"/>
                    <a:pt x="94202" y="168116"/>
                  </a:cubicBezTo>
                  <a:cubicBezTo>
                    <a:pt x="114109" y="168116"/>
                    <a:pt x="132874" y="160306"/>
                    <a:pt x="146971" y="146209"/>
                  </a:cubicBezTo>
                  <a:lnTo>
                    <a:pt x="139922" y="139160"/>
                  </a:lnTo>
                  <a:cubicBezTo>
                    <a:pt x="127730" y="151447"/>
                    <a:pt x="111538" y="158115"/>
                    <a:pt x="94202" y="158115"/>
                  </a:cubicBezTo>
                  <a:cubicBezTo>
                    <a:pt x="58674" y="158115"/>
                    <a:pt x="29718" y="129159"/>
                    <a:pt x="29718" y="93631"/>
                  </a:cubicBezTo>
                  <a:lnTo>
                    <a:pt x="29718" y="74771"/>
                  </a:lnTo>
                  <a:lnTo>
                    <a:pt x="20479" y="74771"/>
                  </a:lnTo>
                  <a:lnTo>
                    <a:pt x="20479" y="28099"/>
                  </a:lnTo>
                  <a:cubicBezTo>
                    <a:pt x="20479" y="23527"/>
                    <a:pt x="24193" y="19812"/>
                    <a:pt x="28765" y="19812"/>
                  </a:cubicBezTo>
                  <a:lnTo>
                    <a:pt x="43624" y="19812"/>
                  </a:lnTo>
                  <a:lnTo>
                    <a:pt x="43624" y="29718"/>
                  </a:lnTo>
                  <a:lnTo>
                    <a:pt x="65151" y="29718"/>
                  </a:lnTo>
                  <a:cubicBezTo>
                    <a:pt x="73342" y="29718"/>
                    <a:pt x="80010" y="23050"/>
                    <a:pt x="80010" y="14859"/>
                  </a:cubicBezTo>
                  <a:cubicBezTo>
                    <a:pt x="80010" y="6667"/>
                    <a:pt x="73342" y="0"/>
                    <a:pt x="65151" y="0"/>
                  </a:cubicBezTo>
                  <a:lnTo>
                    <a:pt x="43624" y="0"/>
                  </a:lnTo>
                  <a:lnTo>
                    <a:pt x="43624" y="9906"/>
                  </a:lnTo>
                  <a:lnTo>
                    <a:pt x="28765" y="9906"/>
                  </a:lnTo>
                  <a:cubicBezTo>
                    <a:pt x="18764" y="9906"/>
                    <a:pt x="10573" y="18097"/>
                    <a:pt x="10573" y="28099"/>
                  </a:cubicBezTo>
                  <a:lnTo>
                    <a:pt x="10573" y="74771"/>
                  </a:lnTo>
                  <a:lnTo>
                    <a:pt x="0" y="74771"/>
                  </a:lnTo>
                  <a:lnTo>
                    <a:pt x="0" y="93631"/>
                  </a:lnTo>
                  <a:cubicBezTo>
                    <a:pt x="0" y="110109"/>
                    <a:pt x="4286" y="126301"/>
                    <a:pt x="12478" y="140494"/>
                  </a:cubicBezTo>
                  <a:lnTo>
                    <a:pt x="21050" y="135541"/>
                  </a:lnTo>
                  <a:cubicBezTo>
                    <a:pt x="13716" y="122872"/>
                    <a:pt x="9906" y="108299"/>
                    <a:pt x="9906" y="93631"/>
                  </a:cubicBezTo>
                  <a:close/>
                  <a:moveTo>
                    <a:pt x="53530" y="9906"/>
                  </a:moveTo>
                  <a:lnTo>
                    <a:pt x="65151" y="9906"/>
                  </a:lnTo>
                  <a:cubicBezTo>
                    <a:pt x="67913" y="9906"/>
                    <a:pt x="70104" y="12097"/>
                    <a:pt x="70104" y="14859"/>
                  </a:cubicBezTo>
                  <a:cubicBezTo>
                    <a:pt x="70104" y="17621"/>
                    <a:pt x="67913" y="19812"/>
                    <a:pt x="65151" y="19812"/>
                  </a:cubicBezTo>
                  <a:lnTo>
                    <a:pt x="53530" y="19812"/>
                  </a:lnTo>
                  <a:lnTo>
                    <a:pt x="53530" y="99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24"/>
            <p:cNvSpPr/>
            <p:nvPr/>
          </p:nvSpPr>
          <p:spPr>
            <a:xfrm>
              <a:off x="5576125" y="4343400"/>
              <a:ext cx="170402" cy="187928"/>
            </a:xfrm>
            <a:custGeom>
              <a:avLst/>
              <a:gdLst/>
              <a:ahLst/>
              <a:cxnLst/>
              <a:rect l="l" t="t" r="r" b="b"/>
              <a:pathLst>
                <a:path w="170402" h="187928" extrusionOk="0">
                  <a:moveTo>
                    <a:pt x="170307" y="93631"/>
                  </a:moveTo>
                  <a:lnTo>
                    <a:pt x="170307" y="74771"/>
                  </a:lnTo>
                  <a:lnTo>
                    <a:pt x="159734" y="74771"/>
                  </a:lnTo>
                  <a:lnTo>
                    <a:pt x="159734" y="28099"/>
                  </a:lnTo>
                  <a:cubicBezTo>
                    <a:pt x="159734" y="18097"/>
                    <a:pt x="151543" y="9906"/>
                    <a:pt x="141541" y="9906"/>
                  </a:cubicBezTo>
                  <a:lnTo>
                    <a:pt x="126682" y="9906"/>
                  </a:lnTo>
                  <a:lnTo>
                    <a:pt x="126682" y="0"/>
                  </a:lnTo>
                  <a:lnTo>
                    <a:pt x="105156" y="0"/>
                  </a:lnTo>
                  <a:cubicBezTo>
                    <a:pt x="96964" y="0"/>
                    <a:pt x="90297" y="6667"/>
                    <a:pt x="90297" y="14859"/>
                  </a:cubicBezTo>
                  <a:cubicBezTo>
                    <a:pt x="90297" y="23050"/>
                    <a:pt x="96964" y="29718"/>
                    <a:pt x="105156" y="29718"/>
                  </a:cubicBezTo>
                  <a:lnTo>
                    <a:pt x="126682" y="29718"/>
                  </a:lnTo>
                  <a:lnTo>
                    <a:pt x="126682" y="19812"/>
                  </a:lnTo>
                  <a:lnTo>
                    <a:pt x="141541" y="19812"/>
                  </a:lnTo>
                  <a:cubicBezTo>
                    <a:pt x="146113" y="19812"/>
                    <a:pt x="149828" y="23527"/>
                    <a:pt x="149828" y="28099"/>
                  </a:cubicBezTo>
                  <a:lnTo>
                    <a:pt x="149828" y="74771"/>
                  </a:lnTo>
                  <a:lnTo>
                    <a:pt x="140589" y="74771"/>
                  </a:lnTo>
                  <a:lnTo>
                    <a:pt x="140589" y="93631"/>
                  </a:lnTo>
                  <a:cubicBezTo>
                    <a:pt x="140589" y="107633"/>
                    <a:pt x="136207" y="120967"/>
                    <a:pt x="127825" y="132207"/>
                  </a:cubicBezTo>
                  <a:lnTo>
                    <a:pt x="135826" y="138113"/>
                  </a:lnTo>
                  <a:cubicBezTo>
                    <a:pt x="145447" y="125158"/>
                    <a:pt x="150590" y="109823"/>
                    <a:pt x="150590" y="93631"/>
                  </a:cubicBezTo>
                  <a:lnTo>
                    <a:pt x="150590" y="84677"/>
                  </a:lnTo>
                  <a:lnTo>
                    <a:pt x="160496" y="84677"/>
                  </a:lnTo>
                  <a:lnTo>
                    <a:pt x="160496" y="93631"/>
                  </a:lnTo>
                  <a:cubicBezTo>
                    <a:pt x="160496" y="140113"/>
                    <a:pt x="122682" y="178022"/>
                    <a:pt x="76105" y="178022"/>
                  </a:cubicBezTo>
                  <a:cubicBezTo>
                    <a:pt x="49339" y="178022"/>
                    <a:pt x="23813" y="165068"/>
                    <a:pt x="8001" y="143446"/>
                  </a:cubicBezTo>
                  <a:lnTo>
                    <a:pt x="0" y="149352"/>
                  </a:lnTo>
                  <a:cubicBezTo>
                    <a:pt x="17716" y="173546"/>
                    <a:pt x="46196" y="187928"/>
                    <a:pt x="76105" y="187928"/>
                  </a:cubicBezTo>
                  <a:cubicBezTo>
                    <a:pt x="128111" y="187928"/>
                    <a:pt x="170402" y="145637"/>
                    <a:pt x="170402" y="93631"/>
                  </a:cubicBezTo>
                  <a:close/>
                  <a:moveTo>
                    <a:pt x="116681" y="19812"/>
                  </a:moveTo>
                  <a:lnTo>
                    <a:pt x="105061" y="19812"/>
                  </a:lnTo>
                  <a:cubicBezTo>
                    <a:pt x="102298" y="19812"/>
                    <a:pt x="100108" y="17621"/>
                    <a:pt x="100108" y="14859"/>
                  </a:cubicBezTo>
                  <a:cubicBezTo>
                    <a:pt x="100108" y="12097"/>
                    <a:pt x="102298" y="9906"/>
                    <a:pt x="105061" y="9906"/>
                  </a:cubicBezTo>
                  <a:lnTo>
                    <a:pt x="116681" y="9906"/>
                  </a:lnTo>
                  <a:lnTo>
                    <a:pt x="116681" y="198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24"/>
            <p:cNvSpPr/>
            <p:nvPr/>
          </p:nvSpPr>
          <p:spPr>
            <a:xfrm>
              <a:off x="5806629" y="4454651"/>
              <a:ext cx="89344" cy="89344"/>
            </a:xfrm>
            <a:custGeom>
              <a:avLst/>
              <a:gdLst/>
              <a:ahLst/>
              <a:cxnLst/>
              <a:rect l="l" t="t" r="r" b="b"/>
              <a:pathLst>
                <a:path w="89344" h="89344" extrusionOk="0">
                  <a:moveTo>
                    <a:pt x="86392" y="28480"/>
                  </a:moveTo>
                  <a:lnTo>
                    <a:pt x="77153" y="32099"/>
                  </a:lnTo>
                  <a:cubicBezTo>
                    <a:pt x="78677" y="36100"/>
                    <a:pt x="79438" y="40291"/>
                    <a:pt x="79438" y="44672"/>
                  </a:cubicBezTo>
                  <a:cubicBezTo>
                    <a:pt x="79438" y="63818"/>
                    <a:pt x="63818" y="79439"/>
                    <a:pt x="44672" y="79439"/>
                  </a:cubicBezTo>
                  <a:cubicBezTo>
                    <a:pt x="25527" y="79439"/>
                    <a:pt x="9906" y="63818"/>
                    <a:pt x="9906" y="44672"/>
                  </a:cubicBezTo>
                  <a:cubicBezTo>
                    <a:pt x="9906" y="25527"/>
                    <a:pt x="25527" y="9906"/>
                    <a:pt x="44672" y="9906"/>
                  </a:cubicBezTo>
                  <a:cubicBezTo>
                    <a:pt x="50006" y="9906"/>
                    <a:pt x="55150" y="11049"/>
                    <a:pt x="59817" y="13430"/>
                  </a:cubicBezTo>
                  <a:lnTo>
                    <a:pt x="64198" y="4477"/>
                  </a:lnTo>
                  <a:cubicBezTo>
                    <a:pt x="58103" y="1524"/>
                    <a:pt x="51530" y="0"/>
                    <a:pt x="44672" y="0"/>
                  </a:cubicBezTo>
                  <a:cubicBezTo>
                    <a:pt x="20003" y="0"/>
                    <a:pt x="0" y="20003"/>
                    <a:pt x="0" y="44672"/>
                  </a:cubicBezTo>
                  <a:cubicBezTo>
                    <a:pt x="0" y="69342"/>
                    <a:pt x="20003" y="89345"/>
                    <a:pt x="44672" y="89345"/>
                  </a:cubicBezTo>
                  <a:cubicBezTo>
                    <a:pt x="69342" y="89345"/>
                    <a:pt x="89345" y="69342"/>
                    <a:pt x="89345" y="44672"/>
                  </a:cubicBezTo>
                  <a:cubicBezTo>
                    <a:pt x="89345" y="39148"/>
                    <a:pt x="88297" y="33719"/>
                    <a:pt x="86392" y="285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24"/>
            <p:cNvSpPr/>
            <p:nvPr/>
          </p:nvSpPr>
          <p:spPr>
            <a:xfrm>
              <a:off x="5873781" y="4465129"/>
              <a:ext cx="13906" cy="14001"/>
            </a:xfrm>
            <a:custGeom>
              <a:avLst/>
              <a:gdLst/>
              <a:ahLst/>
              <a:cxnLst/>
              <a:rect l="l" t="t" r="r" b="b"/>
              <a:pathLst>
                <a:path w="13906" h="14001" extrusionOk="0">
                  <a:moveTo>
                    <a:pt x="5810" y="14002"/>
                  </a:moveTo>
                  <a:lnTo>
                    <a:pt x="13906" y="8192"/>
                  </a:lnTo>
                  <a:cubicBezTo>
                    <a:pt x="11716" y="5144"/>
                    <a:pt x="9239" y="2381"/>
                    <a:pt x="6382" y="0"/>
                  </a:cubicBezTo>
                  <a:lnTo>
                    <a:pt x="0" y="7620"/>
                  </a:lnTo>
                  <a:cubicBezTo>
                    <a:pt x="2191" y="9525"/>
                    <a:pt x="4191" y="11621"/>
                    <a:pt x="5905" y="140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24"/>
            <p:cNvSpPr/>
            <p:nvPr/>
          </p:nvSpPr>
          <p:spPr>
            <a:xfrm>
              <a:off x="5826442" y="4474463"/>
              <a:ext cx="49720" cy="49720"/>
            </a:xfrm>
            <a:custGeom>
              <a:avLst/>
              <a:gdLst/>
              <a:ahLst/>
              <a:cxnLst/>
              <a:rect l="l" t="t" r="r" b="b"/>
              <a:pathLst>
                <a:path w="49720" h="49720" extrusionOk="0">
                  <a:moveTo>
                    <a:pt x="24860" y="0"/>
                  </a:moveTo>
                  <a:cubicBezTo>
                    <a:pt x="11144" y="0"/>
                    <a:pt x="0" y="11144"/>
                    <a:pt x="0" y="24860"/>
                  </a:cubicBezTo>
                  <a:cubicBezTo>
                    <a:pt x="0" y="38576"/>
                    <a:pt x="11144" y="49721"/>
                    <a:pt x="24860" y="49721"/>
                  </a:cubicBezTo>
                  <a:cubicBezTo>
                    <a:pt x="38576" y="49721"/>
                    <a:pt x="49721" y="38576"/>
                    <a:pt x="49721" y="24860"/>
                  </a:cubicBezTo>
                  <a:cubicBezTo>
                    <a:pt x="49721" y="11144"/>
                    <a:pt x="38576" y="0"/>
                    <a:pt x="24860" y="0"/>
                  </a:cubicBezTo>
                  <a:close/>
                  <a:moveTo>
                    <a:pt x="24860" y="39624"/>
                  </a:moveTo>
                  <a:cubicBezTo>
                    <a:pt x="16669" y="39624"/>
                    <a:pt x="10001" y="32957"/>
                    <a:pt x="10001" y="24765"/>
                  </a:cubicBezTo>
                  <a:cubicBezTo>
                    <a:pt x="10001" y="16574"/>
                    <a:pt x="16669" y="9906"/>
                    <a:pt x="24860" y="9906"/>
                  </a:cubicBezTo>
                  <a:cubicBezTo>
                    <a:pt x="33052" y="9906"/>
                    <a:pt x="39719" y="16574"/>
                    <a:pt x="39719" y="24765"/>
                  </a:cubicBezTo>
                  <a:cubicBezTo>
                    <a:pt x="39719" y="32957"/>
                    <a:pt x="33052" y="39624"/>
                    <a:pt x="24860" y="396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24"/>
            <p:cNvSpPr/>
            <p:nvPr/>
          </p:nvSpPr>
          <p:spPr>
            <a:xfrm>
              <a:off x="5647276" y="4561141"/>
              <a:ext cx="209168" cy="120491"/>
            </a:xfrm>
            <a:custGeom>
              <a:avLst/>
              <a:gdLst/>
              <a:ahLst/>
              <a:cxnLst/>
              <a:rect l="l" t="t" r="r" b="b"/>
              <a:pathLst>
                <a:path w="209168" h="120491" extrusionOk="0">
                  <a:moveTo>
                    <a:pt x="199072" y="59817"/>
                  </a:moveTo>
                  <a:cubicBezTo>
                    <a:pt x="199072" y="71723"/>
                    <a:pt x="189452" y="81343"/>
                    <a:pt x="177546" y="81343"/>
                  </a:cubicBezTo>
                  <a:cubicBezTo>
                    <a:pt x="165640" y="81343"/>
                    <a:pt x="156019" y="71723"/>
                    <a:pt x="156019" y="59817"/>
                  </a:cubicBezTo>
                  <a:lnTo>
                    <a:pt x="156019" y="39338"/>
                  </a:lnTo>
                  <a:cubicBezTo>
                    <a:pt x="156019" y="17621"/>
                    <a:pt x="138398" y="0"/>
                    <a:pt x="116681" y="0"/>
                  </a:cubicBezTo>
                  <a:cubicBezTo>
                    <a:pt x="94964" y="0"/>
                    <a:pt x="77343" y="17621"/>
                    <a:pt x="77343" y="39338"/>
                  </a:cubicBezTo>
                  <a:lnTo>
                    <a:pt x="77343" y="76772"/>
                  </a:lnTo>
                  <a:cubicBezTo>
                    <a:pt x="77343" y="95345"/>
                    <a:pt x="62198" y="110490"/>
                    <a:pt x="43624" y="110490"/>
                  </a:cubicBezTo>
                  <a:cubicBezTo>
                    <a:pt x="25051" y="110490"/>
                    <a:pt x="9906" y="95345"/>
                    <a:pt x="9906" y="76772"/>
                  </a:cubicBezTo>
                  <a:lnTo>
                    <a:pt x="9906" y="1048"/>
                  </a:lnTo>
                  <a:lnTo>
                    <a:pt x="0" y="1048"/>
                  </a:lnTo>
                  <a:lnTo>
                    <a:pt x="0" y="76772"/>
                  </a:lnTo>
                  <a:cubicBezTo>
                    <a:pt x="0" y="100870"/>
                    <a:pt x="19621" y="120491"/>
                    <a:pt x="43720" y="120491"/>
                  </a:cubicBezTo>
                  <a:cubicBezTo>
                    <a:pt x="67818" y="120491"/>
                    <a:pt x="87439" y="100870"/>
                    <a:pt x="87439" y="76772"/>
                  </a:cubicBezTo>
                  <a:lnTo>
                    <a:pt x="87439" y="39338"/>
                  </a:lnTo>
                  <a:cubicBezTo>
                    <a:pt x="87439" y="23146"/>
                    <a:pt x="100679" y="9906"/>
                    <a:pt x="116872" y="9906"/>
                  </a:cubicBezTo>
                  <a:cubicBezTo>
                    <a:pt x="133064" y="9906"/>
                    <a:pt x="146304" y="23146"/>
                    <a:pt x="146304" y="39338"/>
                  </a:cubicBezTo>
                  <a:lnTo>
                    <a:pt x="146304" y="59817"/>
                  </a:lnTo>
                  <a:cubicBezTo>
                    <a:pt x="146304" y="77152"/>
                    <a:pt x="160401" y="91250"/>
                    <a:pt x="177736" y="91250"/>
                  </a:cubicBezTo>
                  <a:cubicBezTo>
                    <a:pt x="195072" y="91250"/>
                    <a:pt x="209169" y="77152"/>
                    <a:pt x="209169" y="59817"/>
                  </a:cubicBezTo>
                  <a:lnTo>
                    <a:pt x="209169" y="33338"/>
                  </a:lnTo>
                  <a:lnTo>
                    <a:pt x="199263" y="33338"/>
                  </a:lnTo>
                  <a:lnTo>
                    <a:pt x="199263" y="5981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24"/>
            <p:cNvSpPr/>
            <p:nvPr/>
          </p:nvSpPr>
          <p:spPr>
            <a:xfrm>
              <a:off x="5846349" y="4554854"/>
              <a:ext cx="9905" cy="9906"/>
            </a:xfrm>
            <a:custGeom>
              <a:avLst/>
              <a:gdLst/>
              <a:ahLst/>
              <a:cxnLst/>
              <a:rect l="l" t="t" r="r" b="b"/>
              <a:pathLst>
                <a:path w="9905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24"/>
            <p:cNvSpPr/>
            <p:nvPr/>
          </p:nvSpPr>
          <p:spPr>
            <a:xfrm>
              <a:off x="5846349" y="4574666"/>
              <a:ext cx="9905" cy="9906"/>
            </a:xfrm>
            <a:custGeom>
              <a:avLst/>
              <a:gdLst/>
              <a:ahLst/>
              <a:cxnLst/>
              <a:rect l="l" t="t" r="r" b="b"/>
              <a:pathLst>
                <a:path w="9905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24"/>
            <p:cNvSpPr/>
            <p:nvPr/>
          </p:nvSpPr>
          <p:spPr>
            <a:xfrm>
              <a:off x="5647181" y="4542282"/>
              <a:ext cx="9906" cy="9905"/>
            </a:xfrm>
            <a:custGeom>
              <a:avLst/>
              <a:gdLst/>
              <a:ahLst/>
              <a:cxnLst/>
              <a:rect l="l" t="t" r="r" b="b"/>
              <a:pathLst>
                <a:path w="9906" h="9905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24"/>
            <p:cNvSpPr/>
            <p:nvPr/>
          </p:nvSpPr>
          <p:spPr>
            <a:xfrm>
              <a:off x="5846349" y="4494275"/>
              <a:ext cx="9905" cy="9906"/>
            </a:xfrm>
            <a:custGeom>
              <a:avLst/>
              <a:gdLst/>
              <a:ahLst/>
              <a:cxnLst/>
              <a:rect l="l" t="t" r="r" b="b"/>
              <a:pathLst>
                <a:path w="9905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2" name="Google Shape;632;p24"/>
          <p:cNvGrpSpPr/>
          <p:nvPr/>
        </p:nvGrpSpPr>
        <p:grpSpPr>
          <a:xfrm>
            <a:off x="6847529" y="3732107"/>
            <a:ext cx="338328" cy="281273"/>
            <a:chOff x="9262966" y="3286029"/>
            <a:chExt cx="338328" cy="281273"/>
          </a:xfrm>
        </p:grpSpPr>
        <p:sp>
          <p:nvSpPr>
            <p:cNvPr id="633" name="Google Shape;633;p24"/>
            <p:cNvSpPr/>
            <p:nvPr/>
          </p:nvSpPr>
          <p:spPr>
            <a:xfrm>
              <a:off x="9262966" y="3286220"/>
              <a:ext cx="233077" cy="175831"/>
            </a:xfrm>
            <a:custGeom>
              <a:avLst/>
              <a:gdLst/>
              <a:ahLst/>
              <a:cxnLst/>
              <a:rect l="l" t="t" r="r" b="b"/>
              <a:pathLst>
                <a:path w="233077" h="175831" extrusionOk="0">
                  <a:moveTo>
                    <a:pt x="10001" y="24765"/>
                  </a:moveTo>
                  <a:cubicBezTo>
                    <a:pt x="10001" y="16573"/>
                    <a:pt x="16669" y="9906"/>
                    <a:pt x="24860" y="9906"/>
                  </a:cubicBezTo>
                  <a:lnTo>
                    <a:pt x="233077" y="9906"/>
                  </a:lnTo>
                  <a:lnTo>
                    <a:pt x="233077" y="0"/>
                  </a:lnTo>
                  <a:lnTo>
                    <a:pt x="24860" y="0"/>
                  </a:lnTo>
                  <a:cubicBezTo>
                    <a:pt x="11144" y="0"/>
                    <a:pt x="0" y="11144"/>
                    <a:pt x="0" y="24860"/>
                  </a:cubicBezTo>
                  <a:lnTo>
                    <a:pt x="0" y="175831"/>
                  </a:lnTo>
                  <a:lnTo>
                    <a:pt x="9906" y="175831"/>
                  </a:lnTo>
                  <a:lnTo>
                    <a:pt x="9906" y="248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24"/>
            <p:cNvSpPr/>
            <p:nvPr/>
          </p:nvSpPr>
          <p:spPr>
            <a:xfrm>
              <a:off x="9263062" y="3286029"/>
              <a:ext cx="338232" cy="281273"/>
            </a:xfrm>
            <a:custGeom>
              <a:avLst/>
              <a:gdLst/>
              <a:ahLst/>
              <a:cxnLst/>
              <a:rect l="l" t="t" r="r" b="b"/>
              <a:pathLst>
                <a:path w="338232" h="281273" extrusionOk="0">
                  <a:moveTo>
                    <a:pt x="313277" y="95"/>
                  </a:moveTo>
                  <a:lnTo>
                    <a:pt x="242983" y="95"/>
                  </a:lnTo>
                  <a:lnTo>
                    <a:pt x="242983" y="10001"/>
                  </a:lnTo>
                  <a:lnTo>
                    <a:pt x="313277" y="10001"/>
                  </a:lnTo>
                  <a:cubicBezTo>
                    <a:pt x="321469" y="10001"/>
                    <a:pt x="328136" y="16669"/>
                    <a:pt x="328136" y="24860"/>
                  </a:cubicBezTo>
                  <a:lnTo>
                    <a:pt x="328136" y="256413"/>
                  </a:lnTo>
                  <a:cubicBezTo>
                    <a:pt x="328136" y="264605"/>
                    <a:pt x="321469" y="271272"/>
                    <a:pt x="313277" y="271272"/>
                  </a:cubicBezTo>
                  <a:lnTo>
                    <a:pt x="24765" y="271272"/>
                  </a:lnTo>
                  <a:cubicBezTo>
                    <a:pt x="16573" y="271272"/>
                    <a:pt x="9906" y="264605"/>
                    <a:pt x="9906" y="256413"/>
                  </a:cubicBezTo>
                  <a:lnTo>
                    <a:pt x="9906" y="185738"/>
                  </a:lnTo>
                  <a:lnTo>
                    <a:pt x="0" y="185738"/>
                  </a:lnTo>
                  <a:lnTo>
                    <a:pt x="0" y="256413"/>
                  </a:lnTo>
                  <a:cubicBezTo>
                    <a:pt x="0" y="270129"/>
                    <a:pt x="11144" y="281273"/>
                    <a:pt x="24860" y="281273"/>
                  </a:cubicBezTo>
                  <a:lnTo>
                    <a:pt x="313373" y="281273"/>
                  </a:lnTo>
                  <a:cubicBezTo>
                    <a:pt x="327089" y="281273"/>
                    <a:pt x="338233" y="270129"/>
                    <a:pt x="338233" y="256413"/>
                  </a:cubicBezTo>
                  <a:lnTo>
                    <a:pt x="338233" y="24860"/>
                  </a:lnTo>
                  <a:cubicBezTo>
                    <a:pt x="338233" y="11144"/>
                    <a:pt x="327089" y="0"/>
                    <a:pt x="313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9289541" y="3312604"/>
              <a:ext cx="285177" cy="188595"/>
            </a:xfrm>
            <a:custGeom>
              <a:avLst/>
              <a:gdLst/>
              <a:ahLst/>
              <a:cxnLst/>
              <a:rect l="l" t="t" r="r" b="b"/>
              <a:pathLst>
                <a:path w="285177" h="188595" extrusionOk="0">
                  <a:moveTo>
                    <a:pt x="285178" y="60579"/>
                  </a:moveTo>
                  <a:lnTo>
                    <a:pt x="285178" y="0"/>
                  </a:lnTo>
                  <a:lnTo>
                    <a:pt x="0" y="0"/>
                  </a:lnTo>
                  <a:lnTo>
                    <a:pt x="0" y="188595"/>
                  </a:lnTo>
                  <a:lnTo>
                    <a:pt x="285178" y="188595"/>
                  </a:lnTo>
                  <a:lnTo>
                    <a:pt x="285178" y="70485"/>
                  </a:lnTo>
                  <a:lnTo>
                    <a:pt x="275272" y="70485"/>
                  </a:lnTo>
                  <a:lnTo>
                    <a:pt x="275272" y="178689"/>
                  </a:lnTo>
                  <a:lnTo>
                    <a:pt x="9906" y="178689"/>
                  </a:lnTo>
                  <a:lnTo>
                    <a:pt x="9906" y="10001"/>
                  </a:lnTo>
                  <a:lnTo>
                    <a:pt x="275272" y="10001"/>
                  </a:lnTo>
                  <a:lnTo>
                    <a:pt x="275272" y="60579"/>
                  </a:lnTo>
                  <a:lnTo>
                    <a:pt x="285178" y="605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9296113" y="3514344"/>
              <a:ext cx="49625" cy="29813"/>
            </a:xfrm>
            <a:custGeom>
              <a:avLst/>
              <a:gdLst/>
              <a:ahLst/>
              <a:cxnLst/>
              <a:rect l="l" t="t" r="r" b="b"/>
              <a:pathLst>
                <a:path w="49625" h="29813" extrusionOk="0">
                  <a:moveTo>
                    <a:pt x="0" y="14954"/>
                  </a:moveTo>
                  <a:cubicBezTo>
                    <a:pt x="0" y="23146"/>
                    <a:pt x="6668" y="29813"/>
                    <a:pt x="14860" y="29813"/>
                  </a:cubicBezTo>
                  <a:lnTo>
                    <a:pt x="49625" y="29813"/>
                  </a:lnTo>
                  <a:lnTo>
                    <a:pt x="49625" y="0"/>
                  </a:lnTo>
                  <a:lnTo>
                    <a:pt x="14860" y="0"/>
                  </a:lnTo>
                  <a:cubicBezTo>
                    <a:pt x="6668" y="0"/>
                    <a:pt x="0" y="6667"/>
                    <a:pt x="0" y="14859"/>
                  </a:cubicBezTo>
                  <a:close/>
                  <a:moveTo>
                    <a:pt x="14954" y="10001"/>
                  </a:moveTo>
                  <a:lnTo>
                    <a:pt x="39815" y="10001"/>
                  </a:lnTo>
                  <a:lnTo>
                    <a:pt x="39815" y="19907"/>
                  </a:lnTo>
                  <a:lnTo>
                    <a:pt x="14954" y="19907"/>
                  </a:lnTo>
                  <a:cubicBezTo>
                    <a:pt x="12192" y="19907"/>
                    <a:pt x="10002" y="17717"/>
                    <a:pt x="10002" y="14954"/>
                  </a:cubicBezTo>
                  <a:cubicBezTo>
                    <a:pt x="10002" y="12192"/>
                    <a:pt x="12192" y="10001"/>
                    <a:pt x="14954" y="100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9355740" y="3514344"/>
              <a:ext cx="49625" cy="29813"/>
            </a:xfrm>
            <a:custGeom>
              <a:avLst/>
              <a:gdLst/>
              <a:ahLst/>
              <a:cxnLst/>
              <a:rect l="l" t="t" r="r" b="b"/>
              <a:pathLst>
                <a:path w="49625" h="29813" extrusionOk="0">
                  <a:moveTo>
                    <a:pt x="49625" y="29813"/>
                  </a:moveTo>
                  <a:lnTo>
                    <a:pt x="49625" y="0"/>
                  </a:lnTo>
                  <a:lnTo>
                    <a:pt x="0" y="0"/>
                  </a:lnTo>
                  <a:lnTo>
                    <a:pt x="0" y="29813"/>
                  </a:lnTo>
                  <a:lnTo>
                    <a:pt x="49625" y="29813"/>
                  </a:lnTo>
                  <a:close/>
                  <a:moveTo>
                    <a:pt x="9906" y="10001"/>
                  </a:moveTo>
                  <a:lnTo>
                    <a:pt x="39720" y="10001"/>
                  </a:lnTo>
                  <a:lnTo>
                    <a:pt x="39720" y="19907"/>
                  </a:lnTo>
                  <a:lnTo>
                    <a:pt x="9906" y="19907"/>
                  </a:lnTo>
                  <a:lnTo>
                    <a:pt x="9906" y="100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9415271" y="3514344"/>
              <a:ext cx="49625" cy="29813"/>
            </a:xfrm>
            <a:custGeom>
              <a:avLst/>
              <a:gdLst/>
              <a:ahLst/>
              <a:cxnLst/>
              <a:rect l="l" t="t" r="r" b="b"/>
              <a:pathLst>
                <a:path w="49625" h="29813" extrusionOk="0">
                  <a:moveTo>
                    <a:pt x="49625" y="29813"/>
                  </a:moveTo>
                  <a:lnTo>
                    <a:pt x="49625" y="0"/>
                  </a:lnTo>
                  <a:lnTo>
                    <a:pt x="0" y="0"/>
                  </a:lnTo>
                  <a:lnTo>
                    <a:pt x="0" y="29813"/>
                  </a:lnTo>
                  <a:lnTo>
                    <a:pt x="49625" y="29813"/>
                  </a:lnTo>
                  <a:close/>
                  <a:moveTo>
                    <a:pt x="9906" y="10001"/>
                  </a:moveTo>
                  <a:lnTo>
                    <a:pt x="39720" y="10001"/>
                  </a:lnTo>
                  <a:lnTo>
                    <a:pt x="39720" y="19907"/>
                  </a:lnTo>
                  <a:lnTo>
                    <a:pt x="9906" y="19907"/>
                  </a:lnTo>
                  <a:lnTo>
                    <a:pt x="9906" y="100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9474802" y="3514439"/>
              <a:ext cx="49625" cy="29813"/>
            </a:xfrm>
            <a:custGeom>
              <a:avLst/>
              <a:gdLst/>
              <a:ahLst/>
              <a:cxnLst/>
              <a:rect l="l" t="t" r="r" b="b"/>
              <a:pathLst>
                <a:path w="49625" h="29813" extrusionOk="0">
                  <a:moveTo>
                    <a:pt x="0" y="0"/>
                  </a:moveTo>
                  <a:lnTo>
                    <a:pt x="0" y="29813"/>
                  </a:lnTo>
                  <a:lnTo>
                    <a:pt x="34766" y="29813"/>
                  </a:lnTo>
                  <a:cubicBezTo>
                    <a:pt x="42958" y="29813"/>
                    <a:pt x="49625" y="23146"/>
                    <a:pt x="49625" y="14954"/>
                  </a:cubicBezTo>
                  <a:cubicBezTo>
                    <a:pt x="49625" y="6763"/>
                    <a:pt x="42958" y="95"/>
                    <a:pt x="34766" y="95"/>
                  </a:cubicBezTo>
                  <a:lnTo>
                    <a:pt x="0" y="95"/>
                  </a:lnTo>
                  <a:close/>
                  <a:moveTo>
                    <a:pt x="39720" y="14859"/>
                  </a:moveTo>
                  <a:cubicBezTo>
                    <a:pt x="39720" y="17621"/>
                    <a:pt x="37529" y="19812"/>
                    <a:pt x="34766" y="19812"/>
                  </a:cubicBezTo>
                  <a:lnTo>
                    <a:pt x="9906" y="19812"/>
                  </a:lnTo>
                  <a:lnTo>
                    <a:pt x="9906" y="9906"/>
                  </a:lnTo>
                  <a:lnTo>
                    <a:pt x="34766" y="9906"/>
                  </a:lnTo>
                  <a:cubicBezTo>
                    <a:pt x="37529" y="9906"/>
                    <a:pt x="39720" y="12097"/>
                    <a:pt x="39720" y="148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9538334" y="3511105"/>
              <a:ext cx="36384" cy="36385"/>
            </a:xfrm>
            <a:custGeom>
              <a:avLst/>
              <a:gdLst/>
              <a:ahLst/>
              <a:cxnLst/>
              <a:rect l="l" t="t" r="r" b="b"/>
              <a:pathLst>
                <a:path w="36384" h="36385" extrusionOk="0">
                  <a:moveTo>
                    <a:pt x="0" y="18193"/>
                  </a:moveTo>
                  <a:cubicBezTo>
                    <a:pt x="0" y="28194"/>
                    <a:pt x="8191" y="36386"/>
                    <a:pt x="18192" y="36386"/>
                  </a:cubicBezTo>
                  <a:cubicBezTo>
                    <a:pt x="28194" y="36386"/>
                    <a:pt x="36385" y="28194"/>
                    <a:pt x="36385" y="18193"/>
                  </a:cubicBezTo>
                  <a:cubicBezTo>
                    <a:pt x="36385" y="8192"/>
                    <a:pt x="28194" y="0"/>
                    <a:pt x="18192" y="0"/>
                  </a:cubicBezTo>
                  <a:cubicBezTo>
                    <a:pt x="8191" y="0"/>
                    <a:pt x="0" y="8192"/>
                    <a:pt x="0" y="18193"/>
                  </a:cubicBezTo>
                  <a:close/>
                  <a:moveTo>
                    <a:pt x="26479" y="18193"/>
                  </a:moveTo>
                  <a:cubicBezTo>
                    <a:pt x="26479" y="22765"/>
                    <a:pt x="22764" y="26479"/>
                    <a:pt x="18192" y="26479"/>
                  </a:cubicBezTo>
                  <a:cubicBezTo>
                    <a:pt x="13621" y="26479"/>
                    <a:pt x="9906" y="22765"/>
                    <a:pt x="9906" y="18193"/>
                  </a:cubicBezTo>
                  <a:cubicBezTo>
                    <a:pt x="9906" y="13621"/>
                    <a:pt x="13621" y="9906"/>
                    <a:pt x="18192" y="9906"/>
                  </a:cubicBezTo>
                  <a:cubicBezTo>
                    <a:pt x="22764" y="9906"/>
                    <a:pt x="26479" y="13621"/>
                    <a:pt x="26479" y="181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9351072" y="3332511"/>
              <a:ext cx="162115" cy="146303"/>
            </a:xfrm>
            <a:custGeom>
              <a:avLst/>
              <a:gdLst/>
              <a:ahLst/>
              <a:cxnLst/>
              <a:rect l="l" t="t" r="r" b="b"/>
              <a:pathLst>
                <a:path w="162115" h="146303" extrusionOk="0">
                  <a:moveTo>
                    <a:pt x="45911" y="9906"/>
                  </a:moveTo>
                  <a:cubicBezTo>
                    <a:pt x="55531" y="9906"/>
                    <a:pt x="64580" y="13716"/>
                    <a:pt x="71438" y="20479"/>
                  </a:cubicBezTo>
                  <a:lnTo>
                    <a:pt x="81058" y="30099"/>
                  </a:lnTo>
                  <a:lnTo>
                    <a:pt x="90678" y="20479"/>
                  </a:lnTo>
                  <a:cubicBezTo>
                    <a:pt x="97441" y="13621"/>
                    <a:pt x="106585" y="9906"/>
                    <a:pt x="116205" y="9906"/>
                  </a:cubicBezTo>
                  <a:cubicBezTo>
                    <a:pt x="121158" y="9906"/>
                    <a:pt x="125921" y="10858"/>
                    <a:pt x="130493" y="12859"/>
                  </a:cubicBezTo>
                  <a:lnTo>
                    <a:pt x="134398" y="3715"/>
                  </a:lnTo>
                  <a:cubicBezTo>
                    <a:pt x="128588" y="1238"/>
                    <a:pt x="122491" y="0"/>
                    <a:pt x="116205" y="0"/>
                  </a:cubicBezTo>
                  <a:cubicBezTo>
                    <a:pt x="103918" y="0"/>
                    <a:pt x="92297" y="4763"/>
                    <a:pt x="83630" y="13525"/>
                  </a:cubicBezTo>
                  <a:lnTo>
                    <a:pt x="81058" y="16097"/>
                  </a:lnTo>
                  <a:lnTo>
                    <a:pt x="78486" y="13525"/>
                  </a:lnTo>
                  <a:cubicBezTo>
                    <a:pt x="69818" y="4763"/>
                    <a:pt x="58198" y="0"/>
                    <a:pt x="45911" y="0"/>
                  </a:cubicBezTo>
                  <a:cubicBezTo>
                    <a:pt x="33624" y="0"/>
                    <a:pt x="22193" y="4763"/>
                    <a:pt x="13525" y="13430"/>
                  </a:cubicBezTo>
                  <a:cubicBezTo>
                    <a:pt x="4763" y="22098"/>
                    <a:pt x="0" y="33719"/>
                    <a:pt x="0" y="46006"/>
                  </a:cubicBezTo>
                  <a:cubicBezTo>
                    <a:pt x="0" y="58293"/>
                    <a:pt x="4763" y="69723"/>
                    <a:pt x="13431" y="78391"/>
                  </a:cubicBezTo>
                  <a:lnTo>
                    <a:pt x="81058" y="146304"/>
                  </a:lnTo>
                  <a:lnTo>
                    <a:pt x="148685" y="78391"/>
                  </a:lnTo>
                  <a:cubicBezTo>
                    <a:pt x="157353" y="69723"/>
                    <a:pt x="162116" y="58198"/>
                    <a:pt x="162116" y="46006"/>
                  </a:cubicBezTo>
                  <a:cubicBezTo>
                    <a:pt x="162116" y="39338"/>
                    <a:pt x="160591" y="32575"/>
                    <a:pt x="157829" y="26575"/>
                  </a:cubicBezTo>
                  <a:lnTo>
                    <a:pt x="148876" y="30766"/>
                  </a:lnTo>
                  <a:cubicBezTo>
                    <a:pt x="151066" y="35528"/>
                    <a:pt x="152305" y="40767"/>
                    <a:pt x="152209" y="46006"/>
                  </a:cubicBezTo>
                  <a:cubicBezTo>
                    <a:pt x="152209" y="55626"/>
                    <a:pt x="148495" y="64675"/>
                    <a:pt x="141732" y="71437"/>
                  </a:cubicBezTo>
                  <a:lnTo>
                    <a:pt x="81058" y="132302"/>
                  </a:lnTo>
                  <a:lnTo>
                    <a:pt x="20384" y="71437"/>
                  </a:lnTo>
                  <a:cubicBezTo>
                    <a:pt x="20384" y="71437"/>
                    <a:pt x="20003" y="71056"/>
                    <a:pt x="19812" y="70866"/>
                  </a:cubicBezTo>
                  <a:lnTo>
                    <a:pt x="35909" y="70866"/>
                  </a:lnTo>
                  <a:lnTo>
                    <a:pt x="44577" y="58579"/>
                  </a:lnTo>
                  <a:lnTo>
                    <a:pt x="73438" y="99441"/>
                  </a:lnTo>
                  <a:lnTo>
                    <a:pt x="102013" y="51435"/>
                  </a:lnTo>
                  <a:lnTo>
                    <a:pt x="112490" y="70866"/>
                  </a:lnTo>
                  <a:lnTo>
                    <a:pt x="129350" y="70866"/>
                  </a:lnTo>
                  <a:lnTo>
                    <a:pt x="129350" y="60960"/>
                  </a:lnTo>
                  <a:lnTo>
                    <a:pt x="118396" y="60960"/>
                  </a:lnTo>
                  <a:lnTo>
                    <a:pt x="102394" y="31337"/>
                  </a:lnTo>
                  <a:lnTo>
                    <a:pt x="72676" y="81248"/>
                  </a:lnTo>
                  <a:lnTo>
                    <a:pt x="44577" y="41434"/>
                  </a:lnTo>
                  <a:lnTo>
                    <a:pt x="30766" y="60960"/>
                  </a:lnTo>
                  <a:lnTo>
                    <a:pt x="13049" y="60960"/>
                  </a:lnTo>
                  <a:cubicBezTo>
                    <a:pt x="10954" y="56293"/>
                    <a:pt x="9811" y="51244"/>
                    <a:pt x="9811" y="46006"/>
                  </a:cubicBezTo>
                  <a:cubicBezTo>
                    <a:pt x="9811" y="36385"/>
                    <a:pt x="13621" y="27337"/>
                    <a:pt x="20384" y="20479"/>
                  </a:cubicBezTo>
                  <a:cubicBezTo>
                    <a:pt x="27147" y="13716"/>
                    <a:pt x="36195" y="10001"/>
                    <a:pt x="45815" y="100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9488994" y="3341750"/>
              <a:ext cx="14002" cy="13906"/>
            </a:xfrm>
            <a:custGeom>
              <a:avLst/>
              <a:gdLst/>
              <a:ahLst/>
              <a:cxnLst/>
              <a:rect l="l" t="t" r="r" b="b"/>
              <a:pathLst>
                <a:path w="14002" h="13906" extrusionOk="0">
                  <a:moveTo>
                    <a:pt x="14002" y="7715"/>
                  </a:moveTo>
                  <a:cubicBezTo>
                    <a:pt x="12954" y="6477"/>
                    <a:pt x="11811" y="5239"/>
                    <a:pt x="10669" y="4001"/>
                  </a:cubicBezTo>
                  <a:cubicBezTo>
                    <a:pt x="9240" y="2572"/>
                    <a:pt x="7620" y="1143"/>
                    <a:pt x="6001" y="0"/>
                  </a:cubicBezTo>
                  <a:lnTo>
                    <a:pt x="0" y="7906"/>
                  </a:lnTo>
                  <a:cubicBezTo>
                    <a:pt x="1238" y="8858"/>
                    <a:pt x="2477" y="9906"/>
                    <a:pt x="3620" y="11049"/>
                  </a:cubicBezTo>
                  <a:cubicBezTo>
                    <a:pt x="4572" y="12002"/>
                    <a:pt x="5429" y="12954"/>
                    <a:pt x="6191" y="13907"/>
                  </a:cubicBezTo>
                  <a:lnTo>
                    <a:pt x="13907" y="76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9334213" y="3464813"/>
              <a:ext cx="9906" cy="9906"/>
            </a:xfrm>
            <a:custGeom>
              <a:avLst/>
              <a:gdLst/>
              <a:ahLst/>
              <a:cxnLst/>
              <a:rect l="l" t="t" r="r" b="b"/>
              <a:pathLst>
                <a:path w="9906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9314306" y="3464813"/>
              <a:ext cx="9905" cy="9906"/>
            </a:xfrm>
            <a:custGeom>
              <a:avLst/>
              <a:gdLst/>
              <a:ahLst/>
              <a:cxnLst/>
              <a:rect l="l" t="t" r="r" b="b"/>
              <a:pathLst>
                <a:path w="9905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9539953" y="3464813"/>
              <a:ext cx="9905" cy="9906"/>
            </a:xfrm>
            <a:custGeom>
              <a:avLst/>
              <a:gdLst/>
              <a:ahLst/>
              <a:cxnLst/>
              <a:rect l="l" t="t" r="r" b="b"/>
              <a:pathLst>
                <a:path w="9905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9520141" y="3464813"/>
              <a:ext cx="9906" cy="9906"/>
            </a:xfrm>
            <a:custGeom>
              <a:avLst/>
              <a:gdLst/>
              <a:ahLst/>
              <a:cxnLst/>
              <a:rect l="l" t="t" r="r" b="b"/>
              <a:pathLst>
                <a:path w="9906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5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Healthcare infographics</a:t>
            </a:r>
            <a:endParaRPr/>
          </a:p>
        </p:txBody>
      </p:sp>
      <p:sp>
        <p:nvSpPr>
          <p:cNvPr id="652" name="Google Shape;652;p25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lang="en" sz="8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3" name="Google Shape;653;p25"/>
          <p:cNvSpPr/>
          <p:nvPr/>
        </p:nvSpPr>
        <p:spPr>
          <a:xfrm>
            <a:off x="4343649" y="1301811"/>
            <a:ext cx="25530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4" name="Google Shape;654;p25"/>
          <p:cNvSpPr txBox="1"/>
          <p:nvPr/>
        </p:nvSpPr>
        <p:spPr>
          <a:xfrm>
            <a:off x="6949400" y="1113859"/>
            <a:ext cx="1845600" cy="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Every 12 months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Preventive visits help detect health issues early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5" name="Google Shape;655;p25"/>
          <p:cNvSpPr txBox="1"/>
          <p:nvPr/>
        </p:nvSpPr>
        <p:spPr>
          <a:xfrm>
            <a:off x="4405111" y="1262512"/>
            <a:ext cx="2441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Regular check-ups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56" name="Google Shape;656;p25"/>
          <p:cNvSpPr/>
          <p:nvPr/>
        </p:nvSpPr>
        <p:spPr>
          <a:xfrm>
            <a:off x="4343649" y="2194959"/>
            <a:ext cx="25530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7" name="Google Shape;657;p25"/>
          <p:cNvSpPr txBox="1"/>
          <p:nvPr/>
        </p:nvSpPr>
        <p:spPr>
          <a:xfrm>
            <a:off x="6949400" y="1987357"/>
            <a:ext cx="1845600" cy="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Every few years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Vaccines protect against infectious diseases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8" name="Google Shape;658;p25"/>
          <p:cNvSpPr txBox="1"/>
          <p:nvPr/>
        </p:nvSpPr>
        <p:spPr>
          <a:xfrm>
            <a:off x="4405111" y="2155661"/>
            <a:ext cx="2441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Vaccination schedule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59" name="Google Shape;659;p25"/>
          <p:cNvSpPr/>
          <p:nvPr/>
        </p:nvSpPr>
        <p:spPr>
          <a:xfrm>
            <a:off x="4343649" y="3088095"/>
            <a:ext cx="25530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0" name="Google Shape;660;p25"/>
          <p:cNvSpPr txBox="1"/>
          <p:nvPr/>
        </p:nvSpPr>
        <p:spPr>
          <a:xfrm>
            <a:off x="6949400" y="2860855"/>
            <a:ext cx="1845600" cy="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Long-term care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Ongoing monitoring improves patient outcomes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1" name="Google Shape;661;p25"/>
          <p:cNvSpPr txBox="1"/>
          <p:nvPr/>
        </p:nvSpPr>
        <p:spPr>
          <a:xfrm>
            <a:off x="4405111" y="3048796"/>
            <a:ext cx="2441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Chronic care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62" name="Google Shape;662;p25"/>
          <p:cNvSpPr/>
          <p:nvPr/>
        </p:nvSpPr>
        <p:spPr>
          <a:xfrm flipH="1">
            <a:off x="362958" y="1301809"/>
            <a:ext cx="1201800" cy="1201800"/>
          </a:xfrm>
          <a:prstGeom prst="blockArc">
            <a:avLst>
              <a:gd name="adj1" fmla="val 10809857"/>
              <a:gd name="adj2" fmla="val 21591390"/>
              <a:gd name="adj3" fmla="val 19608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62050" tIns="62050" rIns="62050" bIns="62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5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3" name="Google Shape;663;p25"/>
          <p:cNvSpPr/>
          <p:nvPr/>
        </p:nvSpPr>
        <p:spPr>
          <a:xfrm flipH="1">
            <a:off x="362958" y="1301809"/>
            <a:ext cx="1201800" cy="1201800"/>
          </a:xfrm>
          <a:prstGeom prst="blockArc">
            <a:avLst>
              <a:gd name="adj1" fmla="val 19947612"/>
              <a:gd name="adj2" fmla="val 21591390"/>
              <a:gd name="adj3" fmla="val 19608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62050" tIns="62050" rIns="62050" bIns="62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5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4" name="Google Shape;664;p25"/>
          <p:cNvSpPr/>
          <p:nvPr/>
        </p:nvSpPr>
        <p:spPr>
          <a:xfrm flipH="1">
            <a:off x="1634091" y="1301809"/>
            <a:ext cx="1201800" cy="1201800"/>
          </a:xfrm>
          <a:prstGeom prst="blockArc">
            <a:avLst>
              <a:gd name="adj1" fmla="val 10809857"/>
              <a:gd name="adj2" fmla="val 21591390"/>
              <a:gd name="adj3" fmla="val 19608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62050" tIns="62050" rIns="62050" bIns="62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5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5" name="Google Shape;665;p25"/>
          <p:cNvSpPr/>
          <p:nvPr/>
        </p:nvSpPr>
        <p:spPr>
          <a:xfrm flipH="1">
            <a:off x="1634091" y="1301809"/>
            <a:ext cx="1201800" cy="1201800"/>
          </a:xfrm>
          <a:prstGeom prst="blockArc">
            <a:avLst>
              <a:gd name="adj1" fmla="val 17774973"/>
              <a:gd name="adj2" fmla="val 21591390"/>
              <a:gd name="adj3" fmla="val 1960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2050" tIns="62050" rIns="62050" bIns="62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5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6" name="Google Shape;666;p25"/>
          <p:cNvSpPr/>
          <p:nvPr/>
        </p:nvSpPr>
        <p:spPr>
          <a:xfrm flipH="1">
            <a:off x="2888799" y="1301809"/>
            <a:ext cx="1201800" cy="1201800"/>
          </a:xfrm>
          <a:prstGeom prst="blockArc">
            <a:avLst>
              <a:gd name="adj1" fmla="val 10809857"/>
              <a:gd name="adj2" fmla="val 21591390"/>
              <a:gd name="adj3" fmla="val 19608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62050" tIns="62050" rIns="62050" bIns="62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5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7" name="Google Shape;667;p25"/>
          <p:cNvSpPr/>
          <p:nvPr/>
        </p:nvSpPr>
        <p:spPr>
          <a:xfrm flipH="1">
            <a:off x="2888799" y="1301809"/>
            <a:ext cx="1201800" cy="1201800"/>
          </a:xfrm>
          <a:prstGeom prst="blockArc">
            <a:avLst>
              <a:gd name="adj1" fmla="val 14542500"/>
              <a:gd name="adj2" fmla="val 21591390"/>
              <a:gd name="adj3" fmla="val 1960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62050" tIns="62050" rIns="62050" bIns="620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5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8" name="Google Shape;668;p25"/>
          <p:cNvSpPr txBox="1"/>
          <p:nvPr/>
        </p:nvSpPr>
        <p:spPr>
          <a:xfrm>
            <a:off x="349006" y="1968559"/>
            <a:ext cx="1229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14%</a:t>
            </a:r>
            <a:endParaRPr sz="24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69" name="Google Shape;669;p25"/>
          <p:cNvSpPr txBox="1"/>
          <p:nvPr/>
        </p:nvSpPr>
        <p:spPr>
          <a:xfrm>
            <a:off x="349006" y="2415198"/>
            <a:ext cx="1229700" cy="6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70" name="Google Shape;670;p25"/>
          <p:cNvSpPr txBox="1"/>
          <p:nvPr/>
        </p:nvSpPr>
        <p:spPr>
          <a:xfrm>
            <a:off x="1620138" y="1968559"/>
            <a:ext cx="1229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30%</a:t>
            </a:r>
            <a:endParaRPr sz="24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71" name="Google Shape;671;p25"/>
          <p:cNvSpPr txBox="1"/>
          <p:nvPr/>
        </p:nvSpPr>
        <p:spPr>
          <a:xfrm>
            <a:off x="2874846" y="1968559"/>
            <a:ext cx="12297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60%</a:t>
            </a:r>
            <a:endParaRPr sz="24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72" name="Google Shape;672;p25"/>
          <p:cNvSpPr txBox="1"/>
          <p:nvPr/>
        </p:nvSpPr>
        <p:spPr>
          <a:xfrm>
            <a:off x="1620138" y="2415198"/>
            <a:ext cx="1229700" cy="6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Despite being red, Mars is cold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73" name="Google Shape;673;p25"/>
          <p:cNvSpPr txBox="1"/>
          <p:nvPr/>
        </p:nvSpPr>
        <p:spPr>
          <a:xfrm>
            <a:off x="2874846" y="2415198"/>
            <a:ext cx="1229700" cy="6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has a beautiful name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74" name="Google Shape;674;p25"/>
          <p:cNvSpPr txBox="1"/>
          <p:nvPr/>
        </p:nvSpPr>
        <p:spPr>
          <a:xfrm>
            <a:off x="468213" y="3971666"/>
            <a:ext cx="38853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 and the smallest one in the Solar System. This planet’s name has nothing to do with the liquid metal, </a:t>
            </a:r>
            <a:endParaRPr sz="12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75" name="Google Shape;675;p25"/>
          <p:cNvSpPr txBox="1"/>
          <p:nvPr/>
        </p:nvSpPr>
        <p:spPr>
          <a:xfrm>
            <a:off x="4688888" y="3971666"/>
            <a:ext cx="38853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since Mercury was named after the Roman messenger god. Its surface is quite similar to that of Earth’s Moon</a:t>
            </a:r>
            <a:endParaRPr sz="12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76" name="Google Shape;676;p25"/>
          <p:cNvSpPr/>
          <p:nvPr/>
        </p:nvSpPr>
        <p:spPr>
          <a:xfrm>
            <a:off x="348999" y="3530486"/>
            <a:ext cx="25530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77" name="Google Shape;677;p25"/>
          <p:cNvSpPr txBox="1"/>
          <p:nvPr/>
        </p:nvSpPr>
        <p:spPr>
          <a:xfrm>
            <a:off x="410461" y="3491187"/>
            <a:ext cx="2441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6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Healthcare infographics</a:t>
            </a:r>
            <a:endParaRPr/>
          </a:p>
        </p:txBody>
      </p:sp>
      <p:sp>
        <p:nvSpPr>
          <p:cNvPr id="683" name="Google Shape;683;p26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lang="en" sz="8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4" name="Google Shape;684;p26"/>
          <p:cNvSpPr/>
          <p:nvPr/>
        </p:nvSpPr>
        <p:spPr>
          <a:xfrm>
            <a:off x="2559300" y="1043850"/>
            <a:ext cx="4025400" cy="352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85" name="Google Shape;685;p26"/>
          <p:cNvSpPr txBox="1"/>
          <p:nvPr/>
        </p:nvSpPr>
        <p:spPr>
          <a:xfrm>
            <a:off x="2800650" y="1000525"/>
            <a:ext cx="3542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Healthcare safety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86" name="Google Shape;686;p26"/>
          <p:cNvSpPr txBox="1"/>
          <p:nvPr/>
        </p:nvSpPr>
        <p:spPr>
          <a:xfrm>
            <a:off x="1488308" y="2020792"/>
            <a:ext cx="2768400" cy="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Clean hands before and after patient contact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 soap and water or alcohol-based sanitizer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87" name="Google Shape;687;p26"/>
          <p:cNvSpPr txBox="1"/>
          <p:nvPr/>
        </p:nvSpPr>
        <p:spPr>
          <a:xfrm>
            <a:off x="1476275" y="1706163"/>
            <a:ext cx="30765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Proper hand hygiene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88" name="Google Shape;688;p26"/>
          <p:cNvSpPr/>
          <p:nvPr/>
        </p:nvSpPr>
        <p:spPr>
          <a:xfrm>
            <a:off x="891616" y="1821205"/>
            <a:ext cx="561600" cy="561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89" name="Google Shape;689;p26"/>
          <p:cNvSpPr txBox="1"/>
          <p:nvPr/>
        </p:nvSpPr>
        <p:spPr>
          <a:xfrm>
            <a:off x="1488321" y="3604713"/>
            <a:ext cx="2768400" cy="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Wear gloves, masks, gowns, or eye protection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Choose PPE based on risk level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90" name="Google Shape;690;p26"/>
          <p:cNvSpPr txBox="1"/>
          <p:nvPr/>
        </p:nvSpPr>
        <p:spPr>
          <a:xfrm>
            <a:off x="1476288" y="3290088"/>
            <a:ext cx="30765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PPE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91" name="Google Shape;691;p26"/>
          <p:cNvSpPr/>
          <p:nvPr/>
        </p:nvSpPr>
        <p:spPr>
          <a:xfrm>
            <a:off x="891628" y="3405127"/>
            <a:ext cx="561600" cy="5616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92" name="Google Shape;692;p26"/>
          <p:cNvSpPr txBox="1"/>
          <p:nvPr/>
        </p:nvSpPr>
        <p:spPr>
          <a:xfrm>
            <a:off x="5626976" y="2006105"/>
            <a:ext cx="2768400" cy="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Clean and disinfect surfaces and equipment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Follow clinical safety guidelines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93" name="Google Shape;693;p26"/>
          <p:cNvSpPr txBox="1"/>
          <p:nvPr/>
        </p:nvSpPr>
        <p:spPr>
          <a:xfrm>
            <a:off x="5614950" y="1691475"/>
            <a:ext cx="30765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Follow infection prevention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94" name="Google Shape;694;p26"/>
          <p:cNvSpPr/>
          <p:nvPr/>
        </p:nvSpPr>
        <p:spPr>
          <a:xfrm>
            <a:off x="5030298" y="1803143"/>
            <a:ext cx="561600" cy="561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95" name="Google Shape;695;p26"/>
          <p:cNvSpPr txBox="1"/>
          <p:nvPr/>
        </p:nvSpPr>
        <p:spPr>
          <a:xfrm>
            <a:off x="5626989" y="3590025"/>
            <a:ext cx="2768400" cy="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Isolate patients with contagious conditions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Apply contact, droplet, or airborne precautions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96" name="Google Shape;696;p26"/>
          <p:cNvSpPr txBox="1"/>
          <p:nvPr/>
        </p:nvSpPr>
        <p:spPr>
          <a:xfrm>
            <a:off x="5614974" y="3275402"/>
            <a:ext cx="30765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Necessary insulation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97" name="Google Shape;697;p26"/>
          <p:cNvSpPr/>
          <p:nvPr/>
        </p:nvSpPr>
        <p:spPr>
          <a:xfrm>
            <a:off x="5030310" y="3387015"/>
            <a:ext cx="561600" cy="561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98" name="Google Shape;698;p26"/>
          <p:cNvSpPr/>
          <p:nvPr/>
        </p:nvSpPr>
        <p:spPr>
          <a:xfrm flipH="1">
            <a:off x="452519" y="1951474"/>
            <a:ext cx="301200" cy="301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73250" tIns="73250" rIns="73250" bIns="73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699" name="Google Shape;699;p26"/>
          <p:cNvCxnSpPr>
            <a:stCxn id="698" idx="1"/>
            <a:endCxn id="688" idx="1"/>
          </p:cNvCxnSpPr>
          <p:nvPr/>
        </p:nvCxnSpPr>
        <p:spPr>
          <a:xfrm>
            <a:off x="753719" y="2102074"/>
            <a:ext cx="138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0" name="Google Shape;700;p26"/>
          <p:cNvSpPr/>
          <p:nvPr/>
        </p:nvSpPr>
        <p:spPr>
          <a:xfrm flipH="1">
            <a:off x="452519" y="3535336"/>
            <a:ext cx="301200" cy="301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73250" tIns="73250" rIns="73250" bIns="73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701" name="Google Shape;701;p26"/>
          <p:cNvCxnSpPr>
            <a:stCxn id="700" idx="1"/>
            <a:endCxn id="691" idx="1"/>
          </p:cNvCxnSpPr>
          <p:nvPr/>
        </p:nvCxnSpPr>
        <p:spPr>
          <a:xfrm>
            <a:off x="753719" y="3685936"/>
            <a:ext cx="138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2" name="Google Shape;702;p26"/>
          <p:cNvSpPr/>
          <p:nvPr/>
        </p:nvSpPr>
        <p:spPr>
          <a:xfrm flipH="1">
            <a:off x="4591088" y="1933362"/>
            <a:ext cx="301200" cy="301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73250" tIns="73250" rIns="73250" bIns="73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703" name="Google Shape;703;p26"/>
          <p:cNvCxnSpPr>
            <a:stCxn id="702" idx="1"/>
            <a:endCxn id="694" idx="1"/>
          </p:cNvCxnSpPr>
          <p:nvPr/>
        </p:nvCxnSpPr>
        <p:spPr>
          <a:xfrm>
            <a:off x="4892288" y="2083962"/>
            <a:ext cx="138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4" name="Google Shape;704;p26"/>
          <p:cNvSpPr/>
          <p:nvPr/>
        </p:nvSpPr>
        <p:spPr>
          <a:xfrm flipH="1">
            <a:off x="4591088" y="3517224"/>
            <a:ext cx="301200" cy="301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73250" tIns="73250" rIns="73250" bIns="73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705" name="Google Shape;705;p26"/>
          <p:cNvCxnSpPr>
            <a:stCxn id="704" idx="1"/>
            <a:endCxn id="697" idx="1"/>
          </p:cNvCxnSpPr>
          <p:nvPr/>
        </p:nvCxnSpPr>
        <p:spPr>
          <a:xfrm>
            <a:off x="4892288" y="3667824"/>
            <a:ext cx="138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06" name="Google Shape;706;p26"/>
          <p:cNvGrpSpPr/>
          <p:nvPr/>
        </p:nvGrpSpPr>
        <p:grpSpPr>
          <a:xfrm>
            <a:off x="1014982" y="1972295"/>
            <a:ext cx="338041" cy="259555"/>
            <a:chOff x="6291357" y="2743295"/>
            <a:chExt cx="338041" cy="259555"/>
          </a:xfrm>
        </p:grpSpPr>
        <p:sp>
          <p:nvSpPr>
            <p:cNvPr id="707" name="Google Shape;707;p26"/>
            <p:cNvSpPr/>
            <p:nvPr/>
          </p:nvSpPr>
          <p:spPr>
            <a:xfrm>
              <a:off x="6474046" y="2814447"/>
              <a:ext cx="140874" cy="128682"/>
            </a:xfrm>
            <a:custGeom>
              <a:avLst/>
              <a:gdLst/>
              <a:ahLst/>
              <a:cxnLst/>
              <a:rect l="l" t="t" r="r" b="b"/>
              <a:pathLst>
                <a:path w="140874" h="128682" extrusionOk="0">
                  <a:moveTo>
                    <a:pt x="140779" y="21526"/>
                  </a:moveTo>
                  <a:cubicBezTo>
                    <a:pt x="140779" y="9715"/>
                    <a:pt x="131159" y="0"/>
                    <a:pt x="119253" y="0"/>
                  </a:cubicBezTo>
                  <a:lnTo>
                    <a:pt x="92107" y="0"/>
                  </a:lnTo>
                  <a:lnTo>
                    <a:pt x="92107" y="9906"/>
                  </a:lnTo>
                  <a:lnTo>
                    <a:pt x="119253" y="9906"/>
                  </a:lnTo>
                  <a:cubicBezTo>
                    <a:pt x="125635" y="9906"/>
                    <a:pt x="130778" y="15049"/>
                    <a:pt x="130778" y="21431"/>
                  </a:cubicBezTo>
                  <a:cubicBezTo>
                    <a:pt x="130778" y="27813"/>
                    <a:pt x="125635" y="32956"/>
                    <a:pt x="119253" y="32956"/>
                  </a:cubicBezTo>
                  <a:lnTo>
                    <a:pt x="12097" y="32956"/>
                  </a:lnTo>
                  <a:lnTo>
                    <a:pt x="12097" y="42863"/>
                  </a:lnTo>
                  <a:lnTo>
                    <a:pt x="57721" y="42863"/>
                  </a:lnTo>
                  <a:lnTo>
                    <a:pt x="57721" y="62674"/>
                  </a:lnTo>
                  <a:lnTo>
                    <a:pt x="12097" y="62674"/>
                  </a:lnTo>
                  <a:lnTo>
                    <a:pt x="12097" y="72580"/>
                  </a:lnTo>
                  <a:lnTo>
                    <a:pt x="50387" y="72580"/>
                  </a:lnTo>
                  <a:lnTo>
                    <a:pt x="50387" y="91059"/>
                  </a:lnTo>
                  <a:lnTo>
                    <a:pt x="12097" y="91059"/>
                  </a:lnTo>
                  <a:lnTo>
                    <a:pt x="12097" y="100965"/>
                  </a:lnTo>
                  <a:lnTo>
                    <a:pt x="35719" y="100965"/>
                  </a:lnTo>
                  <a:lnTo>
                    <a:pt x="35719" y="118777"/>
                  </a:lnTo>
                  <a:lnTo>
                    <a:pt x="0" y="118777"/>
                  </a:lnTo>
                  <a:lnTo>
                    <a:pt x="0" y="128683"/>
                  </a:lnTo>
                  <a:lnTo>
                    <a:pt x="45625" y="128683"/>
                  </a:lnTo>
                  <a:lnTo>
                    <a:pt x="45625" y="100870"/>
                  </a:lnTo>
                  <a:lnTo>
                    <a:pt x="60293" y="100870"/>
                  </a:lnTo>
                  <a:lnTo>
                    <a:pt x="60293" y="72485"/>
                  </a:lnTo>
                  <a:lnTo>
                    <a:pt x="67628" y="72485"/>
                  </a:lnTo>
                  <a:lnTo>
                    <a:pt x="67628" y="42767"/>
                  </a:lnTo>
                  <a:lnTo>
                    <a:pt x="119348" y="42767"/>
                  </a:lnTo>
                  <a:cubicBezTo>
                    <a:pt x="131159" y="42767"/>
                    <a:pt x="140875" y="33147"/>
                    <a:pt x="140875" y="212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26"/>
            <p:cNvSpPr/>
            <p:nvPr/>
          </p:nvSpPr>
          <p:spPr>
            <a:xfrm>
              <a:off x="6291357" y="2743295"/>
              <a:ext cx="264985" cy="200215"/>
            </a:xfrm>
            <a:custGeom>
              <a:avLst/>
              <a:gdLst/>
              <a:ahLst/>
              <a:cxnLst/>
              <a:rect l="l" t="t" r="r" b="b"/>
              <a:pathLst>
                <a:path w="264985" h="200215" extrusionOk="0">
                  <a:moveTo>
                    <a:pt x="107347" y="172307"/>
                  </a:moveTo>
                  <a:lnTo>
                    <a:pt x="92107" y="172307"/>
                  </a:lnTo>
                  <a:lnTo>
                    <a:pt x="92107" y="79057"/>
                  </a:lnTo>
                  <a:lnTo>
                    <a:pt x="116205" y="79057"/>
                  </a:lnTo>
                  <a:lnTo>
                    <a:pt x="163925" y="53435"/>
                  </a:lnTo>
                  <a:lnTo>
                    <a:pt x="194405" y="12383"/>
                  </a:lnTo>
                  <a:cubicBezTo>
                    <a:pt x="202025" y="17240"/>
                    <a:pt x="206883" y="25718"/>
                    <a:pt x="206883" y="35052"/>
                  </a:cubicBezTo>
                  <a:cubicBezTo>
                    <a:pt x="206883" y="39053"/>
                    <a:pt x="206026" y="42863"/>
                    <a:pt x="204311" y="46577"/>
                  </a:cubicBezTo>
                  <a:lnTo>
                    <a:pt x="187833" y="81153"/>
                  </a:lnTo>
                  <a:lnTo>
                    <a:pt x="264985" y="81153"/>
                  </a:lnTo>
                  <a:lnTo>
                    <a:pt x="264985" y="71247"/>
                  </a:lnTo>
                  <a:lnTo>
                    <a:pt x="203454" y="71247"/>
                  </a:lnTo>
                  <a:lnTo>
                    <a:pt x="213170" y="50864"/>
                  </a:lnTo>
                  <a:cubicBezTo>
                    <a:pt x="215551" y="45911"/>
                    <a:pt x="216789" y="40576"/>
                    <a:pt x="216789" y="35147"/>
                  </a:cubicBezTo>
                  <a:cubicBezTo>
                    <a:pt x="216789" y="20669"/>
                    <a:pt x="208216" y="7525"/>
                    <a:pt x="194977" y="1619"/>
                  </a:cubicBezTo>
                  <a:lnTo>
                    <a:pt x="191357" y="0"/>
                  </a:lnTo>
                  <a:lnTo>
                    <a:pt x="157258" y="45911"/>
                  </a:lnTo>
                  <a:lnTo>
                    <a:pt x="113729" y="69342"/>
                  </a:lnTo>
                  <a:lnTo>
                    <a:pt x="92202" y="69342"/>
                  </a:lnTo>
                  <a:lnTo>
                    <a:pt x="92202" y="59436"/>
                  </a:lnTo>
                  <a:lnTo>
                    <a:pt x="0" y="59436"/>
                  </a:lnTo>
                  <a:lnTo>
                    <a:pt x="0" y="69342"/>
                  </a:lnTo>
                  <a:lnTo>
                    <a:pt x="82296" y="69342"/>
                  </a:lnTo>
                  <a:lnTo>
                    <a:pt x="82296" y="182404"/>
                  </a:lnTo>
                  <a:lnTo>
                    <a:pt x="0" y="182404"/>
                  </a:lnTo>
                  <a:lnTo>
                    <a:pt x="0" y="192310"/>
                  </a:lnTo>
                  <a:lnTo>
                    <a:pt x="92202" y="192310"/>
                  </a:lnTo>
                  <a:lnTo>
                    <a:pt x="92202" y="182404"/>
                  </a:lnTo>
                  <a:lnTo>
                    <a:pt x="105442" y="182404"/>
                  </a:lnTo>
                  <a:lnTo>
                    <a:pt x="147161" y="200216"/>
                  </a:lnTo>
                  <a:lnTo>
                    <a:pt x="172974" y="200216"/>
                  </a:lnTo>
                  <a:lnTo>
                    <a:pt x="172974" y="190310"/>
                  </a:lnTo>
                  <a:lnTo>
                    <a:pt x="149162" y="190310"/>
                  </a:lnTo>
                  <a:lnTo>
                    <a:pt x="107442" y="1724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26"/>
            <p:cNvSpPr/>
            <p:nvPr/>
          </p:nvSpPr>
          <p:spPr>
            <a:xfrm>
              <a:off x="6586441" y="2872644"/>
              <a:ext cx="9906" cy="9906"/>
            </a:xfrm>
            <a:custGeom>
              <a:avLst/>
              <a:gdLst/>
              <a:ahLst/>
              <a:cxnLst/>
              <a:rect l="l" t="t" r="r" b="b"/>
              <a:pathLst>
                <a:path w="9906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26"/>
            <p:cNvSpPr/>
            <p:nvPr/>
          </p:nvSpPr>
          <p:spPr>
            <a:xfrm>
              <a:off x="6553389" y="2896266"/>
              <a:ext cx="76009" cy="106584"/>
            </a:xfrm>
            <a:custGeom>
              <a:avLst/>
              <a:gdLst/>
              <a:ahLst/>
              <a:cxnLst/>
              <a:rect l="l" t="t" r="r" b="b"/>
              <a:pathLst>
                <a:path w="76009" h="106584" extrusionOk="0">
                  <a:moveTo>
                    <a:pt x="70104" y="49530"/>
                  </a:moveTo>
                  <a:lnTo>
                    <a:pt x="65818" y="42863"/>
                  </a:lnTo>
                  <a:lnTo>
                    <a:pt x="57531" y="48292"/>
                  </a:lnTo>
                  <a:lnTo>
                    <a:pt x="61817" y="54959"/>
                  </a:lnTo>
                  <a:cubicBezTo>
                    <a:pt x="64675" y="59436"/>
                    <a:pt x="66199" y="64294"/>
                    <a:pt x="66199" y="69437"/>
                  </a:cubicBezTo>
                  <a:cubicBezTo>
                    <a:pt x="66199" y="82582"/>
                    <a:pt x="55436" y="96774"/>
                    <a:pt x="38100" y="96774"/>
                  </a:cubicBezTo>
                  <a:cubicBezTo>
                    <a:pt x="20765" y="96774"/>
                    <a:pt x="10001" y="82582"/>
                    <a:pt x="10001" y="69437"/>
                  </a:cubicBezTo>
                  <a:cubicBezTo>
                    <a:pt x="10001" y="64389"/>
                    <a:pt x="11525" y="59436"/>
                    <a:pt x="14383" y="54959"/>
                  </a:cubicBezTo>
                  <a:lnTo>
                    <a:pt x="38100" y="18288"/>
                  </a:lnTo>
                  <a:lnTo>
                    <a:pt x="52102" y="40005"/>
                  </a:lnTo>
                  <a:lnTo>
                    <a:pt x="60388" y="34576"/>
                  </a:lnTo>
                  <a:lnTo>
                    <a:pt x="38005" y="0"/>
                  </a:lnTo>
                  <a:lnTo>
                    <a:pt x="5906" y="49530"/>
                  </a:lnTo>
                  <a:cubicBezTo>
                    <a:pt x="2000" y="55531"/>
                    <a:pt x="0" y="62389"/>
                    <a:pt x="0" y="69342"/>
                  </a:cubicBezTo>
                  <a:cubicBezTo>
                    <a:pt x="0" y="89916"/>
                    <a:pt x="17050" y="106585"/>
                    <a:pt x="38005" y="106585"/>
                  </a:cubicBezTo>
                  <a:cubicBezTo>
                    <a:pt x="58960" y="106585"/>
                    <a:pt x="76010" y="89916"/>
                    <a:pt x="76010" y="69342"/>
                  </a:cubicBezTo>
                  <a:cubicBezTo>
                    <a:pt x="76010" y="62389"/>
                    <a:pt x="73914" y="55531"/>
                    <a:pt x="70104" y="495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6"/>
            <p:cNvSpPr/>
            <p:nvPr/>
          </p:nvSpPr>
          <p:spPr>
            <a:xfrm>
              <a:off x="6327266" y="2822352"/>
              <a:ext cx="36385" cy="36385"/>
            </a:xfrm>
            <a:custGeom>
              <a:avLst/>
              <a:gdLst/>
              <a:ahLst/>
              <a:cxnLst/>
              <a:rect l="l" t="t" r="r" b="b"/>
              <a:pathLst>
                <a:path w="36385" h="36385" extrusionOk="0">
                  <a:moveTo>
                    <a:pt x="36386" y="18193"/>
                  </a:moveTo>
                  <a:cubicBezTo>
                    <a:pt x="36386" y="8192"/>
                    <a:pt x="28194" y="0"/>
                    <a:pt x="18193" y="0"/>
                  </a:cubicBezTo>
                  <a:cubicBezTo>
                    <a:pt x="8192" y="0"/>
                    <a:pt x="0" y="8192"/>
                    <a:pt x="0" y="18193"/>
                  </a:cubicBezTo>
                  <a:cubicBezTo>
                    <a:pt x="0" y="28194"/>
                    <a:pt x="8192" y="36385"/>
                    <a:pt x="18193" y="36385"/>
                  </a:cubicBezTo>
                  <a:cubicBezTo>
                    <a:pt x="28194" y="36385"/>
                    <a:pt x="36386" y="28194"/>
                    <a:pt x="36386" y="18193"/>
                  </a:cubicBezTo>
                  <a:close/>
                  <a:moveTo>
                    <a:pt x="18193" y="26479"/>
                  </a:moveTo>
                  <a:cubicBezTo>
                    <a:pt x="13621" y="26479"/>
                    <a:pt x="9906" y="22765"/>
                    <a:pt x="9906" y="18193"/>
                  </a:cubicBezTo>
                  <a:cubicBezTo>
                    <a:pt x="9906" y="13621"/>
                    <a:pt x="13621" y="9906"/>
                    <a:pt x="18193" y="9906"/>
                  </a:cubicBezTo>
                  <a:cubicBezTo>
                    <a:pt x="22765" y="9906"/>
                    <a:pt x="26479" y="13621"/>
                    <a:pt x="26479" y="18193"/>
                  </a:cubicBezTo>
                  <a:cubicBezTo>
                    <a:pt x="26479" y="22765"/>
                    <a:pt x="22765" y="26479"/>
                    <a:pt x="18193" y="264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26"/>
            <p:cNvSpPr/>
            <p:nvPr/>
          </p:nvSpPr>
          <p:spPr>
            <a:xfrm>
              <a:off x="6322694" y="2905696"/>
              <a:ext cx="9906" cy="9906"/>
            </a:xfrm>
            <a:custGeom>
              <a:avLst/>
              <a:gdLst/>
              <a:ahLst/>
              <a:cxnLst/>
              <a:rect l="l" t="t" r="r" b="b"/>
              <a:pathLst>
                <a:path w="9906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26"/>
            <p:cNvSpPr/>
            <p:nvPr/>
          </p:nvSpPr>
          <p:spPr>
            <a:xfrm>
              <a:off x="6342506" y="2905696"/>
              <a:ext cx="9906" cy="9906"/>
            </a:xfrm>
            <a:custGeom>
              <a:avLst/>
              <a:gdLst/>
              <a:ahLst/>
              <a:cxnLst/>
              <a:rect l="l" t="t" r="r" b="b"/>
              <a:pathLst>
                <a:path w="9906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26"/>
            <p:cNvSpPr/>
            <p:nvPr/>
          </p:nvSpPr>
          <p:spPr>
            <a:xfrm>
              <a:off x="6588537" y="2941129"/>
              <a:ext cx="18859" cy="21812"/>
            </a:xfrm>
            <a:custGeom>
              <a:avLst/>
              <a:gdLst/>
              <a:ahLst/>
              <a:cxnLst/>
              <a:rect l="l" t="t" r="r" b="b"/>
              <a:pathLst>
                <a:path w="18859" h="21812" extrusionOk="0">
                  <a:moveTo>
                    <a:pt x="0" y="5429"/>
                  </a:moveTo>
                  <a:lnTo>
                    <a:pt x="8287" y="0"/>
                  </a:lnTo>
                  <a:lnTo>
                    <a:pt x="18860" y="16383"/>
                  </a:lnTo>
                  <a:lnTo>
                    <a:pt x="10573" y="21812"/>
                  </a:lnTo>
                  <a:lnTo>
                    <a:pt x="0" y="542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5" name="Google Shape;715;p26"/>
          <p:cNvGrpSpPr/>
          <p:nvPr/>
        </p:nvGrpSpPr>
        <p:grpSpPr>
          <a:xfrm>
            <a:off x="1008476" y="3516850"/>
            <a:ext cx="337852" cy="338137"/>
            <a:chOff x="8520016" y="4352925"/>
            <a:chExt cx="337852" cy="338137"/>
          </a:xfrm>
        </p:grpSpPr>
        <p:sp>
          <p:nvSpPr>
            <p:cNvPr id="716" name="Google Shape;716;p26"/>
            <p:cNvSpPr/>
            <p:nvPr/>
          </p:nvSpPr>
          <p:spPr>
            <a:xfrm>
              <a:off x="8520112" y="4442555"/>
              <a:ext cx="9905" cy="248507"/>
            </a:xfrm>
            <a:custGeom>
              <a:avLst/>
              <a:gdLst/>
              <a:ahLst/>
              <a:cxnLst/>
              <a:rect l="l" t="t" r="r" b="b"/>
              <a:pathLst>
                <a:path w="9905" h="248507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248507"/>
                  </a:lnTo>
                  <a:lnTo>
                    <a:pt x="0" y="2485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26"/>
            <p:cNvSpPr/>
            <p:nvPr/>
          </p:nvSpPr>
          <p:spPr>
            <a:xfrm>
              <a:off x="8520016" y="4352925"/>
              <a:ext cx="168211" cy="338137"/>
            </a:xfrm>
            <a:custGeom>
              <a:avLst/>
              <a:gdLst/>
              <a:ahLst/>
              <a:cxnLst/>
              <a:rect l="l" t="t" r="r" b="b"/>
              <a:pathLst>
                <a:path w="168211" h="338137" extrusionOk="0">
                  <a:moveTo>
                    <a:pt x="62865" y="246221"/>
                  </a:moveTo>
                  <a:lnTo>
                    <a:pt x="62865" y="41338"/>
                  </a:lnTo>
                  <a:cubicBezTo>
                    <a:pt x="62865" y="38576"/>
                    <a:pt x="65056" y="36386"/>
                    <a:pt x="67818" y="36386"/>
                  </a:cubicBezTo>
                  <a:lnTo>
                    <a:pt x="168212" y="36386"/>
                  </a:lnTo>
                  <a:lnTo>
                    <a:pt x="168212" y="26479"/>
                  </a:lnTo>
                  <a:lnTo>
                    <a:pt x="67818" y="26479"/>
                  </a:lnTo>
                  <a:cubicBezTo>
                    <a:pt x="59627" y="26479"/>
                    <a:pt x="52959" y="33147"/>
                    <a:pt x="52959" y="41338"/>
                  </a:cubicBezTo>
                  <a:lnTo>
                    <a:pt x="52959" y="66104"/>
                  </a:lnTo>
                  <a:lnTo>
                    <a:pt x="36386" y="66104"/>
                  </a:lnTo>
                  <a:lnTo>
                    <a:pt x="36386" y="18193"/>
                  </a:lnTo>
                  <a:cubicBezTo>
                    <a:pt x="36386" y="8192"/>
                    <a:pt x="28194" y="0"/>
                    <a:pt x="18193" y="0"/>
                  </a:cubicBezTo>
                  <a:cubicBezTo>
                    <a:pt x="8191" y="0"/>
                    <a:pt x="0" y="8192"/>
                    <a:pt x="0" y="18193"/>
                  </a:cubicBezTo>
                  <a:lnTo>
                    <a:pt x="0" y="79724"/>
                  </a:lnTo>
                  <a:lnTo>
                    <a:pt x="9906" y="79724"/>
                  </a:lnTo>
                  <a:lnTo>
                    <a:pt x="9906" y="18193"/>
                  </a:lnTo>
                  <a:cubicBezTo>
                    <a:pt x="9906" y="13621"/>
                    <a:pt x="13621" y="9906"/>
                    <a:pt x="18193" y="9906"/>
                  </a:cubicBezTo>
                  <a:cubicBezTo>
                    <a:pt x="22765" y="9906"/>
                    <a:pt x="26480" y="13621"/>
                    <a:pt x="26480" y="18193"/>
                  </a:cubicBezTo>
                  <a:lnTo>
                    <a:pt x="26480" y="338138"/>
                  </a:lnTo>
                  <a:lnTo>
                    <a:pt x="36386" y="338138"/>
                  </a:lnTo>
                  <a:lnTo>
                    <a:pt x="36386" y="221456"/>
                  </a:lnTo>
                  <a:lnTo>
                    <a:pt x="52959" y="221456"/>
                  </a:lnTo>
                  <a:lnTo>
                    <a:pt x="52959" y="246221"/>
                  </a:lnTo>
                  <a:cubicBezTo>
                    <a:pt x="52959" y="254413"/>
                    <a:pt x="59627" y="261080"/>
                    <a:pt x="67818" y="261080"/>
                  </a:cubicBezTo>
                  <a:lnTo>
                    <a:pt x="114776" y="261080"/>
                  </a:lnTo>
                  <a:lnTo>
                    <a:pt x="114776" y="251174"/>
                  </a:lnTo>
                  <a:lnTo>
                    <a:pt x="67818" y="251174"/>
                  </a:lnTo>
                  <a:cubicBezTo>
                    <a:pt x="65056" y="251174"/>
                    <a:pt x="62865" y="248984"/>
                    <a:pt x="62865" y="246221"/>
                  </a:cubicBezTo>
                  <a:close/>
                  <a:moveTo>
                    <a:pt x="52959" y="211550"/>
                  </a:moveTo>
                  <a:lnTo>
                    <a:pt x="36386" y="211550"/>
                  </a:lnTo>
                  <a:lnTo>
                    <a:pt x="36386" y="76009"/>
                  </a:lnTo>
                  <a:lnTo>
                    <a:pt x="52959" y="76009"/>
                  </a:lnTo>
                  <a:lnTo>
                    <a:pt x="52959" y="2115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26"/>
            <p:cNvSpPr/>
            <p:nvPr/>
          </p:nvSpPr>
          <p:spPr>
            <a:xfrm>
              <a:off x="8698134" y="4379404"/>
              <a:ext cx="159734" cy="52768"/>
            </a:xfrm>
            <a:custGeom>
              <a:avLst/>
              <a:gdLst/>
              <a:ahLst/>
              <a:cxnLst/>
              <a:rect l="l" t="t" r="r" b="b"/>
              <a:pathLst>
                <a:path w="159734" h="52768" extrusionOk="0">
                  <a:moveTo>
                    <a:pt x="144875" y="0"/>
                  </a:moveTo>
                  <a:lnTo>
                    <a:pt x="0" y="0"/>
                  </a:lnTo>
                  <a:lnTo>
                    <a:pt x="0" y="9906"/>
                  </a:lnTo>
                  <a:lnTo>
                    <a:pt x="144875" y="9906"/>
                  </a:lnTo>
                  <a:cubicBezTo>
                    <a:pt x="147638" y="9906"/>
                    <a:pt x="149828" y="12097"/>
                    <a:pt x="149828" y="14859"/>
                  </a:cubicBezTo>
                  <a:lnTo>
                    <a:pt x="149828" y="52769"/>
                  </a:lnTo>
                  <a:lnTo>
                    <a:pt x="159734" y="52769"/>
                  </a:lnTo>
                  <a:lnTo>
                    <a:pt x="159734" y="14859"/>
                  </a:lnTo>
                  <a:cubicBezTo>
                    <a:pt x="159734" y="6667"/>
                    <a:pt x="153067" y="0"/>
                    <a:pt x="1448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26"/>
            <p:cNvSpPr/>
            <p:nvPr/>
          </p:nvSpPr>
          <p:spPr>
            <a:xfrm>
              <a:off x="8644699" y="4441983"/>
              <a:ext cx="213169" cy="172021"/>
            </a:xfrm>
            <a:custGeom>
              <a:avLst/>
              <a:gdLst/>
              <a:ahLst/>
              <a:cxnLst/>
              <a:rect l="l" t="t" r="r" b="b"/>
              <a:pathLst>
                <a:path w="213169" h="172021" extrusionOk="0">
                  <a:moveTo>
                    <a:pt x="203263" y="157163"/>
                  </a:moveTo>
                  <a:cubicBezTo>
                    <a:pt x="203263" y="159925"/>
                    <a:pt x="201073" y="162115"/>
                    <a:pt x="198311" y="162115"/>
                  </a:cubicBezTo>
                  <a:lnTo>
                    <a:pt x="0" y="162115"/>
                  </a:lnTo>
                  <a:lnTo>
                    <a:pt x="0" y="172021"/>
                  </a:lnTo>
                  <a:lnTo>
                    <a:pt x="198311" y="172021"/>
                  </a:lnTo>
                  <a:cubicBezTo>
                    <a:pt x="206502" y="172021"/>
                    <a:pt x="213170" y="165354"/>
                    <a:pt x="213170" y="157163"/>
                  </a:cubicBezTo>
                  <a:lnTo>
                    <a:pt x="213170" y="0"/>
                  </a:lnTo>
                  <a:lnTo>
                    <a:pt x="203263" y="0"/>
                  </a:lnTo>
                  <a:lnTo>
                    <a:pt x="203263" y="15716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26"/>
            <p:cNvSpPr/>
            <p:nvPr/>
          </p:nvSpPr>
          <p:spPr>
            <a:xfrm>
              <a:off x="8637840" y="4419028"/>
              <a:ext cx="155352" cy="155352"/>
            </a:xfrm>
            <a:custGeom>
              <a:avLst/>
              <a:gdLst/>
              <a:ahLst/>
              <a:cxnLst/>
              <a:rect l="l" t="t" r="r" b="b"/>
              <a:pathLst>
                <a:path w="155352" h="155352" extrusionOk="0">
                  <a:moveTo>
                    <a:pt x="42958" y="0"/>
                  </a:moveTo>
                  <a:lnTo>
                    <a:pt x="42958" y="42958"/>
                  </a:lnTo>
                  <a:lnTo>
                    <a:pt x="0" y="42958"/>
                  </a:lnTo>
                  <a:lnTo>
                    <a:pt x="0" y="112395"/>
                  </a:lnTo>
                  <a:lnTo>
                    <a:pt x="42958" y="112395"/>
                  </a:lnTo>
                  <a:lnTo>
                    <a:pt x="42958" y="155353"/>
                  </a:lnTo>
                  <a:lnTo>
                    <a:pt x="112395" y="155353"/>
                  </a:lnTo>
                  <a:lnTo>
                    <a:pt x="112395" y="112395"/>
                  </a:lnTo>
                  <a:lnTo>
                    <a:pt x="155353" y="112395"/>
                  </a:lnTo>
                  <a:lnTo>
                    <a:pt x="155353" y="42958"/>
                  </a:lnTo>
                  <a:lnTo>
                    <a:pt x="112395" y="42958"/>
                  </a:lnTo>
                  <a:lnTo>
                    <a:pt x="112395" y="0"/>
                  </a:lnTo>
                  <a:lnTo>
                    <a:pt x="42958" y="0"/>
                  </a:lnTo>
                  <a:close/>
                  <a:moveTo>
                    <a:pt x="145352" y="52864"/>
                  </a:moveTo>
                  <a:lnTo>
                    <a:pt x="145352" y="102489"/>
                  </a:lnTo>
                  <a:lnTo>
                    <a:pt x="102394" y="102489"/>
                  </a:lnTo>
                  <a:lnTo>
                    <a:pt x="102394" y="145447"/>
                  </a:lnTo>
                  <a:lnTo>
                    <a:pt x="52769" y="145447"/>
                  </a:lnTo>
                  <a:lnTo>
                    <a:pt x="52769" y="102489"/>
                  </a:lnTo>
                  <a:lnTo>
                    <a:pt x="9811" y="102489"/>
                  </a:lnTo>
                  <a:lnTo>
                    <a:pt x="9811" y="52864"/>
                  </a:lnTo>
                  <a:lnTo>
                    <a:pt x="52769" y="52864"/>
                  </a:lnTo>
                  <a:lnTo>
                    <a:pt x="52769" y="9906"/>
                  </a:lnTo>
                  <a:lnTo>
                    <a:pt x="102394" y="9906"/>
                  </a:lnTo>
                  <a:lnTo>
                    <a:pt x="102394" y="52864"/>
                  </a:lnTo>
                  <a:lnTo>
                    <a:pt x="145352" y="5286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26"/>
            <p:cNvSpPr/>
            <p:nvPr/>
          </p:nvSpPr>
          <p:spPr>
            <a:xfrm>
              <a:off x="8806624" y="4399216"/>
              <a:ext cx="31432" cy="31432"/>
            </a:xfrm>
            <a:custGeom>
              <a:avLst/>
              <a:gdLst/>
              <a:ahLst/>
              <a:cxnLst/>
              <a:rect l="l" t="t" r="r" b="b"/>
              <a:pathLst>
                <a:path w="31432" h="31432" extrusionOk="0">
                  <a:moveTo>
                    <a:pt x="31432" y="0"/>
                  </a:moveTo>
                  <a:lnTo>
                    <a:pt x="0" y="0"/>
                  </a:lnTo>
                  <a:lnTo>
                    <a:pt x="0" y="9906"/>
                  </a:lnTo>
                  <a:lnTo>
                    <a:pt x="21527" y="9906"/>
                  </a:lnTo>
                  <a:lnTo>
                    <a:pt x="21527" y="31433"/>
                  </a:lnTo>
                  <a:lnTo>
                    <a:pt x="31432" y="31433"/>
                  </a:lnTo>
                  <a:lnTo>
                    <a:pt x="314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8828150" y="4440554"/>
              <a:ext cx="9905" cy="9906"/>
            </a:xfrm>
            <a:custGeom>
              <a:avLst/>
              <a:gdLst/>
              <a:ahLst/>
              <a:cxnLst/>
              <a:rect l="l" t="t" r="r" b="b"/>
              <a:pathLst>
                <a:path w="9905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8786812" y="4399216"/>
              <a:ext cx="9905" cy="9905"/>
            </a:xfrm>
            <a:custGeom>
              <a:avLst/>
              <a:gdLst/>
              <a:ahLst/>
              <a:cxnLst/>
              <a:rect l="l" t="t" r="r" b="b"/>
              <a:pathLst>
                <a:path w="9905" h="9905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8592787" y="4562760"/>
              <a:ext cx="31432" cy="31432"/>
            </a:xfrm>
            <a:custGeom>
              <a:avLst/>
              <a:gdLst/>
              <a:ahLst/>
              <a:cxnLst/>
              <a:rect l="l" t="t" r="r" b="b"/>
              <a:pathLst>
                <a:path w="31432" h="31432" extrusionOk="0">
                  <a:moveTo>
                    <a:pt x="0" y="31433"/>
                  </a:moveTo>
                  <a:lnTo>
                    <a:pt x="31432" y="31433"/>
                  </a:lnTo>
                  <a:lnTo>
                    <a:pt x="31432" y="21526"/>
                  </a:lnTo>
                  <a:lnTo>
                    <a:pt x="9906" y="21526"/>
                  </a:lnTo>
                  <a:lnTo>
                    <a:pt x="9906" y="0"/>
                  </a:lnTo>
                  <a:lnTo>
                    <a:pt x="0" y="0"/>
                  </a:lnTo>
                  <a:lnTo>
                    <a:pt x="0" y="314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8592787" y="4542948"/>
              <a:ext cx="9905" cy="9906"/>
            </a:xfrm>
            <a:custGeom>
              <a:avLst/>
              <a:gdLst/>
              <a:ahLst/>
              <a:cxnLst/>
              <a:rect l="l" t="t" r="r" b="b"/>
              <a:pathLst>
                <a:path w="9905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8634125" y="4584287"/>
              <a:ext cx="9906" cy="9906"/>
            </a:xfrm>
            <a:custGeom>
              <a:avLst/>
              <a:gdLst/>
              <a:ahLst/>
              <a:cxnLst/>
              <a:rect l="l" t="t" r="r" b="b"/>
              <a:pathLst>
                <a:path w="9906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7" name="Google Shape;727;p26"/>
          <p:cNvGrpSpPr/>
          <p:nvPr/>
        </p:nvGrpSpPr>
        <p:grpSpPr>
          <a:xfrm>
            <a:off x="5188654" y="1914925"/>
            <a:ext cx="267937" cy="338042"/>
            <a:chOff x="9291541" y="2162175"/>
            <a:chExt cx="267937" cy="338042"/>
          </a:xfrm>
        </p:grpSpPr>
        <p:sp>
          <p:nvSpPr>
            <p:cNvPr id="728" name="Google Shape;728;p26"/>
            <p:cNvSpPr/>
            <p:nvPr/>
          </p:nvSpPr>
          <p:spPr>
            <a:xfrm>
              <a:off x="9298399" y="2211038"/>
              <a:ext cx="261079" cy="289179"/>
            </a:xfrm>
            <a:custGeom>
              <a:avLst/>
              <a:gdLst/>
              <a:ahLst/>
              <a:cxnLst/>
              <a:rect l="l" t="t" r="r" b="b"/>
              <a:pathLst>
                <a:path w="261079" h="289179" extrusionOk="0">
                  <a:moveTo>
                    <a:pt x="217932" y="0"/>
                  </a:moveTo>
                  <a:lnTo>
                    <a:pt x="213264" y="8763"/>
                  </a:lnTo>
                  <a:lnTo>
                    <a:pt x="251174" y="29146"/>
                  </a:lnTo>
                  <a:lnTo>
                    <a:pt x="251174" y="116205"/>
                  </a:lnTo>
                  <a:cubicBezTo>
                    <a:pt x="251174" y="192119"/>
                    <a:pt x="200215" y="258794"/>
                    <a:pt x="127159" y="278892"/>
                  </a:cubicBezTo>
                  <a:cubicBezTo>
                    <a:pt x="70580" y="263271"/>
                    <a:pt x="25527" y="218694"/>
                    <a:pt x="9525" y="162116"/>
                  </a:cubicBezTo>
                  <a:lnTo>
                    <a:pt x="0" y="164783"/>
                  </a:lnTo>
                  <a:cubicBezTo>
                    <a:pt x="8382" y="194215"/>
                    <a:pt x="24289" y="221266"/>
                    <a:pt x="46005" y="242887"/>
                  </a:cubicBezTo>
                  <a:cubicBezTo>
                    <a:pt x="68103" y="264890"/>
                    <a:pt x="95726" y="280702"/>
                    <a:pt x="125920" y="288798"/>
                  </a:cubicBezTo>
                  <a:lnTo>
                    <a:pt x="127159" y="289179"/>
                  </a:lnTo>
                  <a:lnTo>
                    <a:pt x="128397" y="288798"/>
                  </a:lnTo>
                  <a:cubicBezTo>
                    <a:pt x="206502" y="267938"/>
                    <a:pt x="261080" y="196977"/>
                    <a:pt x="261080" y="116110"/>
                  </a:cubicBezTo>
                  <a:lnTo>
                    <a:pt x="261080" y="23241"/>
                  </a:lnTo>
                  <a:lnTo>
                    <a:pt x="2179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9291541" y="2162175"/>
              <a:ext cx="215455" cy="203263"/>
            </a:xfrm>
            <a:custGeom>
              <a:avLst/>
              <a:gdLst/>
              <a:ahLst/>
              <a:cxnLst/>
              <a:rect l="l" t="t" r="r" b="b"/>
              <a:pathLst>
                <a:path w="215455" h="203263" extrusionOk="0">
                  <a:moveTo>
                    <a:pt x="10001" y="165164"/>
                  </a:moveTo>
                  <a:lnTo>
                    <a:pt x="10001" y="78105"/>
                  </a:lnTo>
                  <a:lnTo>
                    <a:pt x="134017" y="11335"/>
                  </a:lnTo>
                  <a:lnTo>
                    <a:pt x="210788" y="52673"/>
                  </a:lnTo>
                  <a:lnTo>
                    <a:pt x="215455" y="43910"/>
                  </a:lnTo>
                  <a:lnTo>
                    <a:pt x="133921" y="0"/>
                  </a:lnTo>
                  <a:lnTo>
                    <a:pt x="0" y="72104"/>
                  </a:lnTo>
                  <a:lnTo>
                    <a:pt x="0" y="165164"/>
                  </a:lnTo>
                  <a:cubicBezTo>
                    <a:pt x="0" y="178022"/>
                    <a:pt x="1334" y="190786"/>
                    <a:pt x="4096" y="203264"/>
                  </a:cubicBezTo>
                  <a:lnTo>
                    <a:pt x="13811" y="201168"/>
                  </a:lnTo>
                  <a:cubicBezTo>
                    <a:pt x="11239" y="189357"/>
                    <a:pt x="9906" y="177260"/>
                    <a:pt x="9906" y="1651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9318116" y="2192083"/>
              <a:ext cx="214883" cy="280701"/>
            </a:xfrm>
            <a:custGeom>
              <a:avLst/>
              <a:gdLst/>
              <a:ahLst/>
              <a:cxnLst/>
              <a:rect l="l" t="t" r="r" b="b"/>
              <a:pathLst>
                <a:path w="214883" h="280701" extrusionOk="0">
                  <a:moveTo>
                    <a:pt x="192881" y="192500"/>
                  </a:moveTo>
                  <a:lnTo>
                    <a:pt x="201930" y="196501"/>
                  </a:lnTo>
                  <a:cubicBezTo>
                    <a:pt x="210502" y="177070"/>
                    <a:pt x="214884" y="156496"/>
                    <a:pt x="214884" y="135160"/>
                  </a:cubicBezTo>
                  <a:lnTo>
                    <a:pt x="214884" y="57912"/>
                  </a:lnTo>
                  <a:lnTo>
                    <a:pt x="107442" y="0"/>
                  </a:lnTo>
                  <a:lnTo>
                    <a:pt x="0" y="57912"/>
                  </a:lnTo>
                  <a:lnTo>
                    <a:pt x="0" y="135160"/>
                  </a:lnTo>
                  <a:cubicBezTo>
                    <a:pt x="0" y="167640"/>
                    <a:pt x="10191" y="198787"/>
                    <a:pt x="29432" y="225076"/>
                  </a:cubicBezTo>
                  <a:cubicBezTo>
                    <a:pt x="48673" y="251270"/>
                    <a:pt x="75056" y="270320"/>
                    <a:pt x="105918" y="280226"/>
                  </a:cubicBezTo>
                  <a:lnTo>
                    <a:pt x="107442" y="280702"/>
                  </a:lnTo>
                  <a:lnTo>
                    <a:pt x="108965" y="280226"/>
                  </a:lnTo>
                  <a:cubicBezTo>
                    <a:pt x="128111" y="274130"/>
                    <a:pt x="145637" y="264414"/>
                    <a:pt x="161068" y="251365"/>
                  </a:cubicBezTo>
                  <a:cubicBezTo>
                    <a:pt x="176117" y="238601"/>
                    <a:pt x="188404" y="223266"/>
                    <a:pt x="197548" y="205740"/>
                  </a:cubicBezTo>
                  <a:lnTo>
                    <a:pt x="188785" y="201168"/>
                  </a:lnTo>
                  <a:cubicBezTo>
                    <a:pt x="171450" y="234220"/>
                    <a:pt x="142684" y="258699"/>
                    <a:pt x="107442" y="270320"/>
                  </a:cubicBezTo>
                  <a:cubicBezTo>
                    <a:pt x="49053" y="250984"/>
                    <a:pt x="9906" y="196882"/>
                    <a:pt x="9906" y="135255"/>
                  </a:cubicBezTo>
                  <a:lnTo>
                    <a:pt x="9906" y="63913"/>
                  </a:lnTo>
                  <a:lnTo>
                    <a:pt x="107442" y="11430"/>
                  </a:lnTo>
                  <a:lnTo>
                    <a:pt x="204978" y="63913"/>
                  </a:lnTo>
                  <a:lnTo>
                    <a:pt x="204978" y="135255"/>
                  </a:lnTo>
                  <a:cubicBezTo>
                    <a:pt x="204978" y="155162"/>
                    <a:pt x="200882" y="174403"/>
                    <a:pt x="192881" y="1925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9350977" y="2256758"/>
              <a:ext cx="148971" cy="148780"/>
            </a:xfrm>
            <a:custGeom>
              <a:avLst/>
              <a:gdLst/>
              <a:ahLst/>
              <a:cxnLst/>
              <a:rect l="l" t="t" r="r" b="b"/>
              <a:pathLst>
                <a:path w="148971" h="148780" extrusionOk="0">
                  <a:moveTo>
                    <a:pt x="148971" y="74390"/>
                  </a:moveTo>
                  <a:cubicBezTo>
                    <a:pt x="148971" y="58769"/>
                    <a:pt x="144209" y="43910"/>
                    <a:pt x="135160" y="31242"/>
                  </a:cubicBezTo>
                  <a:lnTo>
                    <a:pt x="127064" y="36957"/>
                  </a:lnTo>
                  <a:cubicBezTo>
                    <a:pt x="134874" y="47911"/>
                    <a:pt x="138970" y="60865"/>
                    <a:pt x="138970" y="74390"/>
                  </a:cubicBezTo>
                  <a:cubicBezTo>
                    <a:pt x="138970" y="109918"/>
                    <a:pt x="110014" y="138875"/>
                    <a:pt x="74486" y="138875"/>
                  </a:cubicBezTo>
                  <a:cubicBezTo>
                    <a:pt x="38958" y="138875"/>
                    <a:pt x="10002" y="109918"/>
                    <a:pt x="10002" y="74390"/>
                  </a:cubicBezTo>
                  <a:cubicBezTo>
                    <a:pt x="10002" y="38862"/>
                    <a:pt x="38958" y="9906"/>
                    <a:pt x="74486" y="9906"/>
                  </a:cubicBezTo>
                  <a:cubicBezTo>
                    <a:pt x="85820" y="9906"/>
                    <a:pt x="96964" y="12859"/>
                    <a:pt x="106680" y="18574"/>
                  </a:cubicBezTo>
                  <a:lnTo>
                    <a:pt x="111633" y="10001"/>
                  </a:lnTo>
                  <a:cubicBezTo>
                    <a:pt x="100394" y="3524"/>
                    <a:pt x="87535" y="0"/>
                    <a:pt x="74390" y="0"/>
                  </a:cubicBezTo>
                  <a:cubicBezTo>
                    <a:pt x="33338" y="0"/>
                    <a:pt x="0" y="33338"/>
                    <a:pt x="0" y="74390"/>
                  </a:cubicBezTo>
                  <a:cubicBezTo>
                    <a:pt x="0" y="115443"/>
                    <a:pt x="33338" y="148780"/>
                    <a:pt x="74390" y="148780"/>
                  </a:cubicBezTo>
                  <a:cubicBezTo>
                    <a:pt x="115443" y="148780"/>
                    <a:pt x="148780" y="115443"/>
                    <a:pt x="148780" y="743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9465468" y="2272665"/>
              <a:ext cx="13906" cy="14001"/>
            </a:xfrm>
            <a:custGeom>
              <a:avLst/>
              <a:gdLst/>
              <a:ahLst/>
              <a:cxnLst/>
              <a:rect l="l" t="t" r="r" b="b"/>
              <a:pathLst>
                <a:path w="13906" h="14001" extrusionOk="0">
                  <a:moveTo>
                    <a:pt x="6763" y="14002"/>
                  </a:moveTo>
                  <a:lnTo>
                    <a:pt x="13907" y="7144"/>
                  </a:lnTo>
                  <a:cubicBezTo>
                    <a:pt x="11430" y="4572"/>
                    <a:pt x="8858" y="2191"/>
                    <a:pt x="6096" y="0"/>
                  </a:cubicBezTo>
                  <a:lnTo>
                    <a:pt x="0" y="7810"/>
                  </a:lnTo>
                  <a:cubicBezTo>
                    <a:pt x="2381" y="9715"/>
                    <a:pt x="4667" y="11811"/>
                    <a:pt x="6858" y="140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9380981" y="2286476"/>
              <a:ext cx="89249" cy="89249"/>
            </a:xfrm>
            <a:custGeom>
              <a:avLst/>
              <a:gdLst/>
              <a:ahLst/>
              <a:cxnLst/>
              <a:rect l="l" t="t" r="r" b="b"/>
              <a:pathLst>
                <a:path w="89249" h="89249" extrusionOk="0">
                  <a:moveTo>
                    <a:pt x="66104" y="0"/>
                  </a:moveTo>
                  <a:lnTo>
                    <a:pt x="23146" y="0"/>
                  </a:lnTo>
                  <a:lnTo>
                    <a:pt x="23146" y="23146"/>
                  </a:lnTo>
                  <a:lnTo>
                    <a:pt x="0" y="23146"/>
                  </a:lnTo>
                  <a:lnTo>
                    <a:pt x="0" y="66103"/>
                  </a:lnTo>
                  <a:lnTo>
                    <a:pt x="23146" y="66103"/>
                  </a:lnTo>
                  <a:lnTo>
                    <a:pt x="23146" y="89249"/>
                  </a:lnTo>
                  <a:lnTo>
                    <a:pt x="66104" y="89249"/>
                  </a:lnTo>
                  <a:lnTo>
                    <a:pt x="66104" y="66103"/>
                  </a:lnTo>
                  <a:lnTo>
                    <a:pt x="89249" y="66103"/>
                  </a:lnTo>
                  <a:lnTo>
                    <a:pt x="89249" y="23146"/>
                  </a:lnTo>
                  <a:lnTo>
                    <a:pt x="66104" y="23146"/>
                  </a:lnTo>
                  <a:lnTo>
                    <a:pt x="66104" y="0"/>
                  </a:lnTo>
                  <a:close/>
                  <a:moveTo>
                    <a:pt x="79343" y="33147"/>
                  </a:moveTo>
                  <a:lnTo>
                    <a:pt x="79343" y="56293"/>
                  </a:lnTo>
                  <a:lnTo>
                    <a:pt x="56198" y="56293"/>
                  </a:lnTo>
                  <a:lnTo>
                    <a:pt x="56198" y="79438"/>
                  </a:lnTo>
                  <a:lnTo>
                    <a:pt x="33051" y="79438"/>
                  </a:lnTo>
                  <a:lnTo>
                    <a:pt x="33051" y="56293"/>
                  </a:lnTo>
                  <a:lnTo>
                    <a:pt x="9906" y="56293"/>
                  </a:lnTo>
                  <a:lnTo>
                    <a:pt x="9906" y="33147"/>
                  </a:lnTo>
                  <a:lnTo>
                    <a:pt x="33051" y="33147"/>
                  </a:lnTo>
                  <a:lnTo>
                    <a:pt x="33051" y="10001"/>
                  </a:lnTo>
                  <a:lnTo>
                    <a:pt x="56198" y="10001"/>
                  </a:lnTo>
                  <a:lnTo>
                    <a:pt x="56198" y="33147"/>
                  </a:lnTo>
                  <a:lnTo>
                    <a:pt x="79343" y="331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9379267" y="2416206"/>
              <a:ext cx="20859" cy="19621"/>
            </a:xfrm>
            <a:custGeom>
              <a:avLst/>
              <a:gdLst/>
              <a:ahLst/>
              <a:cxnLst/>
              <a:rect l="l" t="t" r="r" b="b"/>
              <a:pathLst>
                <a:path w="20859" h="19621" extrusionOk="0">
                  <a:moveTo>
                    <a:pt x="15144" y="19621"/>
                  </a:moveTo>
                  <a:lnTo>
                    <a:pt x="20860" y="11525"/>
                  </a:lnTo>
                  <a:cubicBezTo>
                    <a:pt x="15907" y="8096"/>
                    <a:pt x="11239" y="4191"/>
                    <a:pt x="6858" y="0"/>
                  </a:cubicBezTo>
                  <a:lnTo>
                    <a:pt x="0" y="7144"/>
                  </a:lnTo>
                  <a:cubicBezTo>
                    <a:pt x="4763" y="11620"/>
                    <a:pt x="9810" y="15811"/>
                    <a:pt x="15144" y="195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9403079" y="2432780"/>
              <a:ext cx="13429" cy="13430"/>
            </a:xfrm>
            <a:custGeom>
              <a:avLst/>
              <a:gdLst/>
              <a:ahLst/>
              <a:cxnLst/>
              <a:rect l="l" t="t" r="r" b="b"/>
              <a:pathLst>
                <a:path w="13429" h="13430" extrusionOk="0">
                  <a:moveTo>
                    <a:pt x="9049" y="13430"/>
                  </a:moveTo>
                  <a:lnTo>
                    <a:pt x="13430" y="4477"/>
                  </a:lnTo>
                  <a:cubicBezTo>
                    <a:pt x="10573" y="3048"/>
                    <a:pt x="7715" y="1524"/>
                    <a:pt x="5048" y="0"/>
                  </a:cubicBezTo>
                  <a:lnTo>
                    <a:pt x="0" y="8572"/>
                  </a:lnTo>
                  <a:cubicBezTo>
                    <a:pt x="2953" y="10287"/>
                    <a:pt x="6001" y="11906"/>
                    <a:pt x="9049" y="134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9485565" y="2249519"/>
              <a:ext cx="13430" cy="13430"/>
            </a:xfrm>
            <a:custGeom>
              <a:avLst/>
              <a:gdLst/>
              <a:ahLst/>
              <a:cxnLst/>
              <a:rect l="l" t="t" r="r" b="b"/>
              <a:pathLst>
                <a:path w="13430" h="13430" extrusionOk="0">
                  <a:moveTo>
                    <a:pt x="0" y="8763"/>
                  </a:moveTo>
                  <a:lnTo>
                    <a:pt x="4667" y="0"/>
                  </a:lnTo>
                  <a:lnTo>
                    <a:pt x="13431" y="4667"/>
                  </a:lnTo>
                  <a:lnTo>
                    <a:pt x="8763" y="13430"/>
                  </a:lnTo>
                  <a:lnTo>
                    <a:pt x="0" y="876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9468135" y="2240184"/>
              <a:ext cx="13429" cy="13430"/>
            </a:xfrm>
            <a:custGeom>
              <a:avLst/>
              <a:gdLst/>
              <a:ahLst/>
              <a:cxnLst/>
              <a:rect l="l" t="t" r="r" b="b"/>
              <a:pathLst>
                <a:path w="13429" h="13430" extrusionOk="0">
                  <a:moveTo>
                    <a:pt x="0" y="8763"/>
                  </a:moveTo>
                  <a:lnTo>
                    <a:pt x="4667" y="0"/>
                  </a:lnTo>
                  <a:lnTo>
                    <a:pt x="13430" y="4667"/>
                  </a:lnTo>
                  <a:lnTo>
                    <a:pt x="8763" y="13430"/>
                  </a:lnTo>
                  <a:lnTo>
                    <a:pt x="0" y="876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9434798" y="2222182"/>
              <a:ext cx="29241" cy="22002"/>
            </a:xfrm>
            <a:custGeom>
              <a:avLst/>
              <a:gdLst/>
              <a:ahLst/>
              <a:cxnLst/>
              <a:rect l="l" t="t" r="r" b="b"/>
              <a:pathLst>
                <a:path w="29241" h="22002" extrusionOk="0">
                  <a:moveTo>
                    <a:pt x="0" y="8763"/>
                  </a:moveTo>
                  <a:lnTo>
                    <a:pt x="4667" y="0"/>
                  </a:lnTo>
                  <a:lnTo>
                    <a:pt x="29241" y="13240"/>
                  </a:lnTo>
                  <a:lnTo>
                    <a:pt x="24574" y="22003"/>
                  </a:lnTo>
                  <a:lnTo>
                    <a:pt x="0" y="876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9" name="Google Shape;739;p26"/>
          <p:cNvGrpSpPr/>
          <p:nvPr/>
        </p:nvGrpSpPr>
        <p:grpSpPr>
          <a:xfrm>
            <a:off x="5153524" y="3498807"/>
            <a:ext cx="338232" cy="338042"/>
            <a:chOff x="7777162" y="3800570"/>
            <a:chExt cx="338232" cy="338042"/>
          </a:xfrm>
        </p:grpSpPr>
        <p:sp>
          <p:nvSpPr>
            <p:cNvPr id="740" name="Google Shape;740;p26"/>
            <p:cNvSpPr/>
            <p:nvPr/>
          </p:nvSpPr>
          <p:spPr>
            <a:xfrm>
              <a:off x="7777162" y="3943445"/>
              <a:ext cx="29717" cy="144875"/>
            </a:xfrm>
            <a:custGeom>
              <a:avLst/>
              <a:gdLst/>
              <a:ahLst/>
              <a:cxnLst/>
              <a:rect l="l" t="t" r="r" b="b"/>
              <a:pathLst>
                <a:path w="29717" h="144875" extrusionOk="0">
                  <a:moveTo>
                    <a:pt x="9906" y="14859"/>
                  </a:moveTo>
                  <a:cubicBezTo>
                    <a:pt x="9906" y="12097"/>
                    <a:pt x="12097" y="9906"/>
                    <a:pt x="14859" y="9906"/>
                  </a:cubicBezTo>
                  <a:cubicBezTo>
                    <a:pt x="17621" y="9906"/>
                    <a:pt x="19812" y="12097"/>
                    <a:pt x="19812" y="14859"/>
                  </a:cubicBezTo>
                  <a:lnTo>
                    <a:pt x="19812" y="30480"/>
                  </a:lnTo>
                  <a:lnTo>
                    <a:pt x="29718" y="30480"/>
                  </a:lnTo>
                  <a:lnTo>
                    <a:pt x="29718" y="14859"/>
                  </a:lnTo>
                  <a:cubicBezTo>
                    <a:pt x="29718" y="6668"/>
                    <a:pt x="23050" y="0"/>
                    <a:pt x="14859" y="0"/>
                  </a:cubicBezTo>
                  <a:cubicBezTo>
                    <a:pt x="6668" y="0"/>
                    <a:pt x="0" y="6668"/>
                    <a:pt x="0" y="14859"/>
                  </a:cubicBezTo>
                  <a:lnTo>
                    <a:pt x="0" y="144875"/>
                  </a:lnTo>
                  <a:lnTo>
                    <a:pt x="9906" y="144875"/>
                  </a:lnTo>
                  <a:lnTo>
                    <a:pt x="9906" y="148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26"/>
            <p:cNvSpPr/>
            <p:nvPr/>
          </p:nvSpPr>
          <p:spPr>
            <a:xfrm>
              <a:off x="7777162" y="3983069"/>
              <a:ext cx="338232" cy="155543"/>
            </a:xfrm>
            <a:custGeom>
              <a:avLst/>
              <a:gdLst/>
              <a:ahLst/>
              <a:cxnLst/>
              <a:rect l="l" t="t" r="r" b="b"/>
              <a:pathLst>
                <a:path w="338232" h="155543" extrusionOk="0">
                  <a:moveTo>
                    <a:pt x="338138" y="60293"/>
                  </a:moveTo>
                  <a:lnTo>
                    <a:pt x="338138" y="34766"/>
                  </a:lnTo>
                  <a:cubicBezTo>
                    <a:pt x="338138" y="26575"/>
                    <a:pt x="331470" y="19907"/>
                    <a:pt x="323279" y="19907"/>
                  </a:cubicBezTo>
                  <a:cubicBezTo>
                    <a:pt x="315087" y="19907"/>
                    <a:pt x="308420" y="26575"/>
                    <a:pt x="308420" y="34766"/>
                  </a:cubicBezTo>
                  <a:lnTo>
                    <a:pt x="308420" y="39719"/>
                  </a:lnTo>
                  <a:lnTo>
                    <a:pt x="289560" y="39719"/>
                  </a:lnTo>
                  <a:lnTo>
                    <a:pt x="289560" y="49625"/>
                  </a:lnTo>
                  <a:lnTo>
                    <a:pt x="308420" y="49625"/>
                  </a:lnTo>
                  <a:lnTo>
                    <a:pt x="308420" y="79438"/>
                  </a:lnTo>
                  <a:lnTo>
                    <a:pt x="278606" y="79438"/>
                  </a:lnTo>
                  <a:lnTo>
                    <a:pt x="278606" y="18193"/>
                  </a:lnTo>
                  <a:cubicBezTo>
                    <a:pt x="278606" y="8192"/>
                    <a:pt x="270986" y="0"/>
                    <a:pt x="261651" y="0"/>
                  </a:cubicBezTo>
                  <a:lnTo>
                    <a:pt x="159830" y="0"/>
                  </a:lnTo>
                  <a:cubicBezTo>
                    <a:pt x="150495" y="0"/>
                    <a:pt x="142875" y="8192"/>
                    <a:pt x="142875" y="18193"/>
                  </a:cubicBezTo>
                  <a:lnTo>
                    <a:pt x="142875" y="79438"/>
                  </a:lnTo>
                  <a:lnTo>
                    <a:pt x="29718" y="79438"/>
                  </a:lnTo>
                  <a:lnTo>
                    <a:pt x="29718" y="49625"/>
                  </a:lnTo>
                  <a:lnTo>
                    <a:pt x="131921" y="49625"/>
                  </a:lnTo>
                  <a:lnTo>
                    <a:pt x="131921" y="39719"/>
                  </a:lnTo>
                  <a:lnTo>
                    <a:pt x="112300" y="39719"/>
                  </a:lnTo>
                  <a:cubicBezTo>
                    <a:pt x="114491" y="36386"/>
                    <a:pt x="115729" y="32385"/>
                    <a:pt x="115729" y="28099"/>
                  </a:cubicBezTo>
                  <a:cubicBezTo>
                    <a:pt x="115729" y="16192"/>
                    <a:pt x="106109" y="6572"/>
                    <a:pt x="94202" y="6572"/>
                  </a:cubicBezTo>
                  <a:lnTo>
                    <a:pt x="61150" y="6572"/>
                  </a:lnTo>
                  <a:cubicBezTo>
                    <a:pt x="49339" y="6572"/>
                    <a:pt x="39624" y="16192"/>
                    <a:pt x="39624" y="28099"/>
                  </a:cubicBezTo>
                  <a:cubicBezTo>
                    <a:pt x="39624" y="32385"/>
                    <a:pt x="40862" y="36290"/>
                    <a:pt x="43053" y="39719"/>
                  </a:cubicBezTo>
                  <a:lnTo>
                    <a:pt x="29718" y="39719"/>
                  </a:lnTo>
                  <a:lnTo>
                    <a:pt x="29718" y="762"/>
                  </a:lnTo>
                  <a:lnTo>
                    <a:pt x="19812" y="762"/>
                  </a:lnTo>
                  <a:lnTo>
                    <a:pt x="19812" y="145637"/>
                  </a:lnTo>
                  <a:lnTo>
                    <a:pt x="9906" y="145637"/>
                  </a:lnTo>
                  <a:lnTo>
                    <a:pt x="9906" y="115157"/>
                  </a:lnTo>
                  <a:lnTo>
                    <a:pt x="0" y="115157"/>
                  </a:lnTo>
                  <a:lnTo>
                    <a:pt x="0" y="155543"/>
                  </a:lnTo>
                  <a:lnTo>
                    <a:pt x="29813" y="155543"/>
                  </a:lnTo>
                  <a:lnTo>
                    <a:pt x="29813" y="115824"/>
                  </a:lnTo>
                  <a:lnTo>
                    <a:pt x="124777" y="115824"/>
                  </a:lnTo>
                  <a:lnTo>
                    <a:pt x="124777" y="105918"/>
                  </a:lnTo>
                  <a:lnTo>
                    <a:pt x="29813" y="105918"/>
                  </a:lnTo>
                  <a:lnTo>
                    <a:pt x="29813" y="89345"/>
                  </a:lnTo>
                  <a:lnTo>
                    <a:pt x="308420" y="89345"/>
                  </a:lnTo>
                  <a:lnTo>
                    <a:pt x="308420" y="105918"/>
                  </a:lnTo>
                  <a:lnTo>
                    <a:pt x="134684" y="105918"/>
                  </a:lnTo>
                  <a:lnTo>
                    <a:pt x="134684" y="115824"/>
                  </a:lnTo>
                  <a:lnTo>
                    <a:pt x="308420" y="115824"/>
                  </a:lnTo>
                  <a:lnTo>
                    <a:pt x="308420" y="155543"/>
                  </a:lnTo>
                  <a:lnTo>
                    <a:pt x="338233" y="155543"/>
                  </a:lnTo>
                  <a:lnTo>
                    <a:pt x="338233" y="70199"/>
                  </a:lnTo>
                  <a:lnTo>
                    <a:pt x="328326" y="70199"/>
                  </a:lnTo>
                  <a:lnTo>
                    <a:pt x="328326" y="145542"/>
                  </a:lnTo>
                  <a:lnTo>
                    <a:pt x="318421" y="145542"/>
                  </a:lnTo>
                  <a:lnTo>
                    <a:pt x="318421" y="34671"/>
                  </a:lnTo>
                  <a:cubicBezTo>
                    <a:pt x="318421" y="31909"/>
                    <a:pt x="320611" y="29718"/>
                    <a:pt x="323374" y="29718"/>
                  </a:cubicBezTo>
                  <a:cubicBezTo>
                    <a:pt x="326136" y="29718"/>
                    <a:pt x="328326" y="31909"/>
                    <a:pt x="328326" y="34671"/>
                  </a:cubicBezTo>
                  <a:lnTo>
                    <a:pt x="328326" y="60198"/>
                  </a:lnTo>
                  <a:lnTo>
                    <a:pt x="338233" y="60198"/>
                  </a:lnTo>
                  <a:close/>
                  <a:moveTo>
                    <a:pt x="61246" y="16574"/>
                  </a:moveTo>
                  <a:lnTo>
                    <a:pt x="94298" y="16574"/>
                  </a:lnTo>
                  <a:cubicBezTo>
                    <a:pt x="100679" y="16574"/>
                    <a:pt x="105918" y="21812"/>
                    <a:pt x="105918" y="28194"/>
                  </a:cubicBezTo>
                  <a:cubicBezTo>
                    <a:pt x="105918" y="34576"/>
                    <a:pt x="100679" y="39815"/>
                    <a:pt x="94298" y="39815"/>
                  </a:cubicBezTo>
                  <a:lnTo>
                    <a:pt x="61246" y="39815"/>
                  </a:lnTo>
                  <a:cubicBezTo>
                    <a:pt x="54864" y="39815"/>
                    <a:pt x="49625" y="34576"/>
                    <a:pt x="49625" y="28194"/>
                  </a:cubicBezTo>
                  <a:cubicBezTo>
                    <a:pt x="49625" y="21812"/>
                    <a:pt x="54864" y="16574"/>
                    <a:pt x="61246" y="16574"/>
                  </a:cubicBezTo>
                  <a:close/>
                  <a:moveTo>
                    <a:pt x="182594" y="79438"/>
                  </a:moveTo>
                  <a:lnTo>
                    <a:pt x="152781" y="79438"/>
                  </a:lnTo>
                  <a:lnTo>
                    <a:pt x="152781" y="18193"/>
                  </a:lnTo>
                  <a:cubicBezTo>
                    <a:pt x="152781" y="13621"/>
                    <a:pt x="155924" y="9906"/>
                    <a:pt x="159830" y="9906"/>
                  </a:cubicBezTo>
                  <a:lnTo>
                    <a:pt x="182594" y="9906"/>
                  </a:lnTo>
                  <a:lnTo>
                    <a:pt x="182594" y="79343"/>
                  </a:lnTo>
                  <a:close/>
                  <a:moveTo>
                    <a:pt x="228981" y="79438"/>
                  </a:moveTo>
                  <a:lnTo>
                    <a:pt x="192595" y="79438"/>
                  </a:lnTo>
                  <a:lnTo>
                    <a:pt x="192595" y="10001"/>
                  </a:lnTo>
                  <a:lnTo>
                    <a:pt x="228981" y="10001"/>
                  </a:lnTo>
                  <a:lnTo>
                    <a:pt x="228981" y="79438"/>
                  </a:lnTo>
                  <a:close/>
                  <a:moveTo>
                    <a:pt x="268700" y="79438"/>
                  </a:moveTo>
                  <a:lnTo>
                    <a:pt x="238887" y="79438"/>
                  </a:lnTo>
                  <a:lnTo>
                    <a:pt x="238887" y="10001"/>
                  </a:lnTo>
                  <a:lnTo>
                    <a:pt x="261651" y="10001"/>
                  </a:lnTo>
                  <a:cubicBezTo>
                    <a:pt x="265557" y="10001"/>
                    <a:pt x="268700" y="13716"/>
                    <a:pt x="268700" y="18288"/>
                  </a:cubicBezTo>
                  <a:lnTo>
                    <a:pt x="268700" y="7953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7939849" y="3800570"/>
              <a:ext cx="155542" cy="155448"/>
            </a:xfrm>
            <a:custGeom>
              <a:avLst/>
              <a:gdLst/>
              <a:ahLst/>
              <a:cxnLst/>
              <a:rect l="l" t="t" r="r" b="b"/>
              <a:pathLst>
                <a:path w="155542" h="155448" extrusionOk="0">
                  <a:moveTo>
                    <a:pt x="77819" y="155448"/>
                  </a:moveTo>
                  <a:cubicBezTo>
                    <a:pt x="120682" y="155448"/>
                    <a:pt x="155543" y="120587"/>
                    <a:pt x="155543" y="77724"/>
                  </a:cubicBezTo>
                  <a:cubicBezTo>
                    <a:pt x="155543" y="62865"/>
                    <a:pt x="151352" y="48387"/>
                    <a:pt x="143351" y="35909"/>
                  </a:cubicBezTo>
                  <a:lnTo>
                    <a:pt x="134969" y="41243"/>
                  </a:lnTo>
                  <a:cubicBezTo>
                    <a:pt x="141922" y="52102"/>
                    <a:pt x="145542" y="64675"/>
                    <a:pt x="145542" y="77724"/>
                  </a:cubicBezTo>
                  <a:cubicBezTo>
                    <a:pt x="145542" y="115157"/>
                    <a:pt x="115157" y="145542"/>
                    <a:pt x="77724" y="145542"/>
                  </a:cubicBezTo>
                  <a:cubicBezTo>
                    <a:pt x="40291" y="145542"/>
                    <a:pt x="9906" y="115157"/>
                    <a:pt x="9906" y="77724"/>
                  </a:cubicBezTo>
                  <a:cubicBezTo>
                    <a:pt x="9906" y="40291"/>
                    <a:pt x="40291" y="9906"/>
                    <a:pt x="77724" y="9906"/>
                  </a:cubicBezTo>
                  <a:cubicBezTo>
                    <a:pt x="91344" y="9906"/>
                    <a:pt x="104489" y="13907"/>
                    <a:pt x="115728" y="21527"/>
                  </a:cubicBezTo>
                  <a:lnTo>
                    <a:pt x="121253" y="13335"/>
                  </a:lnTo>
                  <a:cubicBezTo>
                    <a:pt x="108395" y="4572"/>
                    <a:pt x="93345" y="0"/>
                    <a:pt x="77724" y="0"/>
                  </a:cubicBezTo>
                  <a:cubicBezTo>
                    <a:pt x="34861" y="0"/>
                    <a:pt x="0" y="34862"/>
                    <a:pt x="0" y="77724"/>
                  </a:cubicBezTo>
                  <a:cubicBezTo>
                    <a:pt x="0" y="120587"/>
                    <a:pt x="34861" y="155448"/>
                    <a:pt x="77724" y="1554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8062816" y="3820382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6572" y="14002"/>
                  </a:moveTo>
                  <a:lnTo>
                    <a:pt x="14097" y="7620"/>
                  </a:lnTo>
                  <a:cubicBezTo>
                    <a:pt x="11811" y="4953"/>
                    <a:pt x="9334" y="2381"/>
                    <a:pt x="6668" y="0"/>
                  </a:cubicBezTo>
                  <a:lnTo>
                    <a:pt x="0" y="7429"/>
                  </a:lnTo>
                  <a:cubicBezTo>
                    <a:pt x="2286" y="9525"/>
                    <a:pt x="4477" y="11716"/>
                    <a:pt x="6477" y="140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7972995" y="3833526"/>
              <a:ext cx="89344" cy="89344"/>
            </a:xfrm>
            <a:custGeom>
              <a:avLst/>
              <a:gdLst/>
              <a:ahLst/>
              <a:cxnLst/>
              <a:rect l="l" t="t" r="r" b="b"/>
              <a:pathLst>
                <a:path w="89344" h="89344" extrusionOk="0">
                  <a:moveTo>
                    <a:pt x="66199" y="89345"/>
                  </a:moveTo>
                  <a:lnTo>
                    <a:pt x="66199" y="66199"/>
                  </a:lnTo>
                  <a:lnTo>
                    <a:pt x="89345" y="66199"/>
                  </a:lnTo>
                  <a:lnTo>
                    <a:pt x="89345" y="23146"/>
                  </a:lnTo>
                  <a:lnTo>
                    <a:pt x="66199" y="23146"/>
                  </a:lnTo>
                  <a:lnTo>
                    <a:pt x="66199" y="0"/>
                  </a:lnTo>
                  <a:lnTo>
                    <a:pt x="23146" y="0"/>
                  </a:lnTo>
                  <a:lnTo>
                    <a:pt x="23146" y="23146"/>
                  </a:lnTo>
                  <a:lnTo>
                    <a:pt x="0" y="23146"/>
                  </a:lnTo>
                  <a:lnTo>
                    <a:pt x="0" y="66199"/>
                  </a:lnTo>
                  <a:lnTo>
                    <a:pt x="23146" y="66199"/>
                  </a:lnTo>
                  <a:lnTo>
                    <a:pt x="23146" y="89345"/>
                  </a:lnTo>
                  <a:lnTo>
                    <a:pt x="66199" y="89345"/>
                  </a:lnTo>
                  <a:close/>
                  <a:moveTo>
                    <a:pt x="10001" y="56293"/>
                  </a:moveTo>
                  <a:lnTo>
                    <a:pt x="10001" y="33147"/>
                  </a:lnTo>
                  <a:lnTo>
                    <a:pt x="33147" y="33147"/>
                  </a:lnTo>
                  <a:lnTo>
                    <a:pt x="33147" y="10001"/>
                  </a:lnTo>
                  <a:lnTo>
                    <a:pt x="56292" y="10001"/>
                  </a:lnTo>
                  <a:lnTo>
                    <a:pt x="56292" y="33147"/>
                  </a:lnTo>
                  <a:lnTo>
                    <a:pt x="79439" y="33147"/>
                  </a:lnTo>
                  <a:lnTo>
                    <a:pt x="79439" y="56293"/>
                  </a:lnTo>
                  <a:lnTo>
                    <a:pt x="56292" y="56293"/>
                  </a:lnTo>
                  <a:lnTo>
                    <a:pt x="56292" y="79438"/>
                  </a:lnTo>
                  <a:lnTo>
                    <a:pt x="33147" y="79438"/>
                  </a:lnTo>
                  <a:lnTo>
                    <a:pt x="33147" y="56293"/>
                  </a:lnTo>
                  <a:lnTo>
                    <a:pt x="10001" y="5629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7823834" y="4042695"/>
              <a:ext cx="9905" cy="9906"/>
            </a:xfrm>
            <a:custGeom>
              <a:avLst/>
              <a:gdLst/>
              <a:ahLst/>
              <a:cxnLst/>
              <a:rect l="l" t="t" r="r" b="b"/>
              <a:pathLst>
                <a:path w="9905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7863553" y="4042695"/>
              <a:ext cx="26479" cy="9906"/>
            </a:xfrm>
            <a:custGeom>
              <a:avLst/>
              <a:gdLst/>
              <a:ahLst/>
              <a:cxnLst/>
              <a:rect l="l" t="t" r="r" b="b"/>
              <a:pathLst>
                <a:path w="26479" h="9906" extrusionOk="0">
                  <a:moveTo>
                    <a:pt x="0" y="0"/>
                  </a:moveTo>
                  <a:lnTo>
                    <a:pt x="26479" y="0"/>
                  </a:lnTo>
                  <a:lnTo>
                    <a:pt x="26479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7843646" y="4042695"/>
              <a:ext cx="9906" cy="9906"/>
            </a:xfrm>
            <a:custGeom>
              <a:avLst/>
              <a:gdLst/>
              <a:ahLst/>
              <a:cxnLst/>
              <a:rect l="l" t="t" r="r" b="b"/>
              <a:pathLst>
                <a:path w="9906" h="9906" extrusionOk="0">
                  <a:moveTo>
                    <a:pt x="0" y="0"/>
                  </a:moveTo>
                  <a:lnTo>
                    <a:pt x="9906" y="0"/>
                  </a:lnTo>
                  <a:lnTo>
                    <a:pt x="9906" y="9906"/>
                  </a:lnTo>
                  <a:lnTo>
                    <a:pt x="0" y="99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Healthcare Infographics by Slidesgo">
  <a:themeElements>
    <a:clrScheme name="Simple Light">
      <a:dk1>
        <a:srgbClr val="000000"/>
      </a:dk1>
      <a:lt1>
        <a:srgbClr val="FFFFFF"/>
      </a:lt1>
      <a:dk2>
        <a:srgbClr val="11C6CF"/>
      </a:dk2>
      <a:lt2>
        <a:srgbClr val="9BE3E7"/>
      </a:lt2>
      <a:accent1>
        <a:srgbClr val="FE7B69"/>
      </a:accent1>
      <a:accent2>
        <a:srgbClr val="ECA49A"/>
      </a:accent2>
      <a:accent3>
        <a:srgbClr val="E0E0E0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685</Words>
  <Application>Microsoft Office PowerPoint</Application>
  <PresentationFormat>Экран (16:9)</PresentationFormat>
  <Paragraphs>165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Montserrat Medium</vt:lpstr>
      <vt:lpstr>Calibri</vt:lpstr>
      <vt:lpstr>Montserrat</vt:lpstr>
      <vt:lpstr>Arial</vt:lpstr>
      <vt:lpstr>Montserrat SemiBold</vt:lpstr>
      <vt:lpstr>Healthcare Infographics by Slidesgo</vt:lpstr>
      <vt:lpstr>Healthcare Infographics</vt:lpstr>
      <vt:lpstr>Healthcare infographics</vt:lpstr>
      <vt:lpstr>Healthcare infographics</vt:lpstr>
      <vt:lpstr>Healthcare infographics</vt:lpstr>
      <vt:lpstr>Healthcare infographics</vt:lpstr>
      <vt:lpstr>Healthcare infographics</vt:lpstr>
      <vt:lpstr>Healthcare infographics</vt:lpstr>
      <vt:lpstr>Healthcare infographics</vt:lpstr>
      <vt:lpstr>Healthcare infographics</vt:lpstr>
      <vt:lpstr>Healthcare infographics</vt:lpstr>
      <vt:lpstr>Healthcare infographics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Infographics</dc:title>
  <cp:lastModifiedBy>я</cp:lastModifiedBy>
  <cp:revision>1</cp:revision>
  <dcterms:modified xsi:type="dcterms:W3CDTF">2026-02-19T06:30:35Z</dcterms:modified>
</cp:coreProperties>
</file>
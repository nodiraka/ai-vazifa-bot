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281" r:id="rId26"/>
    <p:sldId id="283" r:id="rId27"/>
    <p:sldId id="284" r:id="rId28"/>
    <p:sldId id="285" r:id="rId29"/>
    <p:sldId id="286" r:id="rId30"/>
    <p:sldId id="287" r:id="rId31"/>
    <p:sldId id="288" r:id="rId32"/>
    <p:sldId id="289" r:id="rId33"/>
    <p:sldId id="290" r:id="rId34"/>
    <p:sldId id="291" r:id="rId35"/>
    <p:sldId id="292" r:id="rId36"/>
  </p:sldIdLst>
  <p:sldSz cx="9144000" cy="5143500" type="screen16x9"/>
  <p:notesSz cx="6858000" cy="9144000"/>
  <p:embeddedFontLst>
    <p:embeddedFont>
      <p:font typeface="Be Vietnam Pro ExtraBold" panose="020B0604020202020204" charset="0"/>
      <p:bold r:id="rId38"/>
      <p:boldItalic r:id="rId39"/>
    </p:embeddedFont>
    <p:embeddedFont>
      <p:font typeface="Anaheim" panose="020B0604020202020204" charset="0"/>
      <p:regular r:id="rId40"/>
      <p:bold r:id="rId41"/>
    </p:embeddedFont>
    <p:embeddedFont>
      <p:font typeface="Albert Sans" panose="020B0604020202020204" charset="0"/>
      <p:regular r:id="rId42"/>
      <p:bold r:id="rId43"/>
      <p:italic r:id="rId44"/>
      <p:boldItalic r:id="rId45"/>
    </p:embeddedFont>
    <p:embeddedFont>
      <p:font typeface="Arapey" panose="020B0604020202020204" charset="0"/>
      <p:regular r:id="rId46"/>
      <p:italic r:id="rId47"/>
    </p:embeddedFont>
    <p:embeddedFont>
      <p:font typeface="Bebas Neue" panose="020B0604020202020204" charset="0"/>
      <p:regular r:id="rId48"/>
    </p:embeddedFont>
    <p:embeddedFont>
      <p:font typeface="PT Sans" panose="020B0604020202020204" charset="-52"/>
      <p:regular r:id="rId49"/>
      <p:bold r:id="rId50"/>
      <p:italic r:id="rId51"/>
      <p:boldItalic r:id="rId52"/>
    </p:embeddedFont>
    <p:embeddedFont>
      <p:font typeface="Archivo Black" panose="020B0604020202020204" charset="0"/>
      <p:regular r:id="rId53"/>
    </p:embeddedFont>
    <p:embeddedFont>
      <p:font typeface="Barlow" panose="020B0604020202020204" charset="0"/>
      <p:regular r:id="rId54"/>
      <p:bold r:id="rId55"/>
      <p:italic r:id="rId56"/>
      <p:boldItalic r:id="rId57"/>
    </p:embeddedFont>
    <p:embeddedFont>
      <p:font typeface="Be Vietnam Pro" panose="020B0604020202020204" charset="0"/>
      <p:regular r:id="rId58"/>
      <p:bold r:id="rId59"/>
      <p:italic r:id="rId60"/>
      <p:boldItalic r:id="rId61"/>
    </p:embeddedFont>
    <p:embeddedFont>
      <p:font typeface="Albert Sans Medium" panose="020B060402020202020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E338A7-B832-4E45-9665-1A0B4D55FDB2}">
  <a:tblStyle styleId="{F1E338A7-B832-4E45-9665-1A0B4D55FDB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5.fntdata"/><Relationship Id="rId47" Type="http://schemas.openxmlformats.org/officeDocument/2006/relationships/font" Target="fonts/font10.fntdata"/><Relationship Id="rId63" Type="http://schemas.openxmlformats.org/officeDocument/2006/relationships/font" Target="fonts/font26.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font" Target="fonts/font21.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2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64" Type="http://schemas.openxmlformats.org/officeDocument/2006/relationships/font" Target="fonts/font27.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font" Target="fonts/font2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font" Target="fonts/font2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font" Target="fonts/font20.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font" Target="fonts/font23.fntdata"/><Relationship Id="rId65" Type="http://schemas.openxmlformats.org/officeDocument/2006/relationships/font" Target="fonts/font2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2.fntdata"/><Relationship Id="rId34" Type="http://schemas.openxmlformats.org/officeDocument/2006/relationships/slide" Target="slides/slide33.xml"/><Relationship Id="rId50" Type="http://schemas.openxmlformats.org/officeDocument/2006/relationships/font" Target="fonts/font13.fntdata"/><Relationship Id="rId55"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24a8746856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24a8746856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14ec694496_3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14ec694496_3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2" name="Google Shape;4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d5260bdd85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d5260bdd85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54dda1946d_4_27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54dda1946d_4_27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54dda1946d_4_2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54dda1946d_4_2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0" name="Google Shape;620;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5" name="Google Shape;635;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54dda1946d_4_2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54dda1946d_4_2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d5260bdd85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d5260bdd85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g54dda194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6" name="Google Shape;716;g54dda194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54dda1946d_4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54dda1946d_4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4e392e3f8e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24e392e3f8e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5" name="Google Shape;1025;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54dda1946d_4_27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54dda1946d_4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1809280a34e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1" name="Google Shape;1071;g1809280a34e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1b74d01d4aa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5" name="Google Shape;1085;g1b74d01d4aa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2162df6c82c_0_24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 name="Google Shape;1092;g2162df6c82c_0_24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1b74d01d4aa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 name="Google Shape;1114;g1b74d01d4aa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4"/>
        <p:cNvGrpSpPr/>
        <p:nvPr/>
      </p:nvGrpSpPr>
      <p:grpSpPr>
        <a:xfrm>
          <a:off x="0" y="0"/>
          <a:ext cx="0" cy="0"/>
          <a:chOff x="0" y="0"/>
          <a:chExt cx="0" cy="0"/>
        </a:xfrm>
      </p:grpSpPr>
      <p:sp>
        <p:nvSpPr>
          <p:cNvPr id="1165" name="Google Shape;1165;g2162df6c82c_0_24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6" name="Google Shape;1166;g2162df6c82c_0_24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g1b74d01d4aa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3" name="Google Shape;1183;g1b74d01d4aa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g2162df6c82c_0_26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8" name="Google Shape;1198;g2162df6c82c_0_26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4"/>
        <p:cNvGrpSpPr/>
        <p:nvPr/>
      </p:nvGrpSpPr>
      <p:grpSpPr>
        <a:xfrm>
          <a:off x="0" y="0"/>
          <a:ext cx="0" cy="0"/>
          <a:chOff x="0" y="0"/>
          <a:chExt cx="0" cy="0"/>
        </a:xfrm>
      </p:grpSpPr>
      <p:sp>
        <p:nvSpPr>
          <p:cNvPr id="1225" name="Google Shape;1225;gd44c0c1fc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6" name="Google Shape;1226;gd44c0c1fca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9"/>
        <p:cNvGrpSpPr/>
        <p:nvPr/>
      </p:nvGrpSpPr>
      <p:grpSpPr>
        <a:xfrm>
          <a:off x="0" y="0"/>
          <a:ext cx="0" cy="0"/>
          <a:chOff x="0" y="0"/>
          <a:chExt cx="0" cy="0"/>
        </a:xfrm>
      </p:grpSpPr>
      <p:sp>
        <p:nvSpPr>
          <p:cNvPr id="1500" name="Google Shape;1500;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1" name="Google Shape;1501;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ctrTitle"/>
          </p:nvPr>
        </p:nvSpPr>
        <p:spPr>
          <a:xfrm>
            <a:off x="713225" y="540000"/>
            <a:ext cx="5173800" cy="23046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solidFill>
                  <a:schemeClr val="dk1"/>
                </a:solidFill>
                <a:latin typeface="Barlow"/>
                <a:ea typeface="Barlow"/>
                <a:cs typeface="Barlow"/>
                <a:sym typeface="Barlow"/>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8" name="Google Shape;18;p2"/>
          <p:cNvSpPr txBox="1">
            <a:spLocks noGrp="1"/>
          </p:cNvSpPr>
          <p:nvPr>
            <p:ph type="subTitle" idx="1"/>
          </p:nvPr>
        </p:nvSpPr>
        <p:spPr>
          <a:xfrm>
            <a:off x="713225" y="3219975"/>
            <a:ext cx="2624400" cy="779400"/>
          </a:xfrm>
          <a:prstGeom prst="rect">
            <a:avLst/>
          </a:prstGeom>
          <a:noFill/>
          <a:ln w="19050" cap="rnd" cmpd="sng">
            <a:solidFill>
              <a:schemeClr val="lt2"/>
            </a:solidFill>
            <a:prstDash val="solid"/>
            <a:round/>
            <a:headEnd type="none" w="sm" len="sm"/>
            <a:tailEnd type="none" w="sm" len="sm"/>
          </a:ln>
        </p:spPr>
        <p:txBody>
          <a:bodyPr spcFirstLastPara="1" wrap="square" lIns="91425" tIns="91425" rIns="91425" bIns="91425" anchor="t" anchorCtr="0">
            <a:noAutofit/>
          </a:bodyPr>
          <a:lstStyle>
            <a:lvl1pPr lvl="0" algn="ctr">
              <a:lnSpc>
                <a:spcPct val="115000"/>
              </a:lnSpc>
              <a:spcBef>
                <a:spcPts val="0"/>
              </a:spcBef>
              <a:spcAft>
                <a:spcPts val="0"/>
              </a:spcAft>
              <a:buSzPts val="1400"/>
              <a:buFont typeface="Actor"/>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9" name="Google Shape;19;p2"/>
          <p:cNvPicPr preferRelativeResize="0"/>
          <p:nvPr/>
        </p:nvPicPr>
        <p:blipFill>
          <a:blip r:embed="rId2">
            <a:alphaModFix/>
          </a:blip>
          <a:stretch>
            <a:fillRect/>
          </a:stretch>
        </p:blipFill>
        <p:spPr>
          <a:xfrm>
            <a:off x="-2" y="13"/>
            <a:ext cx="9144000" cy="51434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2070425" y="2448700"/>
            <a:ext cx="6360300" cy="1446300"/>
          </a:xfrm>
          <a:prstGeom prst="rect">
            <a:avLst/>
          </a:prstGeom>
          <a:ln>
            <a:noFill/>
          </a:ln>
        </p:spPr>
        <p:txBody>
          <a:bodyPr spcFirstLastPara="1" wrap="square" lIns="91425" tIns="91425" rIns="91425" bIns="91425" anchor="b" anchorCtr="0">
            <a:noAutofit/>
          </a:bodyPr>
          <a:lstStyle>
            <a:lvl1pPr lvl="0" algn="r">
              <a:spcBef>
                <a:spcPts val="0"/>
              </a:spcBef>
              <a:spcAft>
                <a:spcPts val="0"/>
              </a:spcAft>
              <a:buSzPts val="3600"/>
              <a:buNone/>
              <a:defRPr sz="4800">
                <a:solidFill>
                  <a:schemeClr val="dk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2" name="Google Shape;22;p3"/>
          <p:cNvSpPr txBox="1">
            <a:spLocks noGrp="1"/>
          </p:cNvSpPr>
          <p:nvPr>
            <p:ph type="title" idx="2" hasCustomPrompt="1"/>
          </p:nvPr>
        </p:nvSpPr>
        <p:spPr>
          <a:xfrm>
            <a:off x="6681425" y="1067025"/>
            <a:ext cx="1749300" cy="10521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r" rtl="0">
              <a:spcBef>
                <a:spcPts val="0"/>
              </a:spcBef>
              <a:spcAft>
                <a:spcPts val="0"/>
              </a:spcAft>
              <a:buSzPts val="6000"/>
              <a:buNone/>
              <a:defRPr sz="6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3" name="Google Shape;23;p3"/>
          <p:cNvSpPr txBox="1">
            <a:spLocks noGrp="1"/>
          </p:cNvSpPr>
          <p:nvPr>
            <p:ph type="subTitle" idx="1"/>
          </p:nvPr>
        </p:nvSpPr>
        <p:spPr>
          <a:xfrm>
            <a:off x="2070425" y="3961625"/>
            <a:ext cx="6360300" cy="387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24" name="Google Shape;24;p3"/>
          <p:cNvPicPr preferRelativeResize="0"/>
          <p:nvPr/>
        </p:nvPicPr>
        <p:blipFill rotWithShape="1">
          <a:blip r:embed="rId2">
            <a:alphaModFix/>
          </a:blip>
          <a:srcRect l="2638" t="14987"/>
          <a:stretch/>
        </p:blipFill>
        <p:spPr>
          <a:xfrm>
            <a:off x="0" y="0"/>
            <a:ext cx="8902550" cy="4372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 name="Google Shape;35;p4"/>
          <p:cNvSpPr txBox="1">
            <a:spLocks noGrp="1"/>
          </p:cNvSpPr>
          <p:nvPr>
            <p:ph type="body" idx="1"/>
          </p:nvPr>
        </p:nvSpPr>
        <p:spPr>
          <a:xfrm>
            <a:off x="726600" y="1017725"/>
            <a:ext cx="7704000" cy="35511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1"/>
              </a:buClr>
              <a:buSzPts val="1400"/>
              <a:buChar char="$"/>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grpSp>
        <p:nvGrpSpPr>
          <p:cNvPr id="36" name="Google Shape;36;p4"/>
          <p:cNvGrpSpPr/>
          <p:nvPr/>
        </p:nvGrpSpPr>
        <p:grpSpPr>
          <a:xfrm>
            <a:off x="8252150" y="-5725"/>
            <a:ext cx="891850" cy="5149224"/>
            <a:chOff x="8252150" y="-5725"/>
            <a:chExt cx="891850" cy="5149224"/>
          </a:xfrm>
        </p:grpSpPr>
        <p:pic>
          <p:nvPicPr>
            <p:cNvPr id="37" name="Google Shape;37;p4"/>
            <p:cNvPicPr preferRelativeResize="0"/>
            <p:nvPr/>
          </p:nvPicPr>
          <p:blipFill rotWithShape="1">
            <a:blip r:embed="rId2">
              <a:alphaModFix/>
            </a:blip>
            <a:srcRect r="88972" b="17382"/>
            <a:stretch/>
          </p:blipFill>
          <p:spPr>
            <a:xfrm>
              <a:off x="8252150" y="-5725"/>
              <a:ext cx="891850" cy="3758700"/>
            </a:xfrm>
            <a:prstGeom prst="rect">
              <a:avLst/>
            </a:prstGeom>
            <a:noFill/>
            <a:ln>
              <a:noFill/>
            </a:ln>
          </p:spPr>
        </p:pic>
        <p:pic>
          <p:nvPicPr>
            <p:cNvPr id="38" name="Google Shape;38;p4"/>
            <p:cNvPicPr preferRelativeResize="0"/>
            <p:nvPr/>
          </p:nvPicPr>
          <p:blipFill rotWithShape="1">
            <a:blip r:embed="rId2">
              <a:alphaModFix/>
            </a:blip>
            <a:srcRect t="11494" r="88972" b="57941"/>
            <a:stretch/>
          </p:blipFill>
          <p:spPr>
            <a:xfrm>
              <a:off x="8252150" y="3752975"/>
              <a:ext cx="891850" cy="1390524"/>
            </a:xfrm>
            <a:prstGeom prst="rect">
              <a:avLst/>
            </a:prstGeom>
            <a:noFill/>
            <a:ln>
              <a:noFill/>
            </a:ln>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6"/>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61" name="Google Shape;61;p6"/>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6"/>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64" name="Google Shape;64;p6"/>
          <p:cNvPicPr preferRelativeResize="0"/>
          <p:nvPr/>
        </p:nvPicPr>
        <p:blipFill rotWithShape="1">
          <a:blip r:embed="rId2">
            <a:alphaModFix/>
          </a:blip>
          <a:srcRect t="80214" b="5612"/>
          <a:stretch/>
        </p:blipFill>
        <p:spPr>
          <a:xfrm>
            <a:off x="0" y="4568874"/>
            <a:ext cx="7183474" cy="572700"/>
          </a:xfrm>
          <a:prstGeom prst="rect">
            <a:avLst/>
          </a:prstGeom>
          <a:noFill/>
          <a:ln>
            <a:noFill/>
          </a:ln>
        </p:spPr>
      </p:pic>
      <p:pic>
        <p:nvPicPr>
          <p:cNvPr id="65" name="Google Shape;65;p6"/>
          <p:cNvPicPr preferRelativeResize="0"/>
          <p:nvPr/>
        </p:nvPicPr>
        <p:blipFill rotWithShape="1">
          <a:blip r:embed="rId2">
            <a:alphaModFix/>
          </a:blip>
          <a:srcRect l="8299" t="80214" r="64052" b="5612"/>
          <a:stretch/>
        </p:blipFill>
        <p:spPr>
          <a:xfrm>
            <a:off x="7212025" y="4568875"/>
            <a:ext cx="1986024" cy="5727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6"/>
        <p:cNvGrpSpPr/>
        <p:nvPr/>
      </p:nvGrpSpPr>
      <p:grpSpPr>
        <a:xfrm>
          <a:off x="0" y="0"/>
          <a:ext cx="0" cy="0"/>
          <a:chOff x="0" y="0"/>
          <a:chExt cx="0" cy="0"/>
        </a:xfrm>
      </p:grpSpPr>
      <p:sp>
        <p:nvSpPr>
          <p:cNvPr id="67" name="Google Shape;67;p7"/>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 name="Google Shape;68;p7"/>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7"/>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7"/>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 name="Google Shape;72;p7"/>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
          <p:cNvSpPr txBox="1">
            <a:spLocks noGrp="1"/>
          </p:cNvSpPr>
          <p:nvPr>
            <p:ph type="title"/>
          </p:nvPr>
        </p:nvSpPr>
        <p:spPr>
          <a:xfrm>
            <a:off x="713225" y="817613"/>
            <a:ext cx="2700900" cy="12738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6" name="Google Shape;76;p7"/>
          <p:cNvSpPr txBox="1">
            <a:spLocks noGrp="1"/>
          </p:cNvSpPr>
          <p:nvPr>
            <p:ph type="body" idx="1"/>
          </p:nvPr>
        </p:nvSpPr>
        <p:spPr>
          <a:xfrm>
            <a:off x="713225" y="2091338"/>
            <a:ext cx="3962400" cy="21717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accent1"/>
              </a:buClr>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grpSp>
        <p:nvGrpSpPr>
          <p:cNvPr id="77" name="Google Shape;77;p7"/>
          <p:cNvGrpSpPr/>
          <p:nvPr/>
        </p:nvGrpSpPr>
        <p:grpSpPr>
          <a:xfrm>
            <a:off x="8252150" y="-5725"/>
            <a:ext cx="891850" cy="5149226"/>
            <a:chOff x="8252150" y="-5725"/>
            <a:chExt cx="891850" cy="5149226"/>
          </a:xfrm>
        </p:grpSpPr>
        <p:pic>
          <p:nvPicPr>
            <p:cNvPr id="78" name="Google Shape;78;p7"/>
            <p:cNvPicPr preferRelativeResize="0"/>
            <p:nvPr/>
          </p:nvPicPr>
          <p:blipFill rotWithShape="1">
            <a:blip r:embed="rId2">
              <a:alphaModFix/>
            </a:blip>
            <a:srcRect l="-2697" r="91670"/>
            <a:stretch/>
          </p:blipFill>
          <p:spPr>
            <a:xfrm>
              <a:off x="8252150" y="-5725"/>
              <a:ext cx="891850" cy="4549400"/>
            </a:xfrm>
            <a:prstGeom prst="rect">
              <a:avLst/>
            </a:prstGeom>
            <a:noFill/>
            <a:ln>
              <a:noFill/>
            </a:ln>
          </p:spPr>
        </p:pic>
        <p:pic>
          <p:nvPicPr>
            <p:cNvPr id="79" name="Google Shape;79;p7"/>
            <p:cNvPicPr preferRelativeResize="0"/>
            <p:nvPr/>
          </p:nvPicPr>
          <p:blipFill rotWithShape="1">
            <a:blip r:embed="rId2">
              <a:alphaModFix/>
            </a:blip>
            <a:srcRect l="-2697" r="91670" b="80646"/>
            <a:stretch/>
          </p:blipFill>
          <p:spPr>
            <a:xfrm>
              <a:off x="8252150" y="4263050"/>
              <a:ext cx="891850" cy="880451"/>
            </a:xfrm>
            <a:prstGeom prst="rect">
              <a:avLst/>
            </a:prstGeom>
            <a:noFill/>
            <a:ln>
              <a:noFill/>
            </a:ln>
          </p:spPr>
        </p:pic>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0"/>
        <p:cNvGrpSpPr/>
        <p:nvPr/>
      </p:nvGrpSpPr>
      <p:grpSpPr>
        <a:xfrm>
          <a:off x="0" y="0"/>
          <a:ext cx="0" cy="0"/>
          <a:chOff x="0" y="0"/>
          <a:chExt cx="0" cy="0"/>
        </a:xfrm>
      </p:grpSpPr>
      <p:pic>
        <p:nvPicPr>
          <p:cNvPr id="81" name="Google Shape;81;p8"/>
          <p:cNvPicPr preferRelativeResize="0"/>
          <p:nvPr/>
        </p:nvPicPr>
        <p:blipFill rotWithShape="1">
          <a:blip r:embed="rId2">
            <a:alphaModFix/>
          </a:blip>
          <a:srcRect t="11170" r="2638" b="3817"/>
          <a:stretch/>
        </p:blipFill>
        <p:spPr>
          <a:xfrm>
            <a:off x="0" y="0"/>
            <a:ext cx="8902550" cy="4372450"/>
          </a:xfrm>
          <a:prstGeom prst="rect">
            <a:avLst/>
          </a:prstGeom>
          <a:noFill/>
          <a:ln>
            <a:noFill/>
          </a:ln>
        </p:spPr>
      </p:pic>
      <p:sp>
        <p:nvSpPr>
          <p:cNvPr id="82" name="Google Shape;82;p8"/>
          <p:cNvSpPr txBox="1">
            <a:spLocks noGrp="1"/>
          </p:cNvSpPr>
          <p:nvPr>
            <p:ph type="title"/>
          </p:nvPr>
        </p:nvSpPr>
        <p:spPr>
          <a:xfrm>
            <a:off x="3514550" y="1656875"/>
            <a:ext cx="4916100" cy="1829700"/>
          </a:xfrm>
          <a:prstGeom prst="rect">
            <a:avLst/>
          </a:prstGeom>
          <a:ln>
            <a:noFill/>
          </a:ln>
        </p:spPr>
        <p:txBody>
          <a:bodyPr spcFirstLastPara="1" wrap="square" lIns="91425" tIns="91425" rIns="91425" bIns="91425" anchor="ctr" anchorCtr="0">
            <a:noAutofit/>
          </a:bodyPr>
          <a:lstStyle>
            <a:lvl1pPr lvl="0" algn="r">
              <a:spcBef>
                <a:spcPts val="0"/>
              </a:spcBef>
              <a:spcAft>
                <a:spcPts val="0"/>
              </a:spcAft>
              <a:buClr>
                <a:schemeClr val="dk1"/>
              </a:buClr>
              <a:buSzPts val="4800"/>
              <a:buNone/>
              <a:defRPr sz="6000">
                <a:solidFill>
                  <a:schemeClr val="dk1"/>
                </a:solidFill>
              </a:defRPr>
            </a:lvl1pPr>
            <a:lvl2pPr lvl="1">
              <a:spcBef>
                <a:spcPts val="0"/>
              </a:spcBef>
              <a:spcAft>
                <a:spcPts val="0"/>
              </a:spcAft>
              <a:buClr>
                <a:schemeClr val="dk1"/>
              </a:buClr>
              <a:buSzPts val="4800"/>
              <a:buNone/>
              <a:defRPr sz="4800">
                <a:solidFill>
                  <a:schemeClr val="dk1"/>
                </a:solidFill>
              </a:defRPr>
            </a:lvl2pPr>
            <a:lvl3pPr lvl="2">
              <a:spcBef>
                <a:spcPts val="0"/>
              </a:spcBef>
              <a:spcAft>
                <a:spcPts val="0"/>
              </a:spcAft>
              <a:buClr>
                <a:schemeClr val="dk1"/>
              </a:buClr>
              <a:buSzPts val="4800"/>
              <a:buNone/>
              <a:defRPr sz="4800">
                <a:solidFill>
                  <a:schemeClr val="dk1"/>
                </a:solidFill>
              </a:defRPr>
            </a:lvl3pPr>
            <a:lvl4pPr lvl="3">
              <a:spcBef>
                <a:spcPts val="0"/>
              </a:spcBef>
              <a:spcAft>
                <a:spcPts val="0"/>
              </a:spcAft>
              <a:buClr>
                <a:schemeClr val="dk1"/>
              </a:buClr>
              <a:buSzPts val="4800"/>
              <a:buNone/>
              <a:defRPr sz="4800">
                <a:solidFill>
                  <a:schemeClr val="dk1"/>
                </a:solidFill>
              </a:defRPr>
            </a:lvl4pPr>
            <a:lvl5pPr lvl="4">
              <a:spcBef>
                <a:spcPts val="0"/>
              </a:spcBef>
              <a:spcAft>
                <a:spcPts val="0"/>
              </a:spcAft>
              <a:buClr>
                <a:schemeClr val="dk1"/>
              </a:buClr>
              <a:buSzPts val="4800"/>
              <a:buNone/>
              <a:defRPr sz="4800">
                <a:solidFill>
                  <a:schemeClr val="dk1"/>
                </a:solidFill>
              </a:defRPr>
            </a:lvl5pPr>
            <a:lvl6pPr lvl="5">
              <a:spcBef>
                <a:spcPts val="0"/>
              </a:spcBef>
              <a:spcAft>
                <a:spcPts val="0"/>
              </a:spcAft>
              <a:buClr>
                <a:schemeClr val="dk1"/>
              </a:buClr>
              <a:buSzPts val="4800"/>
              <a:buNone/>
              <a:defRPr sz="4800">
                <a:solidFill>
                  <a:schemeClr val="dk1"/>
                </a:solidFill>
              </a:defRPr>
            </a:lvl6pPr>
            <a:lvl7pPr lvl="6">
              <a:spcBef>
                <a:spcPts val="0"/>
              </a:spcBef>
              <a:spcAft>
                <a:spcPts val="0"/>
              </a:spcAft>
              <a:buClr>
                <a:schemeClr val="dk1"/>
              </a:buClr>
              <a:buSzPts val="4800"/>
              <a:buNone/>
              <a:defRPr sz="4800">
                <a:solidFill>
                  <a:schemeClr val="dk1"/>
                </a:solidFill>
              </a:defRPr>
            </a:lvl7pPr>
            <a:lvl8pPr lvl="7">
              <a:spcBef>
                <a:spcPts val="0"/>
              </a:spcBef>
              <a:spcAft>
                <a:spcPts val="0"/>
              </a:spcAft>
              <a:buClr>
                <a:schemeClr val="dk1"/>
              </a:buClr>
              <a:buSzPts val="4800"/>
              <a:buNone/>
              <a:defRPr sz="4800">
                <a:solidFill>
                  <a:schemeClr val="dk1"/>
                </a:solidFill>
              </a:defRPr>
            </a:lvl8pPr>
            <a:lvl9pPr lvl="8">
              <a:spcBef>
                <a:spcPts val="0"/>
              </a:spcBef>
              <a:spcAft>
                <a:spcPts val="0"/>
              </a:spcAft>
              <a:buClr>
                <a:schemeClr val="dk1"/>
              </a:buClr>
              <a:buSzPts val="4800"/>
              <a:buNone/>
              <a:defRPr sz="4800">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pic>
        <p:nvPicPr>
          <p:cNvPr id="84" name="Google Shape;84;p9"/>
          <p:cNvPicPr preferRelativeResize="0"/>
          <p:nvPr/>
        </p:nvPicPr>
        <p:blipFill>
          <a:blip r:embed="rId2">
            <a:alphaModFix/>
          </a:blip>
          <a:stretch>
            <a:fillRect/>
          </a:stretch>
        </p:blipFill>
        <p:spPr>
          <a:xfrm>
            <a:off x="-2" y="13"/>
            <a:ext cx="9144000" cy="5143476"/>
          </a:xfrm>
          <a:prstGeom prst="rect">
            <a:avLst/>
          </a:prstGeom>
          <a:noFill/>
          <a:ln>
            <a:noFill/>
          </a:ln>
        </p:spPr>
      </p:pic>
      <p:sp>
        <p:nvSpPr>
          <p:cNvPr id="85" name="Google Shape;85;p9"/>
          <p:cNvSpPr/>
          <p:nvPr/>
        </p:nvSpPr>
        <p:spPr>
          <a:xfrm rot="10800000">
            <a:off x="2380070" y="3377853"/>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9"/>
          <p:cNvSpPr/>
          <p:nvPr/>
        </p:nvSpPr>
        <p:spPr>
          <a:xfrm rot="10800000">
            <a:off x="2374469" y="337565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9"/>
          <p:cNvSpPr/>
          <p:nvPr/>
        </p:nvSpPr>
        <p:spPr>
          <a:xfrm rot="10800000">
            <a:off x="2367878" y="337236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9"/>
          <p:cNvSpPr/>
          <p:nvPr/>
        </p:nvSpPr>
        <p:spPr>
          <a:xfrm rot="10800000">
            <a:off x="2380058" y="3374191"/>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9"/>
          <p:cNvSpPr/>
          <p:nvPr/>
        </p:nvSpPr>
        <p:spPr>
          <a:xfrm rot="10800000">
            <a:off x="2374457" y="337199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9"/>
          <p:cNvSpPr/>
          <p:nvPr/>
        </p:nvSpPr>
        <p:spPr>
          <a:xfrm rot="10800000">
            <a:off x="2367866" y="3368699"/>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9"/>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9"/>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9"/>
          <p:cNvSpPr txBox="1">
            <a:spLocks noGrp="1"/>
          </p:cNvSpPr>
          <p:nvPr>
            <p:ph type="title"/>
          </p:nvPr>
        </p:nvSpPr>
        <p:spPr>
          <a:xfrm>
            <a:off x="713225" y="1355775"/>
            <a:ext cx="3850800" cy="1117800"/>
          </a:xfrm>
          <a:prstGeom prst="rect">
            <a:avLst/>
          </a:prstGeom>
          <a:ln>
            <a:noFill/>
          </a:ln>
        </p:spPr>
        <p:txBody>
          <a:bodyPr spcFirstLastPara="1" wrap="square" lIns="91425" tIns="91425" rIns="91425" bIns="91425" anchor="b" anchorCtr="0">
            <a:noAutofit/>
          </a:bodyPr>
          <a:lstStyle>
            <a:lvl1pPr lvl="0" algn="ctr" rtl="0">
              <a:spcBef>
                <a:spcPts val="0"/>
              </a:spcBef>
              <a:spcAft>
                <a:spcPts val="0"/>
              </a:spcAft>
              <a:buSzPts val="3500"/>
              <a:buNone/>
              <a:defRPr sz="7200">
                <a:solidFill>
                  <a:schemeClr val="dk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94" name="Google Shape;94;p9"/>
          <p:cNvSpPr txBox="1">
            <a:spLocks noGrp="1"/>
          </p:cNvSpPr>
          <p:nvPr>
            <p:ph type="subTitle" idx="1"/>
          </p:nvPr>
        </p:nvSpPr>
        <p:spPr>
          <a:xfrm>
            <a:off x="713225" y="2669925"/>
            <a:ext cx="3850800" cy="1117800"/>
          </a:xfrm>
          <a:prstGeom prst="rect">
            <a:avLst/>
          </a:prstGeom>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15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8"/>
        <p:cNvGrpSpPr/>
        <p:nvPr/>
      </p:nvGrpSpPr>
      <p:grpSpPr>
        <a:xfrm>
          <a:off x="0" y="0"/>
          <a:ext cx="0" cy="0"/>
          <a:chOff x="0" y="0"/>
          <a:chExt cx="0" cy="0"/>
        </a:xfrm>
      </p:grpSpPr>
      <p:sp>
        <p:nvSpPr>
          <p:cNvPr id="99" name="Google Shape;99;p11"/>
          <p:cNvSpPr txBox="1">
            <a:spLocks noGrp="1"/>
          </p:cNvSpPr>
          <p:nvPr>
            <p:ph type="title" hasCustomPrompt="1"/>
          </p:nvPr>
        </p:nvSpPr>
        <p:spPr>
          <a:xfrm>
            <a:off x="3675725" y="1749700"/>
            <a:ext cx="4755000" cy="1466100"/>
          </a:xfrm>
          <a:prstGeom prst="rect">
            <a:avLst/>
          </a:prstGeom>
        </p:spPr>
        <p:txBody>
          <a:bodyPr spcFirstLastPara="1" wrap="square" lIns="91425" tIns="91425" rIns="91425" bIns="91425" anchor="ctr" anchorCtr="0">
            <a:noAutofit/>
          </a:bodyPr>
          <a:lstStyle>
            <a:lvl1pPr lvl="0" algn="r">
              <a:spcBef>
                <a:spcPts val="0"/>
              </a:spcBef>
              <a:spcAft>
                <a:spcPts val="0"/>
              </a:spcAft>
              <a:buSzPts val="9600"/>
              <a:buNone/>
              <a:defRPr sz="7200">
                <a:solidFill>
                  <a:schemeClr val="dk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0" name="Google Shape;100;p11"/>
          <p:cNvSpPr txBox="1">
            <a:spLocks noGrp="1"/>
          </p:cNvSpPr>
          <p:nvPr>
            <p:ph type="subTitle" idx="1"/>
          </p:nvPr>
        </p:nvSpPr>
        <p:spPr>
          <a:xfrm>
            <a:off x="3675600" y="3215800"/>
            <a:ext cx="4755000" cy="731700"/>
          </a:xfrm>
          <a:prstGeom prst="rect">
            <a:avLst/>
          </a:prstGeom>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r" rtl="0">
              <a:lnSpc>
                <a:spcPct val="115000"/>
              </a:lnSpc>
              <a:spcBef>
                <a:spcPts val="0"/>
              </a:spcBef>
              <a:spcAft>
                <a:spcPts val="0"/>
              </a:spcAft>
              <a:buSzPts val="1600"/>
              <a:buNone/>
              <a:defRPr sz="1600">
                <a:solidFill>
                  <a:schemeClr val="dk1"/>
                </a:solidFill>
                <a:latin typeface="Albert Sans Medium"/>
                <a:ea typeface="Albert Sans Medium"/>
                <a:cs typeface="Albert Sans Medium"/>
                <a:sym typeface="Albert Sans Medium"/>
              </a:defRPr>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101" name="Google Shape;101;p11"/>
          <p:cNvPicPr preferRelativeResize="0"/>
          <p:nvPr/>
        </p:nvPicPr>
        <p:blipFill rotWithShape="1">
          <a:blip r:embed="rId2">
            <a:alphaModFix/>
          </a:blip>
          <a:srcRect l="2638" t="14987"/>
          <a:stretch/>
        </p:blipFill>
        <p:spPr>
          <a:xfrm>
            <a:off x="0" y="0"/>
            <a:ext cx="8902550" cy="43724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2"/>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03"/>
        <p:cNvGrpSpPr/>
        <p:nvPr/>
      </p:nvGrpSpPr>
      <p:grpSpPr>
        <a:xfrm>
          <a:off x="0" y="0"/>
          <a:ext cx="0" cy="0"/>
          <a:chOff x="0" y="0"/>
          <a:chExt cx="0" cy="0"/>
        </a:xfrm>
      </p:grpSpPr>
      <p:sp>
        <p:nvSpPr>
          <p:cNvPr id="104" name="Google Shape;104;p13"/>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500"/>
              <a:buNone/>
              <a:defRPr>
                <a:latin typeface="Barlow"/>
                <a:ea typeface="Barlow"/>
                <a:cs typeface="Barlow"/>
                <a:sym typeface="Barlow"/>
              </a:defRPr>
            </a:lvl1pPr>
            <a:lvl2pPr lvl="1" rtl="0">
              <a:spcBef>
                <a:spcPts val="0"/>
              </a:spcBef>
              <a:spcAft>
                <a:spcPts val="0"/>
              </a:spcAft>
              <a:buClr>
                <a:schemeClr val="lt1"/>
              </a:buClr>
              <a:buSzPts val="3500"/>
              <a:buNone/>
              <a:defRPr>
                <a:solidFill>
                  <a:schemeClr val="lt1"/>
                </a:solidFill>
              </a:defRPr>
            </a:lvl2pPr>
            <a:lvl3pPr lvl="2" rtl="0">
              <a:spcBef>
                <a:spcPts val="0"/>
              </a:spcBef>
              <a:spcAft>
                <a:spcPts val="0"/>
              </a:spcAft>
              <a:buClr>
                <a:schemeClr val="lt1"/>
              </a:buClr>
              <a:buSzPts val="3500"/>
              <a:buNone/>
              <a:defRPr>
                <a:solidFill>
                  <a:schemeClr val="lt1"/>
                </a:solidFill>
              </a:defRPr>
            </a:lvl3pPr>
            <a:lvl4pPr lvl="3" rtl="0">
              <a:spcBef>
                <a:spcPts val="0"/>
              </a:spcBef>
              <a:spcAft>
                <a:spcPts val="0"/>
              </a:spcAft>
              <a:buClr>
                <a:schemeClr val="lt1"/>
              </a:buClr>
              <a:buSzPts val="3500"/>
              <a:buNone/>
              <a:defRPr>
                <a:solidFill>
                  <a:schemeClr val="lt1"/>
                </a:solidFill>
              </a:defRPr>
            </a:lvl4pPr>
            <a:lvl5pPr lvl="4" rtl="0">
              <a:spcBef>
                <a:spcPts val="0"/>
              </a:spcBef>
              <a:spcAft>
                <a:spcPts val="0"/>
              </a:spcAft>
              <a:buClr>
                <a:schemeClr val="lt1"/>
              </a:buClr>
              <a:buSzPts val="3500"/>
              <a:buNone/>
              <a:defRPr>
                <a:solidFill>
                  <a:schemeClr val="lt1"/>
                </a:solidFill>
              </a:defRPr>
            </a:lvl5pPr>
            <a:lvl6pPr lvl="5" rtl="0">
              <a:spcBef>
                <a:spcPts val="0"/>
              </a:spcBef>
              <a:spcAft>
                <a:spcPts val="0"/>
              </a:spcAft>
              <a:buClr>
                <a:schemeClr val="lt1"/>
              </a:buClr>
              <a:buSzPts val="3500"/>
              <a:buNone/>
              <a:defRPr>
                <a:solidFill>
                  <a:schemeClr val="lt1"/>
                </a:solidFill>
              </a:defRPr>
            </a:lvl6pPr>
            <a:lvl7pPr lvl="6" rtl="0">
              <a:spcBef>
                <a:spcPts val="0"/>
              </a:spcBef>
              <a:spcAft>
                <a:spcPts val="0"/>
              </a:spcAft>
              <a:buClr>
                <a:schemeClr val="lt1"/>
              </a:buClr>
              <a:buSzPts val="3500"/>
              <a:buNone/>
              <a:defRPr>
                <a:solidFill>
                  <a:schemeClr val="lt1"/>
                </a:solidFill>
              </a:defRPr>
            </a:lvl7pPr>
            <a:lvl8pPr lvl="7" rtl="0">
              <a:spcBef>
                <a:spcPts val="0"/>
              </a:spcBef>
              <a:spcAft>
                <a:spcPts val="0"/>
              </a:spcAft>
              <a:buClr>
                <a:schemeClr val="lt1"/>
              </a:buClr>
              <a:buSzPts val="3500"/>
              <a:buNone/>
              <a:defRPr>
                <a:solidFill>
                  <a:schemeClr val="lt1"/>
                </a:solidFill>
              </a:defRPr>
            </a:lvl8pPr>
            <a:lvl9pPr lvl="8" rtl="0">
              <a:spcBef>
                <a:spcPts val="0"/>
              </a:spcBef>
              <a:spcAft>
                <a:spcPts val="0"/>
              </a:spcAft>
              <a:buClr>
                <a:schemeClr val="lt1"/>
              </a:buClr>
              <a:buSzPts val="3500"/>
              <a:buNone/>
              <a:defRPr>
                <a:solidFill>
                  <a:schemeClr val="lt1"/>
                </a:solidFill>
              </a:defRPr>
            </a:lvl9pPr>
          </a:lstStyle>
          <a:p>
            <a:endParaRPr/>
          </a:p>
        </p:txBody>
      </p:sp>
      <p:sp>
        <p:nvSpPr>
          <p:cNvPr id="105" name="Google Shape;105;p13"/>
          <p:cNvSpPr txBox="1">
            <a:spLocks noGrp="1"/>
          </p:cNvSpPr>
          <p:nvPr>
            <p:ph type="subTitle" idx="1"/>
          </p:nvPr>
        </p:nvSpPr>
        <p:spPr>
          <a:xfrm flipH="1">
            <a:off x="2532138" y="3273343"/>
            <a:ext cx="5175600" cy="3249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lt1"/>
              </a:buClr>
              <a:buSzPts val="1400"/>
              <a:buNone/>
              <a:defRPr sz="1400"/>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106" name="Google Shape;106;p13"/>
          <p:cNvSpPr txBox="1">
            <a:spLocks noGrp="1"/>
          </p:cNvSpPr>
          <p:nvPr>
            <p:ph type="subTitle" idx="2"/>
          </p:nvPr>
        </p:nvSpPr>
        <p:spPr>
          <a:xfrm>
            <a:off x="2532138" y="1605575"/>
            <a:ext cx="5175600" cy="3249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lt1"/>
              </a:buClr>
              <a:buSzPts val="1400"/>
              <a:buNone/>
              <a:defRPr sz="1400"/>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a:endParaRPr/>
          </a:p>
        </p:txBody>
      </p:sp>
      <p:sp>
        <p:nvSpPr>
          <p:cNvPr id="107" name="Google Shape;107;p13"/>
          <p:cNvSpPr txBox="1">
            <a:spLocks noGrp="1"/>
          </p:cNvSpPr>
          <p:nvPr>
            <p:ph type="subTitle" idx="3"/>
          </p:nvPr>
        </p:nvSpPr>
        <p:spPr>
          <a:xfrm flipH="1">
            <a:off x="2532138" y="4107226"/>
            <a:ext cx="5175600" cy="3249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lt1"/>
              </a:buClr>
              <a:buSzPts val="1400"/>
              <a:buNone/>
              <a:defRPr sz="1400"/>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
        <p:nvSpPr>
          <p:cNvPr id="108" name="Google Shape;108;p13"/>
          <p:cNvSpPr txBox="1">
            <a:spLocks noGrp="1"/>
          </p:cNvSpPr>
          <p:nvPr>
            <p:ph type="subTitle" idx="4"/>
          </p:nvPr>
        </p:nvSpPr>
        <p:spPr>
          <a:xfrm>
            <a:off x="2532138" y="2439459"/>
            <a:ext cx="5175600" cy="3249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Clr>
                <a:schemeClr val="lt1"/>
              </a:buClr>
              <a:buSzPts val="1400"/>
              <a:buNone/>
              <a:defRPr sz="1400"/>
            </a:lvl1pPr>
            <a:lvl2pPr lvl="1" rtl="0">
              <a:lnSpc>
                <a:spcPct val="100000"/>
              </a:lnSpc>
              <a:spcBef>
                <a:spcPts val="0"/>
              </a:spcBef>
              <a:spcAft>
                <a:spcPts val="0"/>
              </a:spcAft>
              <a:buClr>
                <a:schemeClr val="lt1"/>
              </a:buClr>
              <a:buSzPts val="1400"/>
              <a:buNone/>
              <a:defRPr>
                <a:solidFill>
                  <a:schemeClr val="lt1"/>
                </a:solidFill>
              </a:defRPr>
            </a:lvl2pPr>
            <a:lvl3pPr lvl="2" rtl="0">
              <a:lnSpc>
                <a:spcPct val="100000"/>
              </a:lnSpc>
              <a:spcBef>
                <a:spcPts val="0"/>
              </a:spcBef>
              <a:spcAft>
                <a:spcPts val="0"/>
              </a:spcAft>
              <a:buClr>
                <a:schemeClr val="lt1"/>
              </a:buClr>
              <a:buSzPts val="1400"/>
              <a:buNone/>
              <a:defRPr>
                <a:solidFill>
                  <a:schemeClr val="lt1"/>
                </a:solidFill>
              </a:defRPr>
            </a:lvl3pPr>
            <a:lvl4pPr lvl="3" rtl="0">
              <a:lnSpc>
                <a:spcPct val="100000"/>
              </a:lnSpc>
              <a:spcBef>
                <a:spcPts val="0"/>
              </a:spcBef>
              <a:spcAft>
                <a:spcPts val="0"/>
              </a:spcAft>
              <a:buClr>
                <a:schemeClr val="lt1"/>
              </a:buClr>
              <a:buSzPts val="1400"/>
              <a:buNone/>
              <a:defRPr>
                <a:solidFill>
                  <a:schemeClr val="lt1"/>
                </a:solidFill>
              </a:defRPr>
            </a:lvl4pPr>
            <a:lvl5pPr lvl="4" rtl="0">
              <a:lnSpc>
                <a:spcPct val="100000"/>
              </a:lnSpc>
              <a:spcBef>
                <a:spcPts val="0"/>
              </a:spcBef>
              <a:spcAft>
                <a:spcPts val="0"/>
              </a:spcAft>
              <a:buClr>
                <a:schemeClr val="lt1"/>
              </a:buClr>
              <a:buSzPts val="1400"/>
              <a:buNone/>
              <a:defRPr>
                <a:solidFill>
                  <a:schemeClr val="lt1"/>
                </a:solidFill>
              </a:defRPr>
            </a:lvl5pPr>
            <a:lvl6pPr lvl="5" rtl="0">
              <a:lnSpc>
                <a:spcPct val="100000"/>
              </a:lnSpc>
              <a:spcBef>
                <a:spcPts val="0"/>
              </a:spcBef>
              <a:spcAft>
                <a:spcPts val="0"/>
              </a:spcAft>
              <a:buClr>
                <a:schemeClr val="lt1"/>
              </a:buClr>
              <a:buSzPts val="1400"/>
              <a:buNone/>
              <a:defRPr>
                <a:solidFill>
                  <a:schemeClr val="lt1"/>
                </a:solidFill>
              </a:defRPr>
            </a:lvl6pPr>
            <a:lvl7pPr lvl="6" rtl="0">
              <a:lnSpc>
                <a:spcPct val="100000"/>
              </a:lnSpc>
              <a:spcBef>
                <a:spcPts val="0"/>
              </a:spcBef>
              <a:spcAft>
                <a:spcPts val="0"/>
              </a:spcAft>
              <a:buClr>
                <a:schemeClr val="lt1"/>
              </a:buClr>
              <a:buSzPts val="1400"/>
              <a:buNone/>
              <a:defRPr>
                <a:solidFill>
                  <a:schemeClr val="lt1"/>
                </a:solidFill>
              </a:defRPr>
            </a:lvl7pPr>
            <a:lvl8pPr lvl="7" rtl="0">
              <a:lnSpc>
                <a:spcPct val="100000"/>
              </a:lnSpc>
              <a:spcBef>
                <a:spcPts val="0"/>
              </a:spcBef>
              <a:spcAft>
                <a:spcPts val="0"/>
              </a:spcAft>
              <a:buClr>
                <a:schemeClr val="lt1"/>
              </a:buClr>
              <a:buSzPts val="1400"/>
              <a:buNone/>
              <a:defRPr>
                <a:solidFill>
                  <a:schemeClr val="lt1"/>
                </a:solidFill>
              </a:defRPr>
            </a:lvl8pPr>
            <a:lvl9pPr lvl="8" rtl="0">
              <a:lnSpc>
                <a:spcPct val="100000"/>
              </a:lnSpc>
              <a:spcBef>
                <a:spcPts val="0"/>
              </a:spcBef>
              <a:spcAft>
                <a:spcPts val="0"/>
              </a:spcAft>
              <a:buClr>
                <a:schemeClr val="lt1"/>
              </a:buClr>
              <a:buSzPts val="1400"/>
              <a:buNone/>
              <a:defRPr>
                <a:solidFill>
                  <a:schemeClr val="lt1"/>
                </a:solidFill>
              </a:defRPr>
            </a:lvl9pPr>
          </a:lstStyle>
          <a:p>
            <a:endParaRPr/>
          </a:p>
        </p:txBody>
      </p:sp>
      <p:sp>
        <p:nvSpPr>
          <p:cNvPr id="109" name="Google Shape;109;p13"/>
          <p:cNvSpPr txBox="1">
            <a:spLocks noGrp="1"/>
          </p:cNvSpPr>
          <p:nvPr>
            <p:ph type="title" idx="5" hasCustomPrompt="1"/>
          </p:nvPr>
        </p:nvSpPr>
        <p:spPr>
          <a:xfrm flipH="1">
            <a:off x="1436262" y="2915848"/>
            <a:ext cx="1008300" cy="6798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400">
                <a:latin typeface="Barlow"/>
                <a:ea typeface="Barlow"/>
                <a:cs typeface="Barlow"/>
                <a:sym typeface="Barlow"/>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10" name="Google Shape;110;p13"/>
          <p:cNvSpPr txBox="1">
            <a:spLocks noGrp="1"/>
          </p:cNvSpPr>
          <p:nvPr>
            <p:ph type="title" idx="6" hasCustomPrompt="1"/>
          </p:nvPr>
        </p:nvSpPr>
        <p:spPr>
          <a:xfrm flipH="1">
            <a:off x="1436262" y="3752225"/>
            <a:ext cx="1008300" cy="6798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400">
                <a:latin typeface="Barlow"/>
                <a:ea typeface="Barlow"/>
                <a:cs typeface="Barlow"/>
                <a:sym typeface="Barlow"/>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11" name="Google Shape;111;p13"/>
          <p:cNvSpPr txBox="1">
            <a:spLocks noGrp="1"/>
          </p:cNvSpPr>
          <p:nvPr>
            <p:ph type="title" idx="7" hasCustomPrompt="1"/>
          </p:nvPr>
        </p:nvSpPr>
        <p:spPr>
          <a:xfrm>
            <a:off x="1436262" y="1243125"/>
            <a:ext cx="1008300" cy="6798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400">
                <a:latin typeface="Barlow"/>
                <a:ea typeface="Barlow"/>
                <a:cs typeface="Barlow"/>
                <a:sym typeface="Barlow"/>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12" name="Google Shape;112;p13"/>
          <p:cNvSpPr txBox="1">
            <a:spLocks noGrp="1"/>
          </p:cNvSpPr>
          <p:nvPr>
            <p:ph type="title" idx="8" hasCustomPrompt="1"/>
          </p:nvPr>
        </p:nvSpPr>
        <p:spPr>
          <a:xfrm>
            <a:off x="1436262" y="2079502"/>
            <a:ext cx="1008300" cy="6798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400">
                <a:latin typeface="Barlow"/>
                <a:ea typeface="Barlow"/>
                <a:cs typeface="Barlow"/>
                <a:sym typeface="Barlow"/>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r>
              <a:t>xx%</a:t>
            </a:r>
          </a:p>
        </p:txBody>
      </p:sp>
      <p:sp>
        <p:nvSpPr>
          <p:cNvPr id="113" name="Google Shape;113;p13"/>
          <p:cNvSpPr txBox="1">
            <a:spLocks noGrp="1"/>
          </p:cNvSpPr>
          <p:nvPr>
            <p:ph type="subTitle" idx="9"/>
          </p:nvPr>
        </p:nvSpPr>
        <p:spPr>
          <a:xfrm flipH="1">
            <a:off x="2532138" y="2923792"/>
            <a:ext cx="5175600" cy="436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2400"/>
              <a:buFont typeface="Arapey"/>
              <a:buNone/>
              <a:defRPr sz="2000" b="1">
                <a:latin typeface="Barlow"/>
                <a:ea typeface="Barlow"/>
                <a:cs typeface="Barlow"/>
                <a:sym typeface="Barlow"/>
              </a:defRPr>
            </a:lvl1pPr>
            <a:lvl2pPr lvl="1"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2pPr>
            <a:lvl3pPr lvl="2"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3pPr>
            <a:lvl4pPr lvl="3"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4pPr>
            <a:lvl5pPr lvl="4"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5pPr>
            <a:lvl6pPr lvl="5"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6pPr>
            <a:lvl7pPr lvl="6"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7pPr>
            <a:lvl8pPr lvl="7"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8pPr>
            <a:lvl9pPr lvl="8"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9pPr>
          </a:lstStyle>
          <a:p>
            <a:endParaRPr/>
          </a:p>
        </p:txBody>
      </p:sp>
      <p:sp>
        <p:nvSpPr>
          <p:cNvPr id="114" name="Google Shape;114;p13"/>
          <p:cNvSpPr txBox="1">
            <a:spLocks noGrp="1"/>
          </p:cNvSpPr>
          <p:nvPr>
            <p:ph type="subTitle" idx="13"/>
          </p:nvPr>
        </p:nvSpPr>
        <p:spPr>
          <a:xfrm>
            <a:off x="2532138" y="1256025"/>
            <a:ext cx="5175600" cy="436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2400"/>
              <a:buFont typeface="Arapey"/>
              <a:buNone/>
              <a:defRPr sz="2000" b="1">
                <a:latin typeface="Barlow"/>
                <a:ea typeface="Barlow"/>
                <a:cs typeface="Barlow"/>
                <a:sym typeface="Barlow"/>
              </a:defRPr>
            </a:lvl1pPr>
            <a:lvl2pPr lvl="1"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2pPr>
            <a:lvl3pPr lvl="2"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3pPr>
            <a:lvl4pPr lvl="3"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4pPr>
            <a:lvl5pPr lvl="4"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5pPr>
            <a:lvl6pPr lvl="5"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6pPr>
            <a:lvl7pPr lvl="6"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7pPr>
            <a:lvl8pPr lvl="7"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8pPr>
            <a:lvl9pPr lvl="8"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9pPr>
          </a:lstStyle>
          <a:p>
            <a:endParaRPr/>
          </a:p>
        </p:txBody>
      </p:sp>
      <p:sp>
        <p:nvSpPr>
          <p:cNvPr id="115" name="Google Shape;115;p13"/>
          <p:cNvSpPr txBox="1">
            <a:spLocks noGrp="1"/>
          </p:cNvSpPr>
          <p:nvPr>
            <p:ph type="subTitle" idx="14"/>
          </p:nvPr>
        </p:nvSpPr>
        <p:spPr>
          <a:xfrm flipH="1">
            <a:off x="2532138" y="3757676"/>
            <a:ext cx="5175600" cy="436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2400"/>
              <a:buFont typeface="Arapey"/>
              <a:buNone/>
              <a:defRPr sz="2000" b="1">
                <a:latin typeface="Barlow"/>
                <a:ea typeface="Barlow"/>
                <a:cs typeface="Barlow"/>
                <a:sym typeface="Barlow"/>
              </a:defRPr>
            </a:lvl1pPr>
            <a:lvl2pPr lvl="1"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2pPr>
            <a:lvl3pPr lvl="2"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3pPr>
            <a:lvl4pPr lvl="3"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4pPr>
            <a:lvl5pPr lvl="4"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5pPr>
            <a:lvl6pPr lvl="5"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6pPr>
            <a:lvl7pPr lvl="6"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7pPr>
            <a:lvl8pPr lvl="7"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8pPr>
            <a:lvl9pPr lvl="8"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9pPr>
          </a:lstStyle>
          <a:p>
            <a:endParaRPr/>
          </a:p>
        </p:txBody>
      </p:sp>
      <p:sp>
        <p:nvSpPr>
          <p:cNvPr id="116" name="Google Shape;116;p13"/>
          <p:cNvSpPr txBox="1">
            <a:spLocks noGrp="1"/>
          </p:cNvSpPr>
          <p:nvPr>
            <p:ph type="subTitle" idx="15"/>
          </p:nvPr>
        </p:nvSpPr>
        <p:spPr>
          <a:xfrm>
            <a:off x="2532138" y="2089909"/>
            <a:ext cx="5175600" cy="4368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lt1"/>
              </a:buClr>
              <a:buSzPts val="2400"/>
              <a:buFont typeface="Arapey"/>
              <a:buNone/>
              <a:defRPr sz="2000" b="1">
                <a:latin typeface="Barlow"/>
                <a:ea typeface="Barlow"/>
                <a:cs typeface="Barlow"/>
                <a:sym typeface="Barlow"/>
              </a:defRPr>
            </a:lvl1pPr>
            <a:lvl2pPr lvl="1"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2pPr>
            <a:lvl3pPr lvl="2"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3pPr>
            <a:lvl4pPr lvl="3"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4pPr>
            <a:lvl5pPr lvl="4"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5pPr>
            <a:lvl6pPr lvl="5"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6pPr>
            <a:lvl7pPr lvl="6"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7pPr>
            <a:lvl8pPr lvl="7"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8pPr>
            <a:lvl9pPr lvl="8" rtl="0">
              <a:lnSpc>
                <a:spcPct val="100000"/>
              </a:lnSpc>
              <a:spcBef>
                <a:spcPts val="0"/>
              </a:spcBef>
              <a:spcAft>
                <a:spcPts val="0"/>
              </a:spcAft>
              <a:buClr>
                <a:schemeClr val="lt1"/>
              </a:buClr>
              <a:buSzPts val="2400"/>
              <a:buFont typeface="Arapey"/>
              <a:buNone/>
              <a:defRPr sz="2400">
                <a:solidFill>
                  <a:schemeClr val="lt1"/>
                </a:solidFill>
                <a:latin typeface="Arapey"/>
                <a:ea typeface="Arapey"/>
                <a:cs typeface="Arapey"/>
                <a:sym typeface="Arapey"/>
              </a:defRPr>
            </a:lvl9pPr>
          </a:lstStyle>
          <a:p>
            <a:endParaRPr/>
          </a:p>
        </p:txBody>
      </p:sp>
      <p:sp>
        <p:nvSpPr>
          <p:cNvPr id="117" name="Google Shape;117;p13"/>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3"/>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3"/>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3"/>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3"/>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3"/>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3"/>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3"/>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5" name="Google Shape;125;p13"/>
          <p:cNvPicPr preferRelativeResize="0"/>
          <p:nvPr/>
        </p:nvPicPr>
        <p:blipFill rotWithShape="1">
          <a:blip r:embed="rId2">
            <a:alphaModFix/>
          </a:blip>
          <a:srcRect r="88973"/>
          <a:stretch/>
        </p:blipFill>
        <p:spPr>
          <a:xfrm>
            <a:off x="-246589" y="-5725"/>
            <a:ext cx="1008302" cy="514347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126"/>
        <p:cNvGrpSpPr/>
        <p:nvPr/>
      </p:nvGrpSpPr>
      <p:grpSpPr>
        <a:xfrm>
          <a:off x="0" y="0"/>
          <a:ext cx="0" cy="0"/>
          <a:chOff x="0" y="0"/>
          <a:chExt cx="0" cy="0"/>
        </a:xfrm>
      </p:grpSpPr>
      <p:sp>
        <p:nvSpPr>
          <p:cNvPr id="127" name="Google Shape;127;p14"/>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4"/>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4"/>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4"/>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4"/>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4"/>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4"/>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4"/>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4"/>
          <p:cNvSpPr txBox="1">
            <a:spLocks noGrp="1"/>
          </p:cNvSpPr>
          <p:nvPr>
            <p:ph type="title"/>
          </p:nvPr>
        </p:nvSpPr>
        <p:spPr>
          <a:xfrm>
            <a:off x="713225" y="3725375"/>
            <a:ext cx="3858900" cy="531900"/>
          </a:xfrm>
          <a:prstGeom prst="rect">
            <a:avLst/>
          </a:prstGeom>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36" name="Google Shape;136;p14"/>
          <p:cNvSpPr txBox="1">
            <a:spLocks noGrp="1"/>
          </p:cNvSpPr>
          <p:nvPr>
            <p:ph type="subTitle" idx="1"/>
          </p:nvPr>
        </p:nvSpPr>
        <p:spPr>
          <a:xfrm>
            <a:off x="713225" y="540000"/>
            <a:ext cx="6369300" cy="27213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3000"/>
              <a:buNone/>
              <a:defRPr sz="35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pic>
        <p:nvPicPr>
          <p:cNvPr id="137" name="Google Shape;137;p14"/>
          <p:cNvPicPr preferRelativeResize="0"/>
          <p:nvPr/>
        </p:nvPicPr>
        <p:blipFill rotWithShape="1">
          <a:blip r:embed="rId2">
            <a:alphaModFix/>
          </a:blip>
          <a:srcRect r="14653" b="12033"/>
          <a:stretch/>
        </p:blipFill>
        <p:spPr>
          <a:xfrm>
            <a:off x="1339725" y="619150"/>
            <a:ext cx="7804277" cy="45243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11">
    <p:spTree>
      <p:nvGrpSpPr>
        <p:cNvPr id="1" name="Shape 138"/>
        <p:cNvGrpSpPr/>
        <p:nvPr/>
      </p:nvGrpSpPr>
      <p:grpSpPr>
        <a:xfrm>
          <a:off x="0" y="0"/>
          <a:ext cx="0" cy="0"/>
          <a:chOff x="0" y="0"/>
          <a:chExt cx="0" cy="0"/>
        </a:xfrm>
      </p:grpSpPr>
      <p:sp>
        <p:nvSpPr>
          <p:cNvPr id="139" name="Google Shape;139;p15"/>
          <p:cNvSpPr txBox="1">
            <a:spLocks noGrp="1"/>
          </p:cNvSpPr>
          <p:nvPr>
            <p:ph type="title"/>
          </p:nvPr>
        </p:nvSpPr>
        <p:spPr>
          <a:xfrm>
            <a:off x="713225" y="2627500"/>
            <a:ext cx="5106300" cy="11001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Clr>
                <a:schemeClr val="dk1"/>
              </a:buClr>
              <a:buSzPts val="3600"/>
              <a:buNone/>
              <a:defRPr sz="4800">
                <a:solidFill>
                  <a:schemeClr val="dk1"/>
                </a:solidFill>
              </a:defRPr>
            </a:lvl1pPr>
            <a:lvl2pPr lvl="1" algn="ctr" rtl="0">
              <a:spcBef>
                <a:spcPts val="0"/>
              </a:spcBef>
              <a:spcAft>
                <a:spcPts val="0"/>
              </a:spcAft>
              <a:buClr>
                <a:schemeClr val="dk1"/>
              </a:buClr>
              <a:buSzPts val="3600"/>
              <a:buNone/>
              <a:defRPr sz="3600">
                <a:solidFill>
                  <a:schemeClr val="dk1"/>
                </a:solidFill>
              </a:defRPr>
            </a:lvl2pPr>
            <a:lvl3pPr lvl="2" algn="ctr" rtl="0">
              <a:spcBef>
                <a:spcPts val="0"/>
              </a:spcBef>
              <a:spcAft>
                <a:spcPts val="0"/>
              </a:spcAft>
              <a:buClr>
                <a:schemeClr val="dk1"/>
              </a:buClr>
              <a:buSzPts val="3600"/>
              <a:buNone/>
              <a:defRPr sz="3600">
                <a:solidFill>
                  <a:schemeClr val="dk1"/>
                </a:solidFill>
              </a:defRPr>
            </a:lvl3pPr>
            <a:lvl4pPr lvl="3" algn="ctr" rtl="0">
              <a:spcBef>
                <a:spcPts val="0"/>
              </a:spcBef>
              <a:spcAft>
                <a:spcPts val="0"/>
              </a:spcAft>
              <a:buClr>
                <a:schemeClr val="dk1"/>
              </a:buClr>
              <a:buSzPts val="3600"/>
              <a:buNone/>
              <a:defRPr sz="3600">
                <a:solidFill>
                  <a:schemeClr val="dk1"/>
                </a:solidFill>
              </a:defRPr>
            </a:lvl4pPr>
            <a:lvl5pPr lvl="4" algn="ctr" rtl="0">
              <a:spcBef>
                <a:spcPts val="0"/>
              </a:spcBef>
              <a:spcAft>
                <a:spcPts val="0"/>
              </a:spcAft>
              <a:buClr>
                <a:schemeClr val="dk1"/>
              </a:buClr>
              <a:buSzPts val="3600"/>
              <a:buNone/>
              <a:defRPr sz="3600">
                <a:solidFill>
                  <a:schemeClr val="dk1"/>
                </a:solidFill>
              </a:defRPr>
            </a:lvl5pPr>
            <a:lvl6pPr lvl="5" algn="ctr" rtl="0">
              <a:spcBef>
                <a:spcPts val="0"/>
              </a:spcBef>
              <a:spcAft>
                <a:spcPts val="0"/>
              </a:spcAft>
              <a:buClr>
                <a:schemeClr val="dk1"/>
              </a:buClr>
              <a:buSzPts val="3600"/>
              <a:buNone/>
              <a:defRPr sz="3600">
                <a:solidFill>
                  <a:schemeClr val="dk1"/>
                </a:solidFill>
              </a:defRPr>
            </a:lvl6pPr>
            <a:lvl7pPr lvl="6" algn="ctr" rtl="0">
              <a:spcBef>
                <a:spcPts val="0"/>
              </a:spcBef>
              <a:spcAft>
                <a:spcPts val="0"/>
              </a:spcAft>
              <a:buClr>
                <a:schemeClr val="dk1"/>
              </a:buClr>
              <a:buSzPts val="3600"/>
              <a:buNone/>
              <a:defRPr sz="3600">
                <a:solidFill>
                  <a:schemeClr val="dk1"/>
                </a:solidFill>
              </a:defRPr>
            </a:lvl7pPr>
            <a:lvl8pPr lvl="7" algn="ctr" rtl="0">
              <a:spcBef>
                <a:spcPts val="0"/>
              </a:spcBef>
              <a:spcAft>
                <a:spcPts val="0"/>
              </a:spcAft>
              <a:buClr>
                <a:schemeClr val="dk1"/>
              </a:buClr>
              <a:buSzPts val="3600"/>
              <a:buNone/>
              <a:defRPr sz="3600">
                <a:solidFill>
                  <a:schemeClr val="dk1"/>
                </a:solidFill>
              </a:defRPr>
            </a:lvl8pPr>
            <a:lvl9pPr lvl="8" algn="ctr" rtl="0">
              <a:spcBef>
                <a:spcPts val="0"/>
              </a:spcBef>
              <a:spcAft>
                <a:spcPts val="0"/>
              </a:spcAft>
              <a:buClr>
                <a:schemeClr val="dk1"/>
              </a:buClr>
              <a:buSzPts val="3600"/>
              <a:buNone/>
              <a:defRPr sz="3600">
                <a:solidFill>
                  <a:schemeClr val="dk1"/>
                </a:solidFill>
              </a:defRPr>
            </a:lvl9pPr>
          </a:lstStyle>
          <a:p>
            <a:endParaRPr/>
          </a:p>
        </p:txBody>
      </p:sp>
      <p:sp>
        <p:nvSpPr>
          <p:cNvPr id="140" name="Google Shape;140;p15"/>
          <p:cNvSpPr txBox="1">
            <a:spLocks noGrp="1"/>
          </p:cNvSpPr>
          <p:nvPr>
            <p:ph type="title" idx="2" hasCustomPrompt="1"/>
          </p:nvPr>
        </p:nvSpPr>
        <p:spPr>
          <a:xfrm>
            <a:off x="713225" y="1443775"/>
            <a:ext cx="1683000" cy="10374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Clr>
                <a:schemeClr val="dk1"/>
              </a:buClr>
              <a:buSzPts val="6000"/>
              <a:buNone/>
              <a:defRPr sz="6000">
                <a:solidFill>
                  <a:schemeClr val="dk1"/>
                </a:solidFill>
              </a:defRPr>
            </a:lvl1pPr>
            <a:lvl2pPr lvl="1" algn="ctr" rtl="0">
              <a:spcBef>
                <a:spcPts val="0"/>
              </a:spcBef>
              <a:spcAft>
                <a:spcPts val="0"/>
              </a:spcAft>
              <a:buClr>
                <a:schemeClr val="dk1"/>
              </a:buClr>
              <a:buSzPts val="6000"/>
              <a:buNone/>
              <a:defRPr sz="6000">
                <a:solidFill>
                  <a:schemeClr val="dk1"/>
                </a:solidFill>
              </a:defRPr>
            </a:lvl2pPr>
            <a:lvl3pPr lvl="2" algn="ctr" rtl="0">
              <a:spcBef>
                <a:spcPts val="0"/>
              </a:spcBef>
              <a:spcAft>
                <a:spcPts val="0"/>
              </a:spcAft>
              <a:buClr>
                <a:schemeClr val="dk1"/>
              </a:buClr>
              <a:buSzPts val="6000"/>
              <a:buNone/>
              <a:defRPr sz="6000">
                <a:solidFill>
                  <a:schemeClr val="dk1"/>
                </a:solidFill>
              </a:defRPr>
            </a:lvl3pPr>
            <a:lvl4pPr lvl="3" algn="ctr" rtl="0">
              <a:spcBef>
                <a:spcPts val="0"/>
              </a:spcBef>
              <a:spcAft>
                <a:spcPts val="0"/>
              </a:spcAft>
              <a:buClr>
                <a:schemeClr val="dk1"/>
              </a:buClr>
              <a:buSzPts val="6000"/>
              <a:buNone/>
              <a:defRPr sz="6000">
                <a:solidFill>
                  <a:schemeClr val="dk1"/>
                </a:solidFill>
              </a:defRPr>
            </a:lvl4pPr>
            <a:lvl5pPr lvl="4" algn="ctr" rtl="0">
              <a:spcBef>
                <a:spcPts val="0"/>
              </a:spcBef>
              <a:spcAft>
                <a:spcPts val="0"/>
              </a:spcAft>
              <a:buClr>
                <a:schemeClr val="dk1"/>
              </a:buClr>
              <a:buSzPts val="6000"/>
              <a:buNone/>
              <a:defRPr sz="6000">
                <a:solidFill>
                  <a:schemeClr val="dk1"/>
                </a:solidFill>
              </a:defRPr>
            </a:lvl5pPr>
            <a:lvl6pPr lvl="5" algn="ctr" rtl="0">
              <a:spcBef>
                <a:spcPts val="0"/>
              </a:spcBef>
              <a:spcAft>
                <a:spcPts val="0"/>
              </a:spcAft>
              <a:buClr>
                <a:schemeClr val="dk1"/>
              </a:buClr>
              <a:buSzPts val="6000"/>
              <a:buNone/>
              <a:defRPr sz="6000">
                <a:solidFill>
                  <a:schemeClr val="dk1"/>
                </a:solidFill>
              </a:defRPr>
            </a:lvl6pPr>
            <a:lvl7pPr lvl="6" algn="ctr" rtl="0">
              <a:spcBef>
                <a:spcPts val="0"/>
              </a:spcBef>
              <a:spcAft>
                <a:spcPts val="0"/>
              </a:spcAft>
              <a:buClr>
                <a:schemeClr val="dk1"/>
              </a:buClr>
              <a:buSzPts val="6000"/>
              <a:buNone/>
              <a:defRPr sz="6000">
                <a:solidFill>
                  <a:schemeClr val="dk1"/>
                </a:solidFill>
              </a:defRPr>
            </a:lvl7pPr>
            <a:lvl8pPr lvl="7" algn="ctr" rtl="0">
              <a:spcBef>
                <a:spcPts val="0"/>
              </a:spcBef>
              <a:spcAft>
                <a:spcPts val="0"/>
              </a:spcAft>
              <a:buClr>
                <a:schemeClr val="dk1"/>
              </a:buClr>
              <a:buSzPts val="6000"/>
              <a:buNone/>
              <a:defRPr sz="6000">
                <a:solidFill>
                  <a:schemeClr val="dk1"/>
                </a:solidFill>
              </a:defRPr>
            </a:lvl8pPr>
            <a:lvl9pPr lvl="8" algn="ctr" rtl="0">
              <a:spcBef>
                <a:spcPts val="0"/>
              </a:spcBef>
              <a:spcAft>
                <a:spcPts val="0"/>
              </a:spcAft>
              <a:buClr>
                <a:schemeClr val="dk1"/>
              </a:buClr>
              <a:buSzPts val="6000"/>
              <a:buNone/>
              <a:defRPr sz="6000">
                <a:solidFill>
                  <a:schemeClr val="dk1"/>
                </a:solidFill>
              </a:defRPr>
            </a:lvl9pPr>
          </a:lstStyle>
          <a:p>
            <a:r>
              <a:t>xx%</a:t>
            </a:r>
          </a:p>
        </p:txBody>
      </p:sp>
      <p:sp>
        <p:nvSpPr>
          <p:cNvPr id="141" name="Google Shape;141;p15"/>
          <p:cNvSpPr txBox="1">
            <a:spLocks noGrp="1"/>
          </p:cNvSpPr>
          <p:nvPr>
            <p:ph type="subTitle" idx="1"/>
          </p:nvPr>
        </p:nvSpPr>
        <p:spPr>
          <a:xfrm>
            <a:off x="713225" y="3698550"/>
            <a:ext cx="5106300" cy="483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latin typeface="Albert Sans Medium"/>
                <a:ea typeface="Albert Sans Medium"/>
                <a:cs typeface="Albert Sans Medium"/>
                <a:sym typeface="Albert Sans Medium"/>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42"/>
        <p:cNvGrpSpPr/>
        <p:nvPr/>
      </p:nvGrpSpPr>
      <p:grpSpPr>
        <a:xfrm>
          <a:off x="0" y="0"/>
          <a:ext cx="0" cy="0"/>
          <a:chOff x="0" y="0"/>
          <a:chExt cx="0" cy="0"/>
        </a:xfrm>
      </p:grpSpPr>
      <p:sp>
        <p:nvSpPr>
          <p:cNvPr id="143" name="Google Shape;143;p16"/>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6"/>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6"/>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6"/>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6"/>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6"/>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6"/>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6"/>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6"/>
          <p:cNvSpPr txBox="1">
            <a:spLocks noGrp="1"/>
          </p:cNvSpPr>
          <p:nvPr>
            <p:ph type="title"/>
          </p:nvPr>
        </p:nvSpPr>
        <p:spPr>
          <a:xfrm>
            <a:off x="1015275" y="834425"/>
            <a:ext cx="2785500" cy="21717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2" name="Google Shape;152;p16"/>
          <p:cNvSpPr txBox="1">
            <a:spLocks noGrp="1"/>
          </p:cNvSpPr>
          <p:nvPr>
            <p:ph type="subTitle" idx="1"/>
          </p:nvPr>
        </p:nvSpPr>
        <p:spPr>
          <a:xfrm>
            <a:off x="1015275" y="3045800"/>
            <a:ext cx="2785500" cy="111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53" name="Google Shape;153;p16"/>
          <p:cNvSpPr>
            <a:spLocks noGrp="1"/>
          </p:cNvSpPr>
          <p:nvPr>
            <p:ph type="pic" idx="2"/>
          </p:nvPr>
        </p:nvSpPr>
        <p:spPr>
          <a:xfrm>
            <a:off x="5476700" y="866775"/>
            <a:ext cx="2627400" cy="3410100"/>
          </a:xfrm>
          <a:prstGeom prst="rect">
            <a:avLst/>
          </a:prstGeom>
          <a:noFill/>
          <a:ln w="19050" cap="flat" cmpd="sng">
            <a:solidFill>
              <a:schemeClr val="lt2"/>
            </a:solidFill>
            <a:prstDash val="solid"/>
            <a:round/>
            <a:headEnd type="none" w="sm" len="sm"/>
            <a:tailEnd type="none" w="sm" len="sm"/>
          </a:ln>
        </p:spPr>
      </p:sp>
      <p:pic>
        <p:nvPicPr>
          <p:cNvPr id="154" name="Google Shape;154;p16"/>
          <p:cNvPicPr preferRelativeResize="0"/>
          <p:nvPr/>
        </p:nvPicPr>
        <p:blipFill rotWithShape="1">
          <a:blip r:embed="rId2">
            <a:alphaModFix/>
          </a:blip>
          <a:srcRect l="2696" r="88973"/>
          <a:stretch/>
        </p:blipFill>
        <p:spPr>
          <a:xfrm>
            <a:off x="-3" y="-5725"/>
            <a:ext cx="761726" cy="514347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155"/>
        <p:cNvGrpSpPr/>
        <p:nvPr/>
      </p:nvGrpSpPr>
      <p:grpSpPr>
        <a:xfrm>
          <a:off x="0" y="0"/>
          <a:ext cx="0" cy="0"/>
          <a:chOff x="0" y="0"/>
          <a:chExt cx="0" cy="0"/>
        </a:xfrm>
      </p:grpSpPr>
      <p:sp>
        <p:nvSpPr>
          <p:cNvPr id="156" name="Google Shape;156;p17"/>
          <p:cNvSpPr txBox="1">
            <a:spLocks noGrp="1"/>
          </p:cNvSpPr>
          <p:nvPr>
            <p:ph type="title"/>
          </p:nvPr>
        </p:nvSpPr>
        <p:spPr>
          <a:xfrm>
            <a:off x="1053375" y="1333500"/>
            <a:ext cx="2766300" cy="1222500"/>
          </a:xfrm>
          <a:prstGeom prst="rect">
            <a:avLst/>
          </a:prstGeom>
        </p:spPr>
        <p:txBody>
          <a:bodyPr spcFirstLastPara="1" wrap="square" lIns="91425" tIns="91425" rIns="91425" bIns="91425" anchor="b"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7" name="Google Shape;157;p17"/>
          <p:cNvSpPr txBox="1">
            <a:spLocks noGrp="1"/>
          </p:cNvSpPr>
          <p:nvPr>
            <p:ph type="subTitle" idx="1"/>
          </p:nvPr>
        </p:nvSpPr>
        <p:spPr>
          <a:xfrm>
            <a:off x="1053375" y="2556075"/>
            <a:ext cx="2766300" cy="126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158" name="Google Shape;158;p17"/>
          <p:cNvGrpSpPr/>
          <p:nvPr/>
        </p:nvGrpSpPr>
        <p:grpSpPr>
          <a:xfrm>
            <a:off x="-178625" y="-5725"/>
            <a:ext cx="891850" cy="5149224"/>
            <a:chOff x="8252150" y="-5725"/>
            <a:chExt cx="891850" cy="5149224"/>
          </a:xfrm>
        </p:grpSpPr>
        <p:pic>
          <p:nvPicPr>
            <p:cNvPr id="159" name="Google Shape;159;p17"/>
            <p:cNvPicPr preferRelativeResize="0"/>
            <p:nvPr/>
          </p:nvPicPr>
          <p:blipFill rotWithShape="1">
            <a:blip r:embed="rId2">
              <a:alphaModFix/>
            </a:blip>
            <a:srcRect r="88972" b="17382"/>
            <a:stretch/>
          </p:blipFill>
          <p:spPr>
            <a:xfrm>
              <a:off x="8252150" y="-5725"/>
              <a:ext cx="891850" cy="3758700"/>
            </a:xfrm>
            <a:prstGeom prst="rect">
              <a:avLst/>
            </a:prstGeom>
            <a:noFill/>
            <a:ln>
              <a:noFill/>
            </a:ln>
          </p:spPr>
        </p:pic>
        <p:pic>
          <p:nvPicPr>
            <p:cNvPr id="160" name="Google Shape;160;p17"/>
            <p:cNvPicPr preferRelativeResize="0"/>
            <p:nvPr/>
          </p:nvPicPr>
          <p:blipFill rotWithShape="1">
            <a:blip r:embed="rId2">
              <a:alphaModFix/>
            </a:blip>
            <a:srcRect t="11494" r="88972" b="57941"/>
            <a:stretch/>
          </p:blipFill>
          <p:spPr>
            <a:xfrm>
              <a:off x="8252150" y="3752975"/>
              <a:ext cx="891850" cy="1390524"/>
            </a:xfrm>
            <a:prstGeom prst="rect">
              <a:avLst/>
            </a:prstGeom>
            <a:noFill/>
            <a:ln>
              <a:noFill/>
            </a:ln>
          </p:spPr>
        </p:pic>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CUSTOM_4_1">
    <p:bg>
      <p:bgPr>
        <a:solidFill>
          <a:schemeClr val="lt1"/>
        </a:solidFill>
        <a:effectLst/>
      </p:bgPr>
    </p:bg>
    <p:spTree>
      <p:nvGrpSpPr>
        <p:cNvPr id="1" name="Shape 161"/>
        <p:cNvGrpSpPr/>
        <p:nvPr/>
      </p:nvGrpSpPr>
      <p:grpSpPr>
        <a:xfrm>
          <a:off x="0" y="0"/>
          <a:ext cx="0" cy="0"/>
          <a:chOff x="0" y="0"/>
          <a:chExt cx="0" cy="0"/>
        </a:xfrm>
      </p:grpSpPr>
      <p:sp>
        <p:nvSpPr>
          <p:cNvPr id="162" name="Google Shape;162;p18"/>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8"/>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8"/>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8"/>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8"/>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8"/>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8"/>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8"/>
          <p:cNvSpPr txBox="1">
            <a:spLocks noGrp="1"/>
          </p:cNvSpPr>
          <p:nvPr>
            <p:ph type="title"/>
          </p:nvPr>
        </p:nvSpPr>
        <p:spPr>
          <a:xfrm>
            <a:off x="5230000" y="1410788"/>
            <a:ext cx="2630400" cy="1241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71" name="Google Shape;171;p18"/>
          <p:cNvSpPr txBox="1">
            <a:spLocks noGrp="1"/>
          </p:cNvSpPr>
          <p:nvPr>
            <p:ph type="subTitle" idx="1"/>
          </p:nvPr>
        </p:nvSpPr>
        <p:spPr>
          <a:xfrm>
            <a:off x="5230125" y="2652427"/>
            <a:ext cx="2630400" cy="12843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72" name="Google Shape;172;p18"/>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8"/>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8"/>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8"/>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8"/>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8"/>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8"/>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0" name="Google Shape;180;p18"/>
          <p:cNvGrpSpPr/>
          <p:nvPr/>
        </p:nvGrpSpPr>
        <p:grpSpPr>
          <a:xfrm>
            <a:off x="8252150" y="-5725"/>
            <a:ext cx="891850" cy="5149224"/>
            <a:chOff x="8252150" y="-5725"/>
            <a:chExt cx="891850" cy="5149224"/>
          </a:xfrm>
        </p:grpSpPr>
        <p:pic>
          <p:nvPicPr>
            <p:cNvPr id="181" name="Google Shape;181;p18"/>
            <p:cNvPicPr preferRelativeResize="0"/>
            <p:nvPr/>
          </p:nvPicPr>
          <p:blipFill rotWithShape="1">
            <a:blip r:embed="rId2">
              <a:alphaModFix/>
            </a:blip>
            <a:srcRect r="88972" b="17382"/>
            <a:stretch/>
          </p:blipFill>
          <p:spPr>
            <a:xfrm>
              <a:off x="8252150" y="-5725"/>
              <a:ext cx="891850" cy="3758700"/>
            </a:xfrm>
            <a:prstGeom prst="rect">
              <a:avLst/>
            </a:prstGeom>
            <a:noFill/>
            <a:ln>
              <a:noFill/>
            </a:ln>
          </p:spPr>
        </p:pic>
        <p:pic>
          <p:nvPicPr>
            <p:cNvPr id="182" name="Google Shape;182;p18"/>
            <p:cNvPicPr preferRelativeResize="0"/>
            <p:nvPr/>
          </p:nvPicPr>
          <p:blipFill rotWithShape="1">
            <a:blip r:embed="rId2">
              <a:alphaModFix/>
            </a:blip>
            <a:srcRect t="11494" r="88972" b="57941"/>
            <a:stretch/>
          </p:blipFill>
          <p:spPr>
            <a:xfrm>
              <a:off x="8252150" y="3752975"/>
              <a:ext cx="891850" cy="1390524"/>
            </a:xfrm>
            <a:prstGeom prst="rect">
              <a:avLst/>
            </a:prstGeom>
            <a:noFill/>
            <a:ln>
              <a:noFill/>
            </a:ln>
          </p:spPr>
        </p:pic>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3">
  <p:cSld name="CUSTOM_4_1_1">
    <p:spTree>
      <p:nvGrpSpPr>
        <p:cNvPr id="1" name="Shape 183"/>
        <p:cNvGrpSpPr/>
        <p:nvPr/>
      </p:nvGrpSpPr>
      <p:grpSpPr>
        <a:xfrm>
          <a:off x="0" y="0"/>
          <a:ext cx="0" cy="0"/>
          <a:chOff x="0" y="0"/>
          <a:chExt cx="0" cy="0"/>
        </a:xfrm>
      </p:grpSpPr>
      <p:sp>
        <p:nvSpPr>
          <p:cNvPr id="184" name="Google Shape;184;p19"/>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9"/>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9"/>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8" name="Google Shape;188;p19"/>
          <p:cNvSpPr txBox="1">
            <a:spLocks noGrp="1"/>
          </p:cNvSpPr>
          <p:nvPr>
            <p:ph type="body" idx="1"/>
          </p:nvPr>
        </p:nvSpPr>
        <p:spPr>
          <a:xfrm>
            <a:off x="726600" y="1017725"/>
            <a:ext cx="7704000" cy="12588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1"/>
              </a:buClr>
              <a:buSzPts val="1400"/>
              <a:buChar char="$"/>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4">
  <p:cSld name="CUSTOM_4_1_1_1">
    <p:spTree>
      <p:nvGrpSpPr>
        <p:cNvPr id="1" name="Shape 189"/>
        <p:cNvGrpSpPr/>
        <p:nvPr/>
      </p:nvGrpSpPr>
      <p:grpSpPr>
        <a:xfrm>
          <a:off x="0" y="0"/>
          <a:ext cx="0" cy="0"/>
          <a:chOff x="0" y="0"/>
          <a:chExt cx="0" cy="0"/>
        </a:xfrm>
      </p:grpSpPr>
      <p:sp>
        <p:nvSpPr>
          <p:cNvPr id="190" name="Google Shape;190;p20"/>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0"/>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0"/>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20"/>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0"/>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20"/>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0"/>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0"/>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0"/>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0"/>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0"/>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0"/>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0"/>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0"/>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0"/>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0"/>
          <p:cNvSpPr txBox="1">
            <a:spLocks noGrp="1"/>
          </p:cNvSpPr>
          <p:nvPr>
            <p:ph type="title"/>
          </p:nvPr>
        </p:nvSpPr>
        <p:spPr>
          <a:xfrm>
            <a:off x="1550700" y="1091025"/>
            <a:ext cx="6042600" cy="671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06" name="Google Shape;206;p20"/>
          <p:cNvSpPr txBox="1">
            <a:spLocks noGrp="1"/>
          </p:cNvSpPr>
          <p:nvPr>
            <p:ph type="body" idx="1"/>
          </p:nvPr>
        </p:nvSpPr>
        <p:spPr>
          <a:xfrm>
            <a:off x="1550700" y="1981650"/>
            <a:ext cx="6042600" cy="25872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accent1"/>
              </a:buClr>
              <a:buSzPts val="1400"/>
              <a:buChar char="$"/>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grpSp>
        <p:nvGrpSpPr>
          <p:cNvPr id="207" name="Google Shape;207;p20"/>
          <p:cNvGrpSpPr/>
          <p:nvPr/>
        </p:nvGrpSpPr>
        <p:grpSpPr>
          <a:xfrm>
            <a:off x="0" y="-32701"/>
            <a:ext cx="9144001" cy="572700"/>
            <a:chOff x="0" y="-32701"/>
            <a:chExt cx="9144001" cy="572700"/>
          </a:xfrm>
        </p:grpSpPr>
        <p:pic>
          <p:nvPicPr>
            <p:cNvPr id="208" name="Google Shape;208;p20"/>
            <p:cNvPicPr preferRelativeResize="0"/>
            <p:nvPr/>
          </p:nvPicPr>
          <p:blipFill rotWithShape="1">
            <a:blip r:embed="rId2">
              <a:alphaModFix/>
            </a:blip>
            <a:srcRect t="5612" b="80214"/>
            <a:stretch/>
          </p:blipFill>
          <p:spPr>
            <a:xfrm>
              <a:off x="0" y="-32701"/>
              <a:ext cx="7183474" cy="572700"/>
            </a:xfrm>
            <a:prstGeom prst="rect">
              <a:avLst/>
            </a:prstGeom>
            <a:noFill/>
            <a:ln>
              <a:noFill/>
            </a:ln>
          </p:spPr>
        </p:pic>
        <p:pic>
          <p:nvPicPr>
            <p:cNvPr id="209" name="Google Shape;209;p20"/>
            <p:cNvPicPr preferRelativeResize="0"/>
            <p:nvPr/>
          </p:nvPicPr>
          <p:blipFill rotWithShape="1">
            <a:blip r:embed="rId2">
              <a:alphaModFix/>
            </a:blip>
            <a:srcRect l="7901" t="5612" r="64806" b="80214"/>
            <a:stretch/>
          </p:blipFill>
          <p:spPr>
            <a:xfrm>
              <a:off x="7183475" y="-32700"/>
              <a:ext cx="1960526" cy="572700"/>
            </a:xfrm>
            <a:prstGeom prst="rect">
              <a:avLst/>
            </a:prstGeom>
            <a:noFill/>
            <a:ln>
              <a:noFill/>
            </a:ln>
          </p:spPr>
        </p:pic>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2" name="Google Shape;212;p21"/>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21"/>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21"/>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21"/>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21"/>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1"/>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1"/>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1"/>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 name="Google Shape;220;p21"/>
          <p:cNvGrpSpPr/>
          <p:nvPr/>
        </p:nvGrpSpPr>
        <p:grpSpPr>
          <a:xfrm>
            <a:off x="8252150" y="-5725"/>
            <a:ext cx="891850" cy="5149224"/>
            <a:chOff x="8252150" y="-5725"/>
            <a:chExt cx="891850" cy="5149224"/>
          </a:xfrm>
        </p:grpSpPr>
        <p:pic>
          <p:nvPicPr>
            <p:cNvPr id="221" name="Google Shape;221;p21"/>
            <p:cNvPicPr preferRelativeResize="0"/>
            <p:nvPr/>
          </p:nvPicPr>
          <p:blipFill rotWithShape="1">
            <a:blip r:embed="rId2">
              <a:alphaModFix/>
            </a:blip>
            <a:srcRect r="88972" b="17382"/>
            <a:stretch/>
          </p:blipFill>
          <p:spPr>
            <a:xfrm>
              <a:off x="8252150" y="-5725"/>
              <a:ext cx="891850" cy="3758700"/>
            </a:xfrm>
            <a:prstGeom prst="rect">
              <a:avLst/>
            </a:prstGeom>
            <a:noFill/>
            <a:ln>
              <a:noFill/>
            </a:ln>
          </p:spPr>
        </p:pic>
        <p:pic>
          <p:nvPicPr>
            <p:cNvPr id="222" name="Google Shape;222;p21"/>
            <p:cNvPicPr preferRelativeResize="0"/>
            <p:nvPr/>
          </p:nvPicPr>
          <p:blipFill rotWithShape="1">
            <a:blip r:embed="rId2">
              <a:alphaModFix/>
            </a:blip>
            <a:srcRect t="11494" r="88972" b="57941"/>
            <a:stretch/>
          </p:blipFill>
          <p:spPr>
            <a:xfrm>
              <a:off x="8252150" y="3752975"/>
              <a:ext cx="891850" cy="1390524"/>
            </a:xfrm>
            <a:prstGeom prst="rect">
              <a:avLst/>
            </a:prstGeom>
            <a:noFill/>
            <a:ln>
              <a:noFill/>
            </a:ln>
          </p:spPr>
        </p:pic>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2">
  <p:cSld name="CUSTOM_10_1">
    <p:spTree>
      <p:nvGrpSpPr>
        <p:cNvPr id="1" name="Shape 223"/>
        <p:cNvGrpSpPr/>
        <p:nvPr/>
      </p:nvGrpSpPr>
      <p:grpSpPr>
        <a:xfrm>
          <a:off x="0" y="0"/>
          <a:ext cx="0" cy="0"/>
          <a:chOff x="0" y="0"/>
          <a:chExt cx="0" cy="0"/>
        </a:xfrm>
      </p:grpSpPr>
      <p:sp>
        <p:nvSpPr>
          <p:cNvPr id="224" name="Google Shape;224;p2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25" name="Google Shape;225;p22"/>
          <p:cNvGrpSpPr/>
          <p:nvPr/>
        </p:nvGrpSpPr>
        <p:grpSpPr>
          <a:xfrm>
            <a:off x="0" y="-32701"/>
            <a:ext cx="9144001" cy="572700"/>
            <a:chOff x="0" y="-32701"/>
            <a:chExt cx="9144001" cy="572700"/>
          </a:xfrm>
        </p:grpSpPr>
        <p:pic>
          <p:nvPicPr>
            <p:cNvPr id="226" name="Google Shape;226;p22"/>
            <p:cNvPicPr preferRelativeResize="0"/>
            <p:nvPr/>
          </p:nvPicPr>
          <p:blipFill rotWithShape="1">
            <a:blip r:embed="rId2">
              <a:alphaModFix/>
            </a:blip>
            <a:srcRect t="5612" b="80214"/>
            <a:stretch/>
          </p:blipFill>
          <p:spPr>
            <a:xfrm>
              <a:off x="0" y="-32701"/>
              <a:ext cx="7183474" cy="572700"/>
            </a:xfrm>
            <a:prstGeom prst="rect">
              <a:avLst/>
            </a:prstGeom>
            <a:noFill/>
            <a:ln>
              <a:noFill/>
            </a:ln>
          </p:spPr>
        </p:pic>
        <p:pic>
          <p:nvPicPr>
            <p:cNvPr id="227" name="Google Shape;227;p22"/>
            <p:cNvPicPr preferRelativeResize="0"/>
            <p:nvPr/>
          </p:nvPicPr>
          <p:blipFill rotWithShape="1">
            <a:blip r:embed="rId2">
              <a:alphaModFix/>
            </a:blip>
            <a:srcRect l="7901" t="5612" r="64806" b="80214"/>
            <a:stretch/>
          </p:blipFill>
          <p:spPr>
            <a:xfrm>
              <a:off x="7183475" y="-32700"/>
              <a:ext cx="1960526" cy="572700"/>
            </a:xfrm>
            <a:prstGeom prst="rect">
              <a:avLst/>
            </a:prstGeom>
            <a:noFill/>
            <a:ln>
              <a:noFill/>
            </a:ln>
          </p:spPr>
        </p:pic>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28"/>
        <p:cNvGrpSpPr/>
        <p:nvPr/>
      </p:nvGrpSpPr>
      <p:grpSpPr>
        <a:xfrm>
          <a:off x="0" y="0"/>
          <a:ext cx="0" cy="0"/>
          <a:chOff x="0" y="0"/>
          <a:chExt cx="0" cy="0"/>
        </a:xfrm>
      </p:grpSpPr>
      <p:sp>
        <p:nvSpPr>
          <p:cNvPr id="229" name="Google Shape;229;p23"/>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0" name="Google Shape;230;p23"/>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1" name="Google Shape;231;p23"/>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2" name="Google Shape;232;p23"/>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3" name="Google Shape;233;p23"/>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endParaRPr>
          </a:p>
        </p:txBody>
      </p:sp>
      <p:sp>
        <p:nvSpPr>
          <p:cNvPr id="234" name="Google Shape;234;p23"/>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5" name="Google Shape;235;p23"/>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6" name="Google Shape;236;p23"/>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37" name="Google Shape;237;p23"/>
          <p:cNvSpPr txBox="1">
            <a:spLocks noGrp="1"/>
          </p:cNvSpPr>
          <p:nvPr>
            <p:ph type="title"/>
          </p:nvPr>
        </p:nvSpPr>
        <p:spPr>
          <a:xfrm>
            <a:off x="713325" y="445025"/>
            <a:ext cx="7717500" cy="667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238" name="Google Shape;238;p23"/>
          <p:cNvSpPr txBox="1">
            <a:spLocks noGrp="1"/>
          </p:cNvSpPr>
          <p:nvPr>
            <p:ph type="subTitle" idx="1"/>
          </p:nvPr>
        </p:nvSpPr>
        <p:spPr>
          <a:xfrm>
            <a:off x="4840776" y="2962851"/>
            <a:ext cx="2895300" cy="12027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39" name="Google Shape;239;p23"/>
          <p:cNvSpPr txBox="1">
            <a:spLocks noGrp="1"/>
          </p:cNvSpPr>
          <p:nvPr>
            <p:ph type="subTitle" idx="2"/>
          </p:nvPr>
        </p:nvSpPr>
        <p:spPr>
          <a:xfrm>
            <a:off x="1407950" y="2962848"/>
            <a:ext cx="2895300" cy="1202700"/>
          </a:xfrm>
          <a:prstGeom prst="rect">
            <a:avLst/>
          </a:prstGeom>
          <a:ln>
            <a:noFill/>
          </a:ln>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0" name="Google Shape;240;p23"/>
          <p:cNvSpPr txBox="1">
            <a:spLocks noGrp="1"/>
          </p:cNvSpPr>
          <p:nvPr>
            <p:ph type="subTitle" idx="3"/>
          </p:nvPr>
        </p:nvSpPr>
        <p:spPr>
          <a:xfrm>
            <a:off x="1407938" y="2487125"/>
            <a:ext cx="2895300" cy="546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Archivo Black"/>
              <a:buNone/>
              <a:defRPr sz="2000" b="1">
                <a:latin typeface="Barlow"/>
                <a:ea typeface="Barlow"/>
                <a:cs typeface="Barlow"/>
                <a:sym typeface="Barlow"/>
              </a:defRPr>
            </a:lvl1pPr>
            <a:lvl2pPr lvl="1"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2pPr>
            <a:lvl3pPr lvl="2"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3pPr>
            <a:lvl4pPr lvl="3"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4pPr>
            <a:lvl5pPr lvl="4"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5pPr>
            <a:lvl6pPr lvl="5"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6pPr>
            <a:lvl7pPr lvl="6"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7pPr>
            <a:lvl8pPr lvl="7"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8pPr>
            <a:lvl9pPr lvl="8"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9pPr>
          </a:lstStyle>
          <a:p>
            <a:endParaRPr/>
          </a:p>
        </p:txBody>
      </p:sp>
      <p:sp>
        <p:nvSpPr>
          <p:cNvPr id="241" name="Google Shape;241;p23"/>
          <p:cNvSpPr txBox="1">
            <a:spLocks noGrp="1"/>
          </p:cNvSpPr>
          <p:nvPr>
            <p:ph type="subTitle" idx="4"/>
          </p:nvPr>
        </p:nvSpPr>
        <p:spPr>
          <a:xfrm>
            <a:off x="4840763" y="2487125"/>
            <a:ext cx="2895300" cy="5469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Archivo Black"/>
              <a:buNone/>
              <a:defRPr sz="2000" b="1">
                <a:latin typeface="Barlow"/>
                <a:ea typeface="Barlow"/>
                <a:cs typeface="Barlow"/>
                <a:sym typeface="Barlow"/>
              </a:defRPr>
            </a:lvl1pPr>
            <a:lvl2pPr lvl="1"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2pPr>
            <a:lvl3pPr lvl="2"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3pPr>
            <a:lvl4pPr lvl="3"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4pPr>
            <a:lvl5pPr lvl="4"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5pPr>
            <a:lvl6pPr lvl="5"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6pPr>
            <a:lvl7pPr lvl="6"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7pPr>
            <a:lvl8pPr lvl="7"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8pPr>
            <a:lvl9pPr lvl="8" algn="ctr" rtl="0">
              <a:lnSpc>
                <a:spcPct val="100000"/>
              </a:lnSpc>
              <a:spcBef>
                <a:spcPts val="0"/>
              </a:spcBef>
              <a:spcAft>
                <a:spcPts val="0"/>
              </a:spcAft>
              <a:buSzPts val="2000"/>
              <a:buFont typeface="Archivo Black"/>
              <a:buNone/>
              <a:defRPr sz="2000">
                <a:latin typeface="Archivo Black"/>
                <a:ea typeface="Archivo Black"/>
                <a:cs typeface="Archivo Black"/>
                <a:sym typeface="Archivo Black"/>
              </a:defRPr>
            </a:lvl9pPr>
          </a:lstStyle>
          <a:p>
            <a:endParaRPr/>
          </a:p>
        </p:txBody>
      </p:sp>
      <p:grpSp>
        <p:nvGrpSpPr>
          <p:cNvPr id="242" name="Google Shape;242;p23"/>
          <p:cNvGrpSpPr/>
          <p:nvPr/>
        </p:nvGrpSpPr>
        <p:grpSpPr>
          <a:xfrm>
            <a:off x="0" y="-5725"/>
            <a:ext cx="827650" cy="5149224"/>
            <a:chOff x="8509325" y="-5725"/>
            <a:chExt cx="827650" cy="5149224"/>
          </a:xfrm>
        </p:grpSpPr>
        <p:pic>
          <p:nvPicPr>
            <p:cNvPr id="243" name="Google Shape;243;p23"/>
            <p:cNvPicPr preferRelativeResize="0"/>
            <p:nvPr/>
          </p:nvPicPr>
          <p:blipFill rotWithShape="1">
            <a:blip r:embed="rId2">
              <a:alphaModFix/>
            </a:blip>
            <a:srcRect l="3179" r="86587" b="17382"/>
            <a:stretch/>
          </p:blipFill>
          <p:spPr>
            <a:xfrm>
              <a:off x="8509325" y="-5725"/>
              <a:ext cx="827650" cy="3758700"/>
            </a:xfrm>
            <a:prstGeom prst="rect">
              <a:avLst/>
            </a:prstGeom>
            <a:noFill/>
            <a:ln>
              <a:noFill/>
            </a:ln>
          </p:spPr>
        </p:pic>
        <p:pic>
          <p:nvPicPr>
            <p:cNvPr id="244" name="Google Shape;244;p23"/>
            <p:cNvPicPr preferRelativeResize="0"/>
            <p:nvPr/>
          </p:nvPicPr>
          <p:blipFill rotWithShape="1">
            <a:blip r:embed="rId2">
              <a:alphaModFix/>
            </a:blip>
            <a:srcRect l="3179" t="11494" r="86587" b="57941"/>
            <a:stretch/>
          </p:blipFill>
          <p:spPr>
            <a:xfrm>
              <a:off x="8509325" y="3752975"/>
              <a:ext cx="827650" cy="1390524"/>
            </a:xfrm>
            <a:prstGeom prst="rect">
              <a:avLst/>
            </a:prstGeom>
            <a:noFill/>
            <a:ln>
              <a:noFill/>
            </a:ln>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245"/>
        <p:cNvGrpSpPr/>
        <p:nvPr/>
      </p:nvGrpSpPr>
      <p:grpSpPr>
        <a:xfrm>
          <a:off x="0" y="0"/>
          <a:ext cx="0" cy="0"/>
          <a:chOff x="0" y="0"/>
          <a:chExt cx="0" cy="0"/>
        </a:xfrm>
      </p:grpSpPr>
      <p:sp>
        <p:nvSpPr>
          <p:cNvPr id="246" name="Google Shape;246;p2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7" name="Google Shape;247;p24"/>
          <p:cNvSpPr txBox="1">
            <a:spLocks noGrp="1"/>
          </p:cNvSpPr>
          <p:nvPr>
            <p:ph type="subTitle" idx="1"/>
          </p:nvPr>
        </p:nvSpPr>
        <p:spPr>
          <a:xfrm>
            <a:off x="2328650" y="3085100"/>
            <a:ext cx="6102300" cy="1139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8" name="Google Shape;248;p24"/>
          <p:cNvSpPr txBox="1">
            <a:spLocks noGrp="1"/>
          </p:cNvSpPr>
          <p:nvPr>
            <p:ph type="subTitle" idx="2"/>
          </p:nvPr>
        </p:nvSpPr>
        <p:spPr>
          <a:xfrm>
            <a:off x="2328650" y="1538625"/>
            <a:ext cx="6102300" cy="1139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249" name="Google Shape;249;p24"/>
          <p:cNvPicPr preferRelativeResize="0"/>
          <p:nvPr/>
        </p:nvPicPr>
        <p:blipFill rotWithShape="1">
          <a:blip r:embed="rId2">
            <a:alphaModFix/>
          </a:blip>
          <a:srcRect t="80214" b="5612"/>
          <a:stretch/>
        </p:blipFill>
        <p:spPr>
          <a:xfrm>
            <a:off x="0" y="4568874"/>
            <a:ext cx="7183474" cy="572700"/>
          </a:xfrm>
          <a:prstGeom prst="rect">
            <a:avLst/>
          </a:prstGeom>
          <a:noFill/>
          <a:ln>
            <a:noFill/>
          </a:ln>
        </p:spPr>
      </p:pic>
      <p:pic>
        <p:nvPicPr>
          <p:cNvPr id="250" name="Google Shape;250;p24"/>
          <p:cNvPicPr preferRelativeResize="0"/>
          <p:nvPr/>
        </p:nvPicPr>
        <p:blipFill rotWithShape="1">
          <a:blip r:embed="rId2">
            <a:alphaModFix/>
          </a:blip>
          <a:srcRect l="8299" t="80214" r="64052" b="5612"/>
          <a:stretch/>
        </p:blipFill>
        <p:spPr>
          <a:xfrm>
            <a:off x="7212025" y="4568875"/>
            <a:ext cx="1986024" cy="572700"/>
          </a:xfrm>
          <a:prstGeom prst="rect">
            <a:avLst/>
          </a:prstGeom>
          <a:noFill/>
          <a:ln>
            <a:noFill/>
          </a:ln>
        </p:spPr>
      </p:pic>
      <p:grpSp>
        <p:nvGrpSpPr>
          <p:cNvPr id="251" name="Google Shape;251;p24"/>
          <p:cNvGrpSpPr/>
          <p:nvPr/>
        </p:nvGrpSpPr>
        <p:grpSpPr>
          <a:xfrm>
            <a:off x="0" y="-32701"/>
            <a:ext cx="9144001" cy="572700"/>
            <a:chOff x="0" y="-32701"/>
            <a:chExt cx="9144001" cy="572700"/>
          </a:xfrm>
        </p:grpSpPr>
        <p:pic>
          <p:nvPicPr>
            <p:cNvPr id="252" name="Google Shape;252;p24"/>
            <p:cNvPicPr preferRelativeResize="0"/>
            <p:nvPr/>
          </p:nvPicPr>
          <p:blipFill rotWithShape="1">
            <a:blip r:embed="rId3">
              <a:alphaModFix/>
            </a:blip>
            <a:srcRect t="5612" b="80214"/>
            <a:stretch/>
          </p:blipFill>
          <p:spPr>
            <a:xfrm>
              <a:off x="0" y="-32701"/>
              <a:ext cx="7183474" cy="572700"/>
            </a:xfrm>
            <a:prstGeom prst="rect">
              <a:avLst/>
            </a:prstGeom>
            <a:noFill/>
            <a:ln>
              <a:noFill/>
            </a:ln>
          </p:spPr>
        </p:pic>
        <p:pic>
          <p:nvPicPr>
            <p:cNvPr id="253" name="Google Shape;253;p24"/>
            <p:cNvPicPr preferRelativeResize="0"/>
            <p:nvPr/>
          </p:nvPicPr>
          <p:blipFill rotWithShape="1">
            <a:blip r:embed="rId3">
              <a:alphaModFix/>
            </a:blip>
            <a:srcRect l="7901" t="5612" r="64806" b="80214"/>
            <a:stretch/>
          </p:blipFill>
          <p:spPr>
            <a:xfrm>
              <a:off x="7183475" y="-32700"/>
              <a:ext cx="1960526" cy="572700"/>
            </a:xfrm>
            <a:prstGeom prst="rect">
              <a:avLst/>
            </a:prstGeom>
            <a:noFill/>
            <a:ln>
              <a:noFill/>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54"/>
        <p:cNvGrpSpPr/>
        <p:nvPr/>
      </p:nvGrpSpPr>
      <p:grpSpPr>
        <a:xfrm>
          <a:off x="0" y="0"/>
          <a:ext cx="0" cy="0"/>
          <a:chOff x="0" y="0"/>
          <a:chExt cx="0" cy="0"/>
        </a:xfrm>
      </p:grpSpPr>
      <p:sp>
        <p:nvSpPr>
          <p:cNvPr id="255" name="Google Shape;255;p25"/>
          <p:cNvSpPr txBox="1">
            <a:spLocks noGrp="1"/>
          </p:cNvSpPr>
          <p:nvPr>
            <p:ph type="title"/>
          </p:nvPr>
        </p:nvSpPr>
        <p:spPr>
          <a:xfrm>
            <a:off x="713475" y="445025"/>
            <a:ext cx="7717200" cy="652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56" name="Google Shape;256;p25"/>
          <p:cNvSpPr txBox="1">
            <a:spLocks noGrp="1"/>
          </p:cNvSpPr>
          <p:nvPr>
            <p:ph type="subTitle" idx="1"/>
          </p:nvPr>
        </p:nvSpPr>
        <p:spPr>
          <a:xfrm>
            <a:off x="907345" y="3469952"/>
            <a:ext cx="2388300" cy="869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7" name="Google Shape;257;p25"/>
          <p:cNvSpPr txBox="1">
            <a:spLocks noGrp="1"/>
          </p:cNvSpPr>
          <p:nvPr>
            <p:ph type="subTitle" idx="2"/>
          </p:nvPr>
        </p:nvSpPr>
        <p:spPr>
          <a:xfrm>
            <a:off x="3377850" y="3469952"/>
            <a:ext cx="2388300" cy="869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8" name="Google Shape;258;p25"/>
          <p:cNvSpPr txBox="1">
            <a:spLocks noGrp="1"/>
          </p:cNvSpPr>
          <p:nvPr>
            <p:ph type="subTitle" idx="3"/>
          </p:nvPr>
        </p:nvSpPr>
        <p:spPr>
          <a:xfrm>
            <a:off x="5848355" y="3469952"/>
            <a:ext cx="2388300" cy="8694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59" name="Google Shape;259;p25"/>
          <p:cNvSpPr txBox="1">
            <a:spLocks noGrp="1"/>
          </p:cNvSpPr>
          <p:nvPr>
            <p:ph type="subTitle" idx="4"/>
          </p:nvPr>
        </p:nvSpPr>
        <p:spPr>
          <a:xfrm>
            <a:off x="907345" y="2499481"/>
            <a:ext cx="2388300" cy="869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arlow"/>
              <a:buNone/>
              <a:defRPr sz="2000" b="1">
                <a:latin typeface="Barlow"/>
                <a:ea typeface="Barlow"/>
                <a:cs typeface="Barlow"/>
                <a:sym typeface="Barlow"/>
              </a:defRPr>
            </a:lvl1pPr>
            <a:lvl2pPr lvl="1" algn="ctr" rtl="0">
              <a:lnSpc>
                <a:spcPct val="100000"/>
              </a:lnSpc>
              <a:spcBef>
                <a:spcPts val="0"/>
              </a:spcBef>
              <a:spcAft>
                <a:spcPts val="0"/>
              </a:spcAft>
              <a:buSzPts val="2400"/>
              <a:buFont typeface="Barlow"/>
              <a:buNone/>
              <a:defRPr sz="2400" b="1">
                <a:latin typeface="Barlow"/>
                <a:ea typeface="Barlow"/>
                <a:cs typeface="Barlow"/>
                <a:sym typeface="Barlow"/>
              </a:defRPr>
            </a:lvl2pPr>
            <a:lvl3pPr lvl="2" algn="ctr" rtl="0">
              <a:lnSpc>
                <a:spcPct val="100000"/>
              </a:lnSpc>
              <a:spcBef>
                <a:spcPts val="0"/>
              </a:spcBef>
              <a:spcAft>
                <a:spcPts val="0"/>
              </a:spcAft>
              <a:buSzPts val="2400"/>
              <a:buFont typeface="Barlow"/>
              <a:buNone/>
              <a:defRPr sz="2400" b="1">
                <a:latin typeface="Barlow"/>
                <a:ea typeface="Barlow"/>
                <a:cs typeface="Barlow"/>
                <a:sym typeface="Barlow"/>
              </a:defRPr>
            </a:lvl3pPr>
            <a:lvl4pPr lvl="3" algn="ctr" rtl="0">
              <a:lnSpc>
                <a:spcPct val="100000"/>
              </a:lnSpc>
              <a:spcBef>
                <a:spcPts val="0"/>
              </a:spcBef>
              <a:spcAft>
                <a:spcPts val="0"/>
              </a:spcAft>
              <a:buSzPts val="2400"/>
              <a:buFont typeface="Barlow"/>
              <a:buNone/>
              <a:defRPr sz="2400" b="1">
                <a:latin typeface="Barlow"/>
                <a:ea typeface="Barlow"/>
                <a:cs typeface="Barlow"/>
                <a:sym typeface="Barlow"/>
              </a:defRPr>
            </a:lvl4pPr>
            <a:lvl5pPr lvl="4" algn="ctr" rtl="0">
              <a:lnSpc>
                <a:spcPct val="100000"/>
              </a:lnSpc>
              <a:spcBef>
                <a:spcPts val="0"/>
              </a:spcBef>
              <a:spcAft>
                <a:spcPts val="0"/>
              </a:spcAft>
              <a:buSzPts val="2400"/>
              <a:buFont typeface="Barlow"/>
              <a:buNone/>
              <a:defRPr sz="2400" b="1">
                <a:latin typeface="Barlow"/>
                <a:ea typeface="Barlow"/>
                <a:cs typeface="Barlow"/>
                <a:sym typeface="Barlow"/>
              </a:defRPr>
            </a:lvl5pPr>
            <a:lvl6pPr lvl="5" algn="ctr" rtl="0">
              <a:lnSpc>
                <a:spcPct val="100000"/>
              </a:lnSpc>
              <a:spcBef>
                <a:spcPts val="0"/>
              </a:spcBef>
              <a:spcAft>
                <a:spcPts val="0"/>
              </a:spcAft>
              <a:buSzPts val="2400"/>
              <a:buFont typeface="Barlow"/>
              <a:buNone/>
              <a:defRPr sz="2400" b="1">
                <a:latin typeface="Barlow"/>
                <a:ea typeface="Barlow"/>
                <a:cs typeface="Barlow"/>
                <a:sym typeface="Barlow"/>
              </a:defRPr>
            </a:lvl6pPr>
            <a:lvl7pPr lvl="6" algn="ctr" rtl="0">
              <a:lnSpc>
                <a:spcPct val="100000"/>
              </a:lnSpc>
              <a:spcBef>
                <a:spcPts val="0"/>
              </a:spcBef>
              <a:spcAft>
                <a:spcPts val="0"/>
              </a:spcAft>
              <a:buSzPts val="2400"/>
              <a:buFont typeface="Barlow"/>
              <a:buNone/>
              <a:defRPr sz="2400" b="1">
                <a:latin typeface="Barlow"/>
                <a:ea typeface="Barlow"/>
                <a:cs typeface="Barlow"/>
                <a:sym typeface="Barlow"/>
              </a:defRPr>
            </a:lvl7pPr>
            <a:lvl8pPr lvl="7" algn="ctr" rtl="0">
              <a:lnSpc>
                <a:spcPct val="100000"/>
              </a:lnSpc>
              <a:spcBef>
                <a:spcPts val="0"/>
              </a:spcBef>
              <a:spcAft>
                <a:spcPts val="0"/>
              </a:spcAft>
              <a:buSzPts val="2400"/>
              <a:buFont typeface="Barlow"/>
              <a:buNone/>
              <a:defRPr sz="2400" b="1">
                <a:latin typeface="Barlow"/>
                <a:ea typeface="Barlow"/>
                <a:cs typeface="Barlow"/>
                <a:sym typeface="Barlow"/>
              </a:defRPr>
            </a:lvl8pPr>
            <a:lvl9pPr lvl="8" algn="ctr" rtl="0">
              <a:lnSpc>
                <a:spcPct val="100000"/>
              </a:lnSpc>
              <a:spcBef>
                <a:spcPts val="0"/>
              </a:spcBef>
              <a:spcAft>
                <a:spcPts val="0"/>
              </a:spcAft>
              <a:buSzPts val="2400"/>
              <a:buFont typeface="Barlow"/>
              <a:buNone/>
              <a:defRPr sz="2400" b="1">
                <a:latin typeface="Barlow"/>
                <a:ea typeface="Barlow"/>
                <a:cs typeface="Barlow"/>
                <a:sym typeface="Barlow"/>
              </a:defRPr>
            </a:lvl9pPr>
          </a:lstStyle>
          <a:p>
            <a:endParaRPr/>
          </a:p>
        </p:txBody>
      </p:sp>
      <p:sp>
        <p:nvSpPr>
          <p:cNvPr id="260" name="Google Shape;260;p25"/>
          <p:cNvSpPr txBox="1">
            <a:spLocks noGrp="1"/>
          </p:cNvSpPr>
          <p:nvPr>
            <p:ph type="subTitle" idx="5"/>
          </p:nvPr>
        </p:nvSpPr>
        <p:spPr>
          <a:xfrm>
            <a:off x="3377850" y="2499481"/>
            <a:ext cx="2388300" cy="869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arlow"/>
              <a:buNone/>
              <a:defRPr sz="2000" b="1">
                <a:latin typeface="Barlow"/>
                <a:ea typeface="Barlow"/>
                <a:cs typeface="Barlow"/>
                <a:sym typeface="Barlow"/>
              </a:defRPr>
            </a:lvl1pPr>
            <a:lvl2pPr lvl="1" algn="ctr" rtl="0">
              <a:lnSpc>
                <a:spcPct val="100000"/>
              </a:lnSpc>
              <a:spcBef>
                <a:spcPts val="0"/>
              </a:spcBef>
              <a:spcAft>
                <a:spcPts val="0"/>
              </a:spcAft>
              <a:buSzPts val="2400"/>
              <a:buFont typeface="Barlow"/>
              <a:buNone/>
              <a:defRPr sz="2400" b="1">
                <a:latin typeface="Barlow"/>
                <a:ea typeface="Barlow"/>
                <a:cs typeface="Barlow"/>
                <a:sym typeface="Barlow"/>
              </a:defRPr>
            </a:lvl2pPr>
            <a:lvl3pPr lvl="2" algn="ctr" rtl="0">
              <a:lnSpc>
                <a:spcPct val="100000"/>
              </a:lnSpc>
              <a:spcBef>
                <a:spcPts val="0"/>
              </a:spcBef>
              <a:spcAft>
                <a:spcPts val="0"/>
              </a:spcAft>
              <a:buSzPts val="2400"/>
              <a:buFont typeface="Barlow"/>
              <a:buNone/>
              <a:defRPr sz="2400" b="1">
                <a:latin typeface="Barlow"/>
                <a:ea typeface="Barlow"/>
                <a:cs typeface="Barlow"/>
                <a:sym typeface="Barlow"/>
              </a:defRPr>
            </a:lvl3pPr>
            <a:lvl4pPr lvl="3" algn="ctr" rtl="0">
              <a:lnSpc>
                <a:spcPct val="100000"/>
              </a:lnSpc>
              <a:spcBef>
                <a:spcPts val="0"/>
              </a:spcBef>
              <a:spcAft>
                <a:spcPts val="0"/>
              </a:spcAft>
              <a:buSzPts val="2400"/>
              <a:buFont typeface="Barlow"/>
              <a:buNone/>
              <a:defRPr sz="2400" b="1">
                <a:latin typeface="Barlow"/>
                <a:ea typeface="Barlow"/>
                <a:cs typeface="Barlow"/>
                <a:sym typeface="Barlow"/>
              </a:defRPr>
            </a:lvl4pPr>
            <a:lvl5pPr lvl="4" algn="ctr" rtl="0">
              <a:lnSpc>
                <a:spcPct val="100000"/>
              </a:lnSpc>
              <a:spcBef>
                <a:spcPts val="0"/>
              </a:spcBef>
              <a:spcAft>
                <a:spcPts val="0"/>
              </a:spcAft>
              <a:buSzPts val="2400"/>
              <a:buFont typeface="Barlow"/>
              <a:buNone/>
              <a:defRPr sz="2400" b="1">
                <a:latin typeface="Barlow"/>
                <a:ea typeface="Barlow"/>
                <a:cs typeface="Barlow"/>
                <a:sym typeface="Barlow"/>
              </a:defRPr>
            </a:lvl5pPr>
            <a:lvl6pPr lvl="5" algn="ctr" rtl="0">
              <a:lnSpc>
                <a:spcPct val="100000"/>
              </a:lnSpc>
              <a:spcBef>
                <a:spcPts val="0"/>
              </a:spcBef>
              <a:spcAft>
                <a:spcPts val="0"/>
              </a:spcAft>
              <a:buSzPts val="2400"/>
              <a:buFont typeface="Barlow"/>
              <a:buNone/>
              <a:defRPr sz="2400" b="1">
                <a:latin typeface="Barlow"/>
                <a:ea typeface="Barlow"/>
                <a:cs typeface="Barlow"/>
                <a:sym typeface="Barlow"/>
              </a:defRPr>
            </a:lvl6pPr>
            <a:lvl7pPr lvl="6" algn="ctr" rtl="0">
              <a:lnSpc>
                <a:spcPct val="100000"/>
              </a:lnSpc>
              <a:spcBef>
                <a:spcPts val="0"/>
              </a:spcBef>
              <a:spcAft>
                <a:spcPts val="0"/>
              </a:spcAft>
              <a:buSzPts val="2400"/>
              <a:buFont typeface="Barlow"/>
              <a:buNone/>
              <a:defRPr sz="2400" b="1">
                <a:latin typeface="Barlow"/>
                <a:ea typeface="Barlow"/>
                <a:cs typeface="Barlow"/>
                <a:sym typeface="Barlow"/>
              </a:defRPr>
            </a:lvl7pPr>
            <a:lvl8pPr lvl="7" algn="ctr" rtl="0">
              <a:lnSpc>
                <a:spcPct val="100000"/>
              </a:lnSpc>
              <a:spcBef>
                <a:spcPts val="0"/>
              </a:spcBef>
              <a:spcAft>
                <a:spcPts val="0"/>
              </a:spcAft>
              <a:buSzPts val="2400"/>
              <a:buFont typeface="Barlow"/>
              <a:buNone/>
              <a:defRPr sz="2400" b="1">
                <a:latin typeface="Barlow"/>
                <a:ea typeface="Barlow"/>
                <a:cs typeface="Barlow"/>
                <a:sym typeface="Barlow"/>
              </a:defRPr>
            </a:lvl8pPr>
            <a:lvl9pPr lvl="8" algn="ctr" rtl="0">
              <a:lnSpc>
                <a:spcPct val="100000"/>
              </a:lnSpc>
              <a:spcBef>
                <a:spcPts val="0"/>
              </a:spcBef>
              <a:spcAft>
                <a:spcPts val="0"/>
              </a:spcAft>
              <a:buSzPts val="2400"/>
              <a:buFont typeface="Barlow"/>
              <a:buNone/>
              <a:defRPr sz="2400" b="1">
                <a:latin typeface="Barlow"/>
                <a:ea typeface="Barlow"/>
                <a:cs typeface="Barlow"/>
                <a:sym typeface="Barlow"/>
              </a:defRPr>
            </a:lvl9pPr>
          </a:lstStyle>
          <a:p>
            <a:endParaRPr/>
          </a:p>
        </p:txBody>
      </p:sp>
      <p:sp>
        <p:nvSpPr>
          <p:cNvPr id="261" name="Google Shape;261;p25"/>
          <p:cNvSpPr txBox="1">
            <a:spLocks noGrp="1"/>
          </p:cNvSpPr>
          <p:nvPr>
            <p:ph type="subTitle" idx="6"/>
          </p:nvPr>
        </p:nvSpPr>
        <p:spPr>
          <a:xfrm>
            <a:off x="5848355" y="2499481"/>
            <a:ext cx="2388300" cy="869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arlow"/>
              <a:buNone/>
              <a:defRPr sz="2000" b="1">
                <a:latin typeface="Barlow"/>
                <a:ea typeface="Barlow"/>
                <a:cs typeface="Barlow"/>
                <a:sym typeface="Barlow"/>
              </a:defRPr>
            </a:lvl1pPr>
            <a:lvl2pPr lvl="1" algn="ctr" rtl="0">
              <a:lnSpc>
                <a:spcPct val="100000"/>
              </a:lnSpc>
              <a:spcBef>
                <a:spcPts val="0"/>
              </a:spcBef>
              <a:spcAft>
                <a:spcPts val="0"/>
              </a:spcAft>
              <a:buSzPts val="2400"/>
              <a:buFont typeface="Barlow"/>
              <a:buNone/>
              <a:defRPr sz="2400" b="1">
                <a:latin typeface="Barlow"/>
                <a:ea typeface="Barlow"/>
                <a:cs typeface="Barlow"/>
                <a:sym typeface="Barlow"/>
              </a:defRPr>
            </a:lvl2pPr>
            <a:lvl3pPr lvl="2" algn="ctr" rtl="0">
              <a:lnSpc>
                <a:spcPct val="100000"/>
              </a:lnSpc>
              <a:spcBef>
                <a:spcPts val="0"/>
              </a:spcBef>
              <a:spcAft>
                <a:spcPts val="0"/>
              </a:spcAft>
              <a:buSzPts val="2400"/>
              <a:buFont typeface="Barlow"/>
              <a:buNone/>
              <a:defRPr sz="2400" b="1">
                <a:latin typeface="Barlow"/>
                <a:ea typeface="Barlow"/>
                <a:cs typeface="Barlow"/>
                <a:sym typeface="Barlow"/>
              </a:defRPr>
            </a:lvl3pPr>
            <a:lvl4pPr lvl="3" algn="ctr" rtl="0">
              <a:lnSpc>
                <a:spcPct val="100000"/>
              </a:lnSpc>
              <a:spcBef>
                <a:spcPts val="0"/>
              </a:spcBef>
              <a:spcAft>
                <a:spcPts val="0"/>
              </a:spcAft>
              <a:buSzPts val="2400"/>
              <a:buFont typeface="Barlow"/>
              <a:buNone/>
              <a:defRPr sz="2400" b="1">
                <a:latin typeface="Barlow"/>
                <a:ea typeface="Barlow"/>
                <a:cs typeface="Barlow"/>
                <a:sym typeface="Barlow"/>
              </a:defRPr>
            </a:lvl4pPr>
            <a:lvl5pPr lvl="4" algn="ctr" rtl="0">
              <a:lnSpc>
                <a:spcPct val="100000"/>
              </a:lnSpc>
              <a:spcBef>
                <a:spcPts val="0"/>
              </a:spcBef>
              <a:spcAft>
                <a:spcPts val="0"/>
              </a:spcAft>
              <a:buSzPts val="2400"/>
              <a:buFont typeface="Barlow"/>
              <a:buNone/>
              <a:defRPr sz="2400" b="1">
                <a:latin typeface="Barlow"/>
                <a:ea typeface="Barlow"/>
                <a:cs typeface="Barlow"/>
                <a:sym typeface="Barlow"/>
              </a:defRPr>
            </a:lvl5pPr>
            <a:lvl6pPr lvl="5" algn="ctr" rtl="0">
              <a:lnSpc>
                <a:spcPct val="100000"/>
              </a:lnSpc>
              <a:spcBef>
                <a:spcPts val="0"/>
              </a:spcBef>
              <a:spcAft>
                <a:spcPts val="0"/>
              </a:spcAft>
              <a:buSzPts val="2400"/>
              <a:buFont typeface="Barlow"/>
              <a:buNone/>
              <a:defRPr sz="2400" b="1">
                <a:latin typeface="Barlow"/>
                <a:ea typeface="Barlow"/>
                <a:cs typeface="Barlow"/>
                <a:sym typeface="Barlow"/>
              </a:defRPr>
            </a:lvl6pPr>
            <a:lvl7pPr lvl="6" algn="ctr" rtl="0">
              <a:lnSpc>
                <a:spcPct val="100000"/>
              </a:lnSpc>
              <a:spcBef>
                <a:spcPts val="0"/>
              </a:spcBef>
              <a:spcAft>
                <a:spcPts val="0"/>
              </a:spcAft>
              <a:buSzPts val="2400"/>
              <a:buFont typeface="Barlow"/>
              <a:buNone/>
              <a:defRPr sz="2400" b="1">
                <a:latin typeface="Barlow"/>
                <a:ea typeface="Barlow"/>
                <a:cs typeface="Barlow"/>
                <a:sym typeface="Barlow"/>
              </a:defRPr>
            </a:lvl7pPr>
            <a:lvl8pPr lvl="7" algn="ctr" rtl="0">
              <a:lnSpc>
                <a:spcPct val="100000"/>
              </a:lnSpc>
              <a:spcBef>
                <a:spcPts val="0"/>
              </a:spcBef>
              <a:spcAft>
                <a:spcPts val="0"/>
              </a:spcAft>
              <a:buSzPts val="2400"/>
              <a:buFont typeface="Barlow"/>
              <a:buNone/>
              <a:defRPr sz="2400" b="1">
                <a:latin typeface="Barlow"/>
                <a:ea typeface="Barlow"/>
                <a:cs typeface="Barlow"/>
                <a:sym typeface="Barlow"/>
              </a:defRPr>
            </a:lvl8pPr>
            <a:lvl9pPr lvl="8" algn="ctr" rtl="0">
              <a:lnSpc>
                <a:spcPct val="100000"/>
              </a:lnSpc>
              <a:spcBef>
                <a:spcPts val="0"/>
              </a:spcBef>
              <a:spcAft>
                <a:spcPts val="0"/>
              </a:spcAft>
              <a:buSzPts val="2400"/>
              <a:buFont typeface="Barlow"/>
              <a:buNone/>
              <a:defRPr sz="2400" b="1">
                <a:latin typeface="Barlow"/>
                <a:ea typeface="Barlow"/>
                <a:cs typeface="Barlow"/>
                <a:sym typeface="Barlow"/>
              </a:defRPr>
            </a:lvl9pPr>
          </a:lstStyle>
          <a:p>
            <a:endParaRPr/>
          </a:p>
        </p:txBody>
      </p:sp>
      <p:grpSp>
        <p:nvGrpSpPr>
          <p:cNvPr id="262" name="Google Shape;262;p25"/>
          <p:cNvGrpSpPr/>
          <p:nvPr/>
        </p:nvGrpSpPr>
        <p:grpSpPr>
          <a:xfrm>
            <a:off x="8236650" y="-5725"/>
            <a:ext cx="891850" cy="5138175"/>
            <a:chOff x="8252150" y="-5725"/>
            <a:chExt cx="891850" cy="5138175"/>
          </a:xfrm>
        </p:grpSpPr>
        <p:pic>
          <p:nvPicPr>
            <p:cNvPr id="263" name="Google Shape;263;p25"/>
            <p:cNvPicPr preferRelativeResize="0"/>
            <p:nvPr/>
          </p:nvPicPr>
          <p:blipFill rotWithShape="1">
            <a:blip r:embed="rId2">
              <a:alphaModFix/>
            </a:blip>
            <a:srcRect l="-2697" r="91670"/>
            <a:stretch/>
          </p:blipFill>
          <p:spPr>
            <a:xfrm>
              <a:off x="8252150" y="-5725"/>
              <a:ext cx="891850" cy="4549400"/>
            </a:xfrm>
            <a:prstGeom prst="rect">
              <a:avLst/>
            </a:prstGeom>
            <a:noFill/>
            <a:ln>
              <a:noFill/>
            </a:ln>
          </p:spPr>
        </p:pic>
        <p:pic>
          <p:nvPicPr>
            <p:cNvPr id="264" name="Google Shape;264;p25"/>
            <p:cNvPicPr preferRelativeResize="0"/>
            <p:nvPr/>
          </p:nvPicPr>
          <p:blipFill rotWithShape="1">
            <a:blip r:embed="rId2">
              <a:alphaModFix/>
            </a:blip>
            <a:srcRect l="-2697" r="91670" b="80889"/>
            <a:stretch/>
          </p:blipFill>
          <p:spPr>
            <a:xfrm>
              <a:off x="8252150" y="4263050"/>
              <a:ext cx="891850" cy="869400"/>
            </a:xfrm>
            <a:prstGeom prst="rect">
              <a:avLst/>
            </a:prstGeom>
            <a:noFill/>
            <a:ln>
              <a:noFill/>
            </a:ln>
          </p:spPr>
        </p:pic>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65"/>
        <p:cNvGrpSpPr/>
        <p:nvPr/>
      </p:nvGrpSpPr>
      <p:grpSpPr>
        <a:xfrm>
          <a:off x="0" y="0"/>
          <a:ext cx="0" cy="0"/>
          <a:chOff x="0" y="0"/>
          <a:chExt cx="0" cy="0"/>
        </a:xfrm>
      </p:grpSpPr>
      <p:sp>
        <p:nvSpPr>
          <p:cNvPr id="266" name="Google Shape;266;p26"/>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67" name="Google Shape;267;p26"/>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68" name="Google Shape;268;p26"/>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69" name="Google Shape;269;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0" name="Google Shape;270;p26"/>
          <p:cNvSpPr txBox="1">
            <a:spLocks noGrp="1"/>
          </p:cNvSpPr>
          <p:nvPr>
            <p:ph type="subTitle" idx="1"/>
          </p:nvPr>
        </p:nvSpPr>
        <p:spPr>
          <a:xfrm>
            <a:off x="812699" y="2017000"/>
            <a:ext cx="2359500" cy="6654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1" name="Google Shape;271;p26"/>
          <p:cNvSpPr txBox="1">
            <a:spLocks noGrp="1"/>
          </p:cNvSpPr>
          <p:nvPr>
            <p:ph type="subTitle" idx="2"/>
          </p:nvPr>
        </p:nvSpPr>
        <p:spPr>
          <a:xfrm>
            <a:off x="5971801" y="2017000"/>
            <a:ext cx="23595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2" name="Google Shape;272;p26"/>
          <p:cNvSpPr txBox="1">
            <a:spLocks noGrp="1"/>
          </p:cNvSpPr>
          <p:nvPr>
            <p:ph type="subTitle" idx="3"/>
          </p:nvPr>
        </p:nvSpPr>
        <p:spPr>
          <a:xfrm>
            <a:off x="812699" y="3681613"/>
            <a:ext cx="2359500" cy="6654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3" name="Google Shape;273;p26"/>
          <p:cNvSpPr txBox="1">
            <a:spLocks noGrp="1"/>
          </p:cNvSpPr>
          <p:nvPr>
            <p:ph type="subTitle" idx="4"/>
          </p:nvPr>
        </p:nvSpPr>
        <p:spPr>
          <a:xfrm>
            <a:off x="5971801" y="3681613"/>
            <a:ext cx="2359500" cy="665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4" name="Google Shape;274;p26"/>
          <p:cNvSpPr txBox="1">
            <a:spLocks noGrp="1"/>
          </p:cNvSpPr>
          <p:nvPr>
            <p:ph type="subTitle" idx="5"/>
          </p:nvPr>
        </p:nvSpPr>
        <p:spPr>
          <a:xfrm>
            <a:off x="812701" y="1445100"/>
            <a:ext cx="2359500" cy="665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75" name="Google Shape;275;p26"/>
          <p:cNvSpPr txBox="1">
            <a:spLocks noGrp="1"/>
          </p:cNvSpPr>
          <p:nvPr>
            <p:ph type="subTitle" idx="6"/>
          </p:nvPr>
        </p:nvSpPr>
        <p:spPr>
          <a:xfrm>
            <a:off x="812701" y="3109788"/>
            <a:ext cx="2359500" cy="6654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76" name="Google Shape;276;p26"/>
          <p:cNvSpPr txBox="1">
            <a:spLocks noGrp="1"/>
          </p:cNvSpPr>
          <p:nvPr>
            <p:ph type="subTitle" idx="7"/>
          </p:nvPr>
        </p:nvSpPr>
        <p:spPr>
          <a:xfrm>
            <a:off x="5971799" y="1445100"/>
            <a:ext cx="2359500" cy="665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77" name="Google Shape;277;p26"/>
          <p:cNvSpPr txBox="1">
            <a:spLocks noGrp="1"/>
          </p:cNvSpPr>
          <p:nvPr>
            <p:ph type="subTitle" idx="8"/>
          </p:nvPr>
        </p:nvSpPr>
        <p:spPr>
          <a:xfrm>
            <a:off x="5971799" y="3109788"/>
            <a:ext cx="2359500" cy="665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278" name="Google Shape;278;p26"/>
          <p:cNvGrpSpPr/>
          <p:nvPr/>
        </p:nvGrpSpPr>
        <p:grpSpPr>
          <a:xfrm>
            <a:off x="0" y="-5725"/>
            <a:ext cx="827650" cy="5149224"/>
            <a:chOff x="8509325" y="-5725"/>
            <a:chExt cx="827650" cy="5149224"/>
          </a:xfrm>
        </p:grpSpPr>
        <p:pic>
          <p:nvPicPr>
            <p:cNvPr id="279" name="Google Shape;279;p26"/>
            <p:cNvPicPr preferRelativeResize="0"/>
            <p:nvPr/>
          </p:nvPicPr>
          <p:blipFill rotWithShape="1">
            <a:blip r:embed="rId2">
              <a:alphaModFix/>
            </a:blip>
            <a:srcRect l="3179" r="86587" b="17382"/>
            <a:stretch/>
          </p:blipFill>
          <p:spPr>
            <a:xfrm>
              <a:off x="8509325" y="-5725"/>
              <a:ext cx="827650" cy="3758700"/>
            </a:xfrm>
            <a:prstGeom prst="rect">
              <a:avLst/>
            </a:prstGeom>
            <a:noFill/>
            <a:ln>
              <a:noFill/>
            </a:ln>
          </p:spPr>
        </p:pic>
        <p:pic>
          <p:nvPicPr>
            <p:cNvPr id="280" name="Google Shape;280;p26"/>
            <p:cNvPicPr preferRelativeResize="0"/>
            <p:nvPr/>
          </p:nvPicPr>
          <p:blipFill rotWithShape="1">
            <a:blip r:embed="rId2">
              <a:alphaModFix/>
            </a:blip>
            <a:srcRect l="3179" t="11494" r="86587" b="57941"/>
            <a:stretch/>
          </p:blipFill>
          <p:spPr>
            <a:xfrm>
              <a:off x="8509325" y="3752975"/>
              <a:ext cx="827650" cy="1390524"/>
            </a:xfrm>
            <a:prstGeom prst="rect">
              <a:avLst/>
            </a:prstGeom>
            <a:noFill/>
            <a:ln>
              <a:noFill/>
            </a:ln>
          </p:spPr>
        </p:pic>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81"/>
        <p:cNvGrpSpPr/>
        <p:nvPr/>
      </p:nvGrpSpPr>
      <p:grpSpPr>
        <a:xfrm>
          <a:off x="0" y="0"/>
          <a:ext cx="0" cy="0"/>
          <a:chOff x="0" y="0"/>
          <a:chExt cx="0" cy="0"/>
        </a:xfrm>
      </p:grpSpPr>
      <p:sp>
        <p:nvSpPr>
          <p:cNvPr id="282" name="Google Shape;282;p27"/>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3" name="Google Shape;283;p27"/>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4" name="Google Shape;284;p27"/>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5" name="Google Shape;285;p27"/>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6" name="Google Shape;286;p27"/>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7" name="Google Shape;287;p27"/>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8" name="Google Shape;288;p27"/>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89" name="Google Shape;289;p27"/>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90" name="Google Shape;290;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91" name="Google Shape;291;p27"/>
          <p:cNvSpPr txBox="1">
            <a:spLocks noGrp="1"/>
          </p:cNvSpPr>
          <p:nvPr>
            <p:ph type="subTitle" idx="1"/>
          </p:nvPr>
        </p:nvSpPr>
        <p:spPr>
          <a:xfrm>
            <a:off x="5931250" y="2137048"/>
            <a:ext cx="2457300" cy="572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2" name="Google Shape;292;p27"/>
          <p:cNvSpPr txBox="1">
            <a:spLocks noGrp="1"/>
          </p:cNvSpPr>
          <p:nvPr>
            <p:ph type="subTitle" idx="2"/>
          </p:nvPr>
        </p:nvSpPr>
        <p:spPr>
          <a:xfrm>
            <a:off x="5931250" y="3996175"/>
            <a:ext cx="2457300" cy="572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3" name="Google Shape;293;p27"/>
          <p:cNvSpPr txBox="1">
            <a:spLocks noGrp="1"/>
          </p:cNvSpPr>
          <p:nvPr>
            <p:ph type="subTitle" idx="3"/>
          </p:nvPr>
        </p:nvSpPr>
        <p:spPr>
          <a:xfrm>
            <a:off x="5931250" y="1925250"/>
            <a:ext cx="2457300" cy="377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4" name="Google Shape;294;p27"/>
          <p:cNvSpPr txBox="1">
            <a:spLocks noGrp="1"/>
          </p:cNvSpPr>
          <p:nvPr>
            <p:ph type="subTitle" idx="4"/>
          </p:nvPr>
        </p:nvSpPr>
        <p:spPr>
          <a:xfrm>
            <a:off x="5931250" y="3784375"/>
            <a:ext cx="2457300" cy="377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5" name="Google Shape;295;p27"/>
          <p:cNvSpPr txBox="1">
            <a:spLocks noGrp="1"/>
          </p:cNvSpPr>
          <p:nvPr>
            <p:ph type="subTitle" idx="5"/>
          </p:nvPr>
        </p:nvSpPr>
        <p:spPr>
          <a:xfrm>
            <a:off x="3343350" y="2137049"/>
            <a:ext cx="2457300" cy="572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6" name="Google Shape;296;p27"/>
          <p:cNvSpPr txBox="1">
            <a:spLocks noGrp="1"/>
          </p:cNvSpPr>
          <p:nvPr>
            <p:ph type="subTitle" idx="6"/>
          </p:nvPr>
        </p:nvSpPr>
        <p:spPr>
          <a:xfrm>
            <a:off x="3343350" y="3996175"/>
            <a:ext cx="2457300" cy="572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97" name="Google Shape;297;p27"/>
          <p:cNvSpPr txBox="1">
            <a:spLocks noGrp="1"/>
          </p:cNvSpPr>
          <p:nvPr>
            <p:ph type="subTitle" idx="7"/>
          </p:nvPr>
        </p:nvSpPr>
        <p:spPr>
          <a:xfrm>
            <a:off x="3343350" y="1925250"/>
            <a:ext cx="2457300" cy="377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8" name="Google Shape;298;p27"/>
          <p:cNvSpPr txBox="1">
            <a:spLocks noGrp="1"/>
          </p:cNvSpPr>
          <p:nvPr>
            <p:ph type="subTitle" idx="8"/>
          </p:nvPr>
        </p:nvSpPr>
        <p:spPr>
          <a:xfrm>
            <a:off x="3343350" y="3784375"/>
            <a:ext cx="2457300" cy="377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99" name="Google Shape;299;p27"/>
          <p:cNvSpPr txBox="1">
            <a:spLocks noGrp="1"/>
          </p:cNvSpPr>
          <p:nvPr>
            <p:ph type="subTitle" idx="9"/>
          </p:nvPr>
        </p:nvSpPr>
        <p:spPr>
          <a:xfrm>
            <a:off x="755450" y="2137048"/>
            <a:ext cx="2457300" cy="572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0" name="Google Shape;300;p27"/>
          <p:cNvSpPr txBox="1">
            <a:spLocks noGrp="1"/>
          </p:cNvSpPr>
          <p:nvPr>
            <p:ph type="subTitle" idx="13"/>
          </p:nvPr>
        </p:nvSpPr>
        <p:spPr>
          <a:xfrm>
            <a:off x="755450" y="3996175"/>
            <a:ext cx="2457300" cy="5727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01" name="Google Shape;301;p27"/>
          <p:cNvSpPr txBox="1">
            <a:spLocks noGrp="1"/>
          </p:cNvSpPr>
          <p:nvPr>
            <p:ph type="subTitle" idx="14"/>
          </p:nvPr>
        </p:nvSpPr>
        <p:spPr>
          <a:xfrm>
            <a:off x="755450" y="1925250"/>
            <a:ext cx="2457300" cy="377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02" name="Google Shape;302;p27"/>
          <p:cNvSpPr txBox="1">
            <a:spLocks noGrp="1"/>
          </p:cNvSpPr>
          <p:nvPr>
            <p:ph type="subTitle" idx="15"/>
          </p:nvPr>
        </p:nvSpPr>
        <p:spPr>
          <a:xfrm>
            <a:off x="755450" y="3784375"/>
            <a:ext cx="2457300" cy="3771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grpSp>
        <p:nvGrpSpPr>
          <p:cNvPr id="303" name="Google Shape;303;p27"/>
          <p:cNvGrpSpPr/>
          <p:nvPr/>
        </p:nvGrpSpPr>
        <p:grpSpPr>
          <a:xfrm>
            <a:off x="0" y="-32701"/>
            <a:ext cx="9144001" cy="572700"/>
            <a:chOff x="0" y="-32701"/>
            <a:chExt cx="9144001" cy="572700"/>
          </a:xfrm>
        </p:grpSpPr>
        <p:pic>
          <p:nvPicPr>
            <p:cNvPr id="304" name="Google Shape;304;p27"/>
            <p:cNvPicPr preferRelativeResize="0"/>
            <p:nvPr/>
          </p:nvPicPr>
          <p:blipFill rotWithShape="1">
            <a:blip r:embed="rId2">
              <a:alphaModFix/>
            </a:blip>
            <a:srcRect t="5612" b="80214"/>
            <a:stretch/>
          </p:blipFill>
          <p:spPr>
            <a:xfrm>
              <a:off x="0" y="-32701"/>
              <a:ext cx="7183474" cy="572700"/>
            </a:xfrm>
            <a:prstGeom prst="rect">
              <a:avLst/>
            </a:prstGeom>
            <a:noFill/>
            <a:ln>
              <a:noFill/>
            </a:ln>
          </p:spPr>
        </p:pic>
        <p:pic>
          <p:nvPicPr>
            <p:cNvPr id="305" name="Google Shape;305;p27"/>
            <p:cNvPicPr preferRelativeResize="0"/>
            <p:nvPr/>
          </p:nvPicPr>
          <p:blipFill rotWithShape="1">
            <a:blip r:embed="rId2">
              <a:alphaModFix/>
            </a:blip>
            <a:srcRect l="7901" t="5612" r="64806" b="80214"/>
            <a:stretch/>
          </p:blipFill>
          <p:spPr>
            <a:xfrm>
              <a:off x="7183475" y="-32700"/>
              <a:ext cx="1960526" cy="572700"/>
            </a:xfrm>
            <a:prstGeom prst="rect">
              <a:avLst/>
            </a:prstGeom>
            <a:noFill/>
            <a:ln>
              <a:noFill/>
            </a:ln>
          </p:spPr>
        </p:pic>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06"/>
        <p:cNvGrpSpPr/>
        <p:nvPr/>
      </p:nvGrpSpPr>
      <p:grpSpPr>
        <a:xfrm>
          <a:off x="0" y="0"/>
          <a:ext cx="0" cy="0"/>
          <a:chOff x="0" y="0"/>
          <a:chExt cx="0" cy="0"/>
        </a:xfrm>
      </p:grpSpPr>
      <p:sp>
        <p:nvSpPr>
          <p:cNvPr id="307" name="Google Shape;307;p28"/>
          <p:cNvSpPr txBox="1">
            <a:spLocks noGrp="1"/>
          </p:cNvSpPr>
          <p:nvPr>
            <p:ph type="title" hasCustomPrompt="1"/>
          </p:nvPr>
        </p:nvSpPr>
        <p:spPr>
          <a:xfrm>
            <a:off x="886075" y="2087601"/>
            <a:ext cx="2238000" cy="1055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08" name="Google Shape;308;p28"/>
          <p:cNvSpPr txBox="1">
            <a:spLocks noGrp="1"/>
          </p:cNvSpPr>
          <p:nvPr>
            <p:ph type="subTitle" idx="1"/>
          </p:nvPr>
        </p:nvSpPr>
        <p:spPr>
          <a:xfrm>
            <a:off x="886075" y="3375750"/>
            <a:ext cx="2238000" cy="7275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09" name="Google Shape;309;p28"/>
          <p:cNvSpPr txBox="1">
            <a:spLocks noGrp="1"/>
          </p:cNvSpPr>
          <p:nvPr>
            <p:ph type="title" idx="2" hasCustomPrompt="1"/>
          </p:nvPr>
        </p:nvSpPr>
        <p:spPr>
          <a:xfrm>
            <a:off x="3453000" y="2087601"/>
            <a:ext cx="2238000" cy="1055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10" name="Google Shape;310;p28"/>
          <p:cNvSpPr txBox="1">
            <a:spLocks noGrp="1"/>
          </p:cNvSpPr>
          <p:nvPr>
            <p:ph type="subTitle" idx="3"/>
          </p:nvPr>
        </p:nvSpPr>
        <p:spPr>
          <a:xfrm>
            <a:off x="3453000" y="3375750"/>
            <a:ext cx="2238000" cy="7275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11" name="Google Shape;311;p28"/>
          <p:cNvSpPr txBox="1">
            <a:spLocks noGrp="1"/>
          </p:cNvSpPr>
          <p:nvPr>
            <p:ph type="title" idx="4" hasCustomPrompt="1"/>
          </p:nvPr>
        </p:nvSpPr>
        <p:spPr>
          <a:xfrm>
            <a:off x="6019925" y="2087601"/>
            <a:ext cx="2238000" cy="1055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dk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312" name="Google Shape;312;p28"/>
          <p:cNvSpPr txBox="1">
            <a:spLocks noGrp="1"/>
          </p:cNvSpPr>
          <p:nvPr>
            <p:ph type="subTitle" idx="5"/>
          </p:nvPr>
        </p:nvSpPr>
        <p:spPr>
          <a:xfrm>
            <a:off x="6019925" y="3375750"/>
            <a:ext cx="2238000" cy="7275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grpSp>
        <p:nvGrpSpPr>
          <p:cNvPr id="313" name="Google Shape;313;p28"/>
          <p:cNvGrpSpPr/>
          <p:nvPr/>
        </p:nvGrpSpPr>
        <p:grpSpPr>
          <a:xfrm>
            <a:off x="0" y="-32701"/>
            <a:ext cx="9144001" cy="572700"/>
            <a:chOff x="0" y="-32701"/>
            <a:chExt cx="9144001" cy="572700"/>
          </a:xfrm>
        </p:grpSpPr>
        <p:pic>
          <p:nvPicPr>
            <p:cNvPr id="314" name="Google Shape;314;p28"/>
            <p:cNvPicPr preferRelativeResize="0"/>
            <p:nvPr/>
          </p:nvPicPr>
          <p:blipFill rotWithShape="1">
            <a:blip r:embed="rId2">
              <a:alphaModFix/>
            </a:blip>
            <a:srcRect t="5612" b="80214"/>
            <a:stretch/>
          </p:blipFill>
          <p:spPr>
            <a:xfrm>
              <a:off x="0" y="-32701"/>
              <a:ext cx="7183474" cy="572700"/>
            </a:xfrm>
            <a:prstGeom prst="rect">
              <a:avLst/>
            </a:prstGeom>
            <a:noFill/>
            <a:ln>
              <a:noFill/>
            </a:ln>
          </p:spPr>
        </p:pic>
        <p:pic>
          <p:nvPicPr>
            <p:cNvPr id="315" name="Google Shape;315;p28"/>
            <p:cNvPicPr preferRelativeResize="0"/>
            <p:nvPr/>
          </p:nvPicPr>
          <p:blipFill rotWithShape="1">
            <a:blip r:embed="rId2">
              <a:alphaModFix/>
            </a:blip>
            <a:srcRect l="7901" t="5612" r="64806" b="80214"/>
            <a:stretch/>
          </p:blipFill>
          <p:spPr>
            <a:xfrm>
              <a:off x="7183475" y="-32700"/>
              <a:ext cx="1960526" cy="572700"/>
            </a:xfrm>
            <a:prstGeom prst="rect">
              <a:avLst/>
            </a:prstGeom>
            <a:noFill/>
            <a:ln>
              <a:noFill/>
            </a:ln>
          </p:spPr>
        </p:pic>
      </p:grpSp>
      <p:pic>
        <p:nvPicPr>
          <p:cNvPr id="316" name="Google Shape;316;p28"/>
          <p:cNvPicPr preferRelativeResize="0"/>
          <p:nvPr/>
        </p:nvPicPr>
        <p:blipFill rotWithShape="1">
          <a:blip r:embed="rId3">
            <a:alphaModFix/>
          </a:blip>
          <a:srcRect t="80214" b="5612"/>
          <a:stretch/>
        </p:blipFill>
        <p:spPr>
          <a:xfrm>
            <a:off x="0" y="4568874"/>
            <a:ext cx="7183474" cy="572700"/>
          </a:xfrm>
          <a:prstGeom prst="rect">
            <a:avLst/>
          </a:prstGeom>
          <a:noFill/>
          <a:ln>
            <a:noFill/>
          </a:ln>
        </p:spPr>
      </p:pic>
      <p:pic>
        <p:nvPicPr>
          <p:cNvPr id="317" name="Google Shape;317;p28"/>
          <p:cNvPicPr preferRelativeResize="0"/>
          <p:nvPr/>
        </p:nvPicPr>
        <p:blipFill rotWithShape="1">
          <a:blip r:embed="rId3">
            <a:alphaModFix/>
          </a:blip>
          <a:srcRect l="8299" t="80214" r="64052" b="5612"/>
          <a:stretch/>
        </p:blipFill>
        <p:spPr>
          <a:xfrm>
            <a:off x="7212025" y="4568875"/>
            <a:ext cx="1986024" cy="5727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318"/>
        <p:cNvGrpSpPr/>
        <p:nvPr/>
      </p:nvGrpSpPr>
      <p:grpSpPr>
        <a:xfrm>
          <a:off x="0" y="0"/>
          <a:ext cx="0" cy="0"/>
          <a:chOff x="0" y="0"/>
          <a:chExt cx="0" cy="0"/>
        </a:xfrm>
      </p:grpSpPr>
      <p:sp>
        <p:nvSpPr>
          <p:cNvPr id="319" name="Google Shape;319;p29"/>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0" name="Google Shape;320;p29"/>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1" name="Google Shape;321;p29"/>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2" name="Google Shape;322;p29"/>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3" name="Google Shape;323;p29"/>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4" name="Google Shape;324;p29"/>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5" name="Google Shape;325;p29"/>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6" name="Google Shape;326;p29"/>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327" name="Google Shape;327;p29"/>
          <p:cNvSpPr txBox="1">
            <a:spLocks noGrp="1"/>
          </p:cNvSpPr>
          <p:nvPr>
            <p:ph type="title" hasCustomPrompt="1"/>
          </p:nvPr>
        </p:nvSpPr>
        <p:spPr>
          <a:xfrm>
            <a:off x="986025" y="1272300"/>
            <a:ext cx="2078100" cy="6354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28" name="Google Shape;328;p29"/>
          <p:cNvSpPr txBox="1">
            <a:spLocks noGrp="1"/>
          </p:cNvSpPr>
          <p:nvPr>
            <p:ph type="subTitle" idx="1"/>
          </p:nvPr>
        </p:nvSpPr>
        <p:spPr>
          <a:xfrm>
            <a:off x="986025" y="2603450"/>
            <a:ext cx="2078100" cy="6354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29" name="Google Shape;329;p29"/>
          <p:cNvSpPr txBox="1">
            <a:spLocks noGrp="1"/>
          </p:cNvSpPr>
          <p:nvPr>
            <p:ph type="subTitle" idx="2"/>
          </p:nvPr>
        </p:nvSpPr>
        <p:spPr>
          <a:xfrm>
            <a:off x="986025" y="1968049"/>
            <a:ext cx="2078100" cy="635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0" name="Google Shape;330;p29"/>
          <p:cNvSpPr txBox="1">
            <a:spLocks noGrp="1"/>
          </p:cNvSpPr>
          <p:nvPr>
            <p:ph type="title" idx="3" hasCustomPrompt="1"/>
          </p:nvPr>
        </p:nvSpPr>
        <p:spPr>
          <a:xfrm>
            <a:off x="3532950" y="1272300"/>
            <a:ext cx="2078100" cy="6354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1" name="Google Shape;331;p29"/>
          <p:cNvSpPr txBox="1">
            <a:spLocks noGrp="1"/>
          </p:cNvSpPr>
          <p:nvPr>
            <p:ph type="subTitle" idx="4"/>
          </p:nvPr>
        </p:nvSpPr>
        <p:spPr>
          <a:xfrm>
            <a:off x="3532950" y="2603450"/>
            <a:ext cx="2078100" cy="6354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32" name="Google Shape;332;p29"/>
          <p:cNvSpPr txBox="1">
            <a:spLocks noGrp="1"/>
          </p:cNvSpPr>
          <p:nvPr>
            <p:ph type="subTitle" idx="5"/>
          </p:nvPr>
        </p:nvSpPr>
        <p:spPr>
          <a:xfrm>
            <a:off x="3532950" y="1968049"/>
            <a:ext cx="2078100" cy="635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3" name="Google Shape;333;p29"/>
          <p:cNvSpPr txBox="1">
            <a:spLocks noGrp="1"/>
          </p:cNvSpPr>
          <p:nvPr>
            <p:ph type="title" idx="6" hasCustomPrompt="1"/>
          </p:nvPr>
        </p:nvSpPr>
        <p:spPr>
          <a:xfrm>
            <a:off x="6079875" y="1272300"/>
            <a:ext cx="2078100" cy="6354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4" name="Google Shape;334;p29"/>
          <p:cNvSpPr txBox="1">
            <a:spLocks noGrp="1"/>
          </p:cNvSpPr>
          <p:nvPr>
            <p:ph type="subTitle" idx="7"/>
          </p:nvPr>
        </p:nvSpPr>
        <p:spPr>
          <a:xfrm>
            <a:off x="6079875" y="2603450"/>
            <a:ext cx="2078100" cy="635400"/>
          </a:xfrm>
          <a:prstGeom prst="rect">
            <a:avLst/>
          </a:prstGeom>
          <a:ln>
            <a:noFill/>
          </a:ln>
        </p:spPr>
        <p:txBody>
          <a:bodyPr spcFirstLastPara="1" wrap="square" lIns="91425" tIns="91425" rIns="91425" bIns="91425" anchor="t" anchorCtr="0">
            <a:noAutofit/>
          </a:bodyPr>
          <a:lstStyle>
            <a:lvl1pPr lvl="0" algn="ctr" rtl="0">
              <a:lnSpc>
                <a:spcPct val="115000"/>
              </a:lnSpc>
              <a:spcBef>
                <a:spcPts val="0"/>
              </a:spcBef>
              <a:spcAft>
                <a:spcPts val="0"/>
              </a:spcAft>
              <a:buSzPts val="2400"/>
              <a:buFont typeface="PT Sans"/>
              <a:buNone/>
              <a:defRPr/>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Font typeface="PT Sans"/>
              <a:buNone/>
              <a:defRPr sz="2100">
                <a:latin typeface="PT Sans"/>
                <a:ea typeface="PT Sans"/>
                <a:cs typeface="PT Sans"/>
                <a:sym typeface="PT Sans"/>
              </a:defRPr>
            </a:lvl4pPr>
            <a:lvl5pPr lvl="4" algn="ctr" rtl="0">
              <a:lnSpc>
                <a:spcPct val="100000"/>
              </a:lnSpc>
              <a:spcBef>
                <a:spcPts val="0"/>
              </a:spcBef>
              <a:spcAft>
                <a:spcPts val="0"/>
              </a:spcAft>
              <a:buSzPts val="2100"/>
              <a:buFont typeface="PT Sans"/>
              <a:buNone/>
              <a:defRPr sz="2100">
                <a:latin typeface="PT Sans"/>
                <a:ea typeface="PT Sans"/>
                <a:cs typeface="PT Sans"/>
                <a:sym typeface="PT Sans"/>
              </a:defRPr>
            </a:lvl5pPr>
            <a:lvl6pPr lvl="5" algn="ctr" rtl="0">
              <a:lnSpc>
                <a:spcPct val="100000"/>
              </a:lnSpc>
              <a:spcBef>
                <a:spcPts val="0"/>
              </a:spcBef>
              <a:spcAft>
                <a:spcPts val="0"/>
              </a:spcAft>
              <a:buSzPts val="2100"/>
              <a:buFont typeface="PT Sans"/>
              <a:buNone/>
              <a:defRPr sz="2100">
                <a:latin typeface="PT Sans"/>
                <a:ea typeface="PT Sans"/>
                <a:cs typeface="PT Sans"/>
                <a:sym typeface="PT Sans"/>
              </a:defRPr>
            </a:lvl6pPr>
            <a:lvl7pPr lvl="6" algn="ctr" rtl="0">
              <a:lnSpc>
                <a:spcPct val="100000"/>
              </a:lnSpc>
              <a:spcBef>
                <a:spcPts val="0"/>
              </a:spcBef>
              <a:spcAft>
                <a:spcPts val="0"/>
              </a:spcAft>
              <a:buSzPts val="2100"/>
              <a:buFont typeface="PT Sans"/>
              <a:buNone/>
              <a:defRPr sz="2100">
                <a:latin typeface="PT Sans"/>
                <a:ea typeface="PT Sans"/>
                <a:cs typeface="PT Sans"/>
                <a:sym typeface="PT Sans"/>
              </a:defRPr>
            </a:lvl7pPr>
            <a:lvl8pPr lvl="7" algn="ctr" rtl="0">
              <a:lnSpc>
                <a:spcPct val="100000"/>
              </a:lnSpc>
              <a:spcBef>
                <a:spcPts val="0"/>
              </a:spcBef>
              <a:spcAft>
                <a:spcPts val="0"/>
              </a:spcAft>
              <a:buSzPts val="2100"/>
              <a:buFont typeface="PT Sans"/>
              <a:buNone/>
              <a:defRPr sz="2100">
                <a:latin typeface="PT Sans"/>
                <a:ea typeface="PT Sans"/>
                <a:cs typeface="PT Sans"/>
                <a:sym typeface="PT Sans"/>
              </a:defRPr>
            </a:lvl8pPr>
            <a:lvl9pPr lvl="8" algn="ctr" rtl="0">
              <a:lnSpc>
                <a:spcPct val="100000"/>
              </a:lnSpc>
              <a:spcBef>
                <a:spcPts val="0"/>
              </a:spcBef>
              <a:spcAft>
                <a:spcPts val="0"/>
              </a:spcAft>
              <a:buSzPts val="2100"/>
              <a:buFont typeface="PT Sans"/>
              <a:buNone/>
              <a:defRPr sz="2100">
                <a:latin typeface="PT Sans"/>
                <a:ea typeface="PT Sans"/>
                <a:cs typeface="PT Sans"/>
                <a:sym typeface="PT Sans"/>
              </a:defRPr>
            </a:lvl9pPr>
          </a:lstStyle>
          <a:p>
            <a:endParaRPr/>
          </a:p>
        </p:txBody>
      </p:sp>
      <p:sp>
        <p:nvSpPr>
          <p:cNvPr id="335" name="Google Shape;335;p29"/>
          <p:cNvSpPr txBox="1">
            <a:spLocks noGrp="1"/>
          </p:cNvSpPr>
          <p:nvPr>
            <p:ph type="subTitle" idx="8"/>
          </p:nvPr>
        </p:nvSpPr>
        <p:spPr>
          <a:xfrm>
            <a:off x="6079875" y="1968049"/>
            <a:ext cx="2078100" cy="635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000" b="1">
                <a:latin typeface="Barlow"/>
                <a:ea typeface="Barlow"/>
                <a:cs typeface="Barlow"/>
                <a:sym typeface="Barlow"/>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336" name="Google Shape;336;p29"/>
          <p:cNvSpPr txBox="1">
            <a:spLocks noGrp="1"/>
          </p:cNvSpPr>
          <p:nvPr>
            <p:ph type="title" idx="9"/>
          </p:nvPr>
        </p:nvSpPr>
        <p:spPr>
          <a:xfrm>
            <a:off x="720000" y="450475"/>
            <a:ext cx="7704000" cy="56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37" name="Google Shape;337;p29"/>
          <p:cNvGrpSpPr/>
          <p:nvPr/>
        </p:nvGrpSpPr>
        <p:grpSpPr>
          <a:xfrm>
            <a:off x="8252150" y="-5725"/>
            <a:ext cx="891850" cy="5149224"/>
            <a:chOff x="8252150" y="-5725"/>
            <a:chExt cx="891850" cy="5149224"/>
          </a:xfrm>
        </p:grpSpPr>
        <p:pic>
          <p:nvPicPr>
            <p:cNvPr id="338" name="Google Shape;338;p29"/>
            <p:cNvPicPr preferRelativeResize="0"/>
            <p:nvPr/>
          </p:nvPicPr>
          <p:blipFill rotWithShape="1">
            <a:blip r:embed="rId2">
              <a:alphaModFix/>
            </a:blip>
            <a:srcRect r="88972" b="17382"/>
            <a:stretch/>
          </p:blipFill>
          <p:spPr>
            <a:xfrm>
              <a:off x="8252150" y="-5725"/>
              <a:ext cx="891850" cy="3758700"/>
            </a:xfrm>
            <a:prstGeom prst="rect">
              <a:avLst/>
            </a:prstGeom>
            <a:noFill/>
            <a:ln>
              <a:noFill/>
            </a:ln>
          </p:spPr>
        </p:pic>
        <p:pic>
          <p:nvPicPr>
            <p:cNvPr id="339" name="Google Shape;339;p29"/>
            <p:cNvPicPr preferRelativeResize="0"/>
            <p:nvPr/>
          </p:nvPicPr>
          <p:blipFill rotWithShape="1">
            <a:blip r:embed="rId2">
              <a:alphaModFix/>
            </a:blip>
            <a:srcRect t="11494" r="88972" b="57941"/>
            <a:stretch/>
          </p:blipFill>
          <p:spPr>
            <a:xfrm>
              <a:off x="8252150" y="3752975"/>
              <a:ext cx="891850" cy="1390524"/>
            </a:xfrm>
            <a:prstGeom prst="rect">
              <a:avLst/>
            </a:prstGeom>
            <a:noFill/>
            <a:ln>
              <a:noFill/>
            </a:ln>
          </p:spPr>
        </p:pic>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40"/>
        <p:cNvGrpSpPr/>
        <p:nvPr/>
      </p:nvGrpSpPr>
      <p:grpSpPr>
        <a:xfrm>
          <a:off x="0" y="0"/>
          <a:ext cx="0" cy="0"/>
          <a:chOff x="0" y="0"/>
          <a:chExt cx="0" cy="0"/>
        </a:xfrm>
      </p:grpSpPr>
      <p:pic>
        <p:nvPicPr>
          <p:cNvPr id="341" name="Google Shape;341;p30"/>
          <p:cNvPicPr preferRelativeResize="0"/>
          <p:nvPr/>
        </p:nvPicPr>
        <p:blipFill rotWithShape="1">
          <a:blip r:embed="rId2">
            <a:alphaModFix/>
          </a:blip>
          <a:srcRect l="18413" b="24144"/>
          <a:stretch/>
        </p:blipFill>
        <p:spPr>
          <a:xfrm>
            <a:off x="0" y="1241800"/>
            <a:ext cx="7460448" cy="3901700"/>
          </a:xfrm>
          <a:prstGeom prst="rect">
            <a:avLst/>
          </a:prstGeom>
          <a:noFill/>
          <a:ln>
            <a:noFill/>
          </a:ln>
        </p:spPr>
      </p:pic>
      <p:sp>
        <p:nvSpPr>
          <p:cNvPr id="342" name="Google Shape;342;p30"/>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0"/>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0"/>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0"/>
          <p:cNvSpPr/>
          <p:nvPr/>
        </p:nvSpPr>
        <p:spPr>
          <a:xfrm>
            <a:off x="7573120" y="3543821"/>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0"/>
          <p:cNvSpPr/>
          <p:nvPr/>
        </p:nvSpPr>
        <p:spPr>
          <a:xfrm>
            <a:off x="1339741" y="3348571"/>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0"/>
          <p:cNvSpPr/>
          <p:nvPr/>
        </p:nvSpPr>
        <p:spPr>
          <a:xfrm>
            <a:off x="7544355" y="3538697"/>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0"/>
          <p:cNvSpPr/>
          <p:nvPr/>
        </p:nvSpPr>
        <p:spPr>
          <a:xfrm>
            <a:off x="7567640" y="3545287"/>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0"/>
          <p:cNvSpPr/>
          <p:nvPr/>
        </p:nvSpPr>
        <p:spPr>
          <a:xfrm>
            <a:off x="7573132" y="3547483"/>
            <a:ext cx="5602" cy="3405"/>
          </a:xfrm>
          <a:custGeom>
            <a:avLst/>
            <a:gdLst/>
            <a:ahLst/>
            <a:cxnLst/>
            <a:rect l="l" t="t" r="r" b="b"/>
            <a:pathLst>
              <a:path w="51" h="31" extrusionOk="0">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0"/>
          <p:cNvSpPr txBox="1">
            <a:spLocks noGrp="1"/>
          </p:cNvSpPr>
          <p:nvPr>
            <p:ph type="title"/>
          </p:nvPr>
        </p:nvSpPr>
        <p:spPr>
          <a:xfrm>
            <a:off x="4572125" y="540000"/>
            <a:ext cx="3858600" cy="12480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500"/>
              <a:buNone/>
              <a:defRPr sz="6000">
                <a:solidFill>
                  <a:schemeClr val="dk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51" name="Google Shape;351;p30"/>
          <p:cNvSpPr txBox="1">
            <a:spLocks noGrp="1"/>
          </p:cNvSpPr>
          <p:nvPr>
            <p:ph type="subTitle" idx="1"/>
          </p:nvPr>
        </p:nvSpPr>
        <p:spPr>
          <a:xfrm>
            <a:off x="4572125" y="1788000"/>
            <a:ext cx="3858600" cy="882000"/>
          </a:xfrm>
          <a:prstGeom prst="rect">
            <a:avLst/>
          </a:prstGeom>
        </p:spPr>
        <p:txBody>
          <a:bodyPr spcFirstLastPara="1" wrap="square" lIns="91425" tIns="91425" rIns="91425" bIns="91425" anchor="ctr" anchorCtr="0">
            <a:noAutofit/>
          </a:bodyPr>
          <a:lstStyle>
            <a:lvl1pPr lvl="0" algn="r" rtl="0">
              <a:lnSpc>
                <a:spcPct val="115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52" name="Google Shape;352;p30"/>
          <p:cNvSpPr txBox="1"/>
          <p:nvPr/>
        </p:nvSpPr>
        <p:spPr>
          <a:xfrm>
            <a:off x="4572000" y="3367838"/>
            <a:ext cx="3858600" cy="6675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sz="1200">
                <a:solidFill>
                  <a:schemeClr val="dk1"/>
                </a:solidFill>
                <a:latin typeface="Albert Sans"/>
                <a:ea typeface="Albert Sans"/>
                <a:cs typeface="Albert Sans"/>
                <a:sym typeface="Albert Sans"/>
              </a:rPr>
              <a:t>CREDITS: This presentation template was created by </a:t>
            </a:r>
            <a:r>
              <a:rPr lang="en" sz="1200" b="1" u="sng">
                <a:solidFill>
                  <a:schemeClr val="dk1"/>
                </a:solidFill>
                <a:latin typeface="Albert Sans"/>
                <a:ea typeface="Albert Sans"/>
                <a:cs typeface="Albert Sans"/>
                <a:sym typeface="Albert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Slidesgo</a:t>
            </a:r>
            <a:r>
              <a:rPr lang="en" sz="1200">
                <a:solidFill>
                  <a:schemeClr val="dk1"/>
                </a:solidFill>
                <a:latin typeface="Albert Sans"/>
                <a:ea typeface="Albert Sans"/>
                <a:cs typeface="Albert Sans"/>
                <a:sym typeface="Albert Sans"/>
              </a:rPr>
              <a:t>, and includes icons by </a:t>
            </a:r>
            <a:r>
              <a:rPr lang="en" sz="1200" b="1" u="sng">
                <a:solidFill>
                  <a:schemeClr val="dk1"/>
                </a:solidFill>
                <a:latin typeface="Albert Sans"/>
                <a:ea typeface="Albert Sans"/>
                <a:cs typeface="Albert Sans"/>
                <a:sym typeface="Albert Sans"/>
                <a:hlinkClick r:id="rId4">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Flaticon</a:t>
            </a:r>
            <a:r>
              <a:rPr lang="en" sz="1200" b="1">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and infographics &amp; images by </a:t>
            </a:r>
            <a:r>
              <a:rPr lang="en" sz="1200" b="1" u="sng">
                <a:solidFill>
                  <a:schemeClr val="dk1"/>
                </a:solidFill>
                <a:latin typeface="Albert Sans"/>
                <a:ea typeface="Albert Sans"/>
                <a:cs typeface="Albert Sans"/>
                <a:sym typeface="Albert Sans"/>
                <a:hlinkClick r:id="rId5">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Freepik</a:t>
            </a:r>
            <a:endParaRPr sz="1200" b="1" u="sng">
              <a:solidFill>
                <a:schemeClr val="dk1"/>
              </a:solidFill>
              <a:latin typeface="Albert Sans"/>
              <a:ea typeface="Albert Sans"/>
              <a:cs typeface="Albert Sans"/>
              <a:sym typeface="Albert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53"/>
        <p:cNvGrpSpPr/>
        <p:nvPr/>
      </p:nvGrpSpPr>
      <p:grpSpPr>
        <a:xfrm>
          <a:off x="0" y="0"/>
          <a:ext cx="0" cy="0"/>
          <a:chOff x="0" y="0"/>
          <a:chExt cx="0" cy="0"/>
        </a:xfrm>
      </p:grpSpPr>
      <p:sp>
        <p:nvSpPr>
          <p:cNvPr id="354" name="Google Shape;354;p31"/>
          <p:cNvSpPr/>
          <p:nvPr/>
        </p:nvSpPr>
        <p:spPr>
          <a:xfrm>
            <a:off x="1339719" y="3344908"/>
            <a:ext cx="2416" cy="1208"/>
          </a:xfrm>
          <a:custGeom>
            <a:avLst/>
            <a:gdLst/>
            <a:ahLst/>
            <a:cxnLst/>
            <a:rect l="l" t="t" r="r" b="b"/>
            <a:pathLst>
              <a:path w="22" h="11" extrusionOk="0">
                <a:moveTo>
                  <a:pt x="1" y="0"/>
                </a:moveTo>
                <a:cubicBezTo>
                  <a:pt x="11" y="0"/>
                  <a:pt x="21" y="10"/>
                  <a:pt x="21" y="10"/>
                </a:cubicBezTo>
                <a:lnTo>
                  <a:pt x="11" y="0"/>
                </a:lnTo>
                <a:close/>
              </a:path>
            </a:pathLst>
          </a:custGeom>
          <a:solidFill>
            <a:srgbClr val="82DCB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1"/>
          <p:cNvSpPr/>
          <p:nvPr/>
        </p:nvSpPr>
        <p:spPr>
          <a:xfrm>
            <a:off x="7544343" y="3535034"/>
            <a:ext cx="22187" cy="6700"/>
          </a:xfrm>
          <a:custGeom>
            <a:avLst/>
            <a:gdLst/>
            <a:ahLst/>
            <a:cxnLst/>
            <a:rect l="l" t="t" r="r" b="b"/>
            <a:pathLst>
              <a:path w="202" h="61" extrusionOk="0">
                <a:moveTo>
                  <a:pt x="1" y="0"/>
                </a:moveTo>
                <a:cubicBezTo>
                  <a:pt x="81" y="31"/>
                  <a:pt x="152" y="51"/>
                  <a:pt x="202" y="61"/>
                </a:cubicBezTo>
                <a:cubicBezTo>
                  <a:pt x="152" y="41"/>
                  <a:pt x="81" y="31"/>
                  <a:pt x="1" y="0"/>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1"/>
          <p:cNvSpPr/>
          <p:nvPr/>
        </p:nvSpPr>
        <p:spPr>
          <a:xfrm>
            <a:off x="7567628" y="3541624"/>
            <a:ext cx="4503" cy="2307"/>
          </a:xfrm>
          <a:custGeom>
            <a:avLst/>
            <a:gdLst/>
            <a:ahLst/>
            <a:cxnLst/>
            <a:rect l="l" t="t" r="r" b="b"/>
            <a:pathLst>
              <a:path w="41" h="21" extrusionOk="0">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7" name="Google Shape;357;p31"/>
          <p:cNvGrpSpPr/>
          <p:nvPr/>
        </p:nvGrpSpPr>
        <p:grpSpPr>
          <a:xfrm>
            <a:off x="0" y="-32701"/>
            <a:ext cx="9144001" cy="572700"/>
            <a:chOff x="0" y="-32701"/>
            <a:chExt cx="9144001" cy="572700"/>
          </a:xfrm>
        </p:grpSpPr>
        <p:pic>
          <p:nvPicPr>
            <p:cNvPr id="358" name="Google Shape;358;p31"/>
            <p:cNvPicPr preferRelativeResize="0"/>
            <p:nvPr/>
          </p:nvPicPr>
          <p:blipFill rotWithShape="1">
            <a:blip r:embed="rId2">
              <a:alphaModFix/>
            </a:blip>
            <a:srcRect t="5612" b="80214"/>
            <a:stretch/>
          </p:blipFill>
          <p:spPr>
            <a:xfrm>
              <a:off x="0" y="-32701"/>
              <a:ext cx="7183474" cy="572700"/>
            </a:xfrm>
            <a:prstGeom prst="rect">
              <a:avLst/>
            </a:prstGeom>
            <a:noFill/>
            <a:ln>
              <a:noFill/>
            </a:ln>
          </p:spPr>
        </p:pic>
        <p:pic>
          <p:nvPicPr>
            <p:cNvPr id="359" name="Google Shape;359;p31"/>
            <p:cNvPicPr preferRelativeResize="0"/>
            <p:nvPr/>
          </p:nvPicPr>
          <p:blipFill rotWithShape="1">
            <a:blip r:embed="rId2">
              <a:alphaModFix/>
            </a:blip>
            <a:srcRect l="7901" t="5612" r="64806" b="80214"/>
            <a:stretch/>
          </p:blipFill>
          <p:spPr>
            <a:xfrm>
              <a:off x="7183475" y="-32700"/>
              <a:ext cx="1960526" cy="572700"/>
            </a:xfrm>
            <a:prstGeom prst="rect">
              <a:avLst/>
            </a:prstGeom>
            <a:noFill/>
            <a:ln>
              <a:noFill/>
            </a:ln>
          </p:spPr>
        </p:pic>
      </p:grpSp>
      <p:pic>
        <p:nvPicPr>
          <p:cNvPr id="360" name="Google Shape;360;p31"/>
          <p:cNvPicPr preferRelativeResize="0"/>
          <p:nvPr/>
        </p:nvPicPr>
        <p:blipFill rotWithShape="1">
          <a:blip r:embed="rId3">
            <a:alphaModFix/>
          </a:blip>
          <a:srcRect t="80214" b="5612"/>
          <a:stretch/>
        </p:blipFill>
        <p:spPr>
          <a:xfrm>
            <a:off x="0" y="4568874"/>
            <a:ext cx="7183474" cy="572700"/>
          </a:xfrm>
          <a:prstGeom prst="rect">
            <a:avLst/>
          </a:prstGeom>
          <a:noFill/>
          <a:ln>
            <a:noFill/>
          </a:ln>
        </p:spPr>
      </p:pic>
      <p:pic>
        <p:nvPicPr>
          <p:cNvPr id="361" name="Google Shape;361;p31"/>
          <p:cNvPicPr preferRelativeResize="0"/>
          <p:nvPr/>
        </p:nvPicPr>
        <p:blipFill rotWithShape="1">
          <a:blip r:embed="rId3">
            <a:alphaModFix/>
          </a:blip>
          <a:srcRect l="8299" t="80214" r="64052" b="5612"/>
          <a:stretch/>
        </p:blipFill>
        <p:spPr>
          <a:xfrm>
            <a:off x="7212025" y="4568875"/>
            <a:ext cx="1986024" cy="572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62"/>
        <p:cNvGrpSpPr/>
        <p:nvPr/>
      </p:nvGrpSpPr>
      <p:grpSpPr>
        <a:xfrm>
          <a:off x="0" y="0"/>
          <a:ext cx="0" cy="0"/>
          <a:chOff x="0" y="0"/>
          <a:chExt cx="0" cy="0"/>
        </a:xfrm>
      </p:grpSpPr>
      <p:grpSp>
        <p:nvGrpSpPr>
          <p:cNvPr id="363" name="Google Shape;363;p32"/>
          <p:cNvGrpSpPr/>
          <p:nvPr/>
        </p:nvGrpSpPr>
        <p:grpSpPr>
          <a:xfrm>
            <a:off x="8252150" y="-5725"/>
            <a:ext cx="891850" cy="5149224"/>
            <a:chOff x="8252150" y="-5725"/>
            <a:chExt cx="891850" cy="5149224"/>
          </a:xfrm>
        </p:grpSpPr>
        <p:pic>
          <p:nvPicPr>
            <p:cNvPr id="364" name="Google Shape;364;p32"/>
            <p:cNvPicPr preferRelativeResize="0"/>
            <p:nvPr/>
          </p:nvPicPr>
          <p:blipFill rotWithShape="1">
            <a:blip r:embed="rId2">
              <a:alphaModFix/>
            </a:blip>
            <a:srcRect r="88972" b="17382"/>
            <a:stretch/>
          </p:blipFill>
          <p:spPr>
            <a:xfrm>
              <a:off x="8252150" y="-5725"/>
              <a:ext cx="891850" cy="3758700"/>
            </a:xfrm>
            <a:prstGeom prst="rect">
              <a:avLst/>
            </a:prstGeom>
            <a:noFill/>
            <a:ln>
              <a:noFill/>
            </a:ln>
          </p:spPr>
        </p:pic>
        <p:pic>
          <p:nvPicPr>
            <p:cNvPr id="365" name="Google Shape;365;p32"/>
            <p:cNvPicPr preferRelativeResize="0"/>
            <p:nvPr/>
          </p:nvPicPr>
          <p:blipFill rotWithShape="1">
            <a:blip r:embed="rId2">
              <a:alphaModFix/>
            </a:blip>
            <a:srcRect t="11494" r="88972" b="57941"/>
            <a:stretch/>
          </p:blipFill>
          <p:spPr>
            <a:xfrm>
              <a:off x="8252150" y="3752975"/>
              <a:ext cx="891850" cy="1390524"/>
            </a:xfrm>
            <a:prstGeom prst="rect">
              <a:avLst/>
            </a:prstGeom>
            <a:noFill/>
            <a:ln>
              <a:noFill/>
            </a:ln>
          </p:spPr>
        </p:pic>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1pPr>
            <a:lvl2pPr lvl="1"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2pPr>
            <a:lvl3pPr lvl="2"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3pPr>
            <a:lvl4pPr lvl="3"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4pPr>
            <a:lvl5pPr lvl="4"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5pPr>
            <a:lvl6pPr lvl="5"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6pPr>
            <a:lvl7pPr lvl="6"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7pPr>
            <a:lvl8pPr lvl="7"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8pPr>
            <a:lvl9pPr lvl="8" rtl="0">
              <a:spcBef>
                <a:spcPts val="0"/>
              </a:spcBef>
              <a:spcAft>
                <a:spcPts val="0"/>
              </a:spcAft>
              <a:buClr>
                <a:schemeClr val="dk1"/>
              </a:buClr>
              <a:buSzPts val="3500"/>
              <a:buFont typeface="Barlow"/>
              <a:buNone/>
              <a:defRPr sz="3500" b="1">
                <a:solidFill>
                  <a:schemeClr val="dk1"/>
                </a:solidFill>
                <a:latin typeface="Barlow"/>
                <a:ea typeface="Barlow"/>
                <a:cs typeface="Barlow"/>
                <a:sym typeface="Barlow"/>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1pPr>
            <a:lvl2pPr marL="914400" lvl="1"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2pPr>
            <a:lvl3pPr marL="1371600" lvl="2"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3pPr>
            <a:lvl4pPr marL="1828800" lvl="3"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4pPr>
            <a:lvl5pPr marL="2286000" lvl="4"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5pPr>
            <a:lvl6pPr marL="2743200" lvl="5"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6pPr>
            <a:lvl7pPr marL="3200400" lvl="6"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7pPr>
            <a:lvl8pPr marL="3657600" lvl="7"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8pPr>
            <a:lvl9pPr marL="4114800" lvl="8" indent="-317500">
              <a:lnSpc>
                <a:spcPct val="100000"/>
              </a:lnSpc>
              <a:spcBef>
                <a:spcPts val="0"/>
              </a:spcBef>
              <a:spcAft>
                <a:spcPts val="0"/>
              </a:spcAft>
              <a:buClr>
                <a:schemeClr val="dk1"/>
              </a:buClr>
              <a:buSzPts val="1400"/>
              <a:buFont typeface="Albert Sans"/>
              <a:buChar char="■"/>
              <a:defRPr>
                <a:solidFill>
                  <a:schemeClr val="dk1"/>
                </a:solidFill>
                <a:latin typeface="Albert Sans"/>
                <a:ea typeface="Albert Sans"/>
                <a:cs typeface="Albert Sans"/>
                <a:sym typeface="Alber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bit.ly/30B07Gq" TargetMode="External"/><Relationship Id="rId13" Type="http://schemas.openxmlformats.org/officeDocument/2006/relationships/hyperlink" Target="https://wepik.com/?utm_source=slidesgo_template&amp;utm_medium=referral-link&amp;utm_campaign=promo-slide&amp;utm_term=slidesgo&amp;utm_content=wepik" TargetMode="External"/><Relationship Id="rId3" Type="http://schemas.openxmlformats.org/officeDocument/2006/relationships/slide" Target="slide35.xml"/><Relationship Id="rId7" Type="http://schemas.openxmlformats.org/officeDocument/2006/relationships/hyperlink" Target="https://bit.ly/3A1uf1Q" TargetMode="External"/><Relationship Id="rId12" Type="http://schemas.openxmlformats.org/officeDocument/2006/relationships/hyperlink" Target="https://storyset.com/?utm_source=slidesgo_template&amp;utm_medium=referral-link&amp;utm_campaign=promo-slide&amp;utm_term=slidesgo&amp;utm_content=storyset"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1" Type="http://schemas.openxmlformats.org/officeDocument/2006/relationships/hyperlink" Target="https://www.flaticon.com/?utm_source=slidesgo_template&amp;utm_medium=referral-link&amp;utm_campaign=promo-slide&amp;utm_term=slidesgo&amp;utm_content=flaticon" TargetMode="External"/><Relationship Id="rId5" Type="http://schemas.openxmlformats.org/officeDocument/2006/relationships/slide" Target="slide33.xml"/><Relationship Id="rId10" Type="http://schemas.openxmlformats.org/officeDocument/2006/relationships/hyperlink" Target="https://www.freepik.com/?utm_source=slidesgo_template&amp;utm_medium=referral-link&amp;utm_campaign=promo-slide&amp;utm_term=slidesgo&amp;utm_content=freepik" TargetMode="External"/><Relationship Id="rId4" Type="http://schemas.openxmlformats.org/officeDocument/2006/relationships/slide" Target="slide34.xml"/><Relationship Id="rId9" Type="http://schemas.openxmlformats.org/officeDocument/2006/relationships/hyperlink" Target="http://bit.ly/33VAFh3" TargetMode="External"/><Relationship Id="rId14" Type="http://schemas.openxmlformats.org/officeDocument/2006/relationships/hyperlink" Target="https://www.videvo.net/?utm_source=slidesgo_template&amp;utm_medium=referral-link&amp;utm_campaign=sg_resources&amp;utm_content=videvo"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notesSlide" Target="../notesSlides/notesSlide25.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hyperlink" Target="https://docs.google.com/spreadsheets/d/1Z1pHWtDsgYDXbyYjd8TFMGCHo4LR6UkKPfnyeqJRXBY/copy#gid=0"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3" Type="http://schemas.openxmlformats.org/officeDocument/2006/relationships/hyperlink" Target="https://www.freepik.com/free-vector/retro-background-banknotes-coins_1059171.htm/?utm_source=slidesgo_template&amp;utm_medium=referral-link&amp;utm_campaign=sg_resources&amp;utm_content=freepik" TargetMode="External"/><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8" Type="http://schemas.openxmlformats.org/officeDocument/2006/relationships/hyperlink" Target="https://www.freepik.com/free-photo/front-view-smiley-woman-holding-crossed-arms_28739309.htm/?utm_source=slidesgo_template&amp;utm_medium=referral-link&amp;utm_campaign=sg_resources&amp;utm_content=freepik" TargetMode="External"/><Relationship Id="rId3" Type="http://schemas.openxmlformats.org/officeDocument/2006/relationships/hyperlink" Target="https://www.freepik.com/free-vector/retro-background-banknotes-coins_1059171.htm/?utm_source=slidesgo_template&amp;utm_medium=referral-link&amp;utm_campaign=sg_resources&amp;utm_content=freepik" TargetMode="External"/><Relationship Id="rId7" Type="http://schemas.openxmlformats.org/officeDocument/2006/relationships/hyperlink" Target="https://www.freepik.com/free-photo/medium-shot-smiley-woman-holding-drill_25186455.htm/?utm_source=slidesgo_template&amp;utm_medium=referral-link&amp;utm_campaign=sg_resources&amp;utm_content=freepik" TargetMode="External"/><Relationship Id="rId2" Type="http://schemas.openxmlformats.org/officeDocument/2006/relationships/notesSlide" Target="../notesSlides/notesSlide35.xml"/><Relationship Id="rId1" Type="http://schemas.openxmlformats.org/officeDocument/2006/relationships/slideLayout" Target="../slideLayouts/slideLayout3.xml"/><Relationship Id="rId6" Type="http://schemas.openxmlformats.org/officeDocument/2006/relationships/hyperlink" Target="https://www.freepik.com/free-photo/covid-19-global-economic-crisis_11071713.htm/?utm_source=slidesgo_template&amp;utm_medium=referral-link&amp;utm_campaign=sg_resources&amp;utm_content=freepik" TargetMode="External"/><Relationship Id="rId5" Type="http://schemas.openxmlformats.org/officeDocument/2006/relationships/hyperlink" Target="https://www.freepik.com/free-photo/skyscrapers-blue-sky-with-clouds_4821872.htm/?utm_source=slidesgo_template&amp;utm_medium=referral-link&amp;utm_campaign=sg_resources&amp;utm_content=freepik" TargetMode="External"/><Relationship Id="rId4" Type="http://schemas.openxmlformats.org/officeDocument/2006/relationships/hyperlink" Target="https://www.freepik.com/free-photo/pollution-concept-factory-emisions_18268010.htm/?utm_source=slidesgo_template&amp;utm_medium=referral-link&amp;utm_campaign=sg_resources&amp;utm_content=freepi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6"/>
          <p:cNvSpPr txBox="1">
            <a:spLocks noGrp="1"/>
          </p:cNvSpPr>
          <p:nvPr>
            <p:ph type="subTitle" idx="1"/>
          </p:nvPr>
        </p:nvSpPr>
        <p:spPr>
          <a:xfrm>
            <a:off x="713225" y="3219975"/>
            <a:ext cx="2624400" cy="77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Here is where your presentation begins</a:t>
            </a:r>
            <a:endParaRPr/>
          </a:p>
        </p:txBody>
      </p:sp>
      <p:sp>
        <p:nvSpPr>
          <p:cNvPr id="377" name="Google Shape;377;p36"/>
          <p:cNvSpPr txBox="1">
            <a:spLocks noGrp="1"/>
          </p:cNvSpPr>
          <p:nvPr>
            <p:ph type="ctrTitle"/>
          </p:nvPr>
        </p:nvSpPr>
        <p:spPr>
          <a:xfrm>
            <a:off x="713225" y="540000"/>
            <a:ext cx="5173800" cy="2304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History Subject for High School: Capitalism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1"/>
        <p:cNvGrpSpPr/>
        <p:nvPr/>
      </p:nvGrpSpPr>
      <p:grpSpPr>
        <a:xfrm>
          <a:off x="0" y="0"/>
          <a:ext cx="0" cy="0"/>
          <a:chOff x="0" y="0"/>
          <a:chExt cx="0" cy="0"/>
        </a:xfrm>
      </p:grpSpPr>
      <p:sp>
        <p:nvSpPr>
          <p:cNvPr id="382" name="Google Shape;382;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Contents of this template</a:t>
            </a:r>
            <a:endParaRPr>
              <a:solidFill>
                <a:schemeClr val="dk1"/>
              </a:solidFill>
            </a:endParaRPr>
          </a:p>
        </p:txBody>
      </p:sp>
      <p:graphicFrame>
        <p:nvGraphicFramePr>
          <p:cNvPr id="383" name="Google Shape;383;p37"/>
          <p:cNvGraphicFramePr/>
          <p:nvPr/>
        </p:nvGraphicFramePr>
        <p:xfrm>
          <a:off x="849950" y="1614825"/>
          <a:ext cx="3000000" cy="3000000"/>
        </p:xfrm>
        <a:graphic>
          <a:graphicData uri="http://schemas.openxmlformats.org/drawingml/2006/table">
            <a:tbl>
              <a:tblPr>
                <a:noFill/>
                <a:tableStyleId>{F1E338A7-B832-4E45-9665-1A0B4D55FDB2}</a:tableStyleId>
              </a:tblPr>
              <a:tblGrid>
                <a:gridCol w="2277275">
                  <a:extLst>
                    <a:ext uri="{9D8B030D-6E8A-4147-A177-3AD203B41FA5}">
                      <a16:colId xmlns:a16="http://schemas.microsoft.com/office/drawing/2014/main" val="20000"/>
                    </a:ext>
                  </a:extLst>
                </a:gridCol>
                <a:gridCol w="5166825">
                  <a:extLst>
                    <a:ext uri="{9D8B030D-6E8A-4147-A177-3AD203B41FA5}">
                      <a16:colId xmlns:a16="http://schemas.microsoft.com/office/drawing/2014/main" val="20001"/>
                    </a:ext>
                  </a:extLst>
                </a:gridCol>
              </a:tblGrid>
              <a:tr h="361525">
                <a:tc>
                  <a:txBody>
                    <a:bodyPr/>
                    <a:lstStyle/>
                    <a:p>
                      <a:pPr marL="0" lvl="0" indent="0" algn="l" rtl="0">
                        <a:spcBef>
                          <a:spcPts val="0"/>
                        </a:spcBef>
                        <a:spcAft>
                          <a:spcPts val="0"/>
                        </a:spcAft>
                        <a:buNone/>
                      </a:pPr>
                      <a:r>
                        <a:rPr lang="en" sz="1100" b="1" u="sng">
                          <a:solidFill>
                            <a:schemeClr val="dk1"/>
                          </a:solidFill>
                          <a:latin typeface="Albert Sans"/>
                          <a:ea typeface="Albert Sans"/>
                          <a:cs typeface="Albert Sans"/>
                          <a:sym typeface="Albert Sans"/>
                          <a:hlinkClick r:id="" action="ppaction://noaction">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Fonts</a:t>
                      </a:r>
                      <a:endParaRPr sz="1100" b="1">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lbert Sans"/>
                          <a:ea typeface="Albert Sans"/>
                          <a:cs typeface="Albert Sans"/>
                          <a:sym typeface="Albert Sans"/>
                        </a:rPr>
                        <a:t>To view this template correctly in PowerPoint, download and install the fonts we used</a:t>
                      </a:r>
                      <a:endParaRPr sz="1000">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361525">
                <a:tc>
                  <a:txBody>
                    <a:bodyPr/>
                    <a:lstStyle/>
                    <a:p>
                      <a:pPr marL="0" lvl="0" indent="0" algn="l" rtl="0">
                        <a:spcBef>
                          <a:spcPts val="0"/>
                        </a:spcBef>
                        <a:spcAft>
                          <a:spcPts val="0"/>
                        </a:spcAft>
                        <a:buNone/>
                      </a:pPr>
                      <a:r>
                        <a:rPr lang="en" sz="1100" b="1" u="sng">
                          <a:solidFill>
                            <a:schemeClr val="dk1"/>
                          </a:solidFill>
                          <a:latin typeface="Albert Sans"/>
                          <a:ea typeface="Albert Sans"/>
                          <a:cs typeface="Albert Sans"/>
                          <a:sym typeface="Albert Sans"/>
                          <a:hlinkClick r:id="rId3"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Used</a:t>
                      </a:r>
                      <a:r>
                        <a:rPr lang="en" sz="1100" b="1">
                          <a:solidFill>
                            <a:schemeClr val="dk1"/>
                          </a:solidFill>
                          <a:latin typeface="Albert Sans"/>
                          <a:ea typeface="Albert Sans"/>
                          <a:cs typeface="Albert Sans"/>
                          <a:sym typeface="Albert Sans"/>
                        </a:rPr>
                        <a:t> and </a:t>
                      </a:r>
                      <a:r>
                        <a:rPr lang="en" sz="1100" b="1" u="sng">
                          <a:solidFill>
                            <a:schemeClr val="dk1"/>
                          </a:solidFill>
                          <a:latin typeface="Albert Sans"/>
                          <a:ea typeface="Albert Sans"/>
                          <a:cs typeface="Albert Sans"/>
                          <a:sym typeface="Albert Sans"/>
                          <a:hlinkClick r:id="rId4"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alternative</a:t>
                      </a:r>
                      <a:r>
                        <a:rPr lang="en" sz="1100" b="1" u="sng">
                          <a:solidFill>
                            <a:schemeClr val="dk1"/>
                          </a:solidFill>
                          <a:latin typeface="Albert Sans"/>
                          <a:ea typeface="Albert Sans"/>
                          <a:cs typeface="Albert Sans"/>
                          <a:sym typeface="Albert Sans"/>
                          <a:hlinkClick r:id="rId4"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 resources</a:t>
                      </a:r>
                      <a:endParaRPr sz="1100" b="1">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000">
                          <a:solidFill>
                            <a:schemeClr val="dk1"/>
                          </a:solidFill>
                          <a:latin typeface="Albert Sans"/>
                          <a:ea typeface="Albert Sans"/>
                          <a:cs typeface="Albert Sans"/>
                          <a:sym typeface="Albert Sans"/>
                        </a:rPr>
                        <a:t>An assortment of graphic resources that are suitable for use in this presentation</a:t>
                      </a:r>
                      <a:endParaRPr sz="1000">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61525">
                <a:tc>
                  <a:txBody>
                    <a:bodyPr/>
                    <a:lstStyle/>
                    <a:p>
                      <a:pPr marL="0" lvl="0" indent="0" algn="l" rtl="0">
                        <a:spcBef>
                          <a:spcPts val="0"/>
                        </a:spcBef>
                        <a:spcAft>
                          <a:spcPts val="0"/>
                        </a:spcAft>
                        <a:buNone/>
                      </a:pPr>
                      <a:r>
                        <a:rPr lang="en" sz="1100" b="1" u="sng">
                          <a:solidFill>
                            <a:schemeClr val="dk1"/>
                          </a:solidFill>
                          <a:latin typeface="Albert Sans"/>
                          <a:ea typeface="Albert Sans"/>
                          <a:cs typeface="Albert Sans"/>
                          <a:sym typeface="Albert Sans"/>
                          <a:hlinkClick r:id="rId5" action="ppaction://hlinksldjump">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Thanks slide</a:t>
                      </a:r>
                      <a:endParaRPr sz="1100" b="1">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lbert Sans"/>
                          <a:ea typeface="Albert Sans"/>
                          <a:cs typeface="Albert Sans"/>
                          <a:sym typeface="Albert Sans"/>
                        </a:rPr>
                        <a:t>You must keep it so that proper credits for our design are given</a:t>
                      </a:r>
                      <a:endParaRPr sz="1000">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61525">
                <a:tc>
                  <a:txBody>
                    <a:bodyPr/>
                    <a:lstStyle/>
                    <a:p>
                      <a:pPr marL="0" lvl="0" indent="0" algn="l" rtl="0">
                        <a:spcBef>
                          <a:spcPts val="0"/>
                        </a:spcBef>
                        <a:spcAft>
                          <a:spcPts val="0"/>
                        </a:spcAft>
                        <a:buNone/>
                      </a:pPr>
                      <a:r>
                        <a:rPr lang="en" sz="1100" b="1" u="sng">
                          <a:solidFill>
                            <a:schemeClr val="dk1"/>
                          </a:solidFill>
                          <a:latin typeface="Albert Sans"/>
                          <a:ea typeface="Albert Sans"/>
                          <a:cs typeface="Albert Sans"/>
                          <a:sym typeface="Albert Sans"/>
                          <a:hlinkClick r:id="" action="ppaction://noaction">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Colors</a:t>
                      </a:r>
                      <a:endParaRPr sz="1100" b="1">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lbert Sans"/>
                          <a:ea typeface="Albert Sans"/>
                          <a:cs typeface="Albert Sans"/>
                          <a:sym typeface="Albert Sans"/>
                        </a:rPr>
                        <a:t>All the colors used in this presentation</a:t>
                      </a:r>
                      <a:endParaRPr sz="1000">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61525">
                <a:tc>
                  <a:txBody>
                    <a:bodyPr/>
                    <a:lstStyle/>
                    <a:p>
                      <a:pPr marL="0" lvl="0" indent="0" algn="l" rtl="0">
                        <a:spcBef>
                          <a:spcPts val="0"/>
                        </a:spcBef>
                        <a:spcAft>
                          <a:spcPts val="0"/>
                        </a:spcAft>
                        <a:buNone/>
                      </a:pPr>
                      <a:r>
                        <a:rPr lang="en" sz="1100" b="1" u="sng">
                          <a:solidFill>
                            <a:schemeClr val="dk1"/>
                          </a:solidFill>
                          <a:latin typeface="Albert Sans"/>
                          <a:ea typeface="Albert Sans"/>
                          <a:cs typeface="Albert Sans"/>
                          <a:sym typeface="Albert Sans"/>
                          <a:hlinkClick r:id="" action="ppaction://noaction">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Icons</a:t>
                      </a:r>
                      <a:r>
                        <a:rPr lang="en" sz="1100" b="1">
                          <a:solidFill>
                            <a:schemeClr val="dk1"/>
                          </a:solidFill>
                          <a:latin typeface="Albert Sans"/>
                          <a:ea typeface="Albert Sans"/>
                          <a:cs typeface="Albert Sans"/>
                          <a:sym typeface="Albert Sans"/>
                        </a:rPr>
                        <a:t> and </a:t>
                      </a:r>
                      <a:r>
                        <a:rPr lang="en" sz="1100" b="1" u="sng">
                          <a:solidFill>
                            <a:schemeClr val="dk1"/>
                          </a:solidFill>
                          <a:latin typeface="Albert Sans"/>
                          <a:ea typeface="Albert Sans"/>
                          <a:cs typeface="Albert Sans"/>
                          <a:sym typeface="Albert Sans"/>
                          <a:hlinkClick r:id="" action="ppaction://noaction">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infographic resources</a:t>
                      </a:r>
                      <a:endParaRPr sz="1100" b="1">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l" rtl="0">
                        <a:spcBef>
                          <a:spcPts val="0"/>
                        </a:spcBef>
                        <a:spcAft>
                          <a:spcPts val="0"/>
                        </a:spcAft>
                        <a:buNone/>
                      </a:pPr>
                      <a:r>
                        <a:rPr lang="en" sz="1000">
                          <a:solidFill>
                            <a:schemeClr val="dk1"/>
                          </a:solidFill>
                          <a:latin typeface="Albert Sans"/>
                          <a:ea typeface="Albert Sans"/>
                          <a:cs typeface="Albert Sans"/>
                          <a:sym typeface="Albert Sans"/>
                        </a:rPr>
                        <a:t>These can be used in the template, and their size and color can be edited</a:t>
                      </a:r>
                      <a:endParaRPr sz="1000">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61525">
                <a:tc>
                  <a:txBody>
                    <a:bodyPr/>
                    <a:lstStyle/>
                    <a:p>
                      <a:pPr marL="0" lvl="0" indent="0" algn="l" rtl="0">
                        <a:spcBef>
                          <a:spcPts val="0"/>
                        </a:spcBef>
                        <a:spcAft>
                          <a:spcPts val="0"/>
                        </a:spcAft>
                        <a:buNone/>
                      </a:pPr>
                      <a:r>
                        <a:rPr lang="en" sz="1100" b="1">
                          <a:solidFill>
                            <a:schemeClr val="dk1"/>
                          </a:solidFill>
                          <a:latin typeface="Albert Sans"/>
                          <a:ea typeface="Albert Sans"/>
                          <a:cs typeface="Albert Sans"/>
                          <a:sym typeface="Albert Sans"/>
                        </a:rPr>
                        <a:t>Editable presentation theme </a:t>
                      </a:r>
                      <a:endParaRPr sz="1100" b="1">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000">
                          <a:solidFill>
                            <a:schemeClr val="dk1"/>
                          </a:solidFill>
                          <a:latin typeface="Albert Sans"/>
                          <a:ea typeface="Albert Sans"/>
                          <a:cs typeface="Albert Sans"/>
                          <a:sym typeface="Albert Sans"/>
                        </a:rPr>
                        <a:t>You can edit the master slides easily. For more info, click </a:t>
                      </a:r>
                      <a:r>
                        <a:rPr lang="en" sz="1100" b="1" u="sng">
                          <a:solidFill>
                            <a:schemeClr val="dk1"/>
                          </a:solidFill>
                          <a:latin typeface="Albert Sans"/>
                          <a:ea typeface="Albert Sans"/>
                          <a:cs typeface="Albert Sans"/>
                          <a:sym typeface="Albert Sans"/>
                          <a:hlinkClick r:id="rId6">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here</a:t>
                      </a:r>
                      <a:endParaRPr sz="1000">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84" name="Google Shape;384;p37"/>
          <p:cNvSpPr txBox="1"/>
          <p:nvPr/>
        </p:nvSpPr>
        <p:spPr>
          <a:xfrm>
            <a:off x="849950" y="1155325"/>
            <a:ext cx="7444200" cy="291000"/>
          </a:xfrm>
          <a:prstGeom prst="rect">
            <a:avLst/>
          </a:prstGeom>
          <a:noFill/>
          <a:ln>
            <a:noFill/>
          </a:ln>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1200">
                <a:solidFill>
                  <a:schemeClr val="dk1"/>
                </a:solidFill>
                <a:latin typeface="Albert Sans"/>
                <a:ea typeface="Albert Sans"/>
                <a:cs typeface="Albert Sans"/>
                <a:sym typeface="Albert Sans"/>
              </a:rPr>
              <a:t>You can delete this slide when you’re done editing the presentation</a:t>
            </a:r>
            <a:endParaRPr sz="1200" b="1">
              <a:solidFill>
                <a:schemeClr val="dk1"/>
              </a:solidFill>
              <a:latin typeface="Albert Sans"/>
              <a:ea typeface="Albert Sans"/>
              <a:cs typeface="Albert Sans"/>
              <a:sym typeface="Albert Sans"/>
            </a:endParaRPr>
          </a:p>
        </p:txBody>
      </p:sp>
      <p:sp>
        <p:nvSpPr>
          <p:cNvPr id="385" name="Google Shape;385;p37"/>
          <p:cNvSpPr txBox="1"/>
          <p:nvPr/>
        </p:nvSpPr>
        <p:spPr>
          <a:xfrm>
            <a:off x="849950" y="3952475"/>
            <a:ext cx="3000000" cy="37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Albert Sans"/>
                <a:ea typeface="Albert Sans"/>
                <a:cs typeface="Albert Sans"/>
                <a:sym typeface="Albert Sans"/>
              </a:rPr>
              <a:t>For more info:</a:t>
            </a:r>
            <a:r>
              <a:rPr lang="en" sz="800" b="1">
                <a:solidFill>
                  <a:schemeClr val="dk1"/>
                </a:solidFill>
                <a:latin typeface="Albert Sans"/>
                <a:ea typeface="Albert Sans"/>
                <a:cs typeface="Albert Sans"/>
                <a:sym typeface="Albert Sans"/>
              </a:rPr>
              <a:t/>
            </a:r>
            <a:br>
              <a:rPr lang="en" sz="800" b="1">
                <a:solidFill>
                  <a:schemeClr val="dk1"/>
                </a:solidFill>
                <a:latin typeface="Albert Sans"/>
                <a:ea typeface="Albert Sans"/>
                <a:cs typeface="Albert Sans"/>
                <a:sym typeface="Albert Sans"/>
              </a:rPr>
            </a:br>
            <a:r>
              <a:rPr lang="en" sz="1000" b="1" u="sng">
                <a:solidFill>
                  <a:schemeClr val="dk1"/>
                </a:solidFill>
                <a:latin typeface="Albert Sans"/>
                <a:ea typeface="Albert Sans"/>
                <a:cs typeface="Albert Sans"/>
                <a:sym typeface="Albert Sans"/>
                <a:hlinkClick r:id="rId7">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SLIDESGO</a:t>
            </a:r>
            <a:r>
              <a:rPr lang="en" sz="1000" b="1">
                <a:solidFill>
                  <a:schemeClr val="dk1"/>
                </a:solidFill>
                <a:uFill>
                  <a:noFill/>
                </a:uFill>
                <a:latin typeface="Albert Sans"/>
                <a:ea typeface="Albert Sans"/>
                <a:cs typeface="Albert Sans"/>
                <a:sym typeface="Albert Sans"/>
                <a:hlinkClick r:id="rId7">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 </a:t>
            </a:r>
            <a:r>
              <a:rPr lang="en" sz="1000" b="1">
                <a:solidFill>
                  <a:schemeClr val="dk1"/>
                </a:solidFill>
                <a:latin typeface="Albert Sans"/>
                <a:ea typeface="Albert Sans"/>
                <a:cs typeface="Albert Sans"/>
                <a:sym typeface="Albert Sans"/>
              </a:rPr>
              <a:t>| </a:t>
            </a:r>
            <a:r>
              <a:rPr lang="en" sz="1000" b="1" u="sng">
                <a:solidFill>
                  <a:schemeClr val="dk1"/>
                </a:solidFill>
                <a:latin typeface="Albert Sans"/>
                <a:ea typeface="Albert Sans"/>
                <a:cs typeface="Albert Sans"/>
                <a:sym typeface="Albert Sans"/>
                <a:hlinkClick r:id="rId8">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BLOG</a:t>
            </a:r>
            <a:r>
              <a:rPr lang="en" sz="1000" b="1">
                <a:solidFill>
                  <a:schemeClr val="dk1"/>
                </a:solidFill>
                <a:latin typeface="Albert Sans"/>
                <a:ea typeface="Albert Sans"/>
                <a:cs typeface="Albert Sans"/>
                <a:sym typeface="Albert Sans"/>
              </a:rPr>
              <a:t> | </a:t>
            </a:r>
            <a:r>
              <a:rPr lang="en" sz="1000" b="1" u="sng">
                <a:solidFill>
                  <a:schemeClr val="dk1"/>
                </a:solidFill>
                <a:latin typeface="Albert Sans"/>
                <a:ea typeface="Albert Sans"/>
                <a:cs typeface="Albert Sans"/>
                <a:sym typeface="Albert Sans"/>
                <a:hlinkClick r:id="rId9">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FAQ</a:t>
            </a:r>
            <a:r>
              <a:rPr lang="en" sz="1000" b="1" u="sng">
                <a:solidFill>
                  <a:schemeClr val="dk1"/>
                </a:solidFill>
                <a:latin typeface="Albert Sans"/>
                <a:ea typeface="Albert Sans"/>
                <a:cs typeface="Albert Sans"/>
                <a:sym typeface="Albert Sans"/>
              </a:rPr>
              <a:t>s</a:t>
            </a:r>
            <a:endParaRPr sz="1000" b="1" u="sng">
              <a:solidFill>
                <a:schemeClr val="dk1"/>
              </a:solidFill>
              <a:latin typeface="Albert Sans"/>
              <a:ea typeface="Albert Sans"/>
              <a:cs typeface="Albert Sans"/>
              <a:sym typeface="Albert Sans"/>
            </a:endParaRPr>
          </a:p>
        </p:txBody>
      </p:sp>
      <p:sp>
        <p:nvSpPr>
          <p:cNvPr id="386" name="Google Shape;386;p37"/>
          <p:cNvSpPr txBox="1"/>
          <p:nvPr/>
        </p:nvSpPr>
        <p:spPr>
          <a:xfrm>
            <a:off x="4685656" y="3952475"/>
            <a:ext cx="3608400" cy="378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800">
                <a:solidFill>
                  <a:schemeClr val="dk1"/>
                </a:solidFill>
                <a:latin typeface="Albert Sans"/>
                <a:ea typeface="Albert Sans"/>
                <a:cs typeface="Albert Sans"/>
                <a:sym typeface="Albert Sans"/>
              </a:rPr>
              <a:t>You can visit our sister projects:</a:t>
            </a:r>
            <a:r>
              <a:rPr lang="en" sz="800" b="1">
                <a:solidFill>
                  <a:schemeClr val="dk1"/>
                </a:solidFill>
                <a:latin typeface="Albert Sans"/>
                <a:ea typeface="Albert Sans"/>
                <a:cs typeface="Albert Sans"/>
                <a:sym typeface="Albert Sans"/>
              </a:rPr>
              <a:t/>
            </a:r>
            <a:br>
              <a:rPr lang="en" sz="800" b="1">
                <a:solidFill>
                  <a:schemeClr val="dk1"/>
                </a:solidFill>
                <a:latin typeface="Albert Sans"/>
                <a:ea typeface="Albert Sans"/>
                <a:cs typeface="Albert Sans"/>
                <a:sym typeface="Albert Sans"/>
              </a:rPr>
            </a:br>
            <a:r>
              <a:rPr lang="en" sz="1000" b="1" u="sng">
                <a:solidFill>
                  <a:schemeClr val="dk1"/>
                </a:solidFill>
                <a:latin typeface="Albert Sans"/>
                <a:ea typeface="Albert Sans"/>
                <a:cs typeface="Albert Sans"/>
                <a:sym typeface="Albert Sans"/>
                <a:hlinkClick r:id="rId10">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FREEPIK</a:t>
            </a:r>
            <a:r>
              <a:rPr lang="en" sz="1000" b="1">
                <a:solidFill>
                  <a:schemeClr val="dk1"/>
                </a:solidFill>
                <a:latin typeface="Albert Sans"/>
                <a:ea typeface="Albert Sans"/>
                <a:cs typeface="Albert Sans"/>
                <a:sym typeface="Albert Sans"/>
              </a:rPr>
              <a:t> | </a:t>
            </a:r>
            <a:r>
              <a:rPr lang="en" sz="1000" b="1" u="sng">
                <a:solidFill>
                  <a:schemeClr val="dk1"/>
                </a:solidFill>
                <a:latin typeface="Albert Sans"/>
                <a:ea typeface="Albert Sans"/>
                <a:cs typeface="Albert Sans"/>
                <a:sym typeface="Albert Sans"/>
                <a:hlinkClick r:id="rId11">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FLATICON</a:t>
            </a:r>
            <a:r>
              <a:rPr lang="en" sz="1000" b="1">
                <a:solidFill>
                  <a:schemeClr val="dk1"/>
                </a:solidFill>
                <a:latin typeface="Albert Sans"/>
                <a:ea typeface="Albert Sans"/>
                <a:cs typeface="Albert Sans"/>
                <a:sym typeface="Albert Sans"/>
              </a:rPr>
              <a:t> | </a:t>
            </a:r>
            <a:r>
              <a:rPr lang="en" sz="1000" b="1" u="sng">
                <a:solidFill>
                  <a:schemeClr val="dk1"/>
                </a:solidFill>
                <a:latin typeface="Albert Sans"/>
                <a:ea typeface="Albert Sans"/>
                <a:cs typeface="Albert Sans"/>
                <a:sym typeface="Albert Sans"/>
                <a:hlinkClick r:id="rId12">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STORYSET</a:t>
            </a:r>
            <a:r>
              <a:rPr lang="en" sz="1000" b="1">
                <a:solidFill>
                  <a:schemeClr val="dk1"/>
                </a:solidFill>
                <a:latin typeface="Albert Sans"/>
                <a:ea typeface="Albert Sans"/>
                <a:cs typeface="Albert Sans"/>
                <a:sym typeface="Albert Sans"/>
              </a:rPr>
              <a:t> | </a:t>
            </a:r>
            <a:r>
              <a:rPr lang="en" sz="1000" b="1" u="sng">
                <a:solidFill>
                  <a:schemeClr val="dk1"/>
                </a:solidFill>
                <a:latin typeface="Albert Sans"/>
                <a:ea typeface="Albert Sans"/>
                <a:cs typeface="Albert Sans"/>
                <a:sym typeface="Albert Sans"/>
                <a:hlinkClick r:id="rId1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WEPIK</a:t>
            </a:r>
            <a:r>
              <a:rPr lang="en" sz="1000" b="1">
                <a:solidFill>
                  <a:schemeClr val="dk1"/>
                </a:solidFill>
                <a:uFill>
                  <a:noFill/>
                </a:uFill>
                <a:latin typeface="Albert Sans"/>
                <a:ea typeface="Albert Sans"/>
                <a:cs typeface="Albert Sans"/>
                <a:sym typeface="Albert Sans"/>
                <a:hlinkClick r:id="rId1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 </a:t>
            </a:r>
            <a:r>
              <a:rPr lang="en" sz="1000" b="1">
                <a:solidFill>
                  <a:schemeClr val="dk1"/>
                </a:solidFill>
                <a:latin typeface="Albert Sans"/>
                <a:ea typeface="Albert Sans"/>
                <a:cs typeface="Albert Sans"/>
                <a:sym typeface="Albert Sans"/>
              </a:rPr>
              <a:t>| </a:t>
            </a:r>
            <a:r>
              <a:rPr lang="en" sz="1000" b="1" u="sng">
                <a:solidFill>
                  <a:schemeClr val="dk1"/>
                </a:solidFill>
                <a:latin typeface="Albert Sans"/>
                <a:ea typeface="Albert Sans"/>
                <a:cs typeface="Albert Sans"/>
                <a:sym typeface="Albert Sans"/>
                <a:hlinkClick r:id="rId14">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VIDEVO</a:t>
            </a:r>
            <a:endParaRPr sz="1000" b="1">
              <a:solidFill>
                <a:schemeClr val="dk1"/>
              </a:solidFill>
              <a:latin typeface="Albert Sans"/>
              <a:ea typeface="Albert Sans"/>
              <a:cs typeface="Albert Sans"/>
              <a:sym typeface="Albert Sans"/>
            </a:endParaRPr>
          </a:p>
          <a:p>
            <a:pPr marL="0" lvl="0" indent="0" algn="ctr" rtl="0">
              <a:lnSpc>
                <a:spcPct val="115000"/>
              </a:lnSpc>
              <a:spcBef>
                <a:spcPts val="0"/>
              </a:spcBef>
              <a:spcAft>
                <a:spcPts val="0"/>
              </a:spcAft>
              <a:buNone/>
            </a:pPr>
            <a:endParaRPr sz="1000" b="1">
              <a:solidFill>
                <a:schemeClr val="dk1"/>
              </a:solidFill>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8"/>
          <p:cNvSpPr txBox="1">
            <a:spLocks noGrp="1"/>
          </p:cNvSpPr>
          <p:nvPr>
            <p:ph type="title"/>
          </p:nvPr>
        </p:nvSpPr>
        <p:spPr>
          <a:xfrm>
            <a:off x="713225" y="445025"/>
            <a:ext cx="771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392" name="Google Shape;392;p38"/>
          <p:cNvSpPr txBox="1">
            <a:spLocks noGrp="1"/>
          </p:cNvSpPr>
          <p:nvPr>
            <p:ph type="subTitle" idx="3"/>
          </p:nvPr>
        </p:nvSpPr>
        <p:spPr>
          <a:xfrm flipH="1">
            <a:off x="2532138" y="4107226"/>
            <a:ext cx="5175600" cy="32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sz="1600"/>
          </a:p>
        </p:txBody>
      </p:sp>
      <p:sp>
        <p:nvSpPr>
          <p:cNvPr id="393" name="Google Shape;393;p38"/>
          <p:cNvSpPr txBox="1">
            <a:spLocks noGrp="1"/>
          </p:cNvSpPr>
          <p:nvPr>
            <p:ph type="subTitle" idx="1"/>
          </p:nvPr>
        </p:nvSpPr>
        <p:spPr>
          <a:xfrm flipH="1">
            <a:off x="2532138" y="3273343"/>
            <a:ext cx="5175600" cy="32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394" name="Google Shape;394;p38"/>
          <p:cNvSpPr txBox="1">
            <a:spLocks noGrp="1"/>
          </p:cNvSpPr>
          <p:nvPr>
            <p:ph type="subTitle" idx="2"/>
          </p:nvPr>
        </p:nvSpPr>
        <p:spPr>
          <a:xfrm>
            <a:off x="2532138" y="1605575"/>
            <a:ext cx="5175600" cy="32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395" name="Google Shape;395;p38"/>
          <p:cNvSpPr txBox="1">
            <a:spLocks noGrp="1"/>
          </p:cNvSpPr>
          <p:nvPr>
            <p:ph type="title" idx="5"/>
          </p:nvPr>
        </p:nvSpPr>
        <p:spPr>
          <a:xfrm flipH="1">
            <a:off x="1436262" y="2915848"/>
            <a:ext cx="1008300" cy="67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396" name="Google Shape;396;p38"/>
          <p:cNvSpPr txBox="1">
            <a:spLocks noGrp="1"/>
          </p:cNvSpPr>
          <p:nvPr>
            <p:ph type="title" idx="6"/>
          </p:nvPr>
        </p:nvSpPr>
        <p:spPr>
          <a:xfrm flipH="1">
            <a:off x="1436262" y="3752225"/>
            <a:ext cx="1008300" cy="67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97" name="Google Shape;397;p38"/>
          <p:cNvSpPr txBox="1">
            <a:spLocks noGrp="1"/>
          </p:cNvSpPr>
          <p:nvPr>
            <p:ph type="title" idx="7"/>
          </p:nvPr>
        </p:nvSpPr>
        <p:spPr>
          <a:xfrm>
            <a:off x="1436262" y="1243125"/>
            <a:ext cx="1008300" cy="67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98" name="Google Shape;398;p38"/>
          <p:cNvSpPr txBox="1">
            <a:spLocks noGrp="1"/>
          </p:cNvSpPr>
          <p:nvPr>
            <p:ph type="subTitle" idx="15"/>
          </p:nvPr>
        </p:nvSpPr>
        <p:spPr>
          <a:xfrm>
            <a:off x="2532138" y="2089909"/>
            <a:ext cx="51756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Characteristics of capitalism</a:t>
            </a:r>
            <a:endParaRPr/>
          </a:p>
        </p:txBody>
      </p:sp>
      <p:sp>
        <p:nvSpPr>
          <p:cNvPr id="399" name="Google Shape;399;p38"/>
          <p:cNvSpPr txBox="1">
            <a:spLocks noGrp="1"/>
          </p:cNvSpPr>
          <p:nvPr>
            <p:ph type="subTitle" idx="4"/>
          </p:nvPr>
        </p:nvSpPr>
        <p:spPr>
          <a:xfrm>
            <a:off x="2532138" y="2439459"/>
            <a:ext cx="5175600" cy="324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describe the topic of the section here</a:t>
            </a:r>
            <a:endParaRPr/>
          </a:p>
        </p:txBody>
      </p:sp>
      <p:sp>
        <p:nvSpPr>
          <p:cNvPr id="400" name="Google Shape;400;p38"/>
          <p:cNvSpPr txBox="1">
            <a:spLocks noGrp="1"/>
          </p:cNvSpPr>
          <p:nvPr>
            <p:ph type="title" idx="8"/>
          </p:nvPr>
        </p:nvSpPr>
        <p:spPr>
          <a:xfrm>
            <a:off x="1436262" y="2079502"/>
            <a:ext cx="1008300" cy="67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401" name="Google Shape;401;p38"/>
          <p:cNvSpPr txBox="1">
            <a:spLocks noGrp="1"/>
          </p:cNvSpPr>
          <p:nvPr>
            <p:ph type="subTitle" idx="9"/>
          </p:nvPr>
        </p:nvSpPr>
        <p:spPr>
          <a:xfrm flipH="1">
            <a:off x="2532138" y="2923792"/>
            <a:ext cx="51756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Stages and theories</a:t>
            </a:r>
            <a:endParaRPr/>
          </a:p>
        </p:txBody>
      </p:sp>
      <p:sp>
        <p:nvSpPr>
          <p:cNvPr id="402" name="Google Shape;402;p38"/>
          <p:cNvSpPr txBox="1">
            <a:spLocks noGrp="1"/>
          </p:cNvSpPr>
          <p:nvPr>
            <p:ph type="subTitle" idx="13"/>
          </p:nvPr>
        </p:nvSpPr>
        <p:spPr>
          <a:xfrm>
            <a:off x="2532138" y="1256025"/>
            <a:ext cx="51756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 capitalism and its historical origin?</a:t>
            </a:r>
            <a:endParaRPr/>
          </a:p>
        </p:txBody>
      </p:sp>
      <p:sp>
        <p:nvSpPr>
          <p:cNvPr id="403" name="Google Shape;403;p38"/>
          <p:cNvSpPr txBox="1">
            <a:spLocks noGrp="1"/>
          </p:cNvSpPr>
          <p:nvPr>
            <p:ph type="subTitle" idx="14"/>
          </p:nvPr>
        </p:nvSpPr>
        <p:spPr>
          <a:xfrm flipH="1">
            <a:off x="2532138" y="3757676"/>
            <a:ext cx="5175600" cy="436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Capitalism today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39"/>
          <p:cNvSpPr txBox="1">
            <a:spLocks noGrp="1"/>
          </p:cNvSpPr>
          <p:nvPr>
            <p:ph type="subTitle" idx="1"/>
          </p:nvPr>
        </p:nvSpPr>
        <p:spPr>
          <a:xfrm>
            <a:off x="713225" y="2669925"/>
            <a:ext cx="3850800" cy="111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This can be the part of the presentation where you introduce yourself, write your email…</a:t>
            </a:r>
            <a:endParaRPr/>
          </a:p>
        </p:txBody>
      </p:sp>
      <p:sp>
        <p:nvSpPr>
          <p:cNvPr id="409" name="Google Shape;409;p39"/>
          <p:cNvSpPr txBox="1">
            <a:spLocks noGrp="1"/>
          </p:cNvSpPr>
          <p:nvPr>
            <p:ph type="title"/>
          </p:nvPr>
        </p:nvSpPr>
        <p:spPr>
          <a:xfrm>
            <a:off x="713225" y="1355775"/>
            <a:ext cx="3850800" cy="111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Whoa!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40"/>
          <p:cNvSpPr txBox="1">
            <a:spLocks noGrp="1"/>
          </p:cNvSpPr>
          <p:nvPr>
            <p:ph type="title"/>
          </p:nvPr>
        </p:nvSpPr>
        <p:spPr>
          <a:xfrm>
            <a:off x="2070425" y="2448700"/>
            <a:ext cx="6360300" cy="14463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What is capitalism and its historical origin?</a:t>
            </a:r>
            <a:endParaRPr/>
          </a:p>
        </p:txBody>
      </p:sp>
      <p:sp>
        <p:nvSpPr>
          <p:cNvPr id="415" name="Google Shape;415;p40"/>
          <p:cNvSpPr txBox="1">
            <a:spLocks noGrp="1"/>
          </p:cNvSpPr>
          <p:nvPr>
            <p:ph type="subTitle" idx="1"/>
          </p:nvPr>
        </p:nvSpPr>
        <p:spPr>
          <a:xfrm>
            <a:off x="2070425" y="3961625"/>
            <a:ext cx="6360300" cy="387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enter a subtitle here if you need it</a:t>
            </a:r>
            <a:endParaRPr/>
          </a:p>
        </p:txBody>
      </p:sp>
      <p:sp>
        <p:nvSpPr>
          <p:cNvPr id="416" name="Google Shape;416;p40"/>
          <p:cNvSpPr txBox="1">
            <a:spLocks noGrp="1"/>
          </p:cNvSpPr>
          <p:nvPr>
            <p:ph type="title" idx="2"/>
          </p:nvPr>
        </p:nvSpPr>
        <p:spPr>
          <a:xfrm>
            <a:off x="6681425" y="1067025"/>
            <a:ext cx="1749300" cy="1052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41"/>
          <p:cNvSpPr/>
          <p:nvPr/>
        </p:nvSpPr>
        <p:spPr>
          <a:xfrm>
            <a:off x="847250" y="3255050"/>
            <a:ext cx="1156500" cy="799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41"/>
          <p:cNvSpPr/>
          <p:nvPr/>
        </p:nvSpPr>
        <p:spPr>
          <a:xfrm>
            <a:off x="847250" y="1708575"/>
            <a:ext cx="1156500" cy="799500"/>
          </a:xfrm>
          <a:prstGeom prst="rect">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23" name="Google Shape;423;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What is capitalism?</a:t>
            </a:r>
            <a:endParaRPr/>
          </a:p>
        </p:txBody>
      </p:sp>
      <p:sp>
        <p:nvSpPr>
          <p:cNvPr id="424" name="Google Shape;424;p41"/>
          <p:cNvSpPr txBox="1">
            <a:spLocks noGrp="1"/>
          </p:cNvSpPr>
          <p:nvPr>
            <p:ph type="subTitle" idx="1"/>
          </p:nvPr>
        </p:nvSpPr>
        <p:spPr>
          <a:xfrm>
            <a:off x="2328650" y="3085100"/>
            <a:ext cx="6102300" cy="11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takes a little more than 58 days to complete its rotation, so try to imagine how long days must be there! Since the temperatures are so extreme, albeit not as extreme as on Venus, Mercury has been deemed to be non-habitable for humans</a:t>
            </a:r>
            <a:endParaRPr/>
          </a:p>
        </p:txBody>
      </p:sp>
      <p:sp>
        <p:nvSpPr>
          <p:cNvPr id="425" name="Google Shape;425;p41"/>
          <p:cNvSpPr txBox="1">
            <a:spLocks noGrp="1"/>
          </p:cNvSpPr>
          <p:nvPr>
            <p:ph type="subTitle" idx="2"/>
          </p:nvPr>
        </p:nvSpPr>
        <p:spPr>
          <a:xfrm>
            <a:off x="2328650" y="1538625"/>
            <a:ext cx="6102300" cy="1139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Its temperatures aren’t as terribly hot as those on Venus, but are quite high!</a:t>
            </a:r>
            <a:endParaRPr/>
          </a:p>
        </p:txBody>
      </p:sp>
      <p:grpSp>
        <p:nvGrpSpPr>
          <p:cNvPr id="426" name="Google Shape;426;p41"/>
          <p:cNvGrpSpPr/>
          <p:nvPr/>
        </p:nvGrpSpPr>
        <p:grpSpPr>
          <a:xfrm>
            <a:off x="1287972" y="3485165"/>
            <a:ext cx="275057" cy="339271"/>
            <a:chOff x="3330525" y="4399275"/>
            <a:chExt cx="390650" cy="481850"/>
          </a:xfrm>
        </p:grpSpPr>
        <p:sp>
          <p:nvSpPr>
            <p:cNvPr id="427" name="Google Shape;427;p41"/>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8" name="Google Shape;428;p41"/>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29" name="Google Shape;429;p41"/>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0" name="Google Shape;430;p41"/>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1" name="Google Shape;431;p41"/>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2" name="Google Shape;432;p41"/>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3" name="Google Shape;433;p41"/>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434" name="Google Shape;434;p41"/>
          <p:cNvGrpSpPr/>
          <p:nvPr/>
        </p:nvGrpSpPr>
        <p:grpSpPr>
          <a:xfrm>
            <a:off x="1298868" y="1938699"/>
            <a:ext cx="253265" cy="339253"/>
            <a:chOff x="3938800" y="4399275"/>
            <a:chExt cx="359700" cy="481825"/>
          </a:xfrm>
        </p:grpSpPr>
        <p:sp>
          <p:nvSpPr>
            <p:cNvPr id="435" name="Google Shape;435;p41"/>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6" name="Google Shape;436;p41"/>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7" name="Google Shape;437;p41"/>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8" name="Google Shape;438;p41"/>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439" name="Google Shape;439;p41"/>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2"/>
          <p:cNvSpPr txBox="1">
            <a:spLocks noGrp="1"/>
          </p:cNvSpPr>
          <p:nvPr>
            <p:ph type="title"/>
          </p:nvPr>
        </p:nvSpPr>
        <p:spPr>
          <a:xfrm>
            <a:off x="713225" y="817613"/>
            <a:ext cx="2700900" cy="127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Historical context </a:t>
            </a:r>
            <a:endParaRPr>
              <a:latin typeface="Be Vietnam Pro"/>
              <a:ea typeface="Be Vietnam Pro"/>
              <a:cs typeface="Be Vietnam Pro"/>
              <a:sym typeface="Be Vietnam Pro"/>
            </a:endParaRPr>
          </a:p>
        </p:txBody>
      </p:sp>
      <p:sp>
        <p:nvSpPr>
          <p:cNvPr id="445" name="Google Shape;445;p42"/>
          <p:cNvSpPr txBox="1">
            <a:spLocks noGrp="1"/>
          </p:cNvSpPr>
          <p:nvPr>
            <p:ph type="body" idx="1"/>
          </p:nvPr>
        </p:nvSpPr>
        <p:spPr>
          <a:xfrm>
            <a:off x="713225" y="2091338"/>
            <a:ext cx="3962400" cy="2171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Do you know what helps you make your point crystal clear? Lists like this one:</a:t>
            </a:r>
            <a:endParaRPr/>
          </a:p>
          <a:p>
            <a:pPr marL="457200" lvl="0" indent="-317500" algn="l" rtl="0">
              <a:spcBef>
                <a:spcPts val="1000"/>
              </a:spcBef>
              <a:spcAft>
                <a:spcPts val="0"/>
              </a:spcAft>
              <a:buSzPts val="1400"/>
              <a:buChar char="＄"/>
            </a:pPr>
            <a:r>
              <a:rPr lang="en"/>
              <a:t>They’re simple </a:t>
            </a:r>
            <a:endParaRPr/>
          </a:p>
          <a:p>
            <a:pPr marL="457200" lvl="0" indent="-317500" algn="l" rtl="0">
              <a:spcBef>
                <a:spcPts val="0"/>
              </a:spcBef>
              <a:spcAft>
                <a:spcPts val="0"/>
              </a:spcAft>
              <a:buSzPts val="1400"/>
              <a:buChar char="＄"/>
            </a:pPr>
            <a:r>
              <a:rPr lang="en"/>
              <a:t>You can organize your ideas clearly</a:t>
            </a:r>
            <a:endParaRPr/>
          </a:p>
          <a:p>
            <a:pPr marL="457200" lvl="0" indent="-317500" algn="l" rtl="0">
              <a:spcBef>
                <a:spcPts val="0"/>
              </a:spcBef>
              <a:spcAft>
                <a:spcPts val="0"/>
              </a:spcAft>
              <a:buSzPts val="1400"/>
              <a:buChar char="＄"/>
            </a:pPr>
            <a:r>
              <a:rPr lang="en"/>
              <a:t>You’ll never forget to buy milk!</a:t>
            </a:r>
            <a:endParaRPr/>
          </a:p>
          <a:p>
            <a:pPr marL="0" lvl="0" indent="0" algn="l" rtl="0">
              <a:spcBef>
                <a:spcPts val="1000"/>
              </a:spcBef>
              <a:spcAft>
                <a:spcPts val="0"/>
              </a:spcAft>
              <a:buNone/>
            </a:pPr>
            <a:r>
              <a:rPr lang="en"/>
              <a:t>And the most important thing: the audience won’t miss the point of your presentation</a:t>
            </a:r>
            <a:endParaRPr/>
          </a:p>
        </p:txBody>
      </p:sp>
      <p:pic>
        <p:nvPicPr>
          <p:cNvPr id="446" name="Google Shape;446;p42"/>
          <p:cNvPicPr preferRelativeResize="0">
            <a:picLocks noGrp="1"/>
          </p:cNvPicPr>
          <p:nvPr>
            <p:ph type="pic" idx="2"/>
          </p:nvPr>
        </p:nvPicPr>
        <p:blipFill rotWithShape="1">
          <a:blip r:embed="rId3">
            <a:alphaModFix/>
          </a:blip>
          <a:srcRect l="8928" r="8928"/>
          <a:stretch/>
        </p:blipFill>
        <p:spPr>
          <a:xfrm>
            <a:off x="4978625" y="1199400"/>
            <a:ext cx="3280800" cy="2662800"/>
          </a:xfrm>
          <a:prstGeom prst="rect">
            <a:avLst/>
          </a:prstGeom>
          <a:noFill/>
          <a:ln w="19050" cap="flat" cmpd="sng">
            <a:solidFill>
              <a:schemeClr val="lt2"/>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43"/>
          <p:cNvSpPr/>
          <p:nvPr/>
        </p:nvSpPr>
        <p:spPr>
          <a:xfrm>
            <a:off x="4958325" y="1566850"/>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52" name="Google Shape;452;p43"/>
          <p:cNvSpPr/>
          <p:nvPr/>
        </p:nvSpPr>
        <p:spPr>
          <a:xfrm>
            <a:off x="1525500" y="1566850"/>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53" name="Google Shape;453;p43"/>
          <p:cNvSpPr txBox="1">
            <a:spLocks noGrp="1"/>
          </p:cNvSpPr>
          <p:nvPr>
            <p:ph type="title"/>
          </p:nvPr>
        </p:nvSpPr>
        <p:spPr>
          <a:xfrm>
            <a:off x="713325" y="445025"/>
            <a:ext cx="7717500" cy="66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Historical origins</a:t>
            </a:r>
            <a:endParaRPr>
              <a:latin typeface="Be Vietnam Pro"/>
              <a:ea typeface="Be Vietnam Pro"/>
              <a:cs typeface="Be Vietnam Pro"/>
              <a:sym typeface="Be Vietnam Pro"/>
            </a:endParaRPr>
          </a:p>
        </p:txBody>
      </p:sp>
      <p:sp>
        <p:nvSpPr>
          <p:cNvPr id="454" name="Google Shape;454;p43"/>
          <p:cNvSpPr txBox="1">
            <a:spLocks noGrp="1"/>
          </p:cNvSpPr>
          <p:nvPr>
            <p:ph type="subTitle" idx="1"/>
          </p:nvPr>
        </p:nvSpPr>
        <p:spPr>
          <a:xfrm>
            <a:off x="4840776" y="2962851"/>
            <a:ext cx="2895300" cy="12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a hot planet and has a poisonous atmosphere</a:t>
            </a:r>
            <a:endParaRPr/>
          </a:p>
        </p:txBody>
      </p:sp>
      <p:sp>
        <p:nvSpPr>
          <p:cNvPr id="455" name="Google Shape;455;p43"/>
          <p:cNvSpPr txBox="1">
            <a:spLocks noGrp="1"/>
          </p:cNvSpPr>
          <p:nvPr>
            <p:ph type="subTitle" idx="2"/>
          </p:nvPr>
        </p:nvSpPr>
        <p:spPr>
          <a:xfrm>
            <a:off x="1407950" y="2962848"/>
            <a:ext cx="2895300" cy="12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a:t>
            </a:r>
            <a:endParaRPr/>
          </a:p>
        </p:txBody>
      </p:sp>
      <p:sp>
        <p:nvSpPr>
          <p:cNvPr id="456" name="Google Shape;456;p43"/>
          <p:cNvSpPr txBox="1">
            <a:spLocks noGrp="1"/>
          </p:cNvSpPr>
          <p:nvPr>
            <p:ph type="subTitle" idx="3"/>
          </p:nvPr>
        </p:nvSpPr>
        <p:spPr>
          <a:xfrm>
            <a:off x="1407938" y="2487125"/>
            <a:ext cx="2895300" cy="54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Renaissance</a:t>
            </a:r>
            <a:endParaRPr/>
          </a:p>
        </p:txBody>
      </p:sp>
      <p:sp>
        <p:nvSpPr>
          <p:cNvPr id="457" name="Google Shape;457;p43"/>
          <p:cNvSpPr txBox="1">
            <a:spLocks noGrp="1"/>
          </p:cNvSpPr>
          <p:nvPr>
            <p:ph type="subTitle" idx="4"/>
          </p:nvPr>
        </p:nvSpPr>
        <p:spPr>
          <a:xfrm>
            <a:off x="4840763" y="2487125"/>
            <a:ext cx="2895300" cy="546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Protestant Reformation</a:t>
            </a:r>
            <a:endParaRPr/>
          </a:p>
        </p:txBody>
      </p:sp>
      <p:grpSp>
        <p:nvGrpSpPr>
          <p:cNvPr id="458" name="Google Shape;458;p43"/>
          <p:cNvGrpSpPr/>
          <p:nvPr/>
        </p:nvGrpSpPr>
        <p:grpSpPr>
          <a:xfrm>
            <a:off x="1946419" y="1787101"/>
            <a:ext cx="314662" cy="358999"/>
            <a:chOff x="-51623775" y="3584850"/>
            <a:chExt cx="279625" cy="319025"/>
          </a:xfrm>
        </p:grpSpPr>
        <p:sp>
          <p:nvSpPr>
            <p:cNvPr id="459" name="Google Shape;459;p43"/>
            <p:cNvSpPr/>
            <p:nvPr/>
          </p:nvSpPr>
          <p:spPr>
            <a:xfrm>
              <a:off x="-51497750" y="3832175"/>
              <a:ext cx="26000" cy="13200"/>
            </a:xfrm>
            <a:custGeom>
              <a:avLst/>
              <a:gdLst/>
              <a:ahLst/>
              <a:cxnLst/>
              <a:rect l="l" t="t" r="r" b="b"/>
              <a:pathLst>
                <a:path w="1040" h="528" extrusionOk="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43"/>
            <p:cNvSpPr/>
            <p:nvPr/>
          </p:nvSpPr>
          <p:spPr>
            <a:xfrm>
              <a:off x="-51574150" y="3809300"/>
              <a:ext cx="78000" cy="26550"/>
            </a:xfrm>
            <a:custGeom>
              <a:avLst/>
              <a:gdLst/>
              <a:ahLst/>
              <a:cxnLst/>
              <a:rect l="l" t="t" r="r" b="b"/>
              <a:pathLst>
                <a:path w="3120" h="1062" extrusionOk="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43"/>
            <p:cNvSpPr/>
            <p:nvPr/>
          </p:nvSpPr>
          <p:spPr>
            <a:xfrm>
              <a:off x="-51579675" y="3837675"/>
              <a:ext cx="190625" cy="66200"/>
            </a:xfrm>
            <a:custGeom>
              <a:avLst/>
              <a:gdLst/>
              <a:ahLst/>
              <a:cxnLst/>
              <a:rect l="l" t="t" r="r" b="b"/>
              <a:pathLst>
                <a:path w="7625" h="2648" extrusionOk="0">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43"/>
            <p:cNvSpPr/>
            <p:nvPr/>
          </p:nvSpPr>
          <p:spPr>
            <a:xfrm>
              <a:off x="-51473350" y="3809250"/>
              <a:ext cx="78000" cy="26500"/>
            </a:xfrm>
            <a:custGeom>
              <a:avLst/>
              <a:gdLst/>
              <a:ahLst/>
              <a:cxnLst/>
              <a:rect l="l" t="t" r="r" b="b"/>
              <a:pathLst>
                <a:path w="3120" h="1060" extrusionOk="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3"/>
            <p:cNvSpPr/>
            <p:nvPr/>
          </p:nvSpPr>
          <p:spPr>
            <a:xfrm>
              <a:off x="-51598575" y="3584850"/>
              <a:ext cx="226850" cy="111875"/>
            </a:xfrm>
            <a:custGeom>
              <a:avLst/>
              <a:gdLst/>
              <a:ahLst/>
              <a:cxnLst/>
              <a:rect l="l" t="t" r="r" b="b"/>
              <a:pathLst>
                <a:path w="9074" h="4475" extrusionOk="0">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43"/>
            <p:cNvSpPr/>
            <p:nvPr/>
          </p:nvSpPr>
          <p:spPr>
            <a:xfrm>
              <a:off x="-51623775" y="3703775"/>
              <a:ext cx="18125" cy="63825"/>
            </a:xfrm>
            <a:custGeom>
              <a:avLst/>
              <a:gdLst/>
              <a:ahLst/>
              <a:cxnLst/>
              <a:rect l="l" t="t" r="r" b="b"/>
              <a:pathLst>
                <a:path w="725" h="2553" extrusionOk="0">
                  <a:moveTo>
                    <a:pt x="725" y="1"/>
                  </a:moveTo>
                  <a:cubicBezTo>
                    <a:pt x="252" y="190"/>
                    <a:pt x="0" y="726"/>
                    <a:pt x="0" y="1261"/>
                  </a:cubicBezTo>
                  <a:cubicBezTo>
                    <a:pt x="0" y="1797"/>
                    <a:pt x="315" y="2301"/>
                    <a:pt x="725" y="2553"/>
                  </a:cubicBezTo>
                  <a:lnTo>
                    <a:pt x="7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43"/>
            <p:cNvSpPr/>
            <p:nvPr/>
          </p:nvSpPr>
          <p:spPr>
            <a:xfrm>
              <a:off x="-51363075" y="3703000"/>
              <a:ext cx="18925" cy="63825"/>
            </a:xfrm>
            <a:custGeom>
              <a:avLst/>
              <a:gdLst/>
              <a:ahLst/>
              <a:cxnLst/>
              <a:rect l="l" t="t" r="r" b="b"/>
              <a:pathLst>
                <a:path w="757" h="2553" extrusionOk="0">
                  <a:moveTo>
                    <a:pt x="1" y="0"/>
                  </a:moveTo>
                  <a:lnTo>
                    <a:pt x="1" y="2552"/>
                  </a:lnTo>
                  <a:cubicBezTo>
                    <a:pt x="442" y="2269"/>
                    <a:pt x="757" y="1796"/>
                    <a:pt x="757" y="1261"/>
                  </a:cubicBezTo>
                  <a:cubicBezTo>
                    <a:pt x="757" y="757"/>
                    <a:pt x="442" y="22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43"/>
            <p:cNvSpPr/>
            <p:nvPr/>
          </p:nvSpPr>
          <p:spPr>
            <a:xfrm>
              <a:off x="-51586750" y="3716375"/>
              <a:ext cx="207150" cy="89775"/>
            </a:xfrm>
            <a:custGeom>
              <a:avLst/>
              <a:gdLst/>
              <a:ahLst/>
              <a:cxnLst/>
              <a:rect l="l" t="t" r="r" b="b"/>
              <a:pathLst>
                <a:path w="8286" h="3591" extrusionOk="0">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43"/>
            <p:cNvSpPr/>
            <p:nvPr/>
          </p:nvSpPr>
          <p:spPr>
            <a:xfrm>
              <a:off x="-51497750" y="3666775"/>
              <a:ext cx="26000" cy="26800"/>
            </a:xfrm>
            <a:custGeom>
              <a:avLst/>
              <a:gdLst/>
              <a:ahLst/>
              <a:cxnLst/>
              <a:rect l="l" t="t" r="r" b="b"/>
              <a:pathLst>
                <a:path w="1040" h="1072" extrusionOk="0">
                  <a:moveTo>
                    <a:pt x="536" y="0"/>
                  </a:moveTo>
                  <a:lnTo>
                    <a:pt x="0" y="536"/>
                  </a:lnTo>
                  <a:lnTo>
                    <a:pt x="536" y="1071"/>
                  </a:lnTo>
                  <a:lnTo>
                    <a:pt x="1040" y="536"/>
                  </a:lnTo>
                  <a:lnTo>
                    <a:pt x="53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8" name="Google Shape;468;p43"/>
          <p:cNvGrpSpPr/>
          <p:nvPr/>
        </p:nvGrpSpPr>
        <p:grpSpPr>
          <a:xfrm>
            <a:off x="5361536" y="1823681"/>
            <a:ext cx="350079" cy="285837"/>
            <a:chOff x="3860400" y="3254050"/>
            <a:chExt cx="296175" cy="241825"/>
          </a:xfrm>
        </p:grpSpPr>
        <p:sp>
          <p:nvSpPr>
            <p:cNvPr id="469" name="Google Shape;469;p43"/>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43"/>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43"/>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43"/>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43"/>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43"/>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43"/>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p:nvPr/>
        </p:nvSpPr>
        <p:spPr>
          <a:xfrm>
            <a:off x="1523245" y="1547950"/>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81" name="Google Shape;481;p44"/>
          <p:cNvSpPr/>
          <p:nvPr/>
        </p:nvSpPr>
        <p:spPr>
          <a:xfrm>
            <a:off x="3993750" y="1547950"/>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82" name="Google Shape;482;p44"/>
          <p:cNvSpPr/>
          <p:nvPr/>
        </p:nvSpPr>
        <p:spPr>
          <a:xfrm>
            <a:off x="6464255" y="1547950"/>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483" name="Google Shape;483;p44"/>
          <p:cNvSpPr txBox="1">
            <a:spLocks noGrp="1"/>
          </p:cNvSpPr>
          <p:nvPr>
            <p:ph type="title"/>
          </p:nvPr>
        </p:nvSpPr>
        <p:spPr>
          <a:xfrm>
            <a:off x="713475" y="445025"/>
            <a:ext cx="7717200" cy="65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Main characteristics of capitalism</a:t>
            </a:r>
            <a:endParaRPr>
              <a:latin typeface="Be Vietnam Pro"/>
              <a:ea typeface="Be Vietnam Pro"/>
              <a:cs typeface="Be Vietnam Pro"/>
              <a:sym typeface="Be Vietnam Pro"/>
            </a:endParaRPr>
          </a:p>
        </p:txBody>
      </p:sp>
      <p:sp>
        <p:nvSpPr>
          <p:cNvPr id="484" name="Google Shape;484;p44"/>
          <p:cNvSpPr txBox="1">
            <a:spLocks noGrp="1"/>
          </p:cNvSpPr>
          <p:nvPr>
            <p:ph type="subTitle" idx="1"/>
          </p:nvPr>
        </p:nvSpPr>
        <p:spPr>
          <a:xfrm>
            <a:off x="907345" y="3469952"/>
            <a:ext cx="23883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of them all</a:t>
            </a:r>
            <a:endParaRPr/>
          </a:p>
        </p:txBody>
      </p:sp>
      <p:sp>
        <p:nvSpPr>
          <p:cNvPr id="485" name="Google Shape;485;p44"/>
          <p:cNvSpPr txBox="1">
            <a:spLocks noGrp="1"/>
          </p:cNvSpPr>
          <p:nvPr>
            <p:ph type="subTitle" idx="2"/>
          </p:nvPr>
        </p:nvSpPr>
        <p:spPr>
          <a:xfrm>
            <a:off x="3377850" y="3469952"/>
            <a:ext cx="23883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486" name="Google Shape;486;p44"/>
          <p:cNvSpPr txBox="1">
            <a:spLocks noGrp="1"/>
          </p:cNvSpPr>
          <p:nvPr>
            <p:ph type="subTitle" idx="3"/>
          </p:nvPr>
        </p:nvSpPr>
        <p:spPr>
          <a:xfrm>
            <a:off x="5848355" y="3469952"/>
            <a:ext cx="2388300" cy="869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487" name="Google Shape;487;p44"/>
          <p:cNvSpPr txBox="1">
            <a:spLocks noGrp="1"/>
          </p:cNvSpPr>
          <p:nvPr>
            <p:ph type="subTitle" idx="4"/>
          </p:nvPr>
        </p:nvSpPr>
        <p:spPr>
          <a:xfrm>
            <a:off x="907345" y="2499481"/>
            <a:ext cx="2388300" cy="869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Private </a:t>
            </a:r>
            <a:endParaRPr/>
          </a:p>
          <a:p>
            <a:pPr marL="0" lvl="0" indent="0" algn="ctr" rtl="0">
              <a:spcBef>
                <a:spcPts val="0"/>
              </a:spcBef>
              <a:spcAft>
                <a:spcPts val="0"/>
              </a:spcAft>
              <a:buNone/>
            </a:pPr>
            <a:r>
              <a:rPr lang="en"/>
              <a:t>property</a:t>
            </a:r>
            <a:endParaRPr/>
          </a:p>
        </p:txBody>
      </p:sp>
      <p:sp>
        <p:nvSpPr>
          <p:cNvPr id="488" name="Google Shape;488;p44"/>
          <p:cNvSpPr txBox="1">
            <a:spLocks noGrp="1"/>
          </p:cNvSpPr>
          <p:nvPr>
            <p:ph type="subTitle" idx="5"/>
          </p:nvPr>
        </p:nvSpPr>
        <p:spPr>
          <a:xfrm>
            <a:off x="3377850" y="2499481"/>
            <a:ext cx="2388300" cy="869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Competition among citizens</a:t>
            </a:r>
            <a:endParaRPr/>
          </a:p>
        </p:txBody>
      </p:sp>
      <p:sp>
        <p:nvSpPr>
          <p:cNvPr id="489" name="Google Shape;489;p44"/>
          <p:cNvSpPr txBox="1">
            <a:spLocks noGrp="1"/>
          </p:cNvSpPr>
          <p:nvPr>
            <p:ph type="subTitle" idx="6"/>
          </p:nvPr>
        </p:nvSpPr>
        <p:spPr>
          <a:xfrm>
            <a:off x="5848355" y="2499481"/>
            <a:ext cx="2388300" cy="869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Pursuit of economic profit</a:t>
            </a:r>
            <a:endParaRPr/>
          </a:p>
        </p:txBody>
      </p:sp>
      <p:grpSp>
        <p:nvGrpSpPr>
          <p:cNvPr id="490" name="Google Shape;490;p44"/>
          <p:cNvGrpSpPr/>
          <p:nvPr/>
        </p:nvGrpSpPr>
        <p:grpSpPr>
          <a:xfrm>
            <a:off x="6866613" y="1784552"/>
            <a:ext cx="351786" cy="326274"/>
            <a:chOff x="-62511900" y="4129100"/>
            <a:chExt cx="304050" cy="282000"/>
          </a:xfrm>
        </p:grpSpPr>
        <p:sp>
          <p:nvSpPr>
            <p:cNvPr id="491" name="Google Shape;491;p44"/>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4"/>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44"/>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4"/>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44"/>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 name="Google Shape;496;p44"/>
          <p:cNvGrpSpPr/>
          <p:nvPr/>
        </p:nvGrpSpPr>
        <p:grpSpPr>
          <a:xfrm>
            <a:off x="1917416" y="1764057"/>
            <a:ext cx="368157" cy="367290"/>
            <a:chOff x="-62154300" y="3743950"/>
            <a:chExt cx="318200" cy="317450"/>
          </a:xfrm>
        </p:grpSpPr>
        <p:sp>
          <p:nvSpPr>
            <p:cNvPr id="497" name="Google Shape;497;p44"/>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4"/>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 name="Google Shape;499;p44"/>
          <p:cNvGrpSpPr/>
          <p:nvPr/>
        </p:nvGrpSpPr>
        <p:grpSpPr>
          <a:xfrm>
            <a:off x="4388818" y="1764057"/>
            <a:ext cx="366364" cy="367290"/>
            <a:chOff x="-61784125" y="3377700"/>
            <a:chExt cx="316650" cy="317450"/>
          </a:xfrm>
        </p:grpSpPr>
        <p:sp>
          <p:nvSpPr>
            <p:cNvPr id="500" name="Google Shape;500;p44"/>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44"/>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4"/>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44"/>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44"/>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4"/>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44"/>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Free market</a:t>
            </a:r>
            <a:endParaRPr>
              <a:latin typeface="Be Vietnam Pro"/>
              <a:ea typeface="Be Vietnam Pro"/>
              <a:cs typeface="Be Vietnam Pro"/>
              <a:sym typeface="Be Vietnam Pro"/>
            </a:endParaRPr>
          </a:p>
        </p:txBody>
      </p:sp>
      <p:sp>
        <p:nvSpPr>
          <p:cNvPr id="512" name="Google Shape;512;p45"/>
          <p:cNvSpPr txBox="1">
            <a:spLocks noGrp="1"/>
          </p:cNvSpPr>
          <p:nvPr>
            <p:ph type="subTitle" idx="1"/>
          </p:nvPr>
        </p:nvSpPr>
        <p:spPr>
          <a:xfrm>
            <a:off x="812699" y="2017000"/>
            <a:ext cx="23595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Venus is the second planet from the Sun</a:t>
            </a:r>
            <a:endParaRPr/>
          </a:p>
        </p:txBody>
      </p:sp>
      <p:sp>
        <p:nvSpPr>
          <p:cNvPr id="513" name="Google Shape;513;p45"/>
          <p:cNvSpPr txBox="1">
            <a:spLocks noGrp="1"/>
          </p:cNvSpPr>
          <p:nvPr>
            <p:ph type="subTitle" idx="2"/>
          </p:nvPr>
        </p:nvSpPr>
        <p:spPr>
          <a:xfrm>
            <a:off x="5971801" y="2017000"/>
            <a:ext cx="23595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the biggest planet in the Solar System</a:t>
            </a:r>
            <a:endParaRPr/>
          </a:p>
        </p:txBody>
      </p:sp>
      <p:sp>
        <p:nvSpPr>
          <p:cNvPr id="514" name="Google Shape;514;p45"/>
          <p:cNvSpPr txBox="1">
            <a:spLocks noGrp="1"/>
          </p:cNvSpPr>
          <p:nvPr>
            <p:ph type="subTitle" idx="3"/>
          </p:nvPr>
        </p:nvSpPr>
        <p:spPr>
          <a:xfrm>
            <a:off x="812699" y="3681613"/>
            <a:ext cx="2359500" cy="6654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Despite being red, Mars is a cold place</a:t>
            </a:r>
            <a:endParaRPr/>
          </a:p>
        </p:txBody>
      </p:sp>
      <p:sp>
        <p:nvSpPr>
          <p:cNvPr id="515" name="Google Shape;515;p45"/>
          <p:cNvSpPr txBox="1">
            <a:spLocks noGrp="1"/>
          </p:cNvSpPr>
          <p:nvPr>
            <p:ph type="subTitle" idx="4"/>
          </p:nvPr>
        </p:nvSpPr>
        <p:spPr>
          <a:xfrm>
            <a:off x="5971801" y="3681613"/>
            <a:ext cx="2359500" cy="66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Saturn is a gas giant and has several rings</a:t>
            </a:r>
            <a:endParaRPr/>
          </a:p>
        </p:txBody>
      </p:sp>
      <p:sp>
        <p:nvSpPr>
          <p:cNvPr id="516" name="Google Shape;516;p45"/>
          <p:cNvSpPr txBox="1">
            <a:spLocks noGrp="1"/>
          </p:cNvSpPr>
          <p:nvPr>
            <p:ph type="subTitle" idx="5"/>
          </p:nvPr>
        </p:nvSpPr>
        <p:spPr>
          <a:xfrm>
            <a:off x="812701" y="1445100"/>
            <a:ext cx="2359500" cy="665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Market </a:t>
            </a:r>
            <a:endParaRPr/>
          </a:p>
          <a:p>
            <a:pPr marL="0" lvl="0" indent="0" algn="r" rtl="0">
              <a:spcBef>
                <a:spcPts val="0"/>
              </a:spcBef>
              <a:spcAft>
                <a:spcPts val="0"/>
              </a:spcAft>
              <a:buNone/>
            </a:pPr>
            <a:r>
              <a:rPr lang="en"/>
              <a:t>supply</a:t>
            </a:r>
            <a:endParaRPr/>
          </a:p>
        </p:txBody>
      </p:sp>
      <p:sp>
        <p:nvSpPr>
          <p:cNvPr id="517" name="Google Shape;517;p45"/>
          <p:cNvSpPr txBox="1">
            <a:spLocks noGrp="1"/>
          </p:cNvSpPr>
          <p:nvPr>
            <p:ph type="subTitle" idx="6"/>
          </p:nvPr>
        </p:nvSpPr>
        <p:spPr>
          <a:xfrm>
            <a:off x="812701" y="3109788"/>
            <a:ext cx="2359500" cy="665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Market </a:t>
            </a:r>
            <a:endParaRPr/>
          </a:p>
          <a:p>
            <a:pPr marL="0" lvl="0" indent="0" algn="r" rtl="0">
              <a:spcBef>
                <a:spcPts val="0"/>
              </a:spcBef>
              <a:spcAft>
                <a:spcPts val="0"/>
              </a:spcAft>
              <a:buNone/>
            </a:pPr>
            <a:r>
              <a:rPr lang="en"/>
              <a:t>demand</a:t>
            </a:r>
            <a:endParaRPr/>
          </a:p>
        </p:txBody>
      </p:sp>
      <p:sp>
        <p:nvSpPr>
          <p:cNvPr id="518" name="Google Shape;518;p45"/>
          <p:cNvSpPr txBox="1">
            <a:spLocks noGrp="1"/>
          </p:cNvSpPr>
          <p:nvPr>
            <p:ph type="subTitle" idx="7"/>
          </p:nvPr>
        </p:nvSpPr>
        <p:spPr>
          <a:xfrm>
            <a:off x="5971799" y="1445100"/>
            <a:ext cx="2359500" cy="66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Market </a:t>
            </a:r>
            <a:endParaRPr/>
          </a:p>
          <a:p>
            <a:pPr marL="0" lvl="0" indent="0" algn="l" rtl="0">
              <a:spcBef>
                <a:spcPts val="0"/>
              </a:spcBef>
              <a:spcAft>
                <a:spcPts val="0"/>
              </a:spcAft>
              <a:buNone/>
            </a:pPr>
            <a:r>
              <a:rPr lang="en"/>
              <a:t>prices</a:t>
            </a:r>
            <a:endParaRPr/>
          </a:p>
        </p:txBody>
      </p:sp>
      <p:sp>
        <p:nvSpPr>
          <p:cNvPr id="519" name="Google Shape;519;p45"/>
          <p:cNvSpPr txBox="1">
            <a:spLocks noGrp="1"/>
          </p:cNvSpPr>
          <p:nvPr>
            <p:ph type="subTitle" idx="8"/>
          </p:nvPr>
        </p:nvSpPr>
        <p:spPr>
          <a:xfrm>
            <a:off x="5971799" y="3109788"/>
            <a:ext cx="2359500" cy="66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Production of goods and services</a:t>
            </a:r>
            <a:endParaRPr/>
          </a:p>
        </p:txBody>
      </p:sp>
      <p:grpSp>
        <p:nvGrpSpPr>
          <p:cNvPr id="520" name="Google Shape;520;p45"/>
          <p:cNvGrpSpPr/>
          <p:nvPr/>
        </p:nvGrpSpPr>
        <p:grpSpPr>
          <a:xfrm>
            <a:off x="3714238" y="3333814"/>
            <a:ext cx="353802" cy="351497"/>
            <a:chOff x="580725" y="3617925"/>
            <a:chExt cx="299325" cy="297375"/>
          </a:xfrm>
        </p:grpSpPr>
        <p:sp>
          <p:nvSpPr>
            <p:cNvPr id="521" name="Google Shape;521;p45"/>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45"/>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45"/>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45"/>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5"/>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45"/>
          <p:cNvGrpSpPr/>
          <p:nvPr/>
        </p:nvGrpSpPr>
        <p:grpSpPr>
          <a:xfrm>
            <a:off x="3715627" y="1671173"/>
            <a:ext cx="351024" cy="347301"/>
            <a:chOff x="946175" y="3619500"/>
            <a:chExt cx="296975" cy="293825"/>
          </a:xfrm>
        </p:grpSpPr>
        <p:sp>
          <p:nvSpPr>
            <p:cNvPr id="527" name="Google Shape;527;p45"/>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5"/>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5"/>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5"/>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45"/>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45"/>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 name="Google Shape;533;p45"/>
          <p:cNvGrpSpPr/>
          <p:nvPr/>
        </p:nvGrpSpPr>
        <p:grpSpPr>
          <a:xfrm>
            <a:off x="5088952" y="3335247"/>
            <a:ext cx="327739" cy="348631"/>
            <a:chOff x="5364750" y="3235150"/>
            <a:chExt cx="277275" cy="294950"/>
          </a:xfrm>
        </p:grpSpPr>
        <p:sp>
          <p:nvSpPr>
            <p:cNvPr id="534" name="Google Shape;534;p4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4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4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4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4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4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4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4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 name="Google Shape;542;p45"/>
          <p:cNvGrpSpPr/>
          <p:nvPr/>
        </p:nvGrpSpPr>
        <p:grpSpPr>
          <a:xfrm>
            <a:off x="5075921" y="1670373"/>
            <a:ext cx="353802" cy="348926"/>
            <a:chOff x="2034675" y="3617925"/>
            <a:chExt cx="299325" cy="295200"/>
          </a:xfrm>
        </p:grpSpPr>
        <p:sp>
          <p:nvSpPr>
            <p:cNvPr id="543" name="Google Shape;543;p45"/>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45"/>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45"/>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45"/>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45"/>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8" name="Google Shape;548;p45"/>
          <p:cNvSpPr/>
          <p:nvPr/>
        </p:nvSpPr>
        <p:spPr>
          <a:xfrm>
            <a:off x="3312900" y="1445088"/>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49" name="Google Shape;549;p45"/>
          <p:cNvSpPr/>
          <p:nvPr/>
        </p:nvSpPr>
        <p:spPr>
          <a:xfrm>
            <a:off x="4674575" y="1445088"/>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50" name="Google Shape;550;p45"/>
          <p:cNvSpPr/>
          <p:nvPr/>
        </p:nvSpPr>
        <p:spPr>
          <a:xfrm>
            <a:off x="3312900" y="3109813"/>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51" name="Google Shape;551;p45"/>
          <p:cNvSpPr/>
          <p:nvPr/>
        </p:nvSpPr>
        <p:spPr>
          <a:xfrm>
            <a:off x="4674575" y="3109813"/>
            <a:ext cx="1156500" cy="7995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6"/>
          <p:cNvSpPr/>
          <p:nvPr/>
        </p:nvSpPr>
        <p:spPr>
          <a:xfrm>
            <a:off x="1520300" y="1165123"/>
            <a:ext cx="927600" cy="641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57" name="Google Shape;557;p46"/>
          <p:cNvSpPr/>
          <p:nvPr/>
        </p:nvSpPr>
        <p:spPr>
          <a:xfrm>
            <a:off x="4108200" y="1165123"/>
            <a:ext cx="927600" cy="641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58" name="Google Shape;558;p46"/>
          <p:cNvSpPr/>
          <p:nvPr/>
        </p:nvSpPr>
        <p:spPr>
          <a:xfrm>
            <a:off x="6696100" y="1165123"/>
            <a:ext cx="927600" cy="641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59" name="Google Shape;559;p46"/>
          <p:cNvSpPr/>
          <p:nvPr/>
        </p:nvSpPr>
        <p:spPr>
          <a:xfrm>
            <a:off x="1520300" y="3027485"/>
            <a:ext cx="927600" cy="641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60" name="Google Shape;560;p46"/>
          <p:cNvSpPr/>
          <p:nvPr/>
        </p:nvSpPr>
        <p:spPr>
          <a:xfrm>
            <a:off x="4108200" y="3027485"/>
            <a:ext cx="927600" cy="641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61" name="Google Shape;561;p46"/>
          <p:cNvSpPr/>
          <p:nvPr/>
        </p:nvSpPr>
        <p:spPr>
          <a:xfrm>
            <a:off x="6696100" y="3027485"/>
            <a:ext cx="927600" cy="6411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562" name="Google Shape;562;p4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Private property</a:t>
            </a:r>
            <a:endParaRPr>
              <a:latin typeface="Be Vietnam Pro"/>
              <a:ea typeface="Be Vietnam Pro"/>
              <a:cs typeface="Be Vietnam Pro"/>
              <a:sym typeface="Be Vietnam Pro"/>
            </a:endParaRPr>
          </a:p>
        </p:txBody>
      </p:sp>
      <p:sp>
        <p:nvSpPr>
          <p:cNvPr id="563" name="Google Shape;563;p46"/>
          <p:cNvSpPr txBox="1">
            <a:spLocks noGrp="1"/>
          </p:cNvSpPr>
          <p:nvPr>
            <p:ph type="subTitle" idx="5"/>
          </p:nvPr>
        </p:nvSpPr>
        <p:spPr>
          <a:xfrm>
            <a:off x="3343350" y="2137049"/>
            <a:ext cx="245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564" name="Google Shape;564;p46"/>
          <p:cNvSpPr txBox="1">
            <a:spLocks noGrp="1"/>
          </p:cNvSpPr>
          <p:nvPr>
            <p:ph type="subTitle" idx="6"/>
          </p:nvPr>
        </p:nvSpPr>
        <p:spPr>
          <a:xfrm>
            <a:off x="3343350" y="3996175"/>
            <a:ext cx="245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a:t>
            </a:r>
            <a:endParaRPr/>
          </a:p>
        </p:txBody>
      </p:sp>
      <p:sp>
        <p:nvSpPr>
          <p:cNvPr id="565" name="Google Shape;565;p46"/>
          <p:cNvSpPr txBox="1">
            <a:spLocks noGrp="1"/>
          </p:cNvSpPr>
          <p:nvPr>
            <p:ph type="subTitle" idx="7"/>
          </p:nvPr>
        </p:nvSpPr>
        <p:spPr>
          <a:xfrm>
            <a:off x="3343350" y="1925250"/>
            <a:ext cx="24573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Obtain housing</a:t>
            </a:r>
            <a:endParaRPr/>
          </a:p>
        </p:txBody>
      </p:sp>
      <p:sp>
        <p:nvSpPr>
          <p:cNvPr id="566" name="Google Shape;566;p46"/>
          <p:cNvSpPr txBox="1">
            <a:spLocks noGrp="1"/>
          </p:cNvSpPr>
          <p:nvPr>
            <p:ph type="subTitle" idx="8"/>
          </p:nvPr>
        </p:nvSpPr>
        <p:spPr>
          <a:xfrm>
            <a:off x="3343350" y="3784375"/>
            <a:ext cx="24573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Obtain commodities</a:t>
            </a:r>
            <a:endParaRPr/>
          </a:p>
        </p:txBody>
      </p:sp>
      <p:sp>
        <p:nvSpPr>
          <p:cNvPr id="567" name="Google Shape;567;p46"/>
          <p:cNvSpPr txBox="1">
            <a:spLocks noGrp="1"/>
          </p:cNvSpPr>
          <p:nvPr>
            <p:ph type="subTitle" idx="9"/>
          </p:nvPr>
        </p:nvSpPr>
        <p:spPr>
          <a:xfrm>
            <a:off x="755450" y="2137048"/>
            <a:ext cx="245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a:t>
            </a:r>
            <a:endParaRPr/>
          </a:p>
        </p:txBody>
      </p:sp>
      <p:sp>
        <p:nvSpPr>
          <p:cNvPr id="568" name="Google Shape;568;p46"/>
          <p:cNvSpPr txBox="1">
            <a:spLocks noGrp="1"/>
          </p:cNvSpPr>
          <p:nvPr>
            <p:ph type="subTitle" idx="13"/>
          </p:nvPr>
        </p:nvSpPr>
        <p:spPr>
          <a:xfrm>
            <a:off x="755450" y="3996175"/>
            <a:ext cx="245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569" name="Google Shape;569;p46"/>
          <p:cNvSpPr txBox="1">
            <a:spLocks noGrp="1"/>
          </p:cNvSpPr>
          <p:nvPr>
            <p:ph type="subTitle" idx="14"/>
          </p:nvPr>
        </p:nvSpPr>
        <p:spPr>
          <a:xfrm>
            <a:off x="755450" y="1925250"/>
            <a:ext cx="24573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Obtain land</a:t>
            </a:r>
            <a:endParaRPr/>
          </a:p>
        </p:txBody>
      </p:sp>
      <p:sp>
        <p:nvSpPr>
          <p:cNvPr id="570" name="Google Shape;570;p46"/>
          <p:cNvSpPr txBox="1">
            <a:spLocks noGrp="1"/>
          </p:cNvSpPr>
          <p:nvPr>
            <p:ph type="subTitle" idx="15"/>
          </p:nvPr>
        </p:nvSpPr>
        <p:spPr>
          <a:xfrm>
            <a:off x="755450" y="3784375"/>
            <a:ext cx="24573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a:p>
          <a:p>
            <a:pPr marL="0" lvl="0" indent="0" algn="ctr" rtl="0">
              <a:spcBef>
                <a:spcPts val="0"/>
              </a:spcBef>
              <a:spcAft>
                <a:spcPts val="0"/>
              </a:spcAft>
              <a:buNone/>
            </a:pPr>
            <a:r>
              <a:rPr lang="en"/>
              <a:t>Obtain bonds</a:t>
            </a:r>
            <a:endParaRPr/>
          </a:p>
        </p:txBody>
      </p:sp>
      <p:sp>
        <p:nvSpPr>
          <p:cNvPr id="571" name="Google Shape;571;p46"/>
          <p:cNvSpPr txBox="1">
            <a:spLocks noGrp="1"/>
          </p:cNvSpPr>
          <p:nvPr>
            <p:ph type="subTitle" idx="1"/>
          </p:nvPr>
        </p:nvSpPr>
        <p:spPr>
          <a:xfrm>
            <a:off x="5931250" y="2137048"/>
            <a:ext cx="245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a:t>
            </a:r>
            <a:endParaRPr/>
          </a:p>
        </p:txBody>
      </p:sp>
      <p:sp>
        <p:nvSpPr>
          <p:cNvPr id="572" name="Google Shape;572;p46"/>
          <p:cNvSpPr txBox="1">
            <a:spLocks noGrp="1"/>
          </p:cNvSpPr>
          <p:nvPr>
            <p:ph type="subTitle" idx="2"/>
          </p:nvPr>
        </p:nvSpPr>
        <p:spPr>
          <a:xfrm>
            <a:off x="5931250" y="3996175"/>
            <a:ext cx="24573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573" name="Google Shape;573;p46"/>
          <p:cNvSpPr txBox="1">
            <a:spLocks noGrp="1"/>
          </p:cNvSpPr>
          <p:nvPr>
            <p:ph type="subTitle" idx="3"/>
          </p:nvPr>
        </p:nvSpPr>
        <p:spPr>
          <a:xfrm>
            <a:off x="5931250" y="1925250"/>
            <a:ext cx="24573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Obtain shares</a:t>
            </a:r>
            <a:endParaRPr/>
          </a:p>
        </p:txBody>
      </p:sp>
      <p:sp>
        <p:nvSpPr>
          <p:cNvPr id="574" name="Google Shape;574;p46"/>
          <p:cNvSpPr txBox="1">
            <a:spLocks noGrp="1"/>
          </p:cNvSpPr>
          <p:nvPr>
            <p:ph type="subTitle" idx="4"/>
          </p:nvPr>
        </p:nvSpPr>
        <p:spPr>
          <a:xfrm>
            <a:off x="5931250" y="3784375"/>
            <a:ext cx="2457300" cy="377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Obtain  goods</a:t>
            </a:r>
            <a:endParaRPr/>
          </a:p>
        </p:txBody>
      </p:sp>
      <p:grpSp>
        <p:nvGrpSpPr>
          <p:cNvPr id="575" name="Google Shape;575;p46"/>
          <p:cNvGrpSpPr/>
          <p:nvPr/>
        </p:nvGrpSpPr>
        <p:grpSpPr>
          <a:xfrm>
            <a:off x="4394168" y="3173468"/>
            <a:ext cx="355664" cy="349133"/>
            <a:chOff x="5716825" y="3235950"/>
            <a:chExt cx="300900" cy="295375"/>
          </a:xfrm>
        </p:grpSpPr>
        <p:sp>
          <p:nvSpPr>
            <p:cNvPr id="576" name="Google Shape;576;p46"/>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46"/>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46"/>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46"/>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0" name="Google Shape;580;p46"/>
          <p:cNvSpPr/>
          <p:nvPr/>
        </p:nvSpPr>
        <p:spPr>
          <a:xfrm>
            <a:off x="6976718" y="3164694"/>
            <a:ext cx="366364" cy="366682"/>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1" name="Google Shape;581;p46"/>
          <p:cNvGrpSpPr/>
          <p:nvPr/>
        </p:nvGrpSpPr>
        <p:grpSpPr>
          <a:xfrm>
            <a:off x="6976718" y="1302028"/>
            <a:ext cx="366364" cy="367290"/>
            <a:chOff x="-61783350" y="3743950"/>
            <a:chExt cx="316650" cy="317450"/>
          </a:xfrm>
        </p:grpSpPr>
        <p:sp>
          <p:nvSpPr>
            <p:cNvPr id="582" name="Google Shape;582;p46"/>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46"/>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 name="Google Shape;584;p46"/>
          <p:cNvGrpSpPr/>
          <p:nvPr/>
        </p:nvGrpSpPr>
        <p:grpSpPr>
          <a:xfrm>
            <a:off x="4388818" y="1303069"/>
            <a:ext cx="366364" cy="365207"/>
            <a:chOff x="-60987850" y="4100950"/>
            <a:chExt cx="316650" cy="315650"/>
          </a:xfrm>
        </p:grpSpPr>
        <p:sp>
          <p:nvSpPr>
            <p:cNvPr id="585" name="Google Shape;585;p46"/>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46"/>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46"/>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46"/>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46"/>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0" name="Google Shape;590;p46"/>
          <p:cNvSpPr/>
          <p:nvPr/>
        </p:nvSpPr>
        <p:spPr>
          <a:xfrm>
            <a:off x="1799559" y="3165533"/>
            <a:ext cx="369083" cy="365005"/>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1" name="Google Shape;591;p46"/>
          <p:cNvGrpSpPr/>
          <p:nvPr/>
        </p:nvGrpSpPr>
        <p:grpSpPr>
          <a:xfrm>
            <a:off x="1830012" y="1311387"/>
            <a:ext cx="308177" cy="348572"/>
            <a:chOff x="2786075" y="3591800"/>
            <a:chExt cx="260725" cy="294900"/>
          </a:xfrm>
        </p:grpSpPr>
        <p:sp>
          <p:nvSpPr>
            <p:cNvPr id="592" name="Google Shape;592;p46"/>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46"/>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46"/>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46"/>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46"/>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4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Competition</a:t>
            </a:r>
            <a:endParaRPr/>
          </a:p>
        </p:txBody>
      </p:sp>
      <p:cxnSp>
        <p:nvCxnSpPr>
          <p:cNvPr id="602" name="Google Shape;602;p47"/>
          <p:cNvCxnSpPr>
            <a:stCxn id="603" idx="0"/>
            <a:endCxn id="604" idx="2"/>
          </p:cNvCxnSpPr>
          <p:nvPr/>
        </p:nvCxnSpPr>
        <p:spPr>
          <a:xfrm rot="-5400000">
            <a:off x="2965802" y="1448750"/>
            <a:ext cx="647400" cy="2564700"/>
          </a:xfrm>
          <a:prstGeom prst="bentConnector3">
            <a:avLst>
              <a:gd name="adj1" fmla="val 50002"/>
            </a:avLst>
          </a:prstGeom>
          <a:noFill/>
          <a:ln w="19050" cap="flat" cmpd="sng">
            <a:solidFill>
              <a:schemeClr val="lt2"/>
            </a:solidFill>
            <a:prstDash val="solid"/>
            <a:round/>
            <a:headEnd type="none" w="med" len="med"/>
            <a:tailEnd type="none" w="med" len="med"/>
          </a:ln>
        </p:spPr>
      </p:cxnSp>
      <p:cxnSp>
        <p:nvCxnSpPr>
          <p:cNvPr id="605" name="Google Shape;605;p47"/>
          <p:cNvCxnSpPr>
            <a:stCxn id="606" idx="0"/>
            <a:endCxn id="604" idx="2"/>
          </p:cNvCxnSpPr>
          <p:nvPr/>
        </p:nvCxnSpPr>
        <p:spPr>
          <a:xfrm rot="-5400000">
            <a:off x="4248600" y="2730800"/>
            <a:ext cx="647400" cy="600"/>
          </a:xfrm>
          <a:prstGeom prst="bentConnector3">
            <a:avLst>
              <a:gd name="adj1" fmla="val 50002"/>
            </a:avLst>
          </a:prstGeom>
          <a:noFill/>
          <a:ln w="19050" cap="flat" cmpd="sng">
            <a:solidFill>
              <a:schemeClr val="lt2"/>
            </a:solidFill>
            <a:prstDash val="solid"/>
            <a:round/>
            <a:headEnd type="none" w="med" len="med"/>
            <a:tailEnd type="none" w="med" len="med"/>
          </a:ln>
        </p:spPr>
      </p:cxnSp>
      <p:cxnSp>
        <p:nvCxnSpPr>
          <p:cNvPr id="607" name="Google Shape;607;p47"/>
          <p:cNvCxnSpPr>
            <a:stCxn id="608" idx="0"/>
            <a:endCxn id="604" idx="2"/>
          </p:cNvCxnSpPr>
          <p:nvPr/>
        </p:nvCxnSpPr>
        <p:spPr>
          <a:xfrm rot="5400000" flipH="1">
            <a:off x="5530748" y="1448600"/>
            <a:ext cx="647400" cy="2565000"/>
          </a:xfrm>
          <a:prstGeom prst="bentConnector3">
            <a:avLst>
              <a:gd name="adj1" fmla="val 50002"/>
            </a:avLst>
          </a:prstGeom>
          <a:noFill/>
          <a:ln w="19050" cap="flat" cmpd="sng">
            <a:solidFill>
              <a:schemeClr val="lt2"/>
            </a:solidFill>
            <a:prstDash val="solid"/>
            <a:round/>
            <a:headEnd type="none" w="med" len="med"/>
            <a:tailEnd type="none" w="med" len="med"/>
          </a:ln>
        </p:spPr>
      </p:cxnSp>
      <p:sp>
        <p:nvSpPr>
          <p:cNvPr id="609" name="Google Shape;609;p47"/>
          <p:cNvSpPr/>
          <p:nvPr/>
        </p:nvSpPr>
        <p:spPr>
          <a:xfrm>
            <a:off x="2007150" y="1360738"/>
            <a:ext cx="5129700" cy="501300"/>
          </a:xfrm>
          <a:prstGeom prst="roundRect">
            <a:avLst>
              <a:gd name="adj"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Competition between companies</a:t>
            </a:r>
            <a:endParaRPr sz="2000" b="1">
              <a:solidFill>
                <a:schemeClr val="dk1"/>
              </a:solidFill>
              <a:latin typeface="Barlow"/>
              <a:ea typeface="Barlow"/>
              <a:cs typeface="Barlow"/>
              <a:sym typeface="Barlow"/>
            </a:endParaRPr>
          </a:p>
        </p:txBody>
      </p:sp>
      <p:sp>
        <p:nvSpPr>
          <p:cNvPr id="603" name="Google Shape;603;p47"/>
          <p:cNvSpPr txBox="1"/>
          <p:nvPr/>
        </p:nvSpPr>
        <p:spPr>
          <a:xfrm>
            <a:off x="803702" y="3054800"/>
            <a:ext cx="2406900" cy="792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Boosts</a:t>
            </a:r>
            <a:endParaRPr sz="2000" b="1">
              <a:solidFill>
                <a:schemeClr val="dk1"/>
              </a:solidFill>
              <a:latin typeface="Barlow"/>
              <a:ea typeface="Barlow"/>
              <a:cs typeface="Barlow"/>
              <a:sym typeface="Barlow"/>
            </a:endParaRPr>
          </a:p>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 innovation</a:t>
            </a:r>
            <a:endParaRPr sz="2000" b="1">
              <a:solidFill>
                <a:schemeClr val="dk1"/>
              </a:solidFill>
              <a:latin typeface="Barlow"/>
              <a:ea typeface="Barlow"/>
              <a:cs typeface="Barlow"/>
              <a:sym typeface="Barlow"/>
            </a:endParaRPr>
          </a:p>
        </p:txBody>
      </p:sp>
      <p:sp>
        <p:nvSpPr>
          <p:cNvPr id="604" name="Google Shape;604;p47"/>
          <p:cNvSpPr txBox="1"/>
          <p:nvPr/>
        </p:nvSpPr>
        <p:spPr>
          <a:xfrm>
            <a:off x="2007150" y="1834675"/>
            <a:ext cx="51297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Saturn is a gas giant and has several rings. It’s composed mostly of hydrogen and helium</a:t>
            </a:r>
            <a:endParaRPr>
              <a:solidFill>
                <a:schemeClr val="dk1"/>
              </a:solidFill>
              <a:latin typeface="Albert Sans"/>
              <a:ea typeface="Albert Sans"/>
              <a:cs typeface="Albert Sans"/>
              <a:sym typeface="Albert Sans"/>
            </a:endParaRPr>
          </a:p>
        </p:txBody>
      </p:sp>
      <p:sp>
        <p:nvSpPr>
          <p:cNvPr id="606" name="Google Shape;606;p47"/>
          <p:cNvSpPr txBox="1"/>
          <p:nvPr/>
        </p:nvSpPr>
        <p:spPr>
          <a:xfrm>
            <a:off x="3368550" y="3054800"/>
            <a:ext cx="2406900" cy="792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Improves product quality </a:t>
            </a:r>
            <a:endParaRPr sz="2000" b="1">
              <a:solidFill>
                <a:schemeClr val="dk1"/>
              </a:solidFill>
              <a:latin typeface="Barlow"/>
              <a:ea typeface="Barlow"/>
              <a:cs typeface="Barlow"/>
              <a:sym typeface="Barlow"/>
            </a:endParaRPr>
          </a:p>
        </p:txBody>
      </p:sp>
      <p:sp>
        <p:nvSpPr>
          <p:cNvPr id="608" name="Google Shape;608;p47"/>
          <p:cNvSpPr txBox="1"/>
          <p:nvPr/>
        </p:nvSpPr>
        <p:spPr>
          <a:xfrm>
            <a:off x="5933498" y="3054800"/>
            <a:ext cx="2406900" cy="7929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Improve service quality</a:t>
            </a:r>
            <a:endParaRPr sz="2000" b="1">
              <a:solidFill>
                <a:schemeClr val="dk1"/>
              </a:solidFill>
              <a:latin typeface="Barlow"/>
              <a:ea typeface="Barlow"/>
              <a:cs typeface="Barlow"/>
              <a:sym typeface="Barlow"/>
            </a:endParaRPr>
          </a:p>
        </p:txBody>
      </p:sp>
      <p:sp>
        <p:nvSpPr>
          <p:cNvPr id="610" name="Google Shape;610;p47"/>
          <p:cNvSpPr txBox="1">
            <a:spLocks noGrp="1"/>
          </p:cNvSpPr>
          <p:nvPr>
            <p:ph type="subTitle" idx="4294967295"/>
          </p:nvPr>
        </p:nvSpPr>
        <p:spPr>
          <a:xfrm>
            <a:off x="3368550" y="3860100"/>
            <a:ext cx="24069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a:t>
            </a:r>
            <a:endParaRPr/>
          </a:p>
        </p:txBody>
      </p:sp>
      <p:sp>
        <p:nvSpPr>
          <p:cNvPr id="611" name="Google Shape;611;p47"/>
          <p:cNvSpPr txBox="1">
            <a:spLocks noGrp="1"/>
          </p:cNvSpPr>
          <p:nvPr>
            <p:ph type="subTitle" idx="4294967295"/>
          </p:nvPr>
        </p:nvSpPr>
        <p:spPr>
          <a:xfrm>
            <a:off x="803602" y="3860100"/>
            <a:ext cx="24069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a:t>
            </a:r>
            <a:endParaRPr/>
          </a:p>
        </p:txBody>
      </p:sp>
      <p:sp>
        <p:nvSpPr>
          <p:cNvPr id="612" name="Google Shape;612;p47"/>
          <p:cNvSpPr txBox="1">
            <a:spLocks noGrp="1"/>
          </p:cNvSpPr>
          <p:nvPr>
            <p:ph type="subTitle" idx="4294967295"/>
          </p:nvPr>
        </p:nvSpPr>
        <p:spPr>
          <a:xfrm>
            <a:off x="5931402" y="3860100"/>
            <a:ext cx="2406900" cy="5727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48"/>
          <p:cNvSpPr txBox="1">
            <a:spLocks noGrp="1"/>
          </p:cNvSpPr>
          <p:nvPr>
            <p:ph type="title"/>
          </p:nvPr>
        </p:nvSpPr>
        <p:spPr>
          <a:xfrm>
            <a:off x="3514550" y="1656875"/>
            <a:ext cx="4916100" cy="1829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Awesome words</a:t>
            </a:r>
            <a:endParaRPr>
              <a:latin typeface="Be Vietnam Pro"/>
              <a:ea typeface="Be Vietnam Pro"/>
              <a:cs typeface="Be Vietnam Pro"/>
              <a:sym typeface="Be Vietnam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49"/>
          <p:cNvSpPr txBox="1">
            <a:spLocks noGrp="1"/>
          </p:cNvSpPr>
          <p:nvPr>
            <p:ph type="subTitle" idx="1"/>
          </p:nvPr>
        </p:nvSpPr>
        <p:spPr>
          <a:xfrm>
            <a:off x="713225" y="540000"/>
            <a:ext cx="6369300" cy="272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“This is a quote, words full of wisdom that someone important said and can make the reader get inspired”</a:t>
            </a:r>
            <a:endParaRPr/>
          </a:p>
        </p:txBody>
      </p:sp>
      <p:sp>
        <p:nvSpPr>
          <p:cNvPr id="623" name="Google Shape;623;p49"/>
          <p:cNvSpPr txBox="1">
            <a:spLocks noGrp="1"/>
          </p:cNvSpPr>
          <p:nvPr>
            <p:ph type="title"/>
          </p:nvPr>
        </p:nvSpPr>
        <p:spPr>
          <a:xfrm>
            <a:off x="713225" y="3725375"/>
            <a:ext cx="3858900" cy="531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—Someone Famous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51"/>
          <p:cNvSpPr txBox="1">
            <a:spLocks noGrp="1"/>
          </p:cNvSpPr>
          <p:nvPr>
            <p:ph type="title"/>
          </p:nvPr>
        </p:nvSpPr>
        <p:spPr>
          <a:xfrm>
            <a:off x="1015275" y="834425"/>
            <a:ext cx="2785500" cy="2171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picture always reinforces </a:t>
            </a:r>
            <a:endParaRPr/>
          </a:p>
          <a:p>
            <a:pPr marL="0" lvl="0" indent="0" algn="l" rtl="0">
              <a:spcBef>
                <a:spcPts val="0"/>
              </a:spcBef>
              <a:spcAft>
                <a:spcPts val="0"/>
              </a:spcAft>
              <a:buNone/>
            </a:pPr>
            <a:r>
              <a:rPr lang="en"/>
              <a:t>the concept</a:t>
            </a:r>
            <a:endParaRPr/>
          </a:p>
        </p:txBody>
      </p:sp>
      <p:sp>
        <p:nvSpPr>
          <p:cNvPr id="638" name="Google Shape;638;p51"/>
          <p:cNvSpPr txBox="1">
            <a:spLocks noGrp="1"/>
          </p:cNvSpPr>
          <p:nvPr>
            <p:ph type="subTitle" idx="1"/>
          </p:nvPr>
        </p:nvSpPr>
        <p:spPr>
          <a:xfrm>
            <a:off x="1015275" y="3045800"/>
            <a:ext cx="2785500" cy="1116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Images reveal large amounts of data, so remember: use an image instead of a long text. Your audience will appreciate it</a:t>
            </a:r>
            <a:endParaRPr/>
          </a:p>
        </p:txBody>
      </p:sp>
      <p:sp>
        <p:nvSpPr>
          <p:cNvPr id="2" name="Рисунок 1"/>
          <p:cNvSpPr>
            <a:spLocks noGrp="1"/>
          </p:cNvSpPr>
          <p:nvPr>
            <p:ph type="pic" idx="2"/>
          </p:nvPr>
        </p:nvSpPr>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52"/>
          <p:cNvSpPr txBox="1">
            <a:spLocks noGrp="1"/>
          </p:cNvSpPr>
          <p:nvPr>
            <p:ph type="title"/>
          </p:nvPr>
        </p:nvSpPr>
        <p:spPr>
          <a:xfrm>
            <a:off x="3675725" y="1749700"/>
            <a:ext cx="4755000" cy="146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4,498,000</a:t>
            </a:r>
            <a:endParaRPr/>
          </a:p>
        </p:txBody>
      </p:sp>
      <p:sp>
        <p:nvSpPr>
          <p:cNvPr id="645" name="Google Shape;645;p52"/>
          <p:cNvSpPr txBox="1">
            <a:spLocks noGrp="1"/>
          </p:cNvSpPr>
          <p:nvPr>
            <p:ph type="subTitle" idx="1"/>
          </p:nvPr>
        </p:nvSpPr>
        <p:spPr>
          <a:xfrm>
            <a:off x="3675600" y="3215800"/>
            <a:ext cx="4755000" cy="73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Big numbers catch your audience’s attention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53"/>
          <p:cNvSpPr txBox="1">
            <a:spLocks noGrp="1"/>
          </p:cNvSpPr>
          <p:nvPr>
            <p:ph type="subTitle" idx="1"/>
          </p:nvPr>
        </p:nvSpPr>
        <p:spPr>
          <a:xfrm>
            <a:off x="886075" y="3375750"/>
            <a:ext cx="2238000" cy="72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 cold place</a:t>
            </a:r>
            <a:endParaRPr/>
          </a:p>
        </p:txBody>
      </p:sp>
      <p:sp>
        <p:nvSpPr>
          <p:cNvPr id="651" name="Google Shape;651;p53"/>
          <p:cNvSpPr txBox="1">
            <a:spLocks noGrp="1"/>
          </p:cNvSpPr>
          <p:nvPr>
            <p:ph type="title"/>
          </p:nvPr>
        </p:nvSpPr>
        <p:spPr>
          <a:xfrm>
            <a:off x="886075" y="2087601"/>
            <a:ext cx="2238000" cy="105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35M</a:t>
            </a:r>
            <a:endParaRPr/>
          </a:p>
        </p:txBody>
      </p:sp>
      <p:sp>
        <p:nvSpPr>
          <p:cNvPr id="652" name="Google Shape;652;p53"/>
          <p:cNvSpPr txBox="1">
            <a:spLocks noGrp="1"/>
          </p:cNvSpPr>
          <p:nvPr>
            <p:ph type="title" idx="2"/>
          </p:nvPr>
        </p:nvSpPr>
        <p:spPr>
          <a:xfrm>
            <a:off x="3453000" y="2087601"/>
            <a:ext cx="2238000" cy="105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25M</a:t>
            </a:r>
            <a:endParaRPr/>
          </a:p>
        </p:txBody>
      </p:sp>
      <p:sp>
        <p:nvSpPr>
          <p:cNvPr id="653" name="Google Shape;653;p53"/>
          <p:cNvSpPr txBox="1">
            <a:spLocks noGrp="1"/>
          </p:cNvSpPr>
          <p:nvPr>
            <p:ph type="subTitle" idx="3"/>
          </p:nvPr>
        </p:nvSpPr>
        <p:spPr>
          <a:xfrm>
            <a:off x="3453000" y="3375750"/>
            <a:ext cx="2238000" cy="72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Earth is the third planet from the Sun</a:t>
            </a:r>
            <a:endParaRPr/>
          </a:p>
        </p:txBody>
      </p:sp>
      <p:sp>
        <p:nvSpPr>
          <p:cNvPr id="654" name="Google Shape;654;p53"/>
          <p:cNvSpPr txBox="1">
            <a:spLocks noGrp="1"/>
          </p:cNvSpPr>
          <p:nvPr>
            <p:ph type="title" idx="4"/>
          </p:nvPr>
        </p:nvSpPr>
        <p:spPr>
          <a:xfrm>
            <a:off x="6019925" y="2087601"/>
            <a:ext cx="2238000" cy="1055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23K</a:t>
            </a:r>
            <a:endParaRPr/>
          </a:p>
        </p:txBody>
      </p:sp>
      <p:sp>
        <p:nvSpPr>
          <p:cNvPr id="655" name="Google Shape;655;p53"/>
          <p:cNvSpPr txBox="1">
            <a:spLocks noGrp="1"/>
          </p:cNvSpPr>
          <p:nvPr>
            <p:ph type="subTitle" idx="5"/>
          </p:nvPr>
        </p:nvSpPr>
        <p:spPr>
          <a:xfrm>
            <a:off x="6019925" y="3375750"/>
            <a:ext cx="2238000" cy="72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a gas giant and has several rings</a:t>
            </a:r>
            <a:endParaRPr/>
          </a:p>
        </p:txBody>
      </p:sp>
      <p:grpSp>
        <p:nvGrpSpPr>
          <p:cNvPr id="656" name="Google Shape;656;p53"/>
          <p:cNvGrpSpPr/>
          <p:nvPr/>
        </p:nvGrpSpPr>
        <p:grpSpPr>
          <a:xfrm>
            <a:off x="1821445" y="1263771"/>
            <a:ext cx="367261" cy="367261"/>
            <a:chOff x="-65145700" y="3727425"/>
            <a:chExt cx="317425" cy="317425"/>
          </a:xfrm>
        </p:grpSpPr>
        <p:sp>
          <p:nvSpPr>
            <p:cNvPr id="657" name="Google Shape;657;p53"/>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3"/>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 name="Google Shape;659;p53"/>
          <p:cNvGrpSpPr/>
          <p:nvPr/>
        </p:nvGrpSpPr>
        <p:grpSpPr>
          <a:xfrm>
            <a:off x="4386678" y="1263381"/>
            <a:ext cx="370645" cy="368042"/>
            <a:chOff x="-63250675" y="3744075"/>
            <a:chExt cx="320350" cy="318100"/>
          </a:xfrm>
        </p:grpSpPr>
        <p:sp>
          <p:nvSpPr>
            <p:cNvPr id="660" name="Google Shape;660;p53"/>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3"/>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3"/>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 name="Google Shape;663;p53"/>
          <p:cNvGrpSpPr/>
          <p:nvPr/>
        </p:nvGrpSpPr>
        <p:grpSpPr>
          <a:xfrm>
            <a:off x="6955743" y="1263759"/>
            <a:ext cx="366364" cy="367290"/>
            <a:chOff x="-61783350" y="3743950"/>
            <a:chExt cx="316650" cy="317450"/>
          </a:xfrm>
        </p:grpSpPr>
        <p:sp>
          <p:nvSpPr>
            <p:cNvPr id="664" name="Google Shape;664;p53"/>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53"/>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4"/>
          <p:cNvSpPr txBox="1">
            <a:spLocks noGrp="1"/>
          </p:cNvSpPr>
          <p:nvPr>
            <p:ph type="subTitle" idx="1"/>
          </p:nvPr>
        </p:nvSpPr>
        <p:spPr>
          <a:xfrm>
            <a:off x="986025" y="2603450"/>
            <a:ext cx="20781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 of them all</a:t>
            </a:r>
            <a:endParaRPr/>
          </a:p>
        </p:txBody>
      </p:sp>
      <p:sp>
        <p:nvSpPr>
          <p:cNvPr id="671" name="Google Shape;671;p54"/>
          <p:cNvSpPr txBox="1">
            <a:spLocks noGrp="1"/>
          </p:cNvSpPr>
          <p:nvPr>
            <p:ph type="subTitle" idx="2"/>
          </p:nvPr>
        </p:nvSpPr>
        <p:spPr>
          <a:xfrm>
            <a:off x="986025" y="1968049"/>
            <a:ext cx="2078100" cy="63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a:t>The bourgeoisie</a:t>
            </a:r>
            <a:endParaRPr sz="1800"/>
          </a:p>
        </p:txBody>
      </p:sp>
      <p:sp>
        <p:nvSpPr>
          <p:cNvPr id="672" name="Google Shape;672;p54"/>
          <p:cNvSpPr txBox="1">
            <a:spLocks noGrp="1"/>
          </p:cNvSpPr>
          <p:nvPr>
            <p:ph type="subTitle" idx="4"/>
          </p:nvPr>
        </p:nvSpPr>
        <p:spPr>
          <a:xfrm>
            <a:off x="3532950" y="2603450"/>
            <a:ext cx="20781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 from the Sun</a:t>
            </a:r>
            <a:endParaRPr/>
          </a:p>
        </p:txBody>
      </p:sp>
      <p:sp>
        <p:nvSpPr>
          <p:cNvPr id="673" name="Google Shape;673;p54"/>
          <p:cNvSpPr txBox="1">
            <a:spLocks noGrp="1"/>
          </p:cNvSpPr>
          <p:nvPr>
            <p:ph type="subTitle" idx="5"/>
          </p:nvPr>
        </p:nvSpPr>
        <p:spPr>
          <a:xfrm>
            <a:off x="3532950" y="1968049"/>
            <a:ext cx="2078100" cy="63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a:t>Business owners</a:t>
            </a:r>
            <a:endParaRPr sz="1800"/>
          </a:p>
        </p:txBody>
      </p:sp>
      <p:sp>
        <p:nvSpPr>
          <p:cNvPr id="674" name="Google Shape;674;p54"/>
          <p:cNvSpPr txBox="1">
            <a:spLocks noGrp="1"/>
          </p:cNvSpPr>
          <p:nvPr>
            <p:ph type="subTitle" idx="7"/>
          </p:nvPr>
        </p:nvSpPr>
        <p:spPr>
          <a:xfrm>
            <a:off x="6079875" y="2603450"/>
            <a:ext cx="2078100" cy="63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 from the Sun</a:t>
            </a:r>
            <a:endParaRPr/>
          </a:p>
        </p:txBody>
      </p:sp>
      <p:sp>
        <p:nvSpPr>
          <p:cNvPr id="675" name="Google Shape;675;p54"/>
          <p:cNvSpPr txBox="1">
            <a:spLocks noGrp="1"/>
          </p:cNvSpPr>
          <p:nvPr>
            <p:ph type="subTitle" idx="8"/>
          </p:nvPr>
        </p:nvSpPr>
        <p:spPr>
          <a:xfrm>
            <a:off x="6079875" y="1968049"/>
            <a:ext cx="2078100" cy="635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1800"/>
              <a:t>Working class</a:t>
            </a:r>
            <a:endParaRPr sz="1800"/>
          </a:p>
        </p:txBody>
      </p:sp>
      <p:sp>
        <p:nvSpPr>
          <p:cNvPr id="676" name="Google Shape;676;p54"/>
          <p:cNvSpPr/>
          <p:nvPr/>
        </p:nvSpPr>
        <p:spPr>
          <a:xfrm>
            <a:off x="1437375" y="3387875"/>
            <a:ext cx="1175400" cy="1175400"/>
          </a:xfrm>
          <a:prstGeom prst="donut">
            <a:avLst>
              <a:gd name="adj" fmla="val 1193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54"/>
          <p:cNvSpPr/>
          <p:nvPr/>
        </p:nvSpPr>
        <p:spPr>
          <a:xfrm flipH="1">
            <a:off x="1431075" y="3381575"/>
            <a:ext cx="1188000" cy="1188000"/>
          </a:xfrm>
          <a:prstGeom prst="blockArc">
            <a:avLst>
              <a:gd name="adj1" fmla="val 13009068"/>
              <a:gd name="adj2" fmla="val 16256715"/>
              <a:gd name="adj3" fmla="val 1271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54"/>
          <p:cNvSpPr/>
          <p:nvPr/>
        </p:nvSpPr>
        <p:spPr>
          <a:xfrm>
            <a:off x="3984300" y="3387875"/>
            <a:ext cx="1175400" cy="1175400"/>
          </a:xfrm>
          <a:prstGeom prst="donut">
            <a:avLst>
              <a:gd name="adj" fmla="val 1193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54"/>
          <p:cNvSpPr/>
          <p:nvPr/>
        </p:nvSpPr>
        <p:spPr>
          <a:xfrm flipH="1">
            <a:off x="3978000" y="3381575"/>
            <a:ext cx="1188000" cy="1188000"/>
          </a:xfrm>
          <a:prstGeom prst="blockArc">
            <a:avLst>
              <a:gd name="adj1" fmla="val 14786331"/>
              <a:gd name="adj2" fmla="val 16256715"/>
              <a:gd name="adj3" fmla="val 127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54"/>
          <p:cNvSpPr/>
          <p:nvPr/>
        </p:nvSpPr>
        <p:spPr>
          <a:xfrm>
            <a:off x="6537525" y="3394175"/>
            <a:ext cx="1162800" cy="1162800"/>
          </a:xfrm>
          <a:prstGeom prst="donut">
            <a:avLst>
              <a:gd name="adj" fmla="val 11930"/>
            </a:avLst>
          </a:pr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54"/>
          <p:cNvSpPr/>
          <p:nvPr/>
        </p:nvSpPr>
        <p:spPr>
          <a:xfrm flipH="1">
            <a:off x="6531225" y="3387875"/>
            <a:ext cx="1175400" cy="1175400"/>
          </a:xfrm>
          <a:prstGeom prst="blockArc">
            <a:avLst>
              <a:gd name="adj1" fmla="val 26082"/>
              <a:gd name="adj2" fmla="val 16256715"/>
              <a:gd name="adj3" fmla="val 1271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54"/>
          <p:cNvSpPr txBox="1">
            <a:spLocks noGrp="1"/>
          </p:cNvSpPr>
          <p:nvPr>
            <p:ph type="title" idx="9"/>
          </p:nvPr>
        </p:nvSpPr>
        <p:spPr>
          <a:xfrm>
            <a:off x="720000" y="450475"/>
            <a:ext cx="7704000" cy="56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Socioeconomic classes</a:t>
            </a:r>
            <a:endParaRPr/>
          </a:p>
        </p:txBody>
      </p:sp>
      <p:sp>
        <p:nvSpPr>
          <p:cNvPr id="683" name="Google Shape;683;p54"/>
          <p:cNvSpPr txBox="1">
            <a:spLocks noGrp="1"/>
          </p:cNvSpPr>
          <p:nvPr>
            <p:ph type="title" idx="3"/>
          </p:nvPr>
        </p:nvSpPr>
        <p:spPr>
          <a:xfrm>
            <a:off x="3532950" y="1272300"/>
            <a:ext cx="2078100" cy="6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sp>
        <p:nvSpPr>
          <p:cNvPr id="684" name="Google Shape;684;p54"/>
          <p:cNvSpPr txBox="1">
            <a:spLocks noGrp="1"/>
          </p:cNvSpPr>
          <p:nvPr>
            <p:ph type="title" idx="6"/>
          </p:nvPr>
        </p:nvSpPr>
        <p:spPr>
          <a:xfrm>
            <a:off x="6079875" y="1272300"/>
            <a:ext cx="2078100" cy="6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75%</a:t>
            </a:r>
            <a:endParaRPr/>
          </a:p>
        </p:txBody>
      </p:sp>
      <p:sp>
        <p:nvSpPr>
          <p:cNvPr id="685" name="Google Shape;685;p54"/>
          <p:cNvSpPr txBox="1">
            <a:spLocks noGrp="1"/>
          </p:cNvSpPr>
          <p:nvPr>
            <p:ph type="title"/>
          </p:nvPr>
        </p:nvSpPr>
        <p:spPr>
          <a:xfrm>
            <a:off x="986025" y="1272300"/>
            <a:ext cx="2078100" cy="63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15%</a:t>
            </a:r>
            <a:endParaRPr/>
          </a:p>
        </p:txBody>
      </p:sp>
      <p:grpSp>
        <p:nvGrpSpPr>
          <p:cNvPr id="686" name="Google Shape;686;p54"/>
          <p:cNvGrpSpPr/>
          <p:nvPr/>
        </p:nvGrpSpPr>
        <p:grpSpPr>
          <a:xfrm>
            <a:off x="4397419" y="3801008"/>
            <a:ext cx="349163" cy="349133"/>
            <a:chOff x="4628325" y="3599825"/>
            <a:chExt cx="295400" cy="295375"/>
          </a:xfrm>
        </p:grpSpPr>
        <p:sp>
          <p:nvSpPr>
            <p:cNvPr id="687" name="Google Shape;687;p54"/>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4"/>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54"/>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54"/>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4"/>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4"/>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4"/>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4"/>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54"/>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4"/>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54"/>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4"/>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9" name="Google Shape;699;p54"/>
          <p:cNvGrpSpPr/>
          <p:nvPr/>
        </p:nvGrpSpPr>
        <p:grpSpPr>
          <a:xfrm>
            <a:off x="6955055" y="3801260"/>
            <a:ext cx="327739" cy="348631"/>
            <a:chOff x="5364750" y="3235150"/>
            <a:chExt cx="277275" cy="294950"/>
          </a:xfrm>
        </p:grpSpPr>
        <p:sp>
          <p:nvSpPr>
            <p:cNvPr id="700" name="Google Shape;700;p54"/>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54"/>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54"/>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54"/>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54"/>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54"/>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54"/>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54"/>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 name="Google Shape;708;p54"/>
          <p:cNvGrpSpPr/>
          <p:nvPr/>
        </p:nvGrpSpPr>
        <p:grpSpPr>
          <a:xfrm>
            <a:off x="1855422" y="3849726"/>
            <a:ext cx="339306" cy="251698"/>
            <a:chOff x="2678275" y="2090100"/>
            <a:chExt cx="481900" cy="357475"/>
          </a:xfrm>
        </p:grpSpPr>
        <p:sp>
          <p:nvSpPr>
            <p:cNvPr id="709" name="Google Shape;709;p54"/>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10" name="Google Shape;710;p54"/>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11" name="Google Shape;711;p54"/>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12" name="Google Shape;712;p54"/>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13" name="Google Shape;713;p54"/>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grpSp>
        <p:nvGrpSpPr>
          <p:cNvPr id="718" name="Google Shape;718;p55"/>
          <p:cNvGrpSpPr/>
          <p:nvPr/>
        </p:nvGrpSpPr>
        <p:grpSpPr>
          <a:xfrm>
            <a:off x="4391944" y="1200115"/>
            <a:ext cx="3745433" cy="3034229"/>
            <a:chOff x="4392135" y="1017736"/>
            <a:chExt cx="4038638" cy="3271759"/>
          </a:xfrm>
        </p:grpSpPr>
        <p:grpSp>
          <p:nvGrpSpPr>
            <p:cNvPr id="719" name="Google Shape;719;p55"/>
            <p:cNvGrpSpPr/>
            <p:nvPr/>
          </p:nvGrpSpPr>
          <p:grpSpPr>
            <a:xfrm>
              <a:off x="4392135" y="1017736"/>
              <a:ext cx="4038638" cy="3271759"/>
              <a:chOff x="944075" y="1247775"/>
              <a:chExt cx="3619500" cy="2932209"/>
            </a:xfrm>
          </p:grpSpPr>
          <p:sp>
            <p:nvSpPr>
              <p:cNvPr id="720" name="Google Shape;720;p55"/>
              <p:cNvSpPr/>
              <p:nvPr/>
            </p:nvSpPr>
            <p:spPr>
              <a:xfrm>
                <a:off x="2176332" y="3747684"/>
                <a:ext cx="1155000" cy="432300"/>
              </a:xfrm>
              <a:prstGeom prst="rect">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5"/>
              <p:cNvSpPr/>
              <p:nvPr/>
            </p:nvSpPr>
            <p:spPr>
              <a:xfrm>
                <a:off x="944075" y="1247775"/>
                <a:ext cx="3619500" cy="2499900"/>
              </a:xfrm>
              <a:prstGeom prst="roundRect">
                <a:avLst>
                  <a:gd name="adj" fmla="val 2137"/>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 name="Google Shape;722;p55"/>
            <p:cNvSpPr/>
            <p:nvPr/>
          </p:nvSpPr>
          <p:spPr>
            <a:xfrm>
              <a:off x="6145075" y="3499875"/>
              <a:ext cx="532800" cy="102900"/>
            </a:xfrm>
            <a:prstGeom prst="roundRect">
              <a:avLst>
                <a:gd name="adj" fmla="val 50000"/>
              </a:avLst>
            </a:prstGeom>
            <a:solidFill>
              <a:schemeClr val="lt1"/>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 name="Google Shape;723;p55"/>
          <p:cNvSpPr txBox="1">
            <a:spLocks noGrp="1"/>
          </p:cNvSpPr>
          <p:nvPr>
            <p:ph type="title"/>
          </p:nvPr>
        </p:nvSpPr>
        <p:spPr>
          <a:xfrm>
            <a:off x="1053375" y="1333500"/>
            <a:ext cx="2766300" cy="12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Desktop software</a:t>
            </a:r>
            <a:endParaRPr>
              <a:latin typeface="Be Vietnam Pro ExtraBold"/>
              <a:ea typeface="Be Vietnam Pro ExtraBold"/>
              <a:cs typeface="Be Vietnam Pro ExtraBold"/>
              <a:sym typeface="Be Vietnam Pro ExtraBold"/>
            </a:endParaRPr>
          </a:p>
        </p:txBody>
      </p:sp>
      <p:sp>
        <p:nvSpPr>
          <p:cNvPr id="724" name="Google Shape;724;p55"/>
          <p:cNvSpPr txBox="1">
            <a:spLocks noGrp="1"/>
          </p:cNvSpPr>
          <p:nvPr>
            <p:ph type="subTitle" idx="1"/>
          </p:nvPr>
        </p:nvSpPr>
        <p:spPr>
          <a:xfrm>
            <a:off x="1053375" y="2556075"/>
            <a:ext cx="2766300" cy="126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pic>
        <p:nvPicPr>
          <p:cNvPr id="725" name="Google Shape;725;p55"/>
          <p:cNvPicPr preferRelativeResize="0"/>
          <p:nvPr/>
        </p:nvPicPr>
        <p:blipFill rotWithShape="1">
          <a:blip r:embed="rId3">
            <a:alphaModFix/>
          </a:blip>
          <a:srcRect l="1867" r="1867"/>
          <a:stretch/>
        </p:blipFill>
        <p:spPr>
          <a:xfrm>
            <a:off x="4569538" y="1345637"/>
            <a:ext cx="3390722" cy="1981275"/>
          </a:xfrm>
          <a:prstGeom prst="rect">
            <a:avLst/>
          </a:prstGeom>
          <a:noFill/>
          <a:ln w="19050" cap="flat" cmpd="sng">
            <a:solidFill>
              <a:schemeClr val="lt2"/>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56"/>
          <p:cNvSpPr txBox="1">
            <a:spLocks noGrp="1"/>
          </p:cNvSpPr>
          <p:nvPr>
            <p:ph type="title"/>
          </p:nvPr>
        </p:nvSpPr>
        <p:spPr>
          <a:xfrm>
            <a:off x="5230000" y="1410788"/>
            <a:ext cx="2630400" cy="1241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Tablet </a:t>
            </a:r>
            <a:endParaRPr/>
          </a:p>
          <a:p>
            <a:pPr marL="0" lvl="0" indent="0" algn="r" rtl="0">
              <a:spcBef>
                <a:spcPts val="0"/>
              </a:spcBef>
              <a:spcAft>
                <a:spcPts val="0"/>
              </a:spcAft>
              <a:buNone/>
            </a:pPr>
            <a:r>
              <a:rPr lang="en"/>
              <a:t>app</a:t>
            </a:r>
            <a:endParaRPr>
              <a:latin typeface="Be Vietnam Pro"/>
              <a:ea typeface="Be Vietnam Pro"/>
              <a:cs typeface="Be Vietnam Pro"/>
              <a:sym typeface="Be Vietnam Pro"/>
            </a:endParaRPr>
          </a:p>
        </p:txBody>
      </p:sp>
      <p:sp>
        <p:nvSpPr>
          <p:cNvPr id="731" name="Google Shape;731;p56"/>
          <p:cNvSpPr txBox="1">
            <a:spLocks noGrp="1"/>
          </p:cNvSpPr>
          <p:nvPr>
            <p:ph type="subTitle" idx="1"/>
          </p:nvPr>
        </p:nvSpPr>
        <p:spPr>
          <a:xfrm>
            <a:off x="5230125" y="2652427"/>
            <a:ext cx="2630400" cy="12843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You can replace the image on the screen with your own work. Just right-click on it and select “Replace image”</a:t>
            </a:r>
            <a:endParaRPr/>
          </a:p>
        </p:txBody>
      </p:sp>
      <p:grpSp>
        <p:nvGrpSpPr>
          <p:cNvPr id="732" name="Google Shape;732;p56"/>
          <p:cNvGrpSpPr/>
          <p:nvPr/>
        </p:nvGrpSpPr>
        <p:grpSpPr>
          <a:xfrm>
            <a:off x="1823189" y="809028"/>
            <a:ext cx="2630366" cy="3525454"/>
            <a:chOff x="5053488" y="674025"/>
            <a:chExt cx="2831700" cy="3795300"/>
          </a:xfrm>
        </p:grpSpPr>
        <p:sp>
          <p:nvSpPr>
            <p:cNvPr id="733" name="Google Shape;733;p56"/>
            <p:cNvSpPr/>
            <p:nvPr/>
          </p:nvSpPr>
          <p:spPr>
            <a:xfrm>
              <a:off x="5053488" y="674025"/>
              <a:ext cx="2831700" cy="3795300"/>
            </a:xfrm>
            <a:prstGeom prst="roundRect">
              <a:avLst>
                <a:gd name="adj" fmla="val 3358"/>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56"/>
            <p:cNvSpPr/>
            <p:nvPr/>
          </p:nvSpPr>
          <p:spPr>
            <a:xfrm>
              <a:off x="6304950" y="4224350"/>
              <a:ext cx="391500" cy="99900"/>
            </a:xfrm>
            <a:prstGeom prst="roundRect">
              <a:avLst>
                <a:gd name="adj" fmla="val 50000"/>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56"/>
            <p:cNvSpPr/>
            <p:nvPr/>
          </p:nvSpPr>
          <p:spPr>
            <a:xfrm>
              <a:off x="6432450" y="764375"/>
              <a:ext cx="73800" cy="738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36" name="Google Shape;736;p56"/>
          <p:cNvPicPr preferRelativeResize="0"/>
          <p:nvPr/>
        </p:nvPicPr>
        <p:blipFill rotWithShape="1">
          <a:blip r:embed="rId3">
            <a:alphaModFix/>
          </a:blip>
          <a:srcRect l="50732" r="4741"/>
          <a:stretch/>
        </p:blipFill>
        <p:spPr>
          <a:xfrm>
            <a:off x="1956573" y="1019524"/>
            <a:ext cx="2363609" cy="2985927"/>
          </a:xfrm>
          <a:prstGeom prst="rect">
            <a:avLst/>
          </a:prstGeom>
          <a:noFill/>
          <a:ln w="19050" cap="flat" cmpd="sng">
            <a:solidFill>
              <a:schemeClr val="lt2"/>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57"/>
          <p:cNvSpPr txBox="1">
            <a:spLocks noGrp="1"/>
          </p:cNvSpPr>
          <p:nvPr>
            <p:ph type="title"/>
          </p:nvPr>
        </p:nvSpPr>
        <p:spPr>
          <a:xfrm>
            <a:off x="1053375" y="1333500"/>
            <a:ext cx="2766300" cy="1222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Mobile</a:t>
            </a:r>
            <a:endParaRPr/>
          </a:p>
          <a:p>
            <a:pPr marL="0" lvl="0" indent="0" algn="l" rtl="0">
              <a:spcBef>
                <a:spcPts val="0"/>
              </a:spcBef>
              <a:spcAft>
                <a:spcPts val="0"/>
              </a:spcAft>
              <a:buNone/>
            </a:pPr>
            <a:r>
              <a:rPr lang="en"/>
              <a:t>app</a:t>
            </a:r>
            <a:endParaRPr>
              <a:latin typeface="Be Vietnam Pro"/>
              <a:ea typeface="Be Vietnam Pro"/>
              <a:cs typeface="Be Vietnam Pro"/>
              <a:sym typeface="Be Vietnam Pro"/>
            </a:endParaRPr>
          </a:p>
        </p:txBody>
      </p:sp>
      <p:sp>
        <p:nvSpPr>
          <p:cNvPr id="742" name="Google Shape;742;p57"/>
          <p:cNvSpPr txBox="1">
            <a:spLocks noGrp="1"/>
          </p:cNvSpPr>
          <p:nvPr>
            <p:ph type="subTitle" idx="1"/>
          </p:nvPr>
        </p:nvSpPr>
        <p:spPr>
          <a:xfrm>
            <a:off x="1053375" y="2556075"/>
            <a:ext cx="2766300" cy="1263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replace the image on the screen with your own work. Just right-click on it and select “Replace image”</a:t>
            </a:r>
            <a:endParaRPr/>
          </a:p>
        </p:txBody>
      </p:sp>
      <p:grpSp>
        <p:nvGrpSpPr>
          <p:cNvPr id="743" name="Google Shape;743;p57"/>
          <p:cNvGrpSpPr/>
          <p:nvPr/>
        </p:nvGrpSpPr>
        <p:grpSpPr>
          <a:xfrm>
            <a:off x="5304511" y="810363"/>
            <a:ext cx="1837984" cy="3522778"/>
            <a:chOff x="2162200" y="791775"/>
            <a:chExt cx="1857300" cy="3559800"/>
          </a:xfrm>
        </p:grpSpPr>
        <p:sp>
          <p:nvSpPr>
            <p:cNvPr id="744" name="Google Shape;744;p57"/>
            <p:cNvSpPr/>
            <p:nvPr/>
          </p:nvSpPr>
          <p:spPr>
            <a:xfrm>
              <a:off x="2162200" y="791775"/>
              <a:ext cx="1857300" cy="3559800"/>
            </a:xfrm>
            <a:prstGeom prst="roundRect">
              <a:avLst>
                <a:gd name="adj" fmla="val 4714"/>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57"/>
            <p:cNvSpPr/>
            <p:nvPr/>
          </p:nvSpPr>
          <p:spPr>
            <a:xfrm>
              <a:off x="2895038" y="4023575"/>
              <a:ext cx="391500" cy="99900"/>
            </a:xfrm>
            <a:prstGeom prst="roundRect">
              <a:avLst>
                <a:gd name="adj" fmla="val 50000"/>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57"/>
            <p:cNvSpPr/>
            <p:nvPr/>
          </p:nvSpPr>
          <p:spPr>
            <a:xfrm>
              <a:off x="3053950" y="893713"/>
              <a:ext cx="73800" cy="73800"/>
            </a:xfrm>
            <a:prstGeom prst="ellipse">
              <a:avLst/>
            </a:prstGeom>
            <a:solidFill>
              <a:schemeClr val="dk2"/>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47" name="Google Shape;747;p57"/>
          <p:cNvPicPr preferRelativeResize="0"/>
          <p:nvPr/>
        </p:nvPicPr>
        <p:blipFill rotWithShape="1">
          <a:blip r:embed="rId3">
            <a:alphaModFix/>
          </a:blip>
          <a:srcRect l="64926" t="18942" r="14562" b="18930"/>
          <a:stretch/>
        </p:blipFill>
        <p:spPr>
          <a:xfrm>
            <a:off x="5435750" y="1157113"/>
            <a:ext cx="1575101" cy="2683625"/>
          </a:xfrm>
          <a:prstGeom prst="rect">
            <a:avLst/>
          </a:prstGeom>
          <a:noFill/>
          <a:ln w="19050" cap="flat" cmpd="sng">
            <a:solidFill>
              <a:schemeClr val="lt2"/>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58"/>
          <p:cNvSpPr txBox="1"/>
          <p:nvPr/>
        </p:nvSpPr>
        <p:spPr>
          <a:xfrm flipH="1">
            <a:off x="720001" y="1366888"/>
            <a:ext cx="2000100" cy="3849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a:solidFill>
                  <a:schemeClr val="dk1"/>
                </a:solidFill>
                <a:latin typeface="Barlow"/>
                <a:ea typeface="Barlow"/>
                <a:cs typeface="Barlow"/>
                <a:sym typeface="Barlow"/>
              </a:rPr>
              <a:t>Netherlands</a:t>
            </a:r>
            <a:endParaRPr sz="2000" b="1">
              <a:solidFill>
                <a:schemeClr val="dk1"/>
              </a:solidFill>
              <a:latin typeface="Barlow"/>
              <a:ea typeface="Barlow"/>
              <a:cs typeface="Barlow"/>
              <a:sym typeface="Barlow"/>
            </a:endParaRPr>
          </a:p>
        </p:txBody>
      </p:sp>
      <p:sp>
        <p:nvSpPr>
          <p:cNvPr id="753" name="Google Shape;753;p58"/>
          <p:cNvSpPr txBox="1"/>
          <p:nvPr/>
        </p:nvSpPr>
        <p:spPr>
          <a:xfrm flipH="1">
            <a:off x="720001" y="3469750"/>
            <a:ext cx="2000100" cy="3849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a:solidFill>
                  <a:schemeClr val="dk1"/>
                </a:solidFill>
                <a:latin typeface="Barlow"/>
                <a:ea typeface="Barlow"/>
                <a:cs typeface="Barlow"/>
                <a:sym typeface="Barlow"/>
              </a:rPr>
              <a:t>Italy</a:t>
            </a:r>
            <a:endParaRPr sz="2000" b="1">
              <a:solidFill>
                <a:schemeClr val="dk1"/>
              </a:solidFill>
              <a:latin typeface="Barlow"/>
              <a:ea typeface="Barlow"/>
              <a:cs typeface="Barlow"/>
              <a:sym typeface="Barlow"/>
            </a:endParaRPr>
          </a:p>
        </p:txBody>
      </p:sp>
      <p:sp>
        <p:nvSpPr>
          <p:cNvPr id="754" name="Google Shape;754;p58"/>
          <p:cNvSpPr txBox="1"/>
          <p:nvPr/>
        </p:nvSpPr>
        <p:spPr>
          <a:xfrm flipH="1">
            <a:off x="720001" y="2418319"/>
            <a:ext cx="2000100" cy="384900"/>
          </a:xfrm>
          <a:prstGeom prst="rect">
            <a:avLst/>
          </a:prstGeom>
          <a:noFill/>
          <a:ln>
            <a:noFill/>
          </a:ln>
        </p:spPr>
        <p:txBody>
          <a:bodyPr spcFirstLastPara="1" wrap="square" lIns="91425" tIns="91425" rIns="91425" bIns="91425" anchor="b" anchorCtr="0">
            <a:noAutofit/>
          </a:bodyPr>
          <a:lstStyle/>
          <a:p>
            <a:pPr marL="0" lvl="0" indent="0" algn="r" rtl="0">
              <a:lnSpc>
                <a:spcPct val="115000"/>
              </a:lnSpc>
              <a:spcBef>
                <a:spcPts val="0"/>
              </a:spcBef>
              <a:spcAft>
                <a:spcPts val="0"/>
              </a:spcAft>
              <a:buNone/>
            </a:pPr>
            <a:r>
              <a:rPr lang="en" sz="2000" b="1">
                <a:solidFill>
                  <a:schemeClr val="dk1"/>
                </a:solidFill>
                <a:latin typeface="Barlow"/>
                <a:ea typeface="Barlow"/>
                <a:cs typeface="Barlow"/>
                <a:sym typeface="Barlow"/>
              </a:rPr>
              <a:t>Great Britain</a:t>
            </a:r>
            <a:endParaRPr sz="2000" b="1">
              <a:solidFill>
                <a:schemeClr val="dk1"/>
              </a:solidFill>
              <a:latin typeface="Barlow"/>
              <a:ea typeface="Barlow"/>
              <a:cs typeface="Barlow"/>
              <a:sym typeface="Barlow"/>
            </a:endParaRPr>
          </a:p>
        </p:txBody>
      </p:sp>
      <p:sp>
        <p:nvSpPr>
          <p:cNvPr id="755" name="Google Shape;755;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First capitalist countries</a:t>
            </a:r>
            <a:endParaRPr>
              <a:latin typeface="Be Vietnam Pro ExtraBold"/>
              <a:ea typeface="Be Vietnam Pro ExtraBold"/>
              <a:cs typeface="Be Vietnam Pro ExtraBold"/>
              <a:sym typeface="Be Vietnam Pro ExtraBold"/>
            </a:endParaRPr>
          </a:p>
        </p:txBody>
      </p:sp>
      <p:sp>
        <p:nvSpPr>
          <p:cNvPr id="756" name="Google Shape;756;p58"/>
          <p:cNvSpPr txBox="1"/>
          <p:nvPr/>
        </p:nvSpPr>
        <p:spPr>
          <a:xfrm flipH="1">
            <a:off x="720001" y="1609800"/>
            <a:ext cx="20001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Albert Sans"/>
                <a:ea typeface="Albert Sans"/>
                <a:cs typeface="Albert Sans"/>
                <a:sym typeface="Albert Sans"/>
              </a:rPr>
              <a:t>Jupiter is the biggest planet of them all</a:t>
            </a:r>
            <a:endParaRPr>
              <a:solidFill>
                <a:schemeClr val="dk1"/>
              </a:solidFill>
              <a:latin typeface="Albert Sans"/>
              <a:ea typeface="Albert Sans"/>
              <a:cs typeface="Albert Sans"/>
              <a:sym typeface="Albert Sans"/>
            </a:endParaRPr>
          </a:p>
        </p:txBody>
      </p:sp>
      <p:sp>
        <p:nvSpPr>
          <p:cNvPr id="757" name="Google Shape;757;p58"/>
          <p:cNvSpPr txBox="1"/>
          <p:nvPr/>
        </p:nvSpPr>
        <p:spPr>
          <a:xfrm flipH="1">
            <a:off x="720001" y="3713138"/>
            <a:ext cx="20001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Albert Sans"/>
                <a:ea typeface="Albert Sans"/>
                <a:cs typeface="Albert Sans"/>
                <a:sym typeface="Albert Sans"/>
              </a:rPr>
              <a:t>Mars is actually a very cold place</a:t>
            </a:r>
            <a:endParaRPr>
              <a:solidFill>
                <a:schemeClr val="dk1"/>
              </a:solidFill>
              <a:latin typeface="Albert Sans"/>
              <a:ea typeface="Albert Sans"/>
              <a:cs typeface="Albert Sans"/>
              <a:sym typeface="Albert Sans"/>
            </a:endParaRPr>
          </a:p>
        </p:txBody>
      </p:sp>
      <p:sp>
        <p:nvSpPr>
          <p:cNvPr id="758" name="Google Shape;758;p58"/>
          <p:cNvSpPr txBox="1"/>
          <p:nvPr/>
        </p:nvSpPr>
        <p:spPr>
          <a:xfrm flipH="1">
            <a:off x="720001" y="2661469"/>
            <a:ext cx="2000100" cy="5718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a:solidFill>
                  <a:schemeClr val="dk1"/>
                </a:solidFill>
                <a:latin typeface="Albert Sans"/>
                <a:ea typeface="Albert Sans"/>
                <a:cs typeface="Albert Sans"/>
                <a:sym typeface="Albert Sans"/>
              </a:rPr>
              <a:t>Neptune is very far from the Sun</a:t>
            </a:r>
            <a:endParaRPr>
              <a:solidFill>
                <a:schemeClr val="dk1"/>
              </a:solidFill>
              <a:latin typeface="Albert Sans"/>
              <a:ea typeface="Albert Sans"/>
              <a:cs typeface="Albert Sans"/>
              <a:sym typeface="Albert Sans"/>
            </a:endParaRPr>
          </a:p>
        </p:txBody>
      </p:sp>
      <p:grpSp>
        <p:nvGrpSpPr>
          <p:cNvPr id="759" name="Google Shape;759;p58"/>
          <p:cNvGrpSpPr/>
          <p:nvPr/>
        </p:nvGrpSpPr>
        <p:grpSpPr>
          <a:xfrm>
            <a:off x="3942572" y="1727646"/>
            <a:ext cx="4241181" cy="2347543"/>
            <a:chOff x="2654821" y="2311071"/>
            <a:chExt cx="2279715" cy="1262120"/>
          </a:xfrm>
        </p:grpSpPr>
        <p:grpSp>
          <p:nvGrpSpPr>
            <p:cNvPr id="760" name="Google Shape;760;p58"/>
            <p:cNvGrpSpPr/>
            <p:nvPr/>
          </p:nvGrpSpPr>
          <p:grpSpPr>
            <a:xfrm>
              <a:off x="4034269" y="2840745"/>
              <a:ext cx="40212" cy="36437"/>
              <a:chOff x="4293400" y="2574725"/>
              <a:chExt cx="84425" cy="80100"/>
            </a:xfrm>
          </p:grpSpPr>
          <p:sp>
            <p:nvSpPr>
              <p:cNvPr id="761" name="Google Shape;761;p58"/>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chemeClr val="dk2"/>
              </a:solidFill>
              <a:ln>
                <a:noFill/>
              </a:ln>
            </p:spPr>
          </p:sp>
          <p:sp>
            <p:nvSpPr>
              <p:cNvPr id="762" name="Google Shape;762;p58"/>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 name="Google Shape;763;p58"/>
            <p:cNvGrpSpPr/>
            <p:nvPr/>
          </p:nvGrpSpPr>
          <p:grpSpPr>
            <a:xfrm>
              <a:off x="3894606" y="2334874"/>
              <a:ext cx="913198" cy="518984"/>
              <a:chOff x="4000175" y="1462675"/>
              <a:chExt cx="1917275" cy="1140875"/>
            </a:xfrm>
          </p:grpSpPr>
          <p:sp>
            <p:nvSpPr>
              <p:cNvPr id="764" name="Google Shape;764;p58"/>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chemeClr val="dk2"/>
              </a:solidFill>
              <a:ln>
                <a:noFill/>
              </a:ln>
            </p:spPr>
          </p:sp>
          <p:grpSp>
            <p:nvGrpSpPr>
              <p:cNvPr id="765" name="Google Shape;765;p58"/>
              <p:cNvGrpSpPr/>
              <p:nvPr/>
            </p:nvGrpSpPr>
            <p:grpSpPr>
              <a:xfrm>
                <a:off x="4000175" y="1462675"/>
                <a:ext cx="1917275" cy="1140875"/>
                <a:chOff x="4000175" y="1462675"/>
                <a:chExt cx="1917275" cy="1140875"/>
              </a:xfrm>
            </p:grpSpPr>
            <p:sp>
              <p:nvSpPr>
                <p:cNvPr id="766" name="Google Shape;766;p58"/>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chemeClr val="dk2"/>
                </a:solidFill>
                <a:ln>
                  <a:noFill/>
                </a:ln>
              </p:spPr>
            </p:sp>
            <p:sp>
              <p:nvSpPr>
                <p:cNvPr id="767" name="Google Shape;767;p58"/>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8"/>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8"/>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8"/>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771" name="Google Shape;771;p58"/>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2" name="Google Shape;772;p58"/>
            <p:cNvGrpSpPr/>
            <p:nvPr/>
          </p:nvGrpSpPr>
          <p:grpSpPr>
            <a:xfrm>
              <a:off x="3875768" y="2846704"/>
              <a:ext cx="44796" cy="47366"/>
              <a:chOff x="3960625" y="2587825"/>
              <a:chExt cx="94050" cy="104125"/>
            </a:xfrm>
          </p:grpSpPr>
          <p:sp>
            <p:nvSpPr>
              <p:cNvPr id="773" name="Google Shape;773;p58"/>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chemeClr val="dk2"/>
              </a:solidFill>
              <a:ln>
                <a:noFill/>
              </a:ln>
            </p:spPr>
          </p:sp>
          <p:sp>
            <p:nvSpPr>
              <p:cNvPr id="774" name="Google Shape;774;p58"/>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 name="Google Shape;775;p58"/>
            <p:cNvGrpSpPr/>
            <p:nvPr/>
          </p:nvGrpSpPr>
          <p:grpSpPr>
            <a:xfrm>
              <a:off x="3782759" y="2807162"/>
              <a:ext cx="82686" cy="85487"/>
              <a:chOff x="3765350" y="2500900"/>
              <a:chExt cx="173600" cy="187925"/>
            </a:xfrm>
          </p:grpSpPr>
          <p:sp>
            <p:nvSpPr>
              <p:cNvPr id="776" name="Google Shape;776;p58"/>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chemeClr val="dk2"/>
              </a:solidFill>
              <a:ln>
                <a:noFill/>
              </a:ln>
            </p:spPr>
          </p:sp>
          <p:sp>
            <p:nvSpPr>
              <p:cNvPr id="777" name="Google Shape;777;p58"/>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8"/>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8"/>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8"/>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8"/>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 name="Google Shape;782;p58"/>
            <p:cNvGrpSpPr/>
            <p:nvPr/>
          </p:nvGrpSpPr>
          <p:grpSpPr>
            <a:xfrm>
              <a:off x="3775674" y="2798496"/>
              <a:ext cx="40545" cy="23564"/>
              <a:chOff x="3750475" y="2481850"/>
              <a:chExt cx="85125" cy="51800"/>
            </a:xfrm>
          </p:grpSpPr>
          <p:sp>
            <p:nvSpPr>
              <p:cNvPr id="783" name="Google Shape;783;p58"/>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8"/>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chemeClr val="dk2"/>
              </a:solidFill>
              <a:ln>
                <a:noFill/>
              </a:ln>
            </p:spPr>
          </p:sp>
        </p:grpSp>
        <p:grpSp>
          <p:nvGrpSpPr>
            <p:cNvPr id="785" name="Google Shape;785;p58"/>
            <p:cNvGrpSpPr/>
            <p:nvPr/>
          </p:nvGrpSpPr>
          <p:grpSpPr>
            <a:xfrm>
              <a:off x="3716946" y="2776024"/>
              <a:ext cx="81971" cy="76912"/>
              <a:chOff x="3627175" y="2432450"/>
              <a:chExt cx="172100" cy="169075"/>
            </a:xfrm>
          </p:grpSpPr>
          <p:sp>
            <p:nvSpPr>
              <p:cNvPr id="786" name="Google Shape;786;p58"/>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8"/>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chemeClr val="dk2"/>
              </a:solidFill>
              <a:ln>
                <a:noFill/>
              </a:ln>
            </p:spPr>
          </p:sp>
          <p:sp>
            <p:nvSpPr>
              <p:cNvPr id="788" name="Google Shape;788;p58"/>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chemeClr val="dk2"/>
              </a:solidFill>
              <a:ln>
                <a:noFill/>
              </a:ln>
            </p:spPr>
          </p:sp>
        </p:grpSp>
        <p:grpSp>
          <p:nvGrpSpPr>
            <p:cNvPr id="789" name="Google Shape;789;p58"/>
            <p:cNvGrpSpPr/>
            <p:nvPr/>
          </p:nvGrpSpPr>
          <p:grpSpPr>
            <a:xfrm>
              <a:off x="3685682" y="2845624"/>
              <a:ext cx="29311" cy="45055"/>
              <a:chOff x="3561536" y="2585450"/>
              <a:chExt cx="61539" cy="99045"/>
            </a:xfrm>
          </p:grpSpPr>
          <p:sp>
            <p:nvSpPr>
              <p:cNvPr id="790" name="Google Shape;790;p58"/>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8"/>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chemeClr val="dk2"/>
              </a:solidFill>
              <a:ln>
                <a:noFill/>
              </a:ln>
            </p:spPr>
          </p:sp>
        </p:grpSp>
        <p:grpSp>
          <p:nvGrpSpPr>
            <p:cNvPr id="792" name="Google Shape;792;p58"/>
            <p:cNvGrpSpPr/>
            <p:nvPr/>
          </p:nvGrpSpPr>
          <p:grpSpPr>
            <a:xfrm>
              <a:off x="3849905" y="2572252"/>
              <a:ext cx="74339" cy="119559"/>
              <a:chOff x="3906325" y="1984500"/>
              <a:chExt cx="156075" cy="262825"/>
            </a:xfrm>
          </p:grpSpPr>
          <p:sp>
            <p:nvSpPr>
              <p:cNvPr id="793" name="Google Shape;793;p58"/>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chemeClr val="dk2"/>
              </a:solidFill>
              <a:ln>
                <a:noFill/>
              </a:ln>
            </p:spPr>
          </p:sp>
          <p:sp>
            <p:nvSpPr>
              <p:cNvPr id="794" name="Google Shape;794;p58"/>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58"/>
            <p:cNvGrpSpPr/>
            <p:nvPr/>
          </p:nvGrpSpPr>
          <p:grpSpPr>
            <a:xfrm>
              <a:off x="2654821" y="2414345"/>
              <a:ext cx="667570" cy="558731"/>
              <a:chOff x="1397225" y="1637375"/>
              <a:chExt cx="1401575" cy="1228250"/>
            </a:xfrm>
          </p:grpSpPr>
          <p:sp>
            <p:nvSpPr>
              <p:cNvPr id="796" name="Google Shape;796;p58"/>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chemeClr val="dk2"/>
              </a:solidFill>
              <a:ln>
                <a:noFill/>
              </a:ln>
            </p:spPr>
          </p:sp>
          <p:grpSp>
            <p:nvGrpSpPr>
              <p:cNvPr id="797" name="Google Shape;797;p58"/>
              <p:cNvGrpSpPr/>
              <p:nvPr/>
            </p:nvGrpSpPr>
            <p:grpSpPr>
              <a:xfrm>
                <a:off x="1397225" y="1637375"/>
                <a:ext cx="1398775" cy="1228250"/>
                <a:chOff x="1397225" y="1637375"/>
                <a:chExt cx="1398775" cy="1228250"/>
              </a:xfrm>
            </p:grpSpPr>
            <p:sp>
              <p:nvSpPr>
                <p:cNvPr id="798" name="Google Shape;798;p58"/>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8"/>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00" name="Google Shape;800;p58"/>
            <p:cNvGrpSpPr/>
            <p:nvPr/>
          </p:nvGrpSpPr>
          <p:grpSpPr>
            <a:xfrm>
              <a:off x="3230417" y="3103734"/>
              <a:ext cx="282982" cy="280332"/>
              <a:chOff x="2605700" y="3152850"/>
              <a:chExt cx="594125" cy="616250"/>
            </a:xfrm>
          </p:grpSpPr>
          <p:sp>
            <p:nvSpPr>
              <p:cNvPr id="801" name="Google Shape;801;p58"/>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chemeClr val="dk2"/>
              </a:solidFill>
              <a:ln>
                <a:noFill/>
              </a:ln>
            </p:spPr>
          </p:sp>
          <p:sp>
            <p:nvSpPr>
              <p:cNvPr id="802" name="Google Shape;802;p58"/>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grpSp>
          <p:nvGrpSpPr>
            <p:cNvPr id="803" name="Google Shape;803;p58"/>
            <p:cNvGrpSpPr/>
            <p:nvPr/>
          </p:nvGrpSpPr>
          <p:grpSpPr>
            <a:xfrm>
              <a:off x="3265985" y="3226989"/>
              <a:ext cx="87151" cy="346202"/>
              <a:chOff x="2680375" y="3423800"/>
              <a:chExt cx="182975" cy="761050"/>
            </a:xfrm>
          </p:grpSpPr>
          <p:sp>
            <p:nvSpPr>
              <p:cNvPr id="804" name="Google Shape;804;p58"/>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chemeClr val="dk2"/>
              </a:solidFill>
              <a:ln>
                <a:noFill/>
              </a:ln>
            </p:spPr>
          </p:sp>
          <p:sp>
            <p:nvSpPr>
              <p:cNvPr id="805" name="Google Shape;805;p58"/>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 name="Google Shape;806;p58"/>
            <p:cNvGrpSpPr/>
            <p:nvPr/>
          </p:nvGrpSpPr>
          <p:grpSpPr>
            <a:xfrm>
              <a:off x="3855466" y="3289811"/>
              <a:ext cx="112514" cy="94210"/>
              <a:chOff x="3918000" y="3561900"/>
              <a:chExt cx="236225" cy="207100"/>
            </a:xfrm>
          </p:grpSpPr>
          <p:sp>
            <p:nvSpPr>
              <p:cNvPr id="807" name="Google Shape;807;p58"/>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chemeClr val="dk2"/>
              </a:solidFill>
              <a:ln>
                <a:noFill/>
              </a:ln>
            </p:spPr>
          </p:sp>
          <p:sp>
            <p:nvSpPr>
              <p:cNvPr id="808" name="Google Shape;808;p58"/>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9" name="Google Shape;809;p58"/>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8"/>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8"/>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nvGrpSpPr>
            <p:cNvPr id="812" name="Google Shape;812;p58"/>
            <p:cNvGrpSpPr/>
            <p:nvPr/>
          </p:nvGrpSpPr>
          <p:grpSpPr>
            <a:xfrm>
              <a:off x="2905224" y="2311071"/>
              <a:ext cx="596721" cy="528992"/>
              <a:chOff x="1922950" y="1410350"/>
              <a:chExt cx="1252825" cy="1162875"/>
            </a:xfrm>
          </p:grpSpPr>
          <p:sp>
            <p:nvSpPr>
              <p:cNvPr id="813" name="Google Shape;813;p58"/>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8"/>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8"/>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8"/>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8"/>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8"/>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8"/>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8"/>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8"/>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8"/>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8"/>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8"/>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8"/>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8"/>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8"/>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8"/>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grpSp>
        <p:sp>
          <p:nvSpPr>
            <p:cNvPr id="829" name="Google Shape;829;p58"/>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8"/>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8"/>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8"/>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8"/>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8"/>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8"/>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8"/>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8"/>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8"/>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8"/>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8"/>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8"/>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8"/>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8"/>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8"/>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8"/>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8"/>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8"/>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8"/>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849" name="Google Shape;849;p58"/>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850" name="Google Shape;850;p58"/>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1" name="Google Shape;851;p58"/>
            <p:cNvGrpSpPr/>
            <p:nvPr/>
          </p:nvGrpSpPr>
          <p:grpSpPr>
            <a:xfrm>
              <a:off x="3280929" y="3294542"/>
              <a:ext cx="109894" cy="272224"/>
              <a:chOff x="2711750" y="3572300"/>
              <a:chExt cx="230725" cy="598425"/>
            </a:xfrm>
          </p:grpSpPr>
          <p:sp>
            <p:nvSpPr>
              <p:cNvPr id="852" name="Google Shape;852;p58"/>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8"/>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4" name="Google Shape;854;p58"/>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5" name="Google Shape;855;p58"/>
            <p:cNvGrpSpPr/>
            <p:nvPr/>
          </p:nvGrpSpPr>
          <p:grpSpPr>
            <a:xfrm>
              <a:off x="3790439" y="2408636"/>
              <a:ext cx="73017" cy="75684"/>
              <a:chOff x="3781475" y="1624825"/>
              <a:chExt cx="153300" cy="166375"/>
            </a:xfrm>
          </p:grpSpPr>
          <p:sp>
            <p:nvSpPr>
              <p:cNvPr id="856" name="Google Shape;856;p58"/>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8"/>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8"/>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8"/>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0" name="Google Shape;860;p58"/>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8"/>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8"/>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8"/>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8"/>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58"/>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8"/>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7" name="Google Shape;867;p58"/>
            <p:cNvGrpSpPr/>
            <p:nvPr/>
          </p:nvGrpSpPr>
          <p:grpSpPr>
            <a:xfrm>
              <a:off x="4403342" y="3107749"/>
              <a:ext cx="316680" cy="101374"/>
              <a:chOff x="5068275" y="3161675"/>
              <a:chExt cx="664875" cy="222850"/>
            </a:xfrm>
          </p:grpSpPr>
          <p:sp>
            <p:nvSpPr>
              <p:cNvPr id="868" name="Google Shape;868;p58"/>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58"/>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58"/>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58"/>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2" name="Google Shape;872;p58"/>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58"/>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58"/>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58"/>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58"/>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58"/>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58"/>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58"/>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58"/>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8"/>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8"/>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8"/>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8"/>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58"/>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58"/>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8"/>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8"/>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8"/>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8"/>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58"/>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8"/>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8"/>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58"/>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58"/>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8"/>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8"/>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8"/>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8"/>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8"/>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1" name="Google Shape;901;p58"/>
            <p:cNvGrpSpPr/>
            <p:nvPr/>
          </p:nvGrpSpPr>
          <p:grpSpPr>
            <a:xfrm>
              <a:off x="3697513" y="2707266"/>
              <a:ext cx="59549" cy="79733"/>
              <a:chOff x="3586375" y="2281300"/>
              <a:chExt cx="125025" cy="175275"/>
            </a:xfrm>
          </p:grpSpPr>
          <p:sp>
            <p:nvSpPr>
              <p:cNvPr id="902" name="Google Shape;902;p58"/>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58"/>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4" name="Google Shape;904;p58"/>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5" name="Google Shape;905;p58"/>
            <p:cNvGrpSpPr/>
            <p:nvPr/>
          </p:nvGrpSpPr>
          <p:grpSpPr>
            <a:xfrm>
              <a:off x="4513224" y="3221724"/>
              <a:ext cx="274563" cy="280321"/>
              <a:chOff x="5298975" y="3412225"/>
              <a:chExt cx="576450" cy="616225"/>
            </a:xfrm>
          </p:grpSpPr>
          <p:sp>
            <p:nvSpPr>
              <p:cNvPr id="906" name="Google Shape;906;p58"/>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907" name="Google Shape;907;p58"/>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 name="Google Shape;908;p58"/>
            <p:cNvGrpSpPr/>
            <p:nvPr/>
          </p:nvGrpSpPr>
          <p:grpSpPr>
            <a:xfrm>
              <a:off x="4824403" y="3421846"/>
              <a:ext cx="110132" cy="130647"/>
              <a:chOff x="5952300" y="3852150"/>
              <a:chExt cx="231225" cy="287200"/>
            </a:xfrm>
          </p:grpSpPr>
          <p:sp>
            <p:nvSpPr>
              <p:cNvPr id="909" name="Google Shape;909;p58"/>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8"/>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1" name="Google Shape;911;p58"/>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8"/>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8"/>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8"/>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8"/>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58"/>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58"/>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8"/>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9" name="Google Shape;919;p58"/>
            <p:cNvGrpSpPr/>
            <p:nvPr/>
          </p:nvGrpSpPr>
          <p:grpSpPr>
            <a:xfrm>
              <a:off x="4295710" y="3079670"/>
              <a:ext cx="14968" cy="27135"/>
              <a:chOff x="4842300" y="3099950"/>
              <a:chExt cx="31425" cy="59650"/>
            </a:xfrm>
          </p:grpSpPr>
          <p:sp>
            <p:nvSpPr>
              <p:cNvPr id="920" name="Google Shape;920;p58"/>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58"/>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58"/>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8"/>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4" name="Google Shape;924;p58"/>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8"/>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58"/>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58"/>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8"/>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58"/>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58"/>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58"/>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2" name="Google Shape;932;p58"/>
            <p:cNvGrpSpPr/>
            <p:nvPr/>
          </p:nvGrpSpPr>
          <p:grpSpPr>
            <a:xfrm>
              <a:off x="3831056" y="2816010"/>
              <a:ext cx="37378" cy="27612"/>
              <a:chOff x="3866750" y="2520350"/>
              <a:chExt cx="78475" cy="60700"/>
            </a:xfrm>
          </p:grpSpPr>
          <p:sp>
            <p:nvSpPr>
              <p:cNvPr id="933" name="Google Shape;933;p58"/>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58"/>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58"/>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58"/>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7" name="Google Shape;937;p58"/>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58"/>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58"/>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58"/>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58"/>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58"/>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58"/>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58"/>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58"/>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58"/>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58"/>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58"/>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8"/>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58"/>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8"/>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58"/>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58"/>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954" name="Google Shape;954;p58"/>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58"/>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58"/>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58"/>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58"/>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58"/>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58"/>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58"/>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58"/>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58"/>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58"/>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58"/>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966" name="Google Shape;966;p58"/>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58"/>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58"/>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8"/>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8"/>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58"/>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58"/>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58"/>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58"/>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58"/>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58"/>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58"/>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58"/>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9" name="Google Shape;979;p58"/>
            <p:cNvGrpSpPr/>
            <p:nvPr/>
          </p:nvGrpSpPr>
          <p:grpSpPr>
            <a:xfrm>
              <a:off x="3632736" y="3051591"/>
              <a:ext cx="63288" cy="45217"/>
              <a:chOff x="3450375" y="3038225"/>
              <a:chExt cx="132875" cy="99400"/>
            </a:xfrm>
          </p:grpSpPr>
          <p:sp>
            <p:nvSpPr>
              <p:cNvPr id="980" name="Google Shape;980;p58"/>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58"/>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2" name="Google Shape;982;p58"/>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58"/>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8"/>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8"/>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58"/>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58"/>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8"/>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8"/>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8"/>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991" name="Google Shape;991;p58"/>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8"/>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8"/>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8"/>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8"/>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58"/>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8"/>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58"/>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8"/>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58"/>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1001" name="Google Shape;1001;p58"/>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8"/>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8"/>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58"/>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8"/>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8"/>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1007" name="Google Shape;1007;p58"/>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8"/>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58"/>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5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58"/>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58"/>
            <p:cNvSpPr/>
            <p:nvPr/>
          </p:nvSpPr>
          <p:spPr>
            <a:xfrm>
              <a:off x="4036853" y="2853608"/>
              <a:ext cx="1250" cy="1205"/>
            </a:xfrm>
            <a:custGeom>
              <a:avLst/>
              <a:gdLst/>
              <a:ahLst/>
              <a:cxnLst/>
              <a:rect l="l" t="t" r="r" b="b"/>
              <a:pathLst>
                <a:path w="105" h="106" fill="none" extrusionOk="0">
                  <a:moveTo>
                    <a:pt x="105" y="105"/>
                  </a:moveTo>
                  <a:lnTo>
                    <a:pt x="0" y="1"/>
                  </a:lnTo>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8"/>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58"/>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8"/>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7" name="Google Shape;1017;p58"/>
          <p:cNvSpPr txBox="1">
            <a:spLocks noGrp="1"/>
          </p:cNvSpPr>
          <p:nvPr>
            <p:ph type="title"/>
          </p:nvPr>
        </p:nvSpPr>
        <p:spPr>
          <a:xfrm>
            <a:off x="2824638" y="1366888"/>
            <a:ext cx="1013400" cy="571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85%</a:t>
            </a:r>
            <a:endParaRPr sz="2000"/>
          </a:p>
        </p:txBody>
      </p:sp>
      <p:sp>
        <p:nvSpPr>
          <p:cNvPr id="1018" name="Google Shape;1018;p58"/>
          <p:cNvSpPr txBox="1">
            <a:spLocks noGrp="1"/>
          </p:cNvSpPr>
          <p:nvPr>
            <p:ph type="title"/>
          </p:nvPr>
        </p:nvSpPr>
        <p:spPr>
          <a:xfrm>
            <a:off x="2824638" y="2416663"/>
            <a:ext cx="1013400" cy="571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65%</a:t>
            </a:r>
            <a:endParaRPr sz="2000"/>
          </a:p>
        </p:txBody>
      </p:sp>
      <p:sp>
        <p:nvSpPr>
          <p:cNvPr id="1019" name="Google Shape;1019;p58"/>
          <p:cNvSpPr txBox="1">
            <a:spLocks noGrp="1"/>
          </p:cNvSpPr>
          <p:nvPr>
            <p:ph type="title"/>
          </p:nvPr>
        </p:nvSpPr>
        <p:spPr>
          <a:xfrm>
            <a:off x="2824638" y="3466438"/>
            <a:ext cx="1013400" cy="5718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45%</a:t>
            </a:r>
            <a:endParaRPr sz="2000"/>
          </a:p>
        </p:txBody>
      </p:sp>
      <p:cxnSp>
        <p:nvCxnSpPr>
          <p:cNvPr id="1020" name="Google Shape;1020;p58"/>
          <p:cNvCxnSpPr>
            <a:stCxn id="1017" idx="3"/>
          </p:cNvCxnSpPr>
          <p:nvPr/>
        </p:nvCxnSpPr>
        <p:spPr>
          <a:xfrm>
            <a:off x="3838038" y="1652788"/>
            <a:ext cx="2200500" cy="909600"/>
          </a:xfrm>
          <a:prstGeom prst="bentConnector3">
            <a:avLst>
              <a:gd name="adj1" fmla="val 99995"/>
            </a:avLst>
          </a:prstGeom>
          <a:noFill/>
          <a:ln w="19050" cap="flat" cmpd="sng">
            <a:solidFill>
              <a:schemeClr val="accent1"/>
            </a:solidFill>
            <a:prstDash val="solid"/>
            <a:round/>
            <a:headEnd type="none" w="med" len="med"/>
            <a:tailEnd type="none" w="med" len="med"/>
          </a:ln>
        </p:spPr>
      </p:cxnSp>
      <p:cxnSp>
        <p:nvCxnSpPr>
          <p:cNvPr id="1021" name="Google Shape;1021;p58"/>
          <p:cNvCxnSpPr>
            <a:stCxn id="1018" idx="3"/>
          </p:cNvCxnSpPr>
          <p:nvPr/>
        </p:nvCxnSpPr>
        <p:spPr>
          <a:xfrm rot="10800000" flipH="1">
            <a:off x="3838038" y="2573263"/>
            <a:ext cx="2104500" cy="129300"/>
          </a:xfrm>
          <a:prstGeom prst="bentConnector3">
            <a:avLst>
              <a:gd name="adj1" fmla="val 50000"/>
            </a:avLst>
          </a:prstGeom>
          <a:noFill/>
          <a:ln w="19050" cap="flat" cmpd="sng">
            <a:solidFill>
              <a:schemeClr val="accent2"/>
            </a:solidFill>
            <a:prstDash val="solid"/>
            <a:round/>
            <a:headEnd type="none" w="med" len="med"/>
            <a:tailEnd type="none" w="med" len="med"/>
          </a:ln>
        </p:spPr>
      </p:cxnSp>
      <p:cxnSp>
        <p:nvCxnSpPr>
          <p:cNvPr id="1022" name="Google Shape;1022;p58"/>
          <p:cNvCxnSpPr>
            <a:stCxn id="1019" idx="3"/>
          </p:cNvCxnSpPr>
          <p:nvPr/>
        </p:nvCxnSpPr>
        <p:spPr>
          <a:xfrm rot="10800000" flipH="1">
            <a:off x="3838038" y="2726038"/>
            <a:ext cx="2289300" cy="1026300"/>
          </a:xfrm>
          <a:prstGeom prst="bentConnector3">
            <a:avLst>
              <a:gd name="adj1" fmla="val 50000"/>
            </a:avLst>
          </a:prstGeom>
          <a:noFill/>
          <a:ln w="19050" cap="flat" cmpd="sng">
            <a:solidFill>
              <a:schemeClr val="accent3"/>
            </a:solidFill>
            <a:prstDash val="solid"/>
            <a:roun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Stages of capitalist development</a:t>
            </a:r>
            <a:endParaRPr/>
          </a:p>
        </p:txBody>
      </p:sp>
      <p:sp>
        <p:nvSpPr>
          <p:cNvPr id="1028" name="Google Shape;1028;p59"/>
          <p:cNvSpPr txBox="1"/>
          <p:nvPr/>
        </p:nvSpPr>
        <p:spPr>
          <a:xfrm>
            <a:off x="3306263" y="1484475"/>
            <a:ext cx="4801800" cy="85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lbert Sans"/>
                <a:ea typeface="Albert Sans"/>
                <a:cs typeface="Albert Sans"/>
                <a:sym typeface="Albert Sans"/>
              </a:rPr>
              <a:t>Mercury is the closest planet to the Sun and the smallest one in the Solar System. This planet’s name has nothing to do with the liquid metal</a:t>
            </a:r>
            <a:endParaRPr>
              <a:solidFill>
                <a:schemeClr val="dk1"/>
              </a:solidFill>
              <a:latin typeface="Albert Sans"/>
              <a:ea typeface="Albert Sans"/>
              <a:cs typeface="Albert Sans"/>
              <a:sym typeface="Albert Sans"/>
            </a:endParaRPr>
          </a:p>
        </p:txBody>
      </p:sp>
      <p:sp>
        <p:nvSpPr>
          <p:cNvPr id="1029" name="Google Shape;1029;p59"/>
          <p:cNvSpPr txBox="1">
            <a:spLocks noGrp="1"/>
          </p:cNvSpPr>
          <p:nvPr>
            <p:ph type="title" idx="4294967295"/>
          </p:nvPr>
        </p:nvSpPr>
        <p:spPr>
          <a:xfrm>
            <a:off x="1229325" y="1484475"/>
            <a:ext cx="1756200" cy="858900"/>
          </a:xfrm>
          <a:prstGeom prst="rect">
            <a:avLst/>
          </a:prstGeom>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1300-1880</a:t>
            </a:r>
            <a:endParaRPr sz="2000"/>
          </a:p>
        </p:txBody>
      </p:sp>
      <p:sp>
        <p:nvSpPr>
          <p:cNvPr id="1030" name="Google Shape;1030;p59"/>
          <p:cNvSpPr txBox="1"/>
          <p:nvPr/>
        </p:nvSpPr>
        <p:spPr>
          <a:xfrm>
            <a:off x="3306263" y="2597225"/>
            <a:ext cx="4801800" cy="85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lbert Sans"/>
                <a:ea typeface="Albert Sans"/>
                <a:cs typeface="Albert Sans"/>
                <a:sym typeface="Albert Sans"/>
              </a:rPr>
              <a:t>Venus has a beautiful name and is the second planet from the Sun. It’s terribly hot, even hotter than Mercury, and its atmosphere is extremely poisonous</a:t>
            </a:r>
            <a:endParaRPr>
              <a:solidFill>
                <a:schemeClr val="dk1"/>
              </a:solidFill>
              <a:latin typeface="Albert Sans"/>
              <a:ea typeface="Albert Sans"/>
              <a:cs typeface="Albert Sans"/>
              <a:sym typeface="Albert Sans"/>
            </a:endParaRPr>
          </a:p>
        </p:txBody>
      </p:sp>
      <p:sp>
        <p:nvSpPr>
          <p:cNvPr id="1031" name="Google Shape;1031;p59"/>
          <p:cNvSpPr txBox="1">
            <a:spLocks noGrp="1"/>
          </p:cNvSpPr>
          <p:nvPr>
            <p:ph type="title" idx="4294967295"/>
          </p:nvPr>
        </p:nvSpPr>
        <p:spPr>
          <a:xfrm>
            <a:off x="1229325" y="2597225"/>
            <a:ext cx="1756200" cy="858900"/>
          </a:xfrm>
          <a:prstGeom prst="rect">
            <a:avLst/>
          </a:prstGeom>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1880-1980</a:t>
            </a:r>
            <a:endParaRPr sz="2000"/>
          </a:p>
        </p:txBody>
      </p:sp>
      <p:sp>
        <p:nvSpPr>
          <p:cNvPr id="1032" name="Google Shape;1032;p59"/>
          <p:cNvSpPr txBox="1"/>
          <p:nvPr/>
        </p:nvSpPr>
        <p:spPr>
          <a:xfrm>
            <a:off x="3306263" y="3709975"/>
            <a:ext cx="4801800" cy="858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lbert Sans"/>
                <a:ea typeface="Albert Sans"/>
                <a:cs typeface="Albert Sans"/>
                <a:sym typeface="Albert Sans"/>
              </a:rPr>
              <a:t>Earth is the third planet from the Sun and the only one that harbors life in the Solar System. All humans live on this planet</a:t>
            </a:r>
            <a:endParaRPr>
              <a:solidFill>
                <a:schemeClr val="dk1"/>
              </a:solidFill>
              <a:latin typeface="Albert Sans"/>
              <a:ea typeface="Albert Sans"/>
              <a:cs typeface="Albert Sans"/>
              <a:sym typeface="Albert Sans"/>
            </a:endParaRPr>
          </a:p>
        </p:txBody>
      </p:sp>
      <p:sp>
        <p:nvSpPr>
          <p:cNvPr id="1033" name="Google Shape;1033;p59"/>
          <p:cNvSpPr txBox="1">
            <a:spLocks noGrp="1"/>
          </p:cNvSpPr>
          <p:nvPr>
            <p:ph type="title" idx="4294967295"/>
          </p:nvPr>
        </p:nvSpPr>
        <p:spPr>
          <a:xfrm>
            <a:off x="1229325" y="3709975"/>
            <a:ext cx="1756200" cy="858900"/>
          </a:xfrm>
          <a:prstGeom prst="rect">
            <a:avLst/>
          </a:prstGeom>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1880-Today</a:t>
            </a:r>
            <a:endParaRPr sz="2000"/>
          </a:p>
        </p:txBody>
      </p:sp>
      <p:cxnSp>
        <p:nvCxnSpPr>
          <p:cNvPr id="1034" name="Google Shape;1034;p59"/>
          <p:cNvCxnSpPr>
            <a:stCxn id="1029" idx="1"/>
            <a:endCxn id="1031" idx="1"/>
          </p:cNvCxnSpPr>
          <p:nvPr/>
        </p:nvCxnSpPr>
        <p:spPr>
          <a:xfrm>
            <a:off x="1229325" y="1913925"/>
            <a:ext cx="600" cy="1112700"/>
          </a:xfrm>
          <a:prstGeom prst="bentConnector3">
            <a:avLst>
              <a:gd name="adj1" fmla="val -39687500"/>
            </a:avLst>
          </a:prstGeom>
          <a:noFill/>
          <a:ln w="19050" cap="flat" cmpd="sng">
            <a:solidFill>
              <a:schemeClr val="lt2"/>
            </a:solidFill>
            <a:prstDash val="solid"/>
            <a:round/>
            <a:headEnd type="none" w="med" len="med"/>
            <a:tailEnd type="oval" w="med" len="med"/>
          </a:ln>
        </p:spPr>
      </p:cxnSp>
      <p:cxnSp>
        <p:nvCxnSpPr>
          <p:cNvPr id="1035" name="Google Shape;1035;p59"/>
          <p:cNvCxnSpPr>
            <a:stCxn id="1031" idx="1"/>
            <a:endCxn id="1033" idx="1"/>
          </p:cNvCxnSpPr>
          <p:nvPr/>
        </p:nvCxnSpPr>
        <p:spPr>
          <a:xfrm>
            <a:off x="1229325" y="3026675"/>
            <a:ext cx="600" cy="1112700"/>
          </a:xfrm>
          <a:prstGeom prst="bentConnector3">
            <a:avLst>
              <a:gd name="adj1" fmla="val -39687500"/>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Capitalist countries in the world</a:t>
            </a:r>
            <a:endParaRPr/>
          </a:p>
        </p:txBody>
      </p:sp>
      <p:graphicFrame>
        <p:nvGraphicFramePr>
          <p:cNvPr id="1041" name="Google Shape;1041;p60"/>
          <p:cNvGraphicFramePr/>
          <p:nvPr/>
        </p:nvGraphicFramePr>
        <p:xfrm>
          <a:off x="720000" y="1237175"/>
          <a:ext cx="3000000" cy="3000000"/>
        </p:xfrm>
        <a:graphic>
          <a:graphicData uri="http://schemas.openxmlformats.org/drawingml/2006/table">
            <a:tbl>
              <a:tblPr>
                <a:noFill/>
                <a:tableStyleId>{F1E338A7-B832-4E45-9665-1A0B4D55FDB2}</a:tableStyleId>
              </a:tblPr>
              <a:tblGrid>
                <a:gridCol w="2372400">
                  <a:extLst>
                    <a:ext uri="{9D8B030D-6E8A-4147-A177-3AD203B41FA5}">
                      <a16:colId xmlns:a16="http://schemas.microsoft.com/office/drawing/2014/main" val="20000"/>
                    </a:ext>
                  </a:extLst>
                </a:gridCol>
                <a:gridCol w="2745825">
                  <a:extLst>
                    <a:ext uri="{9D8B030D-6E8A-4147-A177-3AD203B41FA5}">
                      <a16:colId xmlns:a16="http://schemas.microsoft.com/office/drawing/2014/main" val="20001"/>
                    </a:ext>
                  </a:extLst>
                </a:gridCol>
                <a:gridCol w="2585775">
                  <a:extLst>
                    <a:ext uri="{9D8B030D-6E8A-4147-A177-3AD203B41FA5}">
                      <a16:colId xmlns:a16="http://schemas.microsoft.com/office/drawing/2014/main" val="20002"/>
                    </a:ext>
                  </a:extLst>
                </a:gridCol>
              </a:tblGrid>
              <a:tr h="481700">
                <a:tc>
                  <a:txBody>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Country</a:t>
                      </a:r>
                      <a:endParaRPr sz="2000" b="1">
                        <a:solidFill>
                          <a:schemeClr val="dk1"/>
                        </a:solidFill>
                        <a:latin typeface="Barlow"/>
                        <a:ea typeface="Barlow"/>
                        <a:cs typeface="Barlow"/>
                        <a:sym typeface="Barlow"/>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Capital</a:t>
                      </a:r>
                      <a:endParaRPr sz="2000" b="1">
                        <a:solidFill>
                          <a:schemeClr val="dk1"/>
                        </a:solidFill>
                        <a:latin typeface="Barlow"/>
                        <a:ea typeface="Barlow"/>
                        <a:cs typeface="Barlow"/>
                        <a:sym typeface="Barlow"/>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Population</a:t>
                      </a:r>
                      <a:endParaRPr sz="2000" b="1">
                        <a:solidFill>
                          <a:schemeClr val="dk1"/>
                        </a:solidFill>
                        <a:latin typeface="Barlow"/>
                        <a:ea typeface="Barlow"/>
                        <a:cs typeface="Barlow"/>
                        <a:sym typeface="Barlow"/>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400525">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Germany</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Berlin</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81,083,600 </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400525">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Spain</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Madrid</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46,439,864</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400525">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France</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Paris</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66,616,416</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00525">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England</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London</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55,980,000</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400525">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South Korea</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Seoul</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49,540,000</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400525">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United States</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Washington, D. C.</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316,017,000</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400525">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New Zealand</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Wellington</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4,699,755</a:t>
                      </a: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p6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Social classes in the world</a:t>
            </a:r>
            <a:endParaRPr/>
          </a:p>
        </p:txBody>
      </p:sp>
      <p:sp>
        <p:nvSpPr>
          <p:cNvPr id="1047" name="Google Shape;1047;p61"/>
          <p:cNvSpPr txBox="1"/>
          <p:nvPr/>
        </p:nvSpPr>
        <p:spPr>
          <a:xfrm>
            <a:off x="726875" y="4264675"/>
            <a:ext cx="7704000" cy="304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dk1"/>
                </a:solidFill>
                <a:latin typeface="Albert Sans"/>
                <a:ea typeface="Albert Sans"/>
                <a:cs typeface="Albert Sans"/>
                <a:sym typeface="Albert Sans"/>
              </a:rPr>
              <a:t>Follow the link in the graph to modify its data and then paste the new one here. </a:t>
            </a:r>
            <a:r>
              <a:rPr lang="en" sz="1100" b="1" u="sng">
                <a:solidFill>
                  <a:schemeClr val="dk1"/>
                </a:solidFill>
                <a:latin typeface="Albert Sans"/>
                <a:ea typeface="Albert Sans"/>
                <a:cs typeface="Albert Sans"/>
                <a:sym typeface="Albert Sans"/>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For more info, click here</a:t>
            </a:r>
            <a:endParaRPr sz="1100">
              <a:solidFill>
                <a:schemeClr val="dk1"/>
              </a:solidFill>
              <a:latin typeface="Albert Sans"/>
              <a:ea typeface="Albert Sans"/>
              <a:cs typeface="Albert Sans"/>
              <a:sym typeface="Albert Sans"/>
            </a:endParaRPr>
          </a:p>
        </p:txBody>
      </p:sp>
      <p:pic>
        <p:nvPicPr>
          <p:cNvPr id="1048" name="Google Shape;1048;p61" title="Chart">
            <a:hlinkClick r:id="rId4"/>
          </p:cNvPr>
          <p:cNvPicPr preferRelativeResize="0"/>
          <p:nvPr/>
        </p:nvPicPr>
        <p:blipFill>
          <a:blip r:embed="rId5">
            <a:alphaModFix/>
          </a:blip>
          <a:stretch>
            <a:fillRect/>
          </a:stretch>
        </p:blipFill>
        <p:spPr>
          <a:xfrm>
            <a:off x="726875" y="1417675"/>
            <a:ext cx="4484460" cy="2772887"/>
          </a:xfrm>
          <a:prstGeom prst="rect">
            <a:avLst/>
          </a:prstGeom>
          <a:noFill/>
          <a:ln>
            <a:noFill/>
          </a:ln>
        </p:spPr>
      </p:pic>
      <p:sp>
        <p:nvSpPr>
          <p:cNvPr id="1049" name="Google Shape;1049;p61"/>
          <p:cNvSpPr txBox="1"/>
          <p:nvPr/>
        </p:nvSpPr>
        <p:spPr>
          <a:xfrm flipH="1">
            <a:off x="6423901" y="1344413"/>
            <a:ext cx="2000100" cy="3849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a:solidFill>
                  <a:schemeClr val="dk1"/>
                </a:solidFill>
                <a:latin typeface="Barlow"/>
                <a:ea typeface="Barlow"/>
                <a:cs typeface="Barlow"/>
                <a:sym typeface="Barlow"/>
              </a:rPr>
              <a:t>Upper class</a:t>
            </a:r>
            <a:endParaRPr sz="2000" b="1">
              <a:solidFill>
                <a:schemeClr val="dk1"/>
              </a:solidFill>
              <a:latin typeface="Barlow"/>
              <a:ea typeface="Barlow"/>
              <a:cs typeface="Barlow"/>
              <a:sym typeface="Barlow"/>
            </a:endParaRPr>
          </a:p>
        </p:txBody>
      </p:sp>
      <p:sp>
        <p:nvSpPr>
          <p:cNvPr id="1050" name="Google Shape;1050;p61"/>
          <p:cNvSpPr txBox="1"/>
          <p:nvPr/>
        </p:nvSpPr>
        <p:spPr>
          <a:xfrm flipH="1">
            <a:off x="6423901" y="3375337"/>
            <a:ext cx="2000100" cy="3849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a:solidFill>
                  <a:schemeClr val="dk1"/>
                </a:solidFill>
                <a:latin typeface="Barlow"/>
                <a:ea typeface="Barlow"/>
                <a:cs typeface="Barlow"/>
                <a:sym typeface="Barlow"/>
              </a:rPr>
              <a:t>Lower class</a:t>
            </a:r>
            <a:endParaRPr sz="2000" b="1">
              <a:solidFill>
                <a:schemeClr val="dk1"/>
              </a:solidFill>
              <a:latin typeface="Barlow"/>
              <a:ea typeface="Barlow"/>
              <a:cs typeface="Barlow"/>
              <a:sym typeface="Barlow"/>
            </a:endParaRPr>
          </a:p>
        </p:txBody>
      </p:sp>
      <p:sp>
        <p:nvSpPr>
          <p:cNvPr id="1051" name="Google Shape;1051;p61"/>
          <p:cNvSpPr txBox="1"/>
          <p:nvPr/>
        </p:nvSpPr>
        <p:spPr>
          <a:xfrm flipH="1">
            <a:off x="6423901" y="2359875"/>
            <a:ext cx="2000100" cy="384900"/>
          </a:xfrm>
          <a:prstGeom prst="rect">
            <a:avLst/>
          </a:prstGeom>
          <a:noFill/>
          <a:ln>
            <a:noFill/>
          </a:ln>
        </p:spPr>
        <p:txBody>
          <a:bodyPr spcFirstLastPara="1" wrap="square" lIns="91425" tIns="91425" rIns="91425" bIns="91425" anchor="b" anchorCtr="0">
            <a:noAutofit/>
          </a:bodyPr>
          <a:lstStyle/>
          <a:p>
            <a:pPr marL="0" lvl="0" indent="0" algn="l" rtl="0">
              <a:lnSpc>
                <a:spcPct val="115000"/>
              </a:lnSpc>
              <a:spcBef>
                <a:spcPts val="0"/>
              </a:spcBef>
              <a:spcAft>
                <a:spcPts val="0"/>
              </a:spcAft>
              <a:buNone/>
            </a:pPr>
            <a:r>
              <a:rPr lang="en" sz="2000" b="1">
                <a:solidFill>
                  <a:schemeClr val="dk1"/>
                </a:solidFill>
                <a:latin typeface="Barlow"/>
                <a:ea typeface="Barlow"/>
                <a:cs typeface="Barlow"/>
                <a:sym typeface="Barlow"/>
              </a:rPr>
              <a:t>Middle class</a:t>
            </a:r>
            <a:endParaRPr sz="2000" b="1">
              <a:solidFill>
                <a:schemeClr val="dk1"/>
              </a:solidFill>
              <a:latin typeface="Barlow"/>
              <a:ea typeface="Barlow"/>
              <a:cs typeface="Barlow"/>
              <a:sym typeface="Barlow"/>
            </a:endParaRPr>
          </a:p>
        </p:txBody>
      </p:sp>
      <p:sp>
        <p:nvSpPr>
          <p:cNvPr id="1052" name="Google Shape;1052;p61"/>
          <p:cNvSpPr txBox="1"/>
          <p:nvPr/>
        </p:nvSpPr>
        <p:spPr>
          <a:xfrm flipH="1">
            <a:off x="6423901" y="1587812"/>
            <a:ext cx="20001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lbert Sans"/>
                <a:ea typeface="Albert Sans"/>
                <a:cs typeface="Albert Sans"/>
                <a:sym typeface="Albert Sans"/>
              </a:rPr>
              <a:t>Jupiter is the biggest planet of them all</a:t>
            </a:r>
            <a:endParaRPr>
              <a:solidFill>
                <a:schemeClr val="dk1"/>
              </a:solidFill>
              <a:latin typeface="Albert Sans"/>
              <a:ea typeface="Albert Sans"/>
              <a:cs typeface="Albert Sans"/>
              <a:sym typeface="Albert Sans"/>
            </a:endParaRPr>
          </a:p>
        </p:txBody>
      </p:sp>
      <p:sp>
        <p:nvSpPr>
          <p:cNvPr id="1053" name="Google Shape;1053;p61"/>
          <p:cNvSpPr txBox="1"/>
          <p:nvPr/>
        </p:nvSpPr>
        <p:spPr>
          <a:xfrm flipH="1">
            <a:off x="6423901" y="3618738"/>
            <a:ext cx="20001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lbert Sans"/>
                <a:ea typeface="Albert Sans"/>
                <a:cs typeface="Albert Sans"/>
                <a:sym typeface="Albert Sans"/>
              </a:rPr>
              <a:t>Mars is actually a very cold place</a:t>
            </a:r>
            <a:endParaRPr>
              <a:solidFill>
                <a:schemeClr val="dk1"/>
              </a:solidFill>
              <a:latin typeface="Albert Sans"/>
              <a:ea typeface="Albert Sans"/>
              <a:cs typeface="Albert Sans"/>
              <a:sym typeface="Albert Sans"/>
            </a:endParaRPr>
          </a:p>
        </p:txBody>
      </p:sp>
      <p:sp>
        <p:nvSpPr>
          <p:cNvPr id="1054" name="Google Shape;1054;p61"/>
          <p:cNvSpPr txBox="1"/>
          <p:nvPr/>
        </p:nvSpPr>
        <p:spPr>
          <a:xfrm flipH="1">
            <a:off x="6423901" y="2603275"/>
            <a:ext cx="2000100" cy="57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solidFill>
                  <a:schemeClr val="dk1"/>
                </a:solidFill>
                <a:latin typeface="Albert Sans"/>
                <a:ea typeface="Albert Sans"/>
                <a:cs typeface="Albert Sans"/>
                <a:sym typeface="Albert Sans"/>
              </a:rPr>
              <a:t>Neptune is very far from the Sun</a:t>
            </a:r>
            <a:endParaRPr>
              <a:solidFill>
                <a:schemeClr val="dk1"/>
              </a:solidFill>
              <a:latin typeface="Albert Sans"/>
              <a:ea typeface="Albert Sans"/>
              <a:cs typeface="Albert Sans"/>
              <a:sym typeface="Albert Sans"/>
            </a:endParaRPr>
          </a:p>
        </p:txBody>
      </p:sp>
      <p:sp>
        <p:nvSpPr>
          <p:cNvPr id="1055" name="Google Shape;1055;p61"/>
          <p:cNvSpPr txBox="1">
            <a:spLocks noGrp="1"/>
          </p:cNvSpPr>
          <p:nvPr>
            <p:ph type="title"/>
          </p:nvPr>
        </p:nvSpPr>
        <p:spPr>
          <a:xfrm>
            <a:off x="5451400" y="1344413"/>
            <a:ext cx="807000" cy="5718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10%</a:t>
            </a:r>
            <a:endParaRPr sz="2000"/>
          </a:p>
        </p:txBody>
      </p:sp>
      <p:sp>
        <p:nvSpPr>
          <p:cNvPr id="1056" name="Google Shape;1056;p61"/>
          <p:cNvSpPr txBox="1">
            <a:spLocks noGrp="1"/>
          </p:cNvSpPr>
          <p:nvPr>
            <p:ph type="title"/>
          </p:nvPr>
        </p:nvSpPr>
        <p:spPr>
          <a:xfrm>
            <a:off x="5451400" y="2359875"/>
            <a:ext cx="807000" cy="571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25%</a:t>
            </a:r>
            <a:endParaRPr sz="2000"/>
          </a:p>
        </p:txBody>
      </p:sp>
      <p:sp>
        <p:nvSpPr>
          <p:cNvPr id="1057" name="Google Shape;1057;p61"/>
          <p:cNvSpPr txBox="1">
            <a:spLocks noGrp="1"/>
          </p:cNvSpPr>
          <p:nvPr>
            <p:ph type="title"/>
          </p:nvPr>
        </p:nvSpPr>
        <p:spPr>
          <a:xfrm>
            <a:off x="5451400" y="3375325"/>
            <a:ext cx="807000" cy="5718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t>65%</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p63"/>
          <p:cNvSpPr txBox="1">
            <a:spLocks noGrp="1"/>
          </p:cNvSpPr>
          <p:nvPr>
            <p:ph type="title"/>
          </p:nvPr>
        </p:nvSpPr>
        <p:spPr>
          <a:xfrm>
            <a:off x="713225" y="2627500"/>
            <a:ext cx="5106300" cy="1100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Capitalism today</a:t>
            </a:r>
            <a:endParaRPr/>
          </a:p>
        </p:txBody>
      </p:sp>
      <p:sp>
        <p:nvSpPr>
          <p:cNvPr id="1074" name="Google Shape;1074;p63"/>
          <p:cNvSpPr txBox="1">
            <a:spLocks noGrp="1"/>
          </p:cNvSpPr>
          <p:nvPr>
            <p:ph type="subTitle" idx="1"/>
          </p:nvPr>
        </p:nvSpPr>
        <p:spPr>
          <a:xfrm>
            <a:off x="713225" y="3698550"/>
            <a:ext cx="5106300" cy="483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can enter a subtitle here if you need it</a:t>
            </a:r>
            <a:endParaRPr/>
          </a:p>
        </p:txBody>
      </p:sp>
      <p:sp>
        <p:nvSpPr>
          <p:cNvPr id="1075" name="Google Shape;1075;p63"/>
          <p:cNvSpPr txBox="1">
            <a:spLocks noGrp="1"/>
          </p:cNvSpPr>
          <p:nvPr>
            <p:ph type="title" idx="2"/>
          </p:nvPr>
        </p:nvSpPr>
        <p:spPr>
          <a:xfrm>
            <a:off x="713225" y="1443775"/>
            <a:ext cx="1683000" cy="1037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grpSp>
        <p:nvGrpSpPr>
          <p:cNvPr id="1076" name="Google Shape;1076;p63"/>
          <p:cNvGrpSpPr/>
          <p:nvPr/>
        </p:nvGrpSpPr>
        <p:grpSpPr>
          <a:xfrm>
            <a:off x="6590325" y="-5725"/>
            <a:ext cx="2100075" cy="5149224"/>
            <a:chOff x="6590325" y="-5725"/>
            <a:chExt cx="2100075" cy="5149224"/>
          </a:xfrm>
        </p:grpSpPr>
        <p:grpSp>
          <p:nvGrpSpPr>
            <p:cNvPr id="1077" name="Google Shape;1077;p63"/>
            <p:cNvGrpSpPr/>
            <p:nvPr/>
          </p:nvGrpSpPr>
          <p:grpSpPr>
            <a:xfrm>
              <a:off x="7600450" y="-5725"/>
              <a:ext cx="1089950" cy="5149224"/>
              <a:chOff x="8252150" y="-5725"/>
              <a:chExt cx="1089950" cy="5149224"/>
            </a:xfrm>
          </p:grpSpPr>
          <p:pic>
            <p:nvPicPr>
              <p:cNvPr id="1078" name="Google Shape;1078;p63"/>
              <p:cNvPicPr preferRelativeResize="0"/>
              <p:nvPr/>
            </p:nvPicPr>
            <p:blipFill rotWithShape="1">
              <a:blip r:embed="rId3">
                <a:alphaModFix/>
              </a:blip>
              <a:srcRect r="86523" b="17382"/>
              <a:stretch/>
            </p:blipFill>
            <p:spPr>
              <a:xfrm>
                <a:off x="8252150" y="-5725"/>
                <a:ext cx="1089950" cy="3758700"/>
              </a:xfrm>
              <a:prstGeom prst="rect">
                <a:avLst/>
              </a:prstGeom>
              <a:noFill/>
              <a:ln>
                <a:noFill/>
              </a:ln>
            </p:spPr>
          </p:pic>
          <p:pic>
            <p:nvPicPr>
              <p:cNvPr id="1079" name="Google Shape;1079;p63"/>
              <p:cNvPicPr preferRelativeResize="0"/>
              <p:nvPr/>
            </p:nvPicPr>
            <p:blipFill rotWithShape="1">
              <a:blip r:embed="rId3">
                <a:alphaModFix/>
              </a:blip>
              <a:srcRect t="11494" r="86523" b="57941"/>
              <a:stretch/>
            </p:blipFill>
            <p:spPr>
              <a:xfrm>
                <a:off x="8252150" y="3752975"/>
                <a:ext cx="1089950" cy="1390524"/>
              </a:xfrm>
              <a:prstGeom prst="rect">
                <a:avLst/>
              </a:prstGeom>
              <a:noFill/>
              <a:ln>
                <a:noFill/>
              </a:ln>
            </p:spPr>
          </p:pic>
        </p:grpSp>
        <p:grpSp>
          <p:nvGrpSpPr>
            <p:cNvPr id="1080" name="Google Shape;1080;p63"/>
            <p:cNvGrpSpPr/>
            <p:nvPr/>
          </p:nvGrpSpPr>
          <p:grpSpPr>
            <a:xfrm>
              <a:off x="6590325" y="-5725"/>
              <a:ext cx="1089950" cy="5149224"/>
              <a:chOff x="8252150" y="-5725"/>
              <a:chExt cx="1089950" cy="5149224"/>
            </a:xfrm>
          </p:grpSpPr>
          <p:pic>
            <p:nvPicPr>
              <p:cNvPr id="1081" name="Google Shape;1081;p63"/>
              <p:cNvPicPr preferRelativeResize="0"/>
              <p:nvPr/>
            </p:nvPicPr>
            <p:blipFill rotWithShape="1">
              <a:blip r:embed="rId3">
                <a:alphaModFix/>
              </a:blip>
              <a:srcRect r="86523" b="17382"/>
              <a:stretch/>
            </p:blipFill>
            <p:spPr>
              <a:xfrm>
                <a:off x="8252150" y="-5725"/>
                <a:ext cx="1089950" cy="3758700"/>
              </a:xfrm>
              <a:prstGeom prst="rect">
                <a:avLst/>
              </a:prstGeom>
              <a:noFill/>
              <a:ln>
                <a:noFill/>
              </a:ln>
            </p:spPr>
          </p:pic>
          <p:pic>
            <p:nvPicPr>
              <p:cNvPr id="1082" name="Google Shape;1082;p63"/>
              <p:cNvPicPr preferRelativeResize="0"/>
              <p:nvPr/>
            </p:nvPicPr>
            <p:blipFill rotWithShape="1">
              <a:blip r:embed="rId3">
                <a:alphaModFix/>
              </a:blip>
              <a:srcRect t="11494" r="86523" b="57941"/>
              <a:stretch/>
            </p:blipFill>
            <p:spPr>
              <a:xfrm>
                <a:off x="8252150" y="3752975"/>
                <a:ext cx="1089950" cy="1390524"/>
              </a:xfrm>
              <a:prstGeom prst="rect">
                <a:avLst/>
              </a:prstGeom>
              <a:noFill/>
              <a:ln>
                <a:noFill/>
              </a:ln>
            </p:spPr>
          </p:pic>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6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Pros and cons of capitalism</a:t>
            </a:r>
            <a:endParaRPr/>
          </a:p>
        </p:txBody>
      </p:sp>
      <p:sp>
        <p:nvSpPr>
          <p:cNvPr id="1088" name="Google Shape;1088;p64"/>
          <p:cNvSpPr txBox="1"/>
          <p:nvPr/>
        </p:nvSpPr>
        <p:spPr>
          <a:xfrm flipH="1">
            <a:off x="719775" y="1052325"/>
            <a:ext cx="7704000" cy="341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Albert Sans"/>
                <a:ea typeface="Albert Sans"/>
                <a:cs typeface="Albert Sans"/>
                <a:sym typeface="Albert Sans"/>
              </a:rPr>
              <a:t>Complete</a:t>
            </a:r>
            <a:r>
              <a:rPr lang="en">
                <a:solidFill>
                  <a:schemeClr val="dk1"/>
                </a:solidFill>
                <a:latin typeface="Albert Sans"/>
                <a:ea typeface="Albert Sans"/>
                <a:cs typeface="Albert Sans"/>
                <a:sym typeface="Albert Sans"/>
              </a:rPr>
              <a:t> the table with the </a:t>
            </a:r>
            <a:r>
              <a:rPr lang="en" b="1">
                <a:solidFill>
                  <a:schemeClr val="dk1"/>
                </a:solidFill>
                <a:latin typeface="Albert Sans"/>
                <a:ea typeface="Albert Sans"/>
                <a:cs typeface="Albert Sans"/>
                <a:sym typeface="Albert Sans"/>
              </a:rPr>
              <a:t>advantages and disadvantages</a:t>
            </a:r>
            <a:r>
              <a:rPr lang="en">
                <a:solidFill>
                  <a:schemeClr val="dk1"/>
                </a:solidFill>
                <a:latin typeface="Albert Sans"/>
                <a:ea typeface="Albert Sans"/>
                <a:cs typeface="Albert Sans"/>
                <a:sym typeface="Albert Sans"/>
              </a:rPr>
              <a:t> of capitalism</a:t>
            </a:r>
            <a:endParaRPr b="1">
              <a:solidFill>
                <a:schemeClr val="dk1"/>
              </a:solidFill>
              <a:latin typeface="Albert Sans"/>
              <a:ea typeface="Albert Sans"/>
              <a:cs typeface="Albert Sans"/>
              <a:sym typeface="Albert Sans"/>
            </a:endParaRPr>
          </a:p>
        </p:txBody>
      </p:sp>
      <p:graphicFrame>
        <p:nvGraphicFramePr>
          <p:cNvPr id="1089" name="Google Shape;1089;p64"/>
          <p:cNvGraphicFramePr/>
          <p:nvPr/>
        </p:nvGraphicFramePr>
        <p:xfrm>
          <a:off x="720000" y="1681900"/>
          <a:ext cx="3000000" cy="3000000"/>
        </p:xfrm>
        <a:graphic>
          <a:graphicData uri="http://schemas.openxmlformats.org/drawingml/2006/table">
            <a:tbl>
              <a:tblPr>
                <a:noFill/>
                <a:tableStyleId>{F1E338A7-B832-4E45-9665-1A0B4D55FDB2}</a:tableStyleId>
              </a:tblPr>
              <a:tblGrid>
                <a:gridCol w="3852000">
                  <a:extLst>
                    <a:ext uri="{9D8B030D-6E8A-4147-A177-3AD203B41FA5}">
                      <a16:colId xmlns:a16="http://schemas.microsoft.com/office/drawing/2014/main" val="20000"/>
                    </a:ext>
                  </a:extLst>
                </a:gridCol>
                <a:gridCol w="3852000">
                  <a:extLst>
                    <a:ext uri="{9D8B030D-6E8A-4147-A177-3AD203B41FA5}">
                      <a16:colId xmlns:a16="http://schemas.microsoft.com/office/drawing/2014/main" val="20001"/>
                    </a:ext>
                  </a:extLst>
                </a:gridCol>
              </a:tblGrid>
              <a:tr h="412400">
                <a:tc>
                  <a:txBody>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Advantages of capitalism</a:t>
                      </a:r>
                      <a:endParaRPr sz="2000" b="1">
                        <a:solidFill>
                          <a:schemeClr val="dk1"/>
                        </a:solidFill>
                        <a:latin typeface="Barlow"/>
                        <a:ea typeface="Barlow"/>
                        <a:cs typeface="Barlow"/>
                        <a:sym typeface="Barlow"/>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Disadvantages of capitalism</a:t>
                      </a:r>
                      <a:endParaRPr sz="2000" b="1">
                        <a:solidFill>
                          <a:schemeClr val="dk1"/>
                        </a:solidFill>
                        <a:latin typeface="Barlow"/>
                        <a:ea typeface="Barlow"/>
                        <a:cs typeface="Barlow"/>
                        <a:sym typeface="Barlow"/>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412400">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412400">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412400">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12400">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412400">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412400">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endParaRPr>
                        <a:solidFill>
                          <a:schemeClr val="dk1"/>
                        </a:solidFill>
                        <a:latin typeface="Albert Sans"/>
                        <a:ea typeface="Albert Sans"/>
                        <a:cs typeface="Albert Sans"/>
                        <a:sym typeface="Albert Sans"/>
                      </a:endParaRPr>
                    </a:p>
                  </a:txBody>
                  <a:tcPr marL="91425" marR="91425" marT="0" marB="0"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6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Economic benefit</a:t>
            </a:r>
            <a:endParaRPr/>
          </a:p>
        </p:txBody>
      </p:sp>
      <p:sp>
        <p:nvSpPr>
          <p:cNvPr id="1095" name="Google Shape;1095;p65"/>
          <p:cNvSpPr txBox="1"/>
          <p:nvPr/>
        </p:nvSpPr>
        <p:spPr>
          <a:xfrm>
            <a:off x="3218400" y="2442813"/>
            <a:ext cx="2038500" cy="501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Jupiter is the biggest planet of them all</a:t>
            </a:r>
            <a:endParaRPr>
              <a:solidFill>
                <a:schemeClr val="dk1"/>
              </a:solidFill>
              <a:latin typeface="Albert Sans"/>
              <a:ea typeface="Albert Sans"/>
              <a:cs typeface="Albert Sans"/>
              <a:sym typeface="Albert Sans"/>
            </a:endParaRPr>
          </a:p>
        </p:txBody>
      </p:sp>
      <p:sp>
        <p:nvSpPr>
          <p:cNvPr id="1096" name="Google Shape;1096;p65"/>
          <p:cNvSpPr/>
          <p:nvPr/>
        </p:nvSpPr>
        <p:spPr>
          <a:xfrm>
            <a:off x="713275" y="1922134"/>
            <a:ext cx="2038500" cy="838500"/>
          </a:xfrm>
          <a:prstGeom prst="roundRect">
            <a:avLst>
              <a:gd name="adj"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Capitalism</a:t>
            </a:r>
            <a:endParaRPr sz="2000" b="1">
              <a:solidFill>
                <a:schemeClr val="dk1"/>
              </a:solidFill>
              <a:latin typeface="Barlow"/>
              <a:ea typeface="Barlow"/>
              <a:cs typeface="Barlow"/>
              <a:sym typeface="Barlow"/>
            </a:endParaRPr>
          </a:p>
        </p:txBody>
      </p:sp>
      <p:sp>
        <p:nvSpPr>
          <p:cNvPr id="1097" name="Google Shape;1097;p65"/>
          <p:cNvSpPr txBox="1"/>
          <p:nvPr/>
        </p:nvSpPr>
        <p:spPr>
          <a:xfrm>
            <a:off x="713275" y="2949810"/>
            <a:ext cx="2038500" cy="9219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The </a:t>
            </a:r>
            <a:r>
              <a:rPr lang="en" b="1">
                <a:solidFill>
                  <a:schemeClr val="dk1"/>
                </a:solidFill>
                <a:latin typeface="Albert Sans"/>
                <a:ea typeface="Albert Sans"/>
                <a:cs typeface="Albert Sans"/>
                <a:sym typeface="Albert Sans"/>
              </a:rPr>
              <a:t>main objective</a:t>
            </a:r>
            <a:r>
              <a:rPr lang="en">
                <a:solidFill>
                  <a:schemeClr val="dk1"/>
                </a:solidFill>
                <a:latin typeface="Albert Sans"/>
                <a:ea typeface="Albert Sans"/>
                <a:cs typeface="Albert Sans"/>
                <a:sym typeface="Albert Sans"/>
              </a:rPr>
              <a:t> of capitalism is to obtain profits through…</a:t>
            </a:r>
            <a:endParaRPr>
              <a:solidFill>
                <a:schemeClr val="dk1"/>
              </a:solidFill>
              <a:latin typeface="Albert Sans"/>
              <a:ea typeface="Albert Sans"/>
              <a:cs typeface="Albert Sans"/>
              <a:sym typeface="Albert Sans"/>
            </a:endParaRPr>
          </a:p>
        </p:txBody>
      </p:sp>
      <p:sp>
        <p:nvSpPr>
          <p:cNvPr id="1098" name="Google Shape;1098;p65"/>
          <p:cNvSpPr/>
          <p:nvPr/>
        </p:nvSpPr>
        <p:spPr>
          <a:xfrm>
            <a:off x="3218400" y="1415150"/>
            <a:ext cx="2038500" cy="838500"/>
          </a:xfrm>
          <a:prstGeom prst="roundRect">
            <a:avLst>
              <a:gd name="adj" fmla="val 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Productive </a:t>
            </a:r>
            <a:endParaRPr sz="2000" b="1">
              <a:solidFill>
                <a:schemeClr val="dk1"/>
              </a:solidFill>
              <a:latin typeface="Barlow"/>
              <a:ea typeface="Barlow"/>
              <a:cs typeface="Barlow"/>
              <a:sym typeface="Barlow"/>
            </a:endParaRPr>
          </a:p>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work</a:t>
            </a:r>
            <a:endParaRPr sz="2000" b="1">
              <a:solidFill>
                <a:schemeClr val="dk1"/>
              </a:solidFill>
              <a:latin typeface="Barlow"/>
              <a:ea typeface="Barlow"/>
              <a:cs typeface="Barlow"/>
              <a:sym typeface="Barlow"/>
            </a:endParaRPr>
          </a:p>
        </p:txBody>
      </p:sp>
      <p:sp>
        <p:nvSpPr>
          <p:cNvPr id="1099" name="Google Shape;1099;p65"/>
          <p:cNvSpPr/>
          <p:nvPr/>
        </p:nvSpPr>
        <p:spPr>
          <a:xfrm>
            <a:off x="5723475" y="1415150"/>
            <a:ext cx="2038500" cy="838500"/>
          </a:xfrm>
          <a:prstGeom prst="roundRect">
            <a:avLst>
              <a:gd name="adj" fmla="val 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Capital investment</a:t>
            </a:r>
            <a:endParaRPr sz="2000" b="1">
              <a:solidFill>
                <a:schemeClr val="dk1"/>
              </a:solidFill>
              <a:latin typeface="Barlow"/>
              <a:ea typeface="Barlow"/>
              <a:cs typeface="Barlow"/>
              <a:sym typeface="Barlow"/>
            </a:endParaRPr>
          </a:p>
        </p:txBody>
      </p:sp>
      <p:sp>
        <p:nvSpPr>
          <p:cNvPr id="1100" name="Google Shape;1100;p65"/>
          <p:cNvSpPr txBox="1"/>
          <p:nvPr/>
        </p:nvSpPr>
        <p:spPr>
          <a:xfrm>
            <a:off x="5723475" y="2442813"/>
            <a:ext cx="2038500" cy="501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Neptune is very far from the Sun</a:t>
            </a:r>
            <a:endParaRPr>
              <a:solidFill>
                <a:schemeClr val="dk1"/>
              </a:solidFill>
              <a:latin typeface="Albert Sans"/>
              <a:ea typeface="Albert Sans"/>
              <a:cs typeface="Albert Sans"/>
              <a:sym typeface="Albert Sans"/>
            </a:endParaRPr>
          </a:p>
        </p:txBody>
      </p:sp>
      <p:cxnSp>
        <p:nvCxnSpPr>
          <p:cNvPr id="1101" name="Google Shape;1101;p65"/>
          <p:cNvCxnSpPr>
            <a:stCxn id="1098" idx="1"/>
            <a:endCxn id="1096" idx="3"/>
          </p:cNvCxnSpPr>
          <p:nvPr/>
        </p:nvCxnSpPr>
        <p:spPr>
          <a:xfrm flipH="1">
            <a:off x="2751900" y="1834400"/>
            <a:ext cx="466500" cy="507000"/>
          </a:xfrm>
          <a:prstGeom prst="bentConnector3">
            <a:avLst>
              <a:gd name="adj1" fmla="val 50013"/>
            </a:avLst>
          </a:prstGeom>
          <a:noFill/>
          <a:ln w="19050" cap="flat" cmpd="sng">
            <a:solidFill>
              <a:schemeClr val="lt2"/>
            </a:solidFill>
            <a:prstDash val="solid"/>
            <a:round/>
            <a:headEnd type="oval" w="med" len="med"/>
            <a:tailEnd type="none" w="med" len="med"/>
          </a:ln>
        </p:spPr>
      </p:cxnSp>
      <p:cxnSp>
        <p:nvCxnSpPr>
          <p:cNvPr id="1102" name="Google Shape;1102;p65"/>
          <p:cNvCxnSpPr>
            <a:stCxn id="1099" idx="1"/>
            <a:endCxn id="1098" idx="3"/>
          </p:cNvCxnSpPr>
          <p:nvPr/>
        </p:nvCxnSpPr>
        <p:spPr>
          <a:xfrm flipH="1">
            <a:off x="5256975" y="1834400"/>
            <a:ext cx="466500" cy="600"/>
          </a:xfrm>
          <a:prstGeom prst="bentConnector3">
            <a:avLst>
              <a:gd name="adj1" fmla="val 50008"/>
            </a:avLst>
          </a:prstGeom>
          <a:noFill/>
          <a:ln w="19050" cap="flat" cmpd="sng">
            <a:solidFill>
              <a:schemeClr val="lt2"/>
            </a:solidFill>
            <a:prstDash val="solid"/>
            <a:round/>
            <a:headEnd type="oval" w="med" len="med"/>
            <a:tailEnd type="none" w="med" len="med"/>
          </a:ln>
        </p:spPr>
      </p:cxnSp>
      <p:sp>
        <p:nvSpPr>
          <p:cNvPr id="1103" name="Google Shape;1103;p65"/>
          <p:cNvSpPr txBox="1"/>
          <p:nvPr/>
        </p:nvSpPr>
        <p:spPr>
          <a:xfrm>
            <a:off x="3218400" y="3276175"/>
            <a:ext cx="4429200" cy="11913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457200" lvl="0" indent="-355600" algn="l" rtl="0">
              <a:lnSpc>
                <a:spcPct val="115000"/>
              </a:lnSpc>
              <a:spcBef>
                <a:spcPts val="0"/>
              </a:spcBef>
              <a:spcAft>
                <a:spcPts val="0"/>
              </a:spcAft>
              <a:buClr>
                <a:schemeClr val="accent1"/>
              </a:buClr>
              <a:buSzPts val="2000"/>
              <a:buFont typeface="Barlow"/>
              <a:buChar char="$"/>
            </a:pPr>
            <a:r>
              <a:rPr lang="en" sz="2000" b="1">
                <a:solidFill>
                  <a:schemeClr val="dk1"/>
                </a:solidFill>
                <a:latin typeface="Barlow"/>
                <a:ea typeface="Barlow"/>
                <a:cs typeface="Barlow"/>
                <a:sym typeface="Barlow"/>
              </a:rPr>
              <a:t>Individual enrichment</a:t>
            </a:r>
            <a:endParaRPr sz="2000" b="1">
              <a:solidFill>
                <a:schemeClr val="dk1"/>
              </a:solidFill>
              <a:latin typeface="Barlow"/>
              <a:ea typeface="Barlow"/>
              <a:cs typeface="Barlow"/>
              <a:sym typeface="Barlow"/>
            </a:endParaRPr>
          </a:p>
          <a:p>
            <a:pPr marL="457200" lvl="0" indent="-355600" algn="l" rtl="0">
              <a:lnSpc>
                <a:spcPct val="115000"/>
              </a:lnSpc>
              <a:spcBef>
                <a:spcPts val="0"/>
              </a:spcBef>
              <a:spcAft>
                <a:spcPts val="0"/>
              </a:spcAft>
              <a:buClr>
                <a:schemeClr val="accent1"/>
              </a:buClr>
              <a:buSzPts val="2000"/>
              <a:buFont typeface="Barlow"/>
              <a:buChar char="$"/>
            </a:pPr>
            <a:r>
              <a:rPr lang="en" sz="2000" b="1">
                <a:solidFill>
                  <a:schemeClr val="dk1"/>
                </a:solidFill>
                <a:latin typeface="Barlow"/>
                <a:ea typeface="Barlow"/>
                <a:cs typeface="Barlow"/>
                <a:sym typeface="Barlow"/>
              </a:rPr>
              <a:t>For-profit associations</a:t>
            </a:r>
            <a:endParaRPr sz="2000" b="1">
              <a:solidFill>
                <a:schemeClr val="dk1"/>
              </a:solidFill>
              <a:latin typeface="Barlow"/>
              <a:ea typeface="Barlow"/>
              <a:cs typeface="Barlow"/>
              <a:sym typeface="Barlow"/>
            </a:endParaRPr>
          </a:p>
          <a:p>
            <a:pPr marL="457200" lvl="0" indent="-355600" algn="l" rtl="0">
              <a:lnSpc>
                <a:spcPct val="115000"/>
              </a:lnSpc>
              <a:spcBef>
                <a:spcPts val="0"/>
              </a:spcBef>
              <a:spcAft>
                <a:spcPts val="0"/>
              </a:spcAft>
              <a:buClr>
                <a:schemeClr val="accent1"/>
              </a:buClr>
              <a:buSzPts val="2000"/>
              <a:buFont typeface="Barlow"/>
              <a:buChar char="$"/>
            </a:pPr>
            <a:r>
              <a:rPr lang="en" sz="2000" b="1">
                <a:solidFill>
                  <a:schemeClr val="dk1"/>
                </a:solidFill>
                <a:latin typeface="Barlow"/>
                <a:ea typeface="Barlow"/>
                <a:cs typeface="Barlow"/>
                <a:sym typeface="Barlow"/>
              </a:rPr>
              <a:t>Economic growth of society</a:t>
            </a:r>
            <a:endParaRPr sz="2000" b="1">
              <a:solidFill>
                <a:schemeClr val="dk1"/>
              </a:solidFill>
              <a:latin typeface="Barlow"/>
              <a:ea typeface="Barlow"/>
              <a:cs typeface="Barlow"/>
              <a:sym typeface="Barlow"/>
            </a:endParaRPr>
          </a:p>
        </p:txBody>
      </p:sp>
      <p:cxnSp>
        <p:nvCxnSpPr>
          <p:cNvPr id="1104" name="Google Shape;1104;p65"/>
          <p:cNvCxnSpPr>
            <a:stCxn id="1099" idx="3"/>
            <a:endCxn id="1103" idx="3"/>
          </p:cNvCxnSpPr>
          <p:nvPr/>
        </p:nvCxnSpPr>
        <p:spPr>
          <a:xfrm flipH="1">
            <a:off x="7647675" y="1834400"/>
            <a:ext cx="114300" cy="2037300"/>
          </a:xfrm>
          <a:prstGeom prst="bentConnector3">
            <a:avLst>
              <a:gd name="adj1" fmla="val -208348"/>
            </a:avLst>
          </a:prstGeom>
          <a:noFill/>
          <a:ln w="19050" cap="flat" cmpd="sng">
            <a:solidFill>
              <a:schemeClr val="lt2"/>
            </a:solidFill>
            <a:prstDash val="solid"/>
            <a:round/>
            <a:headEnd type="none" w="med" len="med"/>
            <a:tailEnd type="oval" w="med" len="med"/>
          </a:ln>
        </p:spPr>
      </p:cxnSp>
      <p:cxnSp>
        <p:nvCxnSpPr>
          <p:cNvPr id="1105" name="Google Shape;1105;p65"/>
          <p:cNvCxnSpPr>
            <a:stCxn id="1098" idx="1"/>
            <a:endCxn id="1103" idx="1"/>
          </p:cNvCxnSpPr>
          <p:nvPr/>
        </p:nvCxnSpPr>
        <p:spPr>
          <a:xfrm>
            <a:off x="3218400" y="1834400"/>
            <a:ext cx="600" cy="2037300"/>
          </a:xfrm>
          <a:prstGeom prst="bentConnector3">
            <a:avLst>
              <a:gd name="adj1" fmla="val -39690331"/>
            </a:avLst>
          </a:prstGeom>
          <a:noFill/>
          <a:ln w="19050" cap="flat" cmpd="sng">
            <a:solidFill>
              <a:schemeClr val="lt2"/>
            </a:solidFill>
            <a:prstDash val="solid"/>
            <a:round/>
            <a:headEnd type="none" w="med" len="med"/>
            <a:tailEnd type="oval" w="med" len="med"/>
          </a:ln>
        </p:spPr>
      </p:cxnSp>
      <p:grpSp>
        <p:nvGrpSpPr>
          <p:cNvPr id="1106" name="Google Shape;1106;p65"/>
          <p:cNvGrpSpPr/>
          <p:nvPr/>
        </p:nvGrpSpPr>
        <p:grpSpPr>
          <a:xfrm>
            <a:off x="1556632" y="1415154"/>
            <a:ext cx="351786" cy="326274"/>
            <a:chOff x="-62511900" y="4129100"/>
            <a:chExt cx="304050" cy="282000"/>
          </a:xfrm>
        </p:grpSpPr>
        <p:sp>
          <p:nvSpPr>
            <p:cNvPr id="1107" name="Google Shape;1107;p65"/>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65"/>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65"/>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65"/>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65"/>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66"/>
          <p:cNvSpPr/>
          <p:nvPr/>
        </p:nvSpPr>
        <p:spPr>
          <a:xfrm>
            <a:off x="1125250" y="4016202"/>
            <a:ext cx="927600" cy="498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117" name="Google Shape;1117;p66"/>
          <p:cNvSpPr/>
          <p:nvPr/>
        </p:nvSpPr>
        <p:spPr>
          <a:xfrm>
            <a:off x="1125250" y="3517702"/>
            <a:ext cx="927600" cy="498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118" name="Google Shape;1118;p66"/>
          <p:cNvSpPr/>
          <p:nvPr/>
        </p:nvSpPr>
        <p:spPr>
          <a:xfrm>
            <a:off x="1125250" y="3019202"/>
            <a:ext cx="927600" cy="498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119" name="Google Shape;1119;p66"/>
          <p:cNvSpPr/>
          <p:nvPr/>
        </p:nvSpPr>
        <p:spPr>
          <a:xfrm>
            <a:off x="1125250" y="2520702"/>
            <a:ext cx="927600" cy="498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120" name="Google Shape;1120;p66"/>
          <p:cNvSpPr/>
          <p:nvPr/>
        </p:nvSpPr>
        <p:spPr>
          <a:xfrm>
            <a:off x="1125250" y="2018414"/>
            <a:ext cx="927600" cy="4986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 </a:t>
            </a:r>
            <a:endParaRPr/>
          </a:p>
        </p:txBody>
      </p:sp>
      <p:sp>
        <p:nvSpPr>
          <p:cNvPr id="1121" name="Google Shape;1121;p6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Fathers of capitalism</a:t>
            </a:r>
            <a:endParaRPr/>
          </a:p>
        </p:txBody>
      </p:sp>
      <p:grpSp>
        <p:nvGrpSpPr>
          <p:cNvPr id="1122" name="Google Shape;1122;p66"/>
          <p:cNvGrpSpPr/>
          <p:nvPr/>
        </p:nvGrpSpPr>
        <p:grpSpPr>
          <a:xfrm>
            <a:off x="1439548" y="2597560"/>
            <a:ext cx="299003" cy="341107"/>
            <a:chOff x="-57940525" y="3590375"/>
            <a:chExt cx="279625" cy="319000"/>
          </a:xfrm>
        </p:grpSpPr>
        <p:sp>
          <p:nvSpPr>
            <p:cNvPr id="1123" name="Google Shape;1123;p66"/>
            <p:cNvSpPr/>
            <p:nvPr/>
          </p:nvSpPr>
          <p:spPr>
            <a:xfrm>
              <a:off x="-57940525" y="3727425"/>
              <a:ext cx="18150" cy="63800"/>
            </a:xfrm>
            <a:custGeom>
              <a:avLst/>
              <a:gdLst/>
              <a:ahLst/>
              <a:cxnLst/>
              <a:rect l="l" t="t" r="r" b="b"/>
              <a:pathLst>
                <a:path w="726" h="2552" extrusionOk="0">
                  <a:moveTo>
                    <a:pt x="725" y="0"/>
                  </a:moveTo>
                  <a:cubicBezTo>
                    <a:pt x="253" y="252"/>
                    <a:pt x="1" y="725"/>
                    <a:pt x="1" y="1260"/>
                  </a:cubicBezTo>
                  <a:cubicBezTo>
                    <a:pt x="1" y="1827"/>
                    <a:pt x="316" y="2300"/>
                    <a:pt x="725" y="2552"/>
                  </a:cubicBezTo>
                  <a:lnTo>
                    <a:pt x="7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66"/>
            <p:cNvSpPr/>
            <p:nvPr/>
          </p:nvSpPr>
          <p:spPr>
            <a:xfrm>
              <a:off x="-57904300" y="3686450"/>
              <a:ext cx="205600" cy="111075"/>
            </a:xfrm>
            <a:custGeom>
              <a:avLst/>
              <a:gdLst/>
              <a:ahLst/>
              <a:cxnLst/>
              <a:rect l="l" t="t" r="r" b="b"/>
              <a:pathLst>
                <a:path w="8224" h="4443" extrusionOk="0">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66"/>
            <p:cNvSpPr/>
            <p:nvPr/>
          </p:nvSpPr>
          <p:spPr>
            <a:xfrm>
              <a:off x="-57903500" y="3590375"/>
              <a:ext cx="205575" cy="117375"/>
            </a:xfrm>
            <a:custGeom>
              <a:avLst/>
              <a:gdLst/>
              <a:ahLst/>
              <a:cxnLst/>
              <a:rect l="l" t="t" r="r" b="b"/>
              <a:pathLst>
                <a:path w="8223" h="4695" extrusionOk="0">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66"/>
            <p:cNvSpPr/>
            <p:nvPr/>
          </p:nvSpPr>
          <p:spPr>
            <a:xfrm>
              <a:off x="-57903500" y="3798700"/>
              <a:ext cx="204800" cy="110675"/>
            </a:xfrm>
            <a:custGeom>
              <a:avLst/>
              <a:gdLst/>
              <a:ahLst/>
              <a:cxnLst/>
              <a:rect l="l" t="t" r="r" b="b"/>
              <a:pathLst>
                <a:path w="8192" h="4427" extrusionOk="0">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66"/>
            <p:cNvSpPr/>
            <p:nvPr/>
          </p:nvSpPr>
          <p:spPr>
            <a:xfrm>
              <a:off x="-57679825" y="3726625"/>
              <a:ext cx="18925" cy="63825"/>
            </a:xfrm>
            <a:custGeom>
              <a:avLst/>
              <a:gdLst/>
              <a:ahLst/>
              <a:cxnLst/>
              <a:rect l="l" t="t" r="r" b="b"/>
              <a:pathLst>
                <a:path w="757" h="2553" extrusionOk="0">
                  <a:moveTo>
                    <a:pt x="1" y="1"/>
                  </a:moveTo>
                  <a:lnTo>
                    <a:pt x="1" y="2552"/>
                  </a:lnTo>
                  <a:cubicBezTo>
                    <a:pt x="442" y="2269"/>
                    <a:pt x="757" y="1796"/>
                    <a:pt x="757" y="1261"/>
                  </a:cubicBezTo>
                  <a:cubicBezTo>
                    <a:pt x="757" y="757"/>
                    <a:pt x="442" y="28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8" name="Google Shape;1128;p66"/>
          <p:cNvGrpSpPr/>
          <p:nvPr/>
        </p:nvGrpSpPr>
        <p:grpSpPr>
          <a:xfrm>
            <a:off x="1419753" y="2100924"/>
            <a:ext cx="338594" cy="341139"/>
            <a:chOff x="-54026025" y="3192625"/>
            <a:chExt cx="316650" cy="319000"/>
          </a:xfrm>
        </p:grpSpPr>
        <p:sp>
          <p:nvSpPr>
            <p:cNvPr id="1129" name="Google Shape;1129;p66"/>
            <p:cNvSpPr/>
            <p:nvPr/>
          </p:nvSpPr>
          <p:spPr>
            <a:xfrm>
              <a:off x="-54026025" y="3312350"/>
              <a:ext cx="18125" cy="63800"/>
            </a:xfrm>
            <a:custGeom>
              <a:avLst/>
              <a:gdLst/>
              <a:ahLst/>
              <a:cxnLst/>
              <a:rect l="l" t="t" r="r" b="b"/>
              <a:pathLst>
                <a:path w="725" h="2552" extrusionOk="0">
                  <a:moveTo>
                    <a:pt x="725" y="0"/>
                  </a:moveTo>
                  <a:cubicBezTo>
                    <a:pt x="315" y="189"/>
                    <a:pt x="0" y="693"/>
                    <a:pt x="0" y="1260"/>
                  </a:cubicBezTo>
                  <a:cubicBezTo>
                    <a:pt x="0" y="1796"/>
                    <a:pt x="315" y="2268"/>
                    <a:pt x="725" y="2552"/>
                  </a:cubicBezTo>
                  <a:lnTo>
                    <a:pt x="725" y="158"/>
                  </a:lnTo>
                  <a:lnTo>
                    <a:pt x="7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6"/>
            <p:cNvSpPr/>
            <p:nvPr/>
          </p:nvSpPr>
          <p:spPr>
            <a:xfrm>
              <a:off x="-53890550" y="3192625"/>
              <a:ext cx="125250" cy="56725"/>
            </a:xfrm>
            <a:custGeom>
              <a:avLst/>
              <a:gdLst/>
              <a:ahLst/>
              <a:cxnLst/>
              <a:rect l="l" t="t" r="r" b="b"/>
              <a:pathLst>
                <a:path w="5010" h="2269" extrusionOk="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6"/>
            <p:cNvSpPr/>
            <p:nvPr/>
          </p:nvSpPr>
          <p:spPr>
            <a:xfrm>
              <a:off x="-53839375" y="3306025"/>
              <a:ext cx="55175" cy="55175"/>
            </a:xfrm>
            <a:custGeom>
              <a:avLst/>
              <a:gdLst/>
              <a:ahLst/>
              <a:cxnLst/>
              <a:rect l="l" t="t" r="r" b="b"/>
              <a:pathLst>
                <a:path w="2207" h="2207" extrusionOk="0">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6"/>
            <p:cNvSpPr/>
            <p:nvPr/>
          </p:nvSpPr>
          <p:spPr>
            <a:xfrm>
              <a:off x="-53950425" y="3306025"/>
              <a:ext cx="55150" cy="55175"/>
            </a:xfrm>
            <a:custGeom>
              <a:avLst/>
              <a:gdLst/>
              <a:ahLst/>
              <a:cxnLst/>
              <a:rect l="l" t="t" r="r" b="b"/>
              <a:pathLst>
                <a:path w="2206" h="2207" extrusionOk="0">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6"/>
            <p:cNvSpPr/>
            <p:nvPr/>
          </p:nvSpPr>
          <p:spPr>
            <a:xfrm>
              <a:off x="-53985075" y="3400950"/>
              <a:ext cx="236300" cy="110675"/>
            </a:xfrm>
            <a:custGeom>
              <a:avLst/>
              <a:gdLst/>
              <a:ahLst/>
              <a:cxnLst/>
              <a:rect l="l" t="t" r="r" b="b"/>
              <a:pathLst>
                <a:path w="9452" h="4427" extrusionOk="0">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66"/>
            <p:cNvSpPr/>
            <p:nvPr/>
          </p:nvSpPr>
          <p:spPr>
            <a:xfrm>
              <a:off x="-53986650" y="3342275"/>
              <a:ext cx="241025" cy="55150"/>
            </a:xfrm>
            <a:custGeom>
              <a:avLst/>
              <a:gdLst/>
              <a:ahLst/>
              <a:cxnLst/>
              <a:rect l="l" t="t" r="r" b="b"/>
              <a:pathLst>
                <a:path w="9641" h="2206" extrusionOk="0">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66"/>
            <p:cNvSpPr/>
            <p:nvPr/>
          </p:nvSpPr>
          <p:spPr>
            <a:xfrm>
              <a:off x="-53989000" y="3199700"/>
              <a:ext cx="241800" cy="123700"/>
            </a:xfrm>
            <a:custGeom>
              <a:avLst/>
              <a:gdLst/>
              <a:ahLst/>
              <a:cxnLst/>
              <a:rect l="l" t="t" r="r" b="b"/>
              <a:pathLst>
                <a:path w="9672" h="4948" extrusionOk="0">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66"/>
            <p:cNvSpPr/>
            <p:nvPr/>
          </p:nvSpPr>
          <p:spPr>
            <a:xfrm>
              <a:off x="-53728300" y="3310775"/>
              <a:ext cx="18925" cy="64600"/>
            </a:xfrm>
            <a:custGeom>
              <a:avLst/>
              <a:gdLst/>
              <a:ahLst/>
              <a:cxnLst/>
              <a:rect l="l" t="t" r="r" b="b"/>
              <a:pathLst>
                <a:path w="757" h="2584" extrusionOk="0">
                  <a:moveTo>
                    <a:pt x="0" y="0"/>
                  </a:moveTo>
                  <a:lnTo>
                    <a:pt x="0" y="158"/>
                  </a:lnTo>
                  <a:lnTo>
                    <a:pt x="0" y="2583"/>
                  </a:lnTo>
                  <a:cubicBezTo>
                    <a:pt x="441" y="2300"/>
                    <a:pt x="756" y="1827"/>
                    <a:pt x="756" y="1260"/>
                  </a:cubicBezTo>
                  <a:cubicBezTo>
                    <a:pt x="756" y="756"/>
                    <a:pt x="473" y="252"/>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37" name="Google Shape;1137;p66"/>
          <p:cNvGrpSpPr/>
          <p:nvPr/>
        </p:nvGrpSpPr>
        <p:grpSpPr>
          <a:xfrm>
            <a:off x="1439548" y="4094954"/>
            <a:ext cx="299003" cy="341107"/>
            <a:chOff x="-56766175" y="3198925"/>
            <a:chExt cx="279625" cy="319000"/>
          </a:xfrm>
        </p:grpSpPr>
        <p:sp>
          <p:nvSpPr>
            <p:cNvPr id="1138" name="Google Shape;1138;p66"/>
            <p:cNvSpPr/>
            <p:nvPr/>
          </p:nvSpPr>
          <p:spPr>
            <a:xfrm>
              <a:off x="-56766175" y="333597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158"/>
                  </a:lnTo>
                  <a:lnTo>
                    <a:pt x="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66"/>
            <p:cNvSpPr/>
            <p:nvPr/>
          </p:nvSpPr>
          <p:spPr>
            <a:xfrm>
              <a:off x="-56747275" y="3198925"/>
              <a:ext cx="222925" cy="93750"/>
            </a:xfrm>
            <a:custGeom>
              <a:avLst/>
              <a:gdLst/>
              <a:ahLst/>
              <a:cxnLst/>
              <a:rect l="l" t="t" r="r" b="b"/>
              <a:pathLst>
                <a:path w="8917" h="3750" extrusionOk="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66"/>
            <p:cNvSpPr/>
            <p:nvPr/>
          </p:nvSpPr>
          <p:spPr>
            <a:xfrm>
              <a:off x="-56710250" y="3348575"/>
              <a:ext cx="55150" cy="55150"/>
            </a:xfrm>
            <a:custGeom>
              <a:avLst/>
              <a:gdLst/>
              <a:ahLst/>
              <a:cxnLst/>
              <a:rect l="l" t="t" r="r" b="b"/>
              <a:pathLst>
                <a:path w="2206" h="2206" extrusionOk="0">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66"/>
            <p:cNvSpPr/>
            <p:nvPr/>
          </p:nvSpPr>
          <p:spPr>
            <a:xfrm>
              <a:off x="-56597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66"/>
            <p:cNvSpPr/>
            <p:nvPr/>
          </p:nvSpPr>
          <p:spPr>
            <a:xfrm>
              <a:off x="-56727575" y="3376925"/>
              <a:ext cx="204800" cy="141000"/>
            </a:xfrm>
            <a:custGeom>
              <a:avLst/>
              <a:gdLst/>
              <a:ahLst/>
              <a:cxnLst/>
              <a:rect l="l" t="t" r="r" b="b"/>
              <a:pathLst>
                <a:path w="8192" h="5640" extrusionOk="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66"/>
            <p:cNvSpPr/>
            <p:nvPr/>
          </p:nvSpPr>
          <p:spPr>
            <a:xfrm>
              <a:off x="-56729150" y="3289500"/>
              <a:ext cx="204000" cy="87450"/>
            </a:xfrm>
            <a:custGeom>
              <a:avLst/>
              <a:gdLst/>
              <a:ahLst/>
              <a:cxnLst/>
              <a:rect l="l" t="t" r="r" b="b"/>
              <a:pathLst>
                <a:path w="8160" h="3498" extrusionOk="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66"/>
            <p:cNvSpPr/>
            <p:nvPr/>
          </p:nvSpPr>
          <p:spPr>
            <a:xfrm>
              <a:off x="-56505475" y="3335975"/>
              <a:ext cx="18925" cy="63825"/>
            </a:xfrm>
            <a:custGeom>
              <a:avLst/>
              <a:gdLst/>
              <a:ahLst/>
              <a:cxnLst/>
              <a:rect l="l" t="t" r="r" b="b"/>
              <a:pathLst>
                <a:path w="757" h="2553" extrusionOk="0">
                  <a:moveTo>
                    <a:pt x="1" y="0"/>
                  </a:moveTo>
                  <a:lnTo>
                    <a:pt x="1" y="2552"/>
                  </a:lnTo>
                  <a:cubicBezTo>
                    <a:pt x="442" y="2269"/>
                    <a:pt x="757" y="1796"/>
                    <a:pt x="757" y="1260"/>
                  </a:cubicBezTo>
                  <a:cubicBezTo>
                    <a:pt x="757" y="693"/>
                    <a:pt x="473" y="221"/>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5" name="Google Shape;1145;p66"/>
          <p:cNvGrpSpPr/>
          <p:nvPr/>
        </p:nvGrpSpPr>
        <p:grpSpPr>
          <a:xfrm>
            <a:off x="1439550" y="3601214"/>
            <a:ext cx="299000" cy="331578"/>
            <a:chOff x="-57162350" y="3982000"/>
            <a:chExt cx="287500" cy="318825"/>
          </a:xfrm>
        </p:grpSpPr>
        <p:sp>
          <p:nvSpPr>
            <p:cNvPr id="1146" name="Google Shape;1146;p66"/>
            <p:cNvSpPr/>
            <p:nvPr/>
          </p:nvSpPr>
          <p:spPr>
            <a:xfrm>
              <a:off x="-56989850" y="4151150"/>
              <a:ext cx="55150" cy="55150"/>
            </a:xfrm>
            <a:custGeom>
              <a:avLst/>
              <a:gdLst/>
              <a:ahLst/>
              <a:cxnLst/>
              <a:rect l="l" t="t" r="r" b="b"/>
              <a:pathLst>
                <a:path w="2206" h="2206" extrusionOk="0">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66"/>
            <p:cNvSpPr/>
            <p:nvPr/>
          </p:nvSpPr>
          <p:spPr>
            <a:xfrm>
              <a:off x="-57162350" y="3982000"/>
              <a:ext cx="287500" cy="161300"/>
            </a:xfrm>
            <a:custGeom>
              <a:avLst/>
              <a:gdLst/>
              <a:ahLst/>
              <a:cxnLst/>
              <a:rect l="l" t="t" r="r" b="b"/>
              <a:pathLst>
                <a:path w="11500" h="6452" extrusionOk="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66"/>
            <p:cNvSpPr/>
            <p:nvPr/>
          </p:nvSpPr>
          <p:spPr>
            <a:xfrm>
              <a:off x="-57119850" y="4066875"/>
              <a:ext cx="126075" cy="111875"/>
            </a:xfrm>
            <a:custGeom>
              <a:avLst/>
              <a:gdLst/>
              <a:ahLst/>
              <a:cxnLst/>
              <a:rect l="l" t="t" r="r" b="b"/>
              <a:pathLst>
                <a:path w="5043" h="4475" extrusionOk="0">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66"/>
            <p:cNvSpPr/>
            <p:nvPr/>
          </p:nvSpPr>
          <p:spPr>
            <a:xfrm>
              <a:off x="-57100925" y="4151150"/>
              <a:ext cx="55175" cy="55150"/>
            </a:xfrm>
            <a:custGeom>
              <a:avLst/>
              <a:gdLst/>
              <a:ahLst/>
              <a:cxnLst/>
              <a:rect l="l" t="t" r="r" b="b"/>
              <a:pathLst>
                <a:path w="2207" h="2206" extrusionOk="0">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66"/>
            <p:cNvSpPr/>
            <p:nvPr/>
          </p:nvSpPr>
          <p:spPr>
            <a:xfrm>
              <a:off x="-57119825" y="4179500"/>
              <a:ext cx="204800" cy="121325"/>
            </a:xfrm>
            <a:custGeom>
              <a:avLst/>
              <a:gdLst/>
              <a:ahLst/>
              <a:cxnLst/>
              <a:rect l="l" t="t" r="r" b="b"/>
              <a:pathLst>
                <a:path w="8192" h="4853" extrusionOk="0">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66"/>
            <p:cNvSpPr/>
            <p:nvPr/>
          </p:nvSpPr>
          <p:spPr>
            <a:xfrm>
              <a:off x="-57158400" y="4156675"/>
              <a:ext cx="18900" cy="63825"/>
            </a:xfrm>
            <a:custGeom>
              <a:avLst/>
              <a:gdLst/>
              <a:ahLst/>
              <a:cxnLst/>
              <a:rect l="l" t="t" r="r" b="b"/>
              <a:pathLst>
                <a:path w="756" h="2553" extrusionOk="0">
                  <a:moveTo>
                    <a:pt x="756" y="0"/>
                  </a:moveTo>
                  <a:cubicBezTo>
                    <a:pt x="315" y="252"/>
                    <a:pt x="0" y="725"/>
                    <a:pt x="0" y="1260"/>
                  </a:cubicBezTo>
                  <a:cubicBezTo>
                    <a:pt x="0" y="1827"/>
                    <a:pt x="315" y="2300"/>
                    <a:pt x="756" y="2552"/>
                  </a:cubicBezTo>
                  <a:lnTo>
                    <a:pt x="7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66"/>
            <p:cNvSpPr/>
            <p:nvPr/>
          </p:nvSpPr>
          <p:spPr>
            <a:xfrm>
              <a:off x="-56896125" y="4155875"/>
              <a:ext cx="18925" cy="63825"/>
            </a:xfrm>
            <a:custGeom>
              <a:avLst/>
              <a:gdLst/>
              <a:ahLst/>
              <a:cxnLst/>
              <a:rect l="l" t="t" r="r" b="b"/>
              <a:pathLst>
                <a:path w="757" h="2553" extrusionOk="0">
                  <a:moveTo>
                    <a:pt x="0" y="1"/>
                  </a:moveTo>
                  <a:lnTo>
                    <a:pt x="0" y="2553"/>
                  </a:lnTo>
                  <a:cubicBezTo>
                    <a:pt x="441" y="2269"/>
                    <a:pt x="756" y="1796"/>
                    <a:pt x="756" y="1261"/>
                  </a:cubicBezTo>
                  <a:cubicBezTo>
                    <a:pt x="756" y="757"/>
                    <a:pt x="441" y="284"/>
                    <a:pt x="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66"/>
            <p:cNvSpPr/>
            <p:nvPr/>
          </p:nvSpPr>
          <p:spPr>
            <a:xfrm>
              <a:off x="-56924475" y="4149575"/>
              <a:ext cx="9450" cy="29175"/>
            </a:xfrm>
            <a:custGeom>
              <a:avLst/>
              <a:gdLst/>
              <a:ahLst/>
              <a:cxnLst/>
              <a:rect l="l" t="t" r="r" b="b"/>
              <a:pathLst>
                <a:path w="378" h="1167" extrusionOk="0">
                  <a:moveTo>
                    <a:pt x="0" y="1"/>
                  </a:moveTo>
                  <a:cubicBezTo>
                    <a:pt x="221" y="379"/>
                    <a:pt x="378" y="757"/>
                    <a:pt x="378" y="1166"/>
                  </a:cubicBezTo>
                  <a:lnTo>
                    <a:pt x="378" y="883"/>
                  </a:lnTo>
                  <a:lnTo>
                    <a:pt x="3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4" name="Google Shape;1154;p66"/>
          <p:cNvGrpSpPr/>
          <p:nvPr/>
        </p:nvGrpSpPr>
        <p:grpSpPr>
          <a:xfrm>
            <a:off x="1439548" y="3097940"/>
            <a:ext cx="299003" cy="341107"/>
            <a:chOff x="-54793175" y="3198925"/>
            <a:chExt cx="279625" cy="319000"/>
          </a:xfrm>
        </p:grpSpPr>
        <p:sp>
          <p:nvSpPr>
            <p:cNvPr id="1155" name="Google Shape;1155;p66"/>
            <p:cNvSpPr/>
            <p:nvPr/>
          </p:nvSpPr>
          <p:spPr>
            <a:xfrm>
              <a:off x="-54532475" y="3354075"/>
              <a:ext cx="18925" cy="60675"/>
            </a:xfrm>
            <a:custGeom>
              <a:avLst/>
              <a:gdLst/>
              <a:ahLst/>
              <a:cxnLst/>
              <a:rect l="l" t="t" r="r" b="b"/>
              <a:pathLst>
                <a:path w="757" h="2427" extrusionOk="0">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66"/>
            <p:cNvSpPr/>
            <p:nvPr/>
          </p:nvSpPr>
          <p:spPr>
            <a:xfrm>
              <a:off x="-54793175" y="3198925"/>
              <a:ext cx="97675" cy="126050"/>
            </a:xfrm>
            <a:custGeom>
              <a:avLst/>
              <a:gdLst/>
              <a:ahLst/>
              <a:cxnLst/>
              <a:rect l="l" t="t" r="r" b="b"/>
              <a:pathLst>
                <a:path w="3907" h="5042" extrusionOk="0">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66"/>
            <p:cNvSpPr/>
            <p:nvPr/>
          </p:nvSpPr>
          <p:spPr>
            <a:xfrm>
              <a:off x="-54624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66"/>
            <p:cNvSpPr/>
            <p:nvPr/>
          </p:nvSpPr>
          <p:spPr>
            <a:xfrm>
              <a:off x="-54737250" y="3349350"/>
              <a:ext cx="55150" cy="55175"/>
            </a:xfrm>
            <a:custGeom>
              <a:avLst/>
              <a:gdLst/>
              <a:ahLst/>
              <a:cxnLst/>
              <a:rect l="l" t="t" r="r" b="b"/>
              <a:pathLst>
                <a:path w="2206" h="2207" extrusionOk="0">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66"/>
            <p:cNvSpPr/>
            <p:nvPr/>
          </p:nvSpPr>
          <p:spPr>
            <a:xfrm>
              <a:off x="-54770325" y="3218600"/>
              <a:ext cx="233925" cy="299325"/>
            </a:xfrm>
            <a:custGeom>
              <a:avLst/>
              <a:gdLst/>
              <a:ahLst/>
              <a:cxnLst/>
              <a:rect l="l" t="t" r="r" b="b"/>
              <a:pathLst>
                <a:path w="9357" h="11973" extrusionOk="0">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66"/>
            <p:cNvSpPr/>
            <p:nvPr/>
          </p:nvSpPr>
          <p:spPr>
            <a:xfrm>
              <a:off x="-54612025" y="3198925"/>
              <a:ext cx="96100" cy="123675"/>
            </a:xfrm>
            <a:custGeom>
              <a:avLst/>
              <a:gdLst/>
              <a:ahLst/>
              <a:cxnLst/>
              <a:rect l="l" t="t" r="r" b="b"/>
              <a:pathLst>
                <a:path w="3844" h="4947" extrusionOk="0">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66"/>
            <p:cNvSpPr/>
            <p:nvPr/>
          </p:nvSpPr>
          <p:spPr>
            <a:xfrm>
              <a:off x="-54793175" y="3353300"/>
              <a:ext cx="18925" cy="60675"/>
            </a:xfrm>
            <a:custGeom>
              <a:avLst/>
              <a:gdLst/>
              <a:ahLst/>
              <a:cxnLst/>
              <a:rect l="l" t="t" r="r" b="b"/>
              <a:pathLst>
                <a:path w="757" h="2427" extrusionOk="0">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62" name="Google Shape;1162;p66"/>
          <p:cNvSpPr txBox="1"/>
          <p:nvPr/>
        </p:nvSpPr>
        <p:spPr>
          <a:xfrm flipH="1">
            <a:off x="719775" y="1052325"/>
            <a:ext cx="7704000" cy="341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Albert Sans"/>
                <a:ea typeface="Albert Sans"/>
                <a:cs typeface="Albert Sans"/>
                <a:sym typeface="Albert Sans"/>
              </a:rPr>
              <a:t>Complete the table </a:t>
            </a:r>
            <a:r>
              <a:rPr lang="en">
                <a:solidFill>
                  <a:schemeClr val="dk1"/>
                </a:solidFill>
                <a:latin typeface="Albert Sans"/>
                <a:ea typeface="Albert Sans"/>
                <a:cs typeface="Albert Sans"/>
                <a:sym typeface="Albert Sans"/>
              </a:rPr>
              <a:t>with the </a:t>
            </a:r>
            <a:r>
              <a:rPr lang="en" b="1">
                <a:solidFill>
                  <a:schemeClr val="dk1"/>
                </a:solidFill>
                <a:latin typeface="Albert Sans"/>
                <a:ea typeface="Albert Sans"/>
                <a:cs typeface="Albert Sans"/>
                <a:sym typeface="Albert Sans"/>
              </a:rPr>
              <a:t>main figures </a:t>
            </a:r>
            <a:r>
              <a:rPr lang="en">
                <a:solidFill>
                  <a:schemeClr val="dk1"/>
                </a:solidFill>
                <a:latin typeface="Albert Sans"/>
                <a:ea typeface="Albert Sans"/>
                <a:cs typeface="Albert Sans"/>
                <a:sym typeface="Albert Sans"/>
              </a:rPr>
              <a:t>of capitalism</a:t>
            </a:r>
            <a:endParaRPr>
              <a:solidFill>
                <a:schemeClr val="dk1"/>
              </a:solidFill>
              <a:latin typeface="Albert Sans"/>
              <a:ea typeface="Albert Sans"/>
              <a:cs typeface="Albert Sans"/>
              <a:sym typeface="Albert Sans"/>
            </a:endParaRPr>
          </a:p>
        </p:txBody>
      </p:sp>
      <p:graphicFrame>
        <p:nvGraphicFramePr>
          <p:cNvPr id="1163" name="Google Shape;1163;p66"/>
          <p:cNvGraphicFramePr/>
          <p:nvPr/>
        </p:nvGraphicFramePr>
        <p:xfrm>
          <a:off x="2052850" y="1523700"/>
          <a:ext cx="3000000" cy="3000000"/>
        </p:xfrm>
        <a:graphic>
          <a:graphicData uri="http://schemas.openxmlformats.org/drawingml/2006/table">
            <a:tbl>
              <a:tblPr>
                <a:noFill/>
                <a:tableStyleId>{F1E338A7-B832-4E45-9665-1A0B4D55FDB2}</a:tableStyleId>
              </a:tblPr>
              <a:tblGrid>
                <a:gridCol w="3020875">
                  <a:extLst>
                    <a:ext uri="{9D8B030D-6E8A-4147-A177-3AD203B41FA5}">
                      <a16:colId xmlns:a16="http://schemas.microsoft.com/office/drawing/2014/main" val="20000"/>
                    </a:ext>
                  </a:extLst>
                </a:gridCol>
                <a:gridCol w="3020875">
                  <a:extLst>
                    <a:ext uri="{9D8B030D-6E8A-4147-A177-3AD203B41FA5}">
                      <a16:colId xmlns:a16="http://schemas.microsoft.com/office/drawing/2014/main" val="20001"/>
                    </a:ext>
                  </a:extLst>
                </a:gridCol>
              </a:tblGrid>
              <a:tr h="498500">
                <a:tc>
                  <a:txBody>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Name</a:t>
                      </a:r>
                      <a:endParaRPr sz="2000" b="1">
                        <a:solidFill>
                          <a:schemeClr val="dk1"/>
                        </a:solidFill>
                        <a:latin typeface="Barlow"/>
                        <a:ea typeface="Barlow"/>
                        <a:cs typeface="Barlow"/>
                        <a:sym typeface="Barlow"/>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Details</a:t>
                      </a:r>
                      <a:endParaRPr sz="2000" b="1">
                        <a:solidFill>
                          <a:schemeClr val="dk1"/>
                        </a:solidFill>
                        <a:latin typeface="Barlow"/>
                        <a:ea typeface="Barlow"/>
                        <a:cs typeface="Barlow"/>
                        <a:sym typeface="Barlow"/>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498500">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Jupiter is a big planet</a:t>
                      </a:r>
                      <a:endParaRPr>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498500">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Pluto is a dwarf planet</a:t>
                      </a:r>
                      <a:endParaRPr>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498500">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Saturn is a gas giant </a:t>
                      </a:r>
                      <a:endParaRPr>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98500">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Mars is a very cold place</a:t>
                      </a:r>
                      <a:endParaRPr>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498500">
                <a:tc>
                  <a:txBody>
                    <a:bodyPr/>
                    <a:lstStyle/>
                    <a:p>
                      <a:pPr marL="0" lvl="0" indent="0" algn="ctr" rtl="0">
                        <a:spcBef>
                          <a:spcPts val="0"/>
                        </a:spcBef>
                        <a:spcAft>
                          <a:spcPts val="0"/>
                        </a:spcAft>
                        <a:buNone/>
                      </a:pPr>
                      <a:endParaRPr sz="1200">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a:solidFill>
                            <a:schemeClr val="dk1"/>
                          </a:solidFill>
                          <a:latin typeface="Albert Sans"/>
                          <a:ea typeface="Albert Sans"/>
                          <a:cs typeface="Albert Sans"/>
                          <a:sym typeface="Albert Sans"/>
                        </a:rPr>
                        <a:t>Mercury is a small planet</a:t>
                      </a:r>
                      <a:endParaRPr>
                        <a:solidFill>
                          <a:schemeClr val="dk1"/>
                        </a:solidFill>
                        <a:latin typeface="Albert Sans"/>
                        <a:ea typeface="Albert Sans"/>
                        <a:cs typeface="Albert Sans"/>
                        <a:sym typeface="Albert Sans"/>
                      </a:endParaRPr>
                    </a:p>
                  </a:txBody>
                  <a:tcPr marL="91425" marR="91425" marT="91425" marB="91425" anchor="ctr">
                    <a:lnL w="19050" cap="flat" cmpd="sng">
                      <a:solidFill>
                        <a:schemeClr val="lt2"/>
                      </a:solidFill>
                      <a:prstDash val="solid"/>
                      <a:round/>
                      <a:headEnd type="none" w="sm" len="sm"/>
                      <a:tailEnd type="none" w="sm" len="sm"/>
                    </a:lnL>
                    <a:lnR w="19050" cap="flat" cmpd="sng">
                      <a:solidFill>
                        <a:schemeClr val="lt2"/>
                      </a:solidFill>
                      <a:prstDash val="solid"/>
                      <a:round/>
                      <a:headEnd type="none" w="sm" len="sm"/>
                      <a:tailEnd type="none" w="sm" len="sm"/>
                    </a:lnR>
                    <a:lnT w="19050" cap="flat" cmpd="sng">
                      <a:solidFill>
                        <a:schemeClr val="lt2"/>
                      </a:solidFill>
                      <a:prstDash val="solid"/>
                      <a:round/>
                      <a:headEnd type="none" w="sm" len="sm"/>
                      <a:tailEnd type="none" w="sm" len="sm"/>
                    </a:lnT>
                    <a:lnB w="1905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67"/>
        <p:cNvGrpSpPr/>
        <p:nvPr/>
      </p:nvGrpSpPr>
      <p:grpSpPr>
        <a:xfrm>
          <a:off x="0" y="0"/>
          <a:ext cx="0" cy="0"/>
          <a:chOff x="0" y="0"/>
          <a:chExt cx="0" cy="0"/>
        </a:xfrm>
      </p:grpSpPr>
      <p:sp>
        <p:nvSpPr>
          <p:cNvPr id="1168" name="Google Shape;1168;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Background of capitalism</a:t>
            </a:r>
            <a:endParaRPr/>
          </a:p>
        </p:txBody>
      </p:sp>
      <p:cxnSp>
        <p:nvCxnSpPr>
          <p:cNvPr id="1169" name="Google Shape;1169;p67"/>
          <p:cNvCxnSpPr>
            <a:stCxn id="1170" idx="0"/>
            <a:endCxn id="1171" idx="2"/>
          </p:cNvCxnSpPr>
          <p:nvPr/>
        </p:nvCxnSpPr>
        <p:spPr>
          <a:xfrm rot="-5400000">
            <a:off x="3139475" y="1645513"/>
            <a:ext cx="304500" cy="2560800"/>
          </a:xfrm>
          <a:prstGeom prst="bentConnector3">
            <a:avLst>
              <a:gd name="adj1" fmla="val 50018"/>
            </a:avLst>
          </a:prstGeom>
          <a:noFill/>
          <a:ln w="19050" cap="flat" cmpd="sng">
            <a:solidFill>
              <a:schemeClr val="lt2"/>
            </a:solidFill>
            <a:prstDash val="solid"/>
            <a:round/>
            <a:headEnd type="oval" w="med" len="med"/>
            <a:tailEnd type="none" w="med" len="med"/>
          </a:ln>
        </p:spPr>
      </p:cxnSp>
      <p:cxnSp>
        <p:nvCxnSpPr>
          <p:cNvPr id="1172" name="Google Shape;1172;p67"/>
          <p:cNvCxnSpPr>
            <a:stCxn id="1173" idx="0"/>
            <a:endCxn id="1171" idx="2"/>
          </p:cNvCxnSpPr>
          <p:nvPr/>
        </p:nvCxnSpPr>
        <p:spPr>
          <a:xfrm rot="-5400000">
            <a:off x="4419754" y="2925613"/>
            <a:ext cx="304500" cy="600"/>
          </a:xfrm>
          <a:prstGeom prst="bentConnector3">
            <a:avLst>
              <a:gd name="adj1" fmla="val 50018"/>
            </a:avLst>
          </a:prstGeom>
          <a:noFill/>
          <a:ln w="19050" cap="flat" cmpd="sng">
            <a:solidFill>
              <a:schemeClr val="lt2"/>
            </a:solidFill>
            <a:prstDash val="solid"/>
            <a:round/>
            <a:headEnd type="oval" w="med" len="med"/>
            <a:tailEnd type="none" w="med" len="med"/>
          </a:ln>
        </p:spPr>
      </p:cxnSp>
      <p:cxnSp>
        <p:nvCxnSpPr>
          <p:cNvPr id="1174" name="Google Shape;1174;p67"/>
          <p:cNvCxnSpPr>
            <a:stCxn id="1175" idx="0"/>
            <a:endCxn id="1171" idx="2"/>
          </p:cNvCxnSpPr>
          <p:nvPr/>
        </p:nvCxnSpPr>
        <p:spPr>
          <a:xfrm rot="5400000" flipH="1">
            <a:off x="5699732" y="1645813"/>
            <a:ext cx="304500" cy="2560200"/>
          </a:xfrm>
          <a:prstGeom prst="bentConnector3">
            <a:avLst>
              <a:gd name="adj1" fmla="val 50018"/>
            </a:avLst>
          </a:prstGeom>
          <a:noFill/>
          <a:ln w="19050" cap="flat" cmpd="sng">
            <a:solidFill>
              <a:schemeClr val="lt2"/>
            </a:solidFill>
            <a:prstDash val="solid"/>
            <a:round/>
            <a:headEnd type="oval" w="med" len="med"/>
            <a:tailEnd type="none" w="med" len="med"/>
          </a:ln>
        </p:spPr>
      </p:cxnSp>
      <p:sp>
        <p:nvSpPr>
          <p:cNvPr id="1176" name="Google Shape;1176;p67"/>
          <p:cNvSpPr/>
          <p:nvPr/>
        </p:nvSpPr>
        <p:spPr>
          <a:xfrm>
            <a:off x="2007150" y="1621713"/>
            <a:ext cx="5129700" cy="501300"/>
          </a:xfrm>
          <a:prstGeom prst="roundRect">
            <a:avLst>
              <a:gd name="adj"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Historical origin of capitalism</a:t>
            </a:r>
            <a:endParaRPr sz="2000" b="1">
              <a:solidFill>
                <a:schemeClr val="dk1"/>
              </a:solidFill>
              <a:latin typeface="Barlow"/>
              <a:ea typeface="Barlow"/>
              <a:cs typeface="Barlow"/>
              <a:sym typeface="Barlow"/>
            </a:endParaRPr>
          </a:p>
        </p:txBody>
      </p:sp>
      <p:sp>
        <p:nvSpPr>
          <p:cNvPr id="1170" name="Google Shape;1170;p67"/>
          <p:cNvSpPr txBox="1"/>
          <p:nvPr/>
        </p:nvSpPr>
        <p:spPr>
          <a:xfrm>
            <a:off x="972275" y="3078163"/>
            <a:ext cx="2078100" cy="8403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endParaRPr sz="2000" b="1">
              <a:solidFill>
                <a:schemeClr val="dk1"/>
              </a:solidFill>
              <a:latin typeface="Barlow"/>
              <a:ea typeface="Barlow"/>
              <a:cs typeface="Barlow"/>
              <a:sym typeface="Barlow"/>
            </a:endParaRPr>
          </a:p>
        </p:txBody>
      </p:sp>
      <p:sp>
        <p:nvSpPr>
          <p:cNvPr id="1171" name="Google Shape;1171;p67"/>
          <p:cNvSpPr txBox="1"/>
          <p:nvPr/>
        </p:nvSpPr>
        <p:spPr>
          <a:xfrm>
            <a:off x="2007150" y="2123150"/>
            <a:ext cx="5129700" cy="6504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a:solidFill>
                  <a:schemeClr val="dk1"/>
                </a:solidFill>
                <a:latin typeface="Albert Sans"/>
                <a:ea typeface="Albert Sans"/>
                <a:cs typeface="Albert Sans"/>
                <a:sym typeface="Albert Sans"/>
              </a:rPr>
              <a:t>Saturn is a gas giant and has several rings. It’s composed mostly of hydrogen and helium</a:t>
            </a:r>
            <a:endParaRPr>
              <a:solidFill>
                <a:schemeClr val="dk1"/>
              </a:solidFill>
              <a:latin typeface="Albert Sans"/>
              <a:ea typeface="Albert Sans"/>
              <a:cs typeface="Albert Sans"/>
              <a:sym typeface="Albert Sans"/>
            </a:endParaRPr>
          </a:p>
        </p:txBody>
      </p:sp>
      <p:sp>
        <p:nvSpPr>
          <p:cNvPr id="1173" name="Google Shape;1173;p67"/>
          <p:cNvSpPr txBox="1"/>
          <p:nvPr/>
        </p:nvSpPr>
        <p:spPr>
          <a:xfrm>
            <a:off x="3532654" y="3078163"/>
            <a:ext cx="2078100" cy="8403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endParaRPr sz="2000" b="1">
              <a:solidFill>
                <a:schemeClr val="dk1"/>
              </a:solidFill>
              <a:latin typeface="Barlow"/>
              <a:ea typeface="Barlow"/>
              <a:cs typeface="Barlow"/>
              <a:sym typeface="Barlow"/>
            </a:endParaRPr>
          </a:p>
        </p:txBody>
      </p:sp>
      <p:sp>
        <p:nvSpPr>
          <p:cNvPr id="1175" name="Google Shape;1175;p67"/>
          <p:cNvSpPr txBox="1"/>
          <p:nvPr/>
        </p:nvSpPr>
        <p:spPr>
          <a:xfrm>
            <a:off x="6093032" y="3078163"/>
            <a:ext cx="2078100" cy="8403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endParaRPr sz="2000" b="1">
              <a:solidFill>
                <a:schemeClr val="dk1"/>
              </a:solidFill>
              <a:latin typeface="Barlow"/>
              <a:ea typeface="Barlow"/>
              <a:cs typeface="Barlow"/>
              <a:sym typeface="Barlow"/>
            </a:endParaRPr>
          </a:p>
        </p:txBody>
      </p:sp>
      <p:sp>
        <p:nvSpPr>
          <p:cNvPr id="1177" name="Google Shape;1177;p67"/>
          <p:cNvSpPr txBox="1">
            <a:spLocks noGrp="1"/>
          </p:cNvSpPr>
          <p:nvPr>
            <p:ph type="subTitle" idx="4294967295"/>
          </p:nvPr>
        </p:nvSpPr>
        <p:spPr>
          <a:xfrm>
            <a:off x="972275" y="3918475"/>
            <a:ext cx="2078100" cy="65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Massification of work by the</a:t>
            </a:r>
            <a:r>
              <a:rPr lang="en" b="1"/>
              <a:t> first machines</a:t>
            </a:r>
            <a:endParaRPr b="1"/>
          </a:p>
        </p:txBody>
      </p:sp>
      <p:sp>
        <p:nvSpPr>
          <p:cNvPr id="1178" name="Google Shape;1178;p67"/>
          <p:cNvSpPr txBox="1">
            <a:spLocks noGrp="1"/>
          </p:cNvSpPr>
          <p:nvPr>
            <p:ph type="subTitle" idx="4294967295"/>
          </p:nvPr>
        </p:nvSpPr>
        <p:spPr>
          <a:xfrm>
            <a:off x="3532950" y="3918475"/>
            <a:ext cx="2078100" cy="65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Independent economic</a:t>
            </a:r>
            <a:r>
              <a:rPr lang="en"/>
              <a:t> system</a:t>
            </a:r>
            <a:endParaRPr/>
          </a:p>
        </p:txBody>
      </p:sp>
      <p:sp>
        <p:nvSpPr>
          <p:cNvPr id="1179" name="Google Shape;1179;p67"/>
          <p:cNvSpPr txBox="1">
            <a:spLocks noGrp="1"/>
          </p:cNvSpPr>
          <p:nvPr>
            <p:ph type="subTitle" idx="4294967295"/>
          </p:nvPr>
        </p:nvSpPr>
        <p:spPr>
          <a:xfrm>
            <a:off x="6093625" y="3918475"/>
            <a:ext cx="2078100" cy="650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t>Industrial mode</a:t>
            </a:r>
            <a:r>
              <a:rPr lang="en"/>
              <a:t> of production</a:t>
            </a:r>
            <a:endParaRPr/>
          </a:p>
        </p:txBody>
      </p:sp>
      <p:sp>
        <p:nvSpPr>
          <p:cNvPr id="1180" name="Google Shape;1180;p67"/>
          <p:cNvSpPr txBox="1"/>
          <p:nvPr/>
        </p:nvSpPr>
        <p:spPr>
          <a:xfrm flipH="1">
            <a:off x="719775" y="1052325"/>
            <a:ext cx="7704000" cy="341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dk1"/>
                </a:solidFill>
                <a:latin typeface="Albert Sans"/>
                <a:ea typeface="Albert Sans"/>
                <a:cs typeface="Albert Sans"/>
                <a:sym typeface="Albert Sans"/>
              </a:rPr>
              <a:t>Complete the box </a:t>
            </a:r>
            <a:r>
              <a:rPr lang="en">
                <a:solidFill>
                  <a:schemeClr val="dk1"/>
                </a:solidFill>
                <a:latin typeface="Albert Sans"/>
                <a:ea typeface="Albert Sans"/>
                <a:cs typeface="Albert Sans"/>
                <a:sym typeface="Albert Sans"/>
              </a:rPr>
              <a:t>with the names of the </a:t>
            </a:r>
            <a:r>
              <a:rPr lang="en" b="1">
                <a:solidFill>
                  <a:schemeClr val="dk1"/>
                </a:solidFill>
                <a:latin typeface="Albert Sans"/>
                <a:ea typeface="Albert Sans"/>
                <a:cs typeface="Albert Sans"/>
                <a:sym typeface="Albert Sans"/>
              </a:rPr>
              <a:t>causes</a:t>
            </a:r>
            <a:r>
              <a:rPr lang="en">
                <a:solidFill>
                  <a:schemeClr val="dk1"/>
                </a:solidFill>
                <a:latin typeface="Albert Sans"/>
                <a:ea typeface="Albert Sans"/>
                <a:cs typeface="Albert Sans"/>
                <a:sym typeface="Albert Sans"/>
              </a:rPr>
              <a:t> that lead to the birth of capitalism</a:t>
            </a:r>
            <a:endParaRPr>
              <a:solidFill>
                <a:schemeClr val="dk1"/>
              </a:solidFill>
              <a:latin typeface="Albert Sans"/>
              <a:ea typeface="Albert Sans"/>
              <a:cs typeface="Albert Sans"/>
              <a:sym typeface="Albert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Invisible hand theory</a:t>
            </a:r>
            <a:endParaRPr/>
          </a:p>
        </p:txBody>
      </p:sp>
      <p:sp>
        <p:nvSpPr>
          <p:cNvPr id="1186" name="Google Shape;1186;p68"/>
          <p:cNvSpPr/>
          <p:nvPr/>
        </p:nvSpPr>
        <p:spPr>
          <a:xfrm>
            <a:off x="3893775" y="1208950"/>
            <a:ext cx="1356000" cy="1355700"/>
          </a:xfrm>
          <a:prstGeom prst="ellipse">
            <a:avLst/>
          </a:prstGeom>
          <a:noFill/>
          <a:ln w="19050" cap="flat" cmpd="sng">
            <a:solidFill>
              <a:schemeClr val="accent3"/>
            </a:solidFill>
            <a:prstDash val="solid"/>
            <a:round/>
            <a:headEnd type="none" w="sm" len="sm"/>
            <a:tailEnd type="none" w="sm" len="sm"/>
          </a:ln>
        </p:spPr>
        <p:txBody>
          <a:bodyPr spcFirstLastPara="1" wrap="square" lIns="0" tIns="91425" rIns="0" bIns="91425" anchor="ctr" anchorCtr="0">
            <a:noAutofit/>
          </a:bodyPr>
          <a:lstStyle/>
          <a:p>
            <a:pPr marL="0" lvl="0" indent="0" algn="ctr" rtl="0">
              <a:spcBef>
                <a:spcPts val="0"/>
              </a:spcBef>
              <a:spcAft>
                <a:spcPts val="0"/>
              </a:spcAft>
              <a:buNone/>
            </a:pPr>
            <a:r>
              <a:rPr lang="en" sz="2000" b="1">
                <a:solidFill>
                  <a:schemeClr val="dk1"/>
                </a:solidFill>
                <a:latin typeface="Barlow"/>
                <a:ea typeface="Barlow"/>
                <a:cs typeface="Barlow"/>
                <a:sym typeface="Barlow"/>
              </a:rPr>
              <a:t>Clay William</a:t>
            </a:r>
            <a:endParaRPr sz="2000" b="1">
              <a:solidFill>
                <a:schemeClr val="dk1"/>
              </a:solidFill>
              <a:latin typeface="Barlow"/>
              <a:ea typeface="Barlow"/>
              <a:cs typeface="Barlow"/>
              <a:sym typeface="Barlow"/>
            </a:endParaRPr>
          </a:p>
        </p:txBody>
      </p:sp>
      <p:sp>
        <p:nvSpPr>
          <p:cNvPr id="1187" name="Google Shape;1187;p68"/>
          <p:cNvSpPr/>
          <p:nvPr/>
        </p:nvSpPr>
        <p:spPr>
          <a:xfrm>
            <a:off x="1524675" y="1838013"/>
            <a:ext cx="2038500" cy="838500"/>
          </a:xfrm>
          <a:prstGeom prst="roundRect">
            <a:avLst>
              <a:gd name="adj" fmla="val 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Market economics</a:t>
            </a:r>
            <a:endParaRPr sz="2000" b="1">
              <a:solidFill>
                <a:schemeClr val="dk1"/>
              </a:solidFill>
              <a:latin typeface="Barlow"/>
              <a:ea typeface="Barlow"/>
              <a:cs typeface="Barlow"/>
              <a:sym typeface="Barlow"/>
            </a:endParaRPr>
          </a:p>
        </p:txBody>
      </p:sp>
      <p:sp>
        <p:nvSpPr>
          <p:cNvPr id="1188" name="Google Shape;1188;p68"/>
          <p:cNvSpPr/>
          <p:nvPr/>
        </p:nvSpPr>
        <p:spPr>
          <a:xfrm>
            <a:off x="5580825" y="1838013"/>
            <a:ext cx="2038500" cy="838500"/>
          </a:xfrm>
          <a:prstGeom prst="roundRect">
            <a:avLst>
              <a:gd name="adj" fmla="val 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Free competition</a:t>
            </a:r>
            <a:endParaRPr sz="2000" b="1">
              <a:solidFill>
                <a:schemeClr val="dk1"/>
              </a:solidFill>
              <a:latin typeface="Barlow"/>
              <a:ea typeface="Barlow"/>
              <a:cs typeface="Barlow"/>
              <a:sym typeface="Barlow"/>
            </a:endParaRPr>
          </a:p>
        </p:txBody>
      </p:sp>
      <p:cxnSp>
        <p:nvCxnSpPr>
          <p:cNvPr id="1189" name="Google Shape;1189;p68"/>
          <p:cNvCxnSpPr>
            <a:stCxn id="1187" idx="1"/>
            <a:endCxn id="1190" idx="1"/>
          </p:cNvCxnSpPr>
          <p:nvPr/>
        </p:nvCxnSpPr>
        <p:spPr>
          <a:xfrm>
            <a:off x="1524675" y="2257263"/>
            <a:ext cx="933600" cy="1122000"/>
          </a:xfrm>
          <a:prstGeom prst="bentConnector3">
            <a:avLst>
              <a:gd name="adj1" fmla="val -25508"/>
            </a:avLst>
          </a:prstGeom>
          <a:noFill/>
          <a:ln w="19050" cap="flat" cmpd="sng">
            <a:solidFill>
              <a:schemeClr val="lt2"/>
            </a:solidFill>
            <a:prstDash val="solid"/>
            <a:round/>
            <a:headEnd type="none" w="med" len="med"/>
            <a:tailEnd type="oval" w="med" len="med"/>
          </a:ln>
        </p:spPr>
      </p:cxnSp>
      <p:sp>
        <p:nvSpPr>
          <p:cNvPr id="1190" name="Google Shape;1190;p68"/>
          <p:cNvSpPr/>
          <p:nvPr/>
        </p:nvSpPr>
        <p:spPr>
          <a:xfrm>
            <a:off x="2458200" y="3092963"/>
            <a:ext cx="4227300" cy="572700"/>
          </a:xfrm>
          <a:prstGeom prst="roundRect">
            <a:avLst>
              <a:gd name="adj" fmla="val 0"/>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Free competition</a:t>
            </a:r>
            <a:endParaRPr sz="2000" b="1">
              <a:solidFill>
                <a:schemeClr val="dk1"/>
              </a:solidFill>
              <a:latin typeface="Barlow"/>
              <a:ea typeface="Barlow"/>
              <a:cs typeface="Barlow"/>
              <a:sym typeface="Barlow"/>
            </a:endParaRPr>
          </a:p>
        </p:txBody>
      </p:sp>
      <p:sp>
        <p:nvSpPr>
          <p:cNvPr id="1191" name="Google Shape;1191;p68"/>
          <p:cNvSpPr/>
          <p:nvPr/>
        </p:nvSpPr>
        <p:spPr>
          <a:xfrm>
            <a:off x="1524450" y="3869850"/>
            <a:ext cx="6094500" cy="572700"/>
          </a:xfrm>
          <a:prstGeom prst="roundRect">
            <a:avLst>
              <a:gd name="adj" fmla="val 0"/>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2000" b="1">
                <a:solidFill>
                  <a:schemeClr val="dk1"/>
                </a:solidFill>
                <a:latin typeface="Barlow"/>
                <a:ea typeface="Barlow"/>
                <a:cs typeface="Barlow"/>
                <a:sym typeface="Barlow"/>
              </a:rPr>
              <a:t>Contributes to the maximum social well-being</a:t>
            </a:r>
            <a:endParaRPr sz="2000" b="1">
              <a:solidFill>
                <a:schemeClr val="dk1"/>
              </a:solidFill>
              <a:latin typeface="Barlow"/>
              <a:ea typeface="Barlow"/>
              <a:cs typeface="Barlow"/>
              <a:sym typeface="Barlow"/>
            </a:endParaRPr>
          </a:p>
        </p:txBody>
      </p:sp>
      <p:cxnSp>
        <p:nvCxnSpPr>
          <p:cNvPr id="1192" name="Google Shape;1192;p68"/>
          <p:cNvCxnSpPr>
            <a:stCxn id="1188" idx="3"/>
            <a:endCxn id="1190" idx="3"/>
          </p:cNvCxnSpPr>
          <p:nvPr/>
        </p:nvCxnSpPr>
        <p:spPr>
          <a:xfrm flipH="1">
            <a:off x="6685425" y="2257263"/>
            <a:ext cx="933900" cy="1122000"/>
          </a:xfrm>
          <a:prstGeom prst="bentConnector3">
            <a:avLst>
              <a:gd name="adj1" fmla="val -25500"/>
            </a:avLst>
          </a:prstGeom>
          <a:noFill/>
          <a:ln w="19050" cap="flat" cmpd="sng">
            <a:solidFill>
              <a:schemeClr val="lt2"/>
            </a:solidFill>
            <a:prstDash val="solid"/>
            <a:round/>
            <a:headEnd type="none" w="med" len="med"/>
            <a:tailEnd type="oval" w="med" len="med"/>
          </a:ln>
        </p:spPr>
      </p:cxnSp>
      <p:cxnSp>
        <p:nvCxnSpPr>
          <p:cNvPr id="1193" name="Google Shape;1193;p68"/>
          <p:cNvCxnSpPr>
            <a:stCxn id="1186" idx="2"/>
            <a:endCxn id="1187" idx="0"/>
          </p:cNvCxnSpPr>
          <p:nvPr/>
        </p:nvCxnSpPr>
        <p:spPr>
          <a:xfrm rot="10800000">
            <a:off x="2544075" y="1837900"/>
            <a:ext cx="1349700" cy="48900"/>
          </a:xfrm>
          <a:prstGeom prst="bentConnector4">
            <a:avLst>
              <a:gd name="adj1" fmla="val 12247"/>
              <a:gd name="adj2" fmla="val 586768"/>
            </a:avLst>
          </a:prstGeom>
          <a:noFill/>
          <a:ln w="19050" cap="flat" cmpd="sng">
            <a:solidFill>
              <a:schemeClr val="lt2"/>
            </a:solidFill>
            <a:prstDash val="solid"/>
            <a:round/>
            <a:headEnd type="none" w="med" len="med"/>
            <a:tailEnd type="oval" w="med" len="med"/>
          </a:ln>
        </p:spPr>
      </p:cxnSp>
      <p:cxnSp>
        <p:nvCxnSpPr>
          <p:cNvPr id="1194" name="Google Shape;1194;p68"/>
          <p:cNvCxnSpPr>
            <a:stCxn id="1186" idx="6"/>
            <a:endCxn id="1188" idx="0"/>
          </p:cNvCxnSpPr>
          <p:nvPr/>
        </p:nvCxnSpPr>
        <p:spPr>
          <a:xfrm rot="10800000" flipH="1">
            <a:off x="5249775" y="1837900"/>
            <a:ext cx="1350300" cy="48900"/>
          </a:xfrm>
          <a:prstGeom prst="bentConnector4">
            <a:avLst>
              <a:gd name="adj1" fmla="val 12258"/>
              <a:gd name="adj2" fmla="val 586768"/>
            </a:avLst>
          </a:prstGeom>
          <a:noFill/>
          <a:ln w="19050" cap="flat" cmpd="sng">
            <a:solidFill>
              <a:schemeClr val="lt2"/>
            </a:solidFill>
            <a:prstDash val="solid"/>
            <a:round/>
            <a:headEnd type="none" w="med" len="med"/>
            <a:tailEnd type="oval" w="med" len="med"/>
          </a:ln>
        </p:spPr>
      </p:cxnSp>
      <p:cxnSp>
        <p:nvCxnSpPr>
          <p:cNvPr id="1195" name="Google Shape;1195;p68"/>
          <p:cNvCxnSpPr>
            <a:stCxn id="1190" idx="2"/>
            <a:endCxn id="1191" idx="0"/>
          </p:cNvCxnSpPr>
          <p:nvPr/>
        </p:nvCxnSpPr>
        <p:spPr>
          <a:xfrm rot="-5400000" flipH="1">
            <a:off x="4470000" y="3767513"/>
            <a:ext cx="204300" cy="600"/>
          </a:xfrm>
          <a:prstGeom prst="bentConnector3">
            <a:avLst>
              <a:gd name="adj1" fmla="val 49969"/>
            </a:avLst>
          </a:prstGeom>
          <a:noFill/>
          <a:ln w="19050" cap="flat" cmpd="sng">
            <a:solidFill>
              <a:schemeClr val="lt2"/>
            </a:solidFill>
            <a:prstDash val="solid"/>
            <a:round/>
            <a:headEnd type="none" w="med" len="med"/>
            <a:tailEnd type="oval"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9"/>
        <p:cNvGrpSpPr/>
        <p:nvPr/>
      </p:nvGrpSpPr>
      <p:grpSpPr>
        <a:xfrm>
          <a:off x="0" y="0"/>
          <a:ext cx="0" cy="0"/>
          <a:chOff x="0" y="0"/>
          <a:chExt cx="0" cy="0"/>
        </a:xfrm>
      </p:grpSpPr>
      <p:sp>
        <p:nvSpPr>
          <p:cNvPr id="1200" name="Google Shape;1200;p69"/>
          <p:cNvSpPr txBox="1">
            <a:spLocks noGrp="1"/>
          </p:cNvSpPr>
          <p:nvPr>
            <p:ph type="title"/>
          </p:nvPr>
        </p:nvSpPr>
        <p:spPr>
          <a:xfrm>
            <a:off x="1550700" y="1091025"/>
            <a:ext cx="6042600" cy="671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Main criticisms of capitalism</a:t>
            </a:r>
            <a:endParaRPr/>
          </a:p>
        </p:txBody>
      </p:sp>
      <p:sp>
        <p:nvSpPr>
          <p:cNvPr id="1201" name="Google Shape;1201;p69"/>
          <p:cNvSpPr txBox="1">
            <a:spLocks noGrp="1"/>
          </p:cNvSpPr>
          <p:nvPr>
            <p:ph type="body" idx="1"/>
          </p:nvPr>
        </p:nvSpPr>
        <p:spPr>
          <a:xfrm>
            <a:off x="1550700" y="1981650"/>
            <a:ext cx="6042600" cy="25872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Saturn is a gas giant and has several rings. It’s composed mostly of hydrogen and helium. It was named after the Roman god of wealth and agriculture</a:t>
            </a:r>
            <a:endParaRPr/>
          </a:p>
          <a:p>
            <a:pPr marL="457200" lvl="0" indent="-317500" algn="l" rtl="0">
              <a:spcBef>
                <a:spcPts val="0"/>
              </a:spcBef>
              <a:spcAft>
                <a:spcPts val="0"/>
              </a:spcAft>
              <a:buSzPts val="1400"/>
              <a:buChar char="$"/>
            </a:pPr>
            <a:r>
              <a:rPr lang="en"/>
              <a:t>Neptune is the farthest planet from the Sun. It’s also the fourth-largest planet by diameter in the Solar System </a:t>
            </a:r>
            <a:endParaRPr/>
          </a:p>
          <a:p>
            <a:pPr marL="457200" lvl="0" indent="-317500" algn="l" rtl="0">
              <a:spcBef>
                <a:spcPts val="0"/>
              </a:spcBef>
              <a:spcAft>
                <a:spcPts val="0"/>
              </a:spcAft>
              <a:buSzPts val="1400"/>
              <a:buChar char="$"/>
            </a:pPr>
            <a:r>
              <a:rPr lang="en"/>
              <a:t>Earth is the third planet from the Sun and the only one that harbors life in the Solar System. All humans live on this planet</a:t>
            </a:r>
            <a:endParaRPr/>
          </a:p>
          <a:p>
            <a:pPr marL="457200" lvl="0" indent="-317500" algn="l" rtl="0">
              <a:spcBef>
                <a:spcPts val="0"/>
              </a:spcBef>
              <a:spcAft>
                <a:spcPts val="0"/>
              </a:spcAft>
              <a:buSzPts val="1400"/>
              <a:buChar char="$"/>
            </a:pPr>
            <a:r>
              <a:rPr lang="en"/>
              <a:t>Despite being red, Mars is actually a cold place. It’s full of iron oxide dust, which gives the planet its reddish cast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sp>
        <p:nvSpPr>
          <p:cNvPr id="1206" name="Google Shape;1206;p70"/>
          <p:cNvSpPr txBox="1">
            <a:spLocks noGrp="1"/>
          </p:cNvSpPr>
          <p:nvPr>
            <p:ph type="title"/>
          </p:nvPr>
        </p:nvSpPr>
        <p:spPr>
          <a:xfrm>
            <a:off x="4572125" y="540000"/>
            <a:ext cx="3858600" cy="1248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Thanks!</a:t>
            </a:r>
            <a:endParaRPr/>
          </a:p>
        </p:txBody>
      </p:sp>
      <p:sp>
        <p:nvSpPr>
          <p:cNvPr id="1207" name="Google Shape;1207;p70"/>
          <p:cNvSpPr txBox="1">
            <a:spLocks noGrp="1"/>
          </p:cNvSpPr>
          <p:nvPr>
            <p:ph type="subTitle" idx="1"/>
          </p:nvPr>
        </p:nvSpPr>
        <p:spPr>
          <a:xfrm>
            <a:off x="4572125" y="1788000"/>
            <a:ext cx="3858600" cy="882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2000" b="1">
                <a:solidFill>
                  <a:schemeClr val="dk1"/>
                </a:solidFill>
                <a:latin typeface="Barlow"/>
                <a:ea typeface="Barlow"/>
                <a:cs typeface="Barlow"/>
                <a:sym typeface="Barlow"/>
              </a:rPr>
              <a:t>Do you have any questions?</a:t>
            </a:r>
            <a:endParaRPr sz="2000" b="1">
              <a:solidFill>
                <a:schemeClr val="dk1"/>
              </a:solidFill>
              <a:latin typeface="Barlow"/>
              <a:ea typeface="Barlow"/>
              <a:cs typeface="Barlow"/>
              <a:sym typeface="Barlow"/>
            </a:endParaRPr>
          </a:p>
          <a:p>
            <a:pPr marL="0" lvl="0" indent="0" algn="r" rtl="0">
              <a:spcBef>
                <a:spcPts val="0"/>
              </a:spcBef>
              <a:spcAft>
                <a:spcPts val="0"/>
              </a:spcAft>
              <a:buNone/>
            </a:pPr>
            <a:r>
              <a:rPr lang="en">
                <a:solidFill>
                  <a:schemeClr val="dk1"/>
                </a:solidFill>
              </a:rPr>
              <a:t>youremail@freepik.com | +34 654 321 432</a:t>
            </a:r>
            <a:endParaRPr>
              <a:solidFill>
                <a:schemeClr val="dk1"/>
              </a:solidFill>
            </a:endParaRPr>
          </a:p>
          <a:p>
            <a:pPr marL="0" lvl="0" indent="0" algn="r" rtl="0">
              <a:spcBef>
                <a:spcPts val="0"/>
              </a:spcBef>
              <a:spcAft>
                <a:spcPts val="0"/>
              </a:spcAft>
              <a:buNone/>
            </a:pPr>
            <a:r>
              <a:rPr lang="en">
                <a:solidFill>
                  <a:schemeClr val="dk1"/>
                </a:solidFill>
              </a:rPr>
              <a:t>yourwebsite.com</a:t>
            </a:r>
            <a:endParaRPr>
              <a:solidFill>
                <a:schemeClr val="dk1"/>
              </a:solidFill>
            </a:endParaRPr>
          </a:p>
        </p:txBody>
      </p:sp>
      <p:grpSp>
        <p:nvGrpSpPr>
          <p:cNvPr id="1208" name="Google Shape;1208;p70"/>
          <p:cNvGrpSpPr/>
          <p:nvPr/>
        </p:nvGrpSpPr>
        <p:grpSpPr>
          <a:xfrm>
            <a:off x="7152815" y="2823168"/>
            <a:ext cx="308736" cy="308720"/>
            <a:chOff x="266768" y="1721375"/>
            <a:chExt cx="397907" cy="397887"/>
          </a:xfrm>
        </p:grpSpPr>
        <p:sp>
          <p:nvSpPr>
            <p:cNvPr id="1209" name="Google Shape;1209;p70"/>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70"/>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1" name="Google Shape;1211;p70"/>
          <p:cNvGrpSpPr/>
          <p:nvPr/>
        </p:nvGrpSpPr>
        <p:grpSpPr>
          <a:xfrm>
            <a:off x="8020857" y="2823168"/>
            <a:ext cx="308704" cy="308720"/>
            <a:chOff x="864491" y="1723250"/>
            <a:chExt cx="397866" cy="397887"/>
          </a:xfrm>
        </p:grpSpPr>
        <p:sp>
          <p:nvSpPr>
            <p:cNvPr id="1212" name="Google Shape;1212;p70"/>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70"/>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70"/>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5" name="Google Shape;1215;p70"/>
          <p:cNvGrpSpPr/>
          <p:nvPr/>
        </p:nvGrpSpPr>
        <p:grpSpPr>
          <a:xfrm>
            <a:off x="5415567" y="2823168"/>
            <a:ext cx="308720" cy="308720"/>
            <a:chOff x="1379798" y="1723250"/>
            <a:chExt cx="397887" cy="397887"/>
          </a:xfrm>
        </p:grpSpPr>
        <p:sp>
          <p:nvSpPr>
            <p:cNvPr id="1216" name="Google Shape;1216;p70"/>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70"/>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70"/>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70"/>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20" name="Google Shape;1220;p70"/>
          <p:cNvSpPr/>
          <p:nvPr/>
        </p:nvSpPr>
        <p:spPr>
          <a:xfrm>
            <a:off x="4693025" y="4166863"/>
            <a:ext cx="3737700" cy="402000"/>
          </a:xfrm>
          <a:prstGeom prst="roundRect">
            <a:avLst>
              <a:gd name="adj" fmla="val 0"/>
            </a:avLst>
          </a:prstGeom>
          <a:noFill/>
          <a:ln>
            <a:noFill/>
          </a:ln>
        </p:spPr>
        <p:txBody>
          <a:bodyPr spcFirstLastPara="1" wrap="square" lIns="91425" tIns="91425" rIns="91425" bIns="91425" anchor="ctr" anchorCtr="0">
            <a:noAutofit/>
          </a:bodyPr>
          <a:lstStyle/>
          <a:p>
            <a:pPr marL="0" lvl="0" indent="0" algn="r" rtl="0">
              <a:lnSpc>
                <a:spcPct val="115000"/>
              </a:lnSpc>
              <a:spcBef>
                <a:spcPts val="0"/>
              </a:spcBef>
              <a:spcAft>
                <a:spcPts val="0"/>
              </a:spcAft>
              <a:buNone/>
            </a:pPr>
            <a:r>
              <a:rPr lang="en" sz="1200">
                <a:solidFill>
                  <a:schemeClr val="dk1"/>
                </a:solidFill>
                <a:latin typeface="Albert Sans"/>
                <a:ea typeface="Albert Sans"/>
                <a:cs typeface="Albert Sans"/>
                <a:sym typeface="Albert Sans"/>
              </a:rPr>
              <a:t>Please keep this slide for attribution</a:t>
            </a:r>
            <a:endParaRPr sz="1200">
              <a:solidFill>
                <a:schemeClr val="dk1"/>
              </a:solidFill>
              <a:latin typeface="Albert Sans"/>
              <a:ea typeface="Albert Sans"/>
              <a:cs typeface="Albert Sans"/>
              <a:sym typeface="Albert Sans"/>
            </a:endParaRPr>
          </a:p>
        </p:txBody>
      </p:sp>
      <p:grpSp>
        <p:nvGrpSpPr>
          <p:cNvPr id="1221" name="Google Shape;1221;p70"/>
          <p:cNvGrpSpPr/>
          <p:nvPr/>
        </p:nvGrpSpPr>
        <p:grpSpPr>
          <a:xfrm>
            <a:off x="6283593" y="2822475"/>
            <a:ext cx="309916" cy="309916"/>
            <a:chOff x="1190625" y="238125"/>
            <a:chExt cx="5235075" cy="5235075"/>
          </a:xfrm>
        </p:grpSpPr>
        <p:sp>
          <p:nvSpPr>
            <p:cNvPr id="1222" name="Google Shape;1222;p70"/>
            <p:cNvSpPr/>
            <p:nvPr/>
          </p:nvSpPr>
          <p:spPr>
            <a:xfrm>
              <a:off x="2315100" y="1168900"/>
              <a:ext cx="2952100" cy="3373700"/>
            </a:xfrm>
            <a:custGeom>
              <a:avLst/>
              <a:gdLst/>
              <a:ahLst/>
              <a:cxnLst/>
              <a:rect l="l" t="t" r="r" b="b"/>
              <a:pathLst>
                <a:path w="118084" h="134948" extrusionOk="0">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70"/>
            <p:cNvSpPr/>
            <p:nvPr/>
          </p:nvSpPr>
          <p:spPr>
            <a:xfrm>
              <a:off x="1190625" y="238125"/>
              <a:ext cx="5235075" cy="5235075"/>
            </a:xfrm>
            <a:custGeom>
              <a:avLst/>
              <a:gdLst/>
              <a:ahLst/>
              <a:cxnLst/>
              <a:rect l="l" t="t" r="r" b="b"/>
              <a:pathLst>
                <a:path w="209403" h="209403" extrusionOk="0">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Google Shape;1228;p71"/>
          <p:cNvSpPr txBox="1">
            <a:spLocks noGrp="1"/>
          </p:cNvSpPr>
          <p:nvPr>
            <p:ph type="body" idx="1"/>
          </p:nvPr>
        </p:nvSpPr>
        <p:spPr>
          <a:xfrm>
            <a:off x="726600" y="1017725"/>
            <a:ext cx="7704000" cy="1258800"/>
          </a:xfrm>
          <a:prstGeom prst="rect">
            <a:avLst/>
          </a:prstGeom>
        </p:spPr>
        <p:txBody>
          <a:bodyPr spcFirstLastPara="1" wrap="square" lIns="91425" tIns="91425" rIns="91425" bIns="91425" anchor="t" anchorCtr="0">
            <a:noAutofit/>
          </a:bodyPr>
          <a:lstStyle/>
          <a:p>
            <a:pPr marL="0" marR="0" lvl="0" indent="0" algn="l" rtl="0">
              <a:spcBef>
                <a:spcPts val="0"/>
              </a:spcBef>
              <a:spcAft>
                <a:spcPts val="0"/>
              </a:spcAft>
              <a:buNone/>
            </a:pPr>
            <a:r>
              <a:rPr lang="en"/>
              <a:t>Here’s an assortment of alternative resources whose style fits that of this template:</a:t>
            </a:r>
            <a:endParaRPr/>
          </a:p>
          <a:p>
            <a:pPr marL="0" marR="0" lvl="0" indent="0" algn="l" rtl="0">
              <a:spcBef>
                <a:spcPts val="1000"/>
              </a:spcBef>
              <a:spcAft>
                <a:spcPts val="0"/>
              </a:spcAft>
              <a:buNone/>
            </a:pPr>
            <a:r>
              <a:rPr lang="en" sz="2000" b="1">
                <a:latin typeface="Barlow"/>
                <a:ea typeface="Barlow"/>
                <a:cs typeface="Barlow"/>
                <a:sym typeface="Barlow"/>
              </a:rPr>
              <a:t>Vectors:</a:t>
            </a:r>
            <a:endParaRPr sz="2000" b="1">
              <a:latin typeface="Barlow"/>
              <a:ea typeface="Barlow"/>
              <a:cs typeface="Barlow"/>
              <a:sym typeface="Barlow"/>
            </a:endParaRPr>
          </a:p>
          <a:p>
            <a:pPr marL="241300" lvl="0" indent="-215900" algn="l" rtl="0">
              <a:spcBef>
                <a:spcPts val="1000"/>
              </a:spcBef>
              <a:spcAft>
                <a:spcPts val="0"/>
              </a:spcAft>
              <a:buSzPts val="1400"/>
              <a:buChar char="$"/>
            </a:pPr>
            <a:r>
              <a:rPr lang="en" u="sng">
                <a:solidFill>
                  <a:schemeClr val="hlink"/>
                </a:solidFill>
                <a:hlinkClick r:id="rId3"/>
              </a:rPr>
              <a:t>Free vector retro background of banknotes and coins</a:t>
            </a:r>
            <a:endParaRPr/>
          </a:p>
        </p:txBody>
      </p:sp>
      <p:sp>
        <p:nvSpPr>
          <p:cNvPr id="1229" name="Google Shape;1229;p7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Alternative resources</a:t>
            </a:r>
            <a:endParaRPr>
              <a:latin typeface="Be Vietnam Pro"/>
              <a:ea typeface="Be Vietnam Pro"/>
              <a:cs typeface="Be Vietnam Pro"/>
              <a:sym typeface="Be Vietnam Pro"/>
            </a:endParaRPr>
          </a:p>
        </p:txBody>
      </p:sp>
      <p:grpSp>
        <p:nvGrpSpPr>
          <p:cNvPr id="1230" name="Google Shape;1230;p71"/>
          <p:cNvGrpSpPr/>
          <p:nvPr/>
        </p:nvGrpSpPr>
        <p:grpSpPr>
          <a:xfrm>
            <a:off x="3400135" y="2570991"/>
            <a:ext cx="995572" cy="511633"/>
            <a:chOff x="3292175" y="-650125"/>
            <a:chExt cx="738500" cy="379550"/>
          </a:xfrm>
        </p:grpSpPr>
        <p:sp>
          <p:nvSpPr>
            <p:cNvPr id="1231" name="Google Shape;1231;p71"/>
            <p:cNvSpPr/>
            <p:nvPr/>
          </p:nvSpPr>
          <p:spPr>
            <a:xfrm>
              <a:off x="3292175" y="-650125"/>
              <a:ext cx="738500" cy="379550"/>
            </a:xfrm>
            <a:custGeom>
              <a:avLst/>
              <a:gdLst/>
              <a:ahLst/>
              <a:cxnLst/>
              <a:rect l="l" t="t" r="r" b="b"/>
              <a:pathLst>
                <a:path w="29540" h="15182" extrusionOk="0">
                  <a:moveTo>
                    <a:pt x="28718" y="810"/>
                  </a:moveTo>
                  <a:lnTo>
                    <a:pt x="28718" y="14360"/>
                  </a:lnTo>
                  <a:lnTo>
                    <a:pt x="822" y="14360"/>
                  </a:lnTo>
                  <a:lnTo>
                    <a:pt x="822" y="810"/>
                  </a:lnTo>
                  <a:close/>
                  <a:moveTo>
                    <a:pt x="691" y="1"/>
                  </a:moveTo>
                  <a:cubicBezTo>
                    <a:pt x="310" y="1"/>
                    <a:pt x="0" y="299"/>
                    <a:pt x="0" y="680"/>
                  </a:cubicBezTo>
                  <a:lnTo>
                    <a:pt x="0" y="14491"/>
                  </a:lnTo>
                  <a:cubicBezTo>
                    <a:pt x="0" y="14872"/>
                    <a:pt x="310" y="15181"/>
                    <a:pt x="691" y="15181"/>
                  </a:cubicBezTo>
                  <a:lnTo>
                    <a:pt x="28861" y="15181"/>
                  </a:lnTo>
                  <a:cubicBezTo>
                    <a:pt x="29230" y="15181"/>
                    <a:pt x="29540" y="14872"/>
                    <a:pt x="29540" y="14491"/>
                  </a:cubicBezTo>
                  <a:lnTo>
                    <a:pt x="29540" y="680"/>
                  </a:lnTo>
                  <a:cubicBezTo>
                    <a:pt x="29540" y="299"/>
                    <a:pt x="29230" y="1"/>
                    <a:pt x="288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71"/>
            <p:cNvSpPr/>
            <p:nvPr/>
          </p:nvSpPr>
          <p:spPr>
            <a:xfrm>
              <a:off x="3526425" y="-594750"/>
              <a:ext cx="268225" cy="268500"/>
            </a:xfrm>
            <a:custGeom>
              <a:avLst/>
              <a:gdLst/>
              <a:ahLst/>
              <a:cxnLst/>
              <a:rect l="l" t="t" r="r" b="b"/>
              <a:pathLst>
                <a:path w="10729" h="10740" extrusionOk="0">
                  <a:moveTo>
                    <a:pt x="5370" y="834"/>
                  </a:moveTo>
                  <a:cubicBezTo>
                    <a:pt x="7871" y="834"/>
                    <a:pt x="9907" y="2870"/>
                    <a:pt x="9907" y="5370"/>
                  </a:cubicBezTo>
                  <a:cubicBezTo>
                    <a:pt x="9907" y="7870"/>
                    <a:pt x="7871" y="9906"/>
                    <a:pt x="5370" y="9906"/>
                  </a:cubicBezTo>
                  <a:cubicBezTo>
                    <a:pt x="2870" y="9906"/>
                    <a:pt x="834" y="7870"/>
                    <a:pt x="834" y="5370"/>
                  </a:cubicBezTo>
                  <a:cubicBezTo>
                    <a:pt x="834" y="2870"/>
                    <a:pt x="2870" y="834"/>
                    <a:pt x="5370" y="834"/>
                  </a:cubicBezTo>
                  <a:close/>
                  <a:moveTo>
                    <a:pt x="5370" y="0"/>
                  </a:moveTo>
                  <a:cubicBezTo>
                    <a:pt x="2406" y="0"/>
                    <a:pt x="1" y="2417"/>
                    <a:pt x="1" y="5370"/>
                  </a:cubicBezTo>
                  <a:cubicBezTo>
                    <a:pt x="1" y="8335"/>
                    <a:pt x="2406" y="10740"/>
                    <a:pt x="5370" y="10740"/>
                  </a:cubicBezTo>
                  <a:cubicBezTo>
                    <a:pt x="8323" y="10740"/>
                    <a:pt x="10728" y="8335"/>
                    <a:pt x="10728" y="5370"/>
                  </a:cubicBezTo>
                  <a:cubicBezTo>
                    <a:pt x="10728" y="2417"/>
                    <a:pt x="8323" y="0"/>
                    <a:pt x="5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71"/>
            <p:cNvSpPr/>
            <p:nvPr/>
          </p:nvSpPr>
          <p:spPr>
            <a:xfrm>
              <a:off x="3610675" y="-542675"/>
              <a:ext cx="100025" cy="162550"/>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71"/>
            <p:cNvSpPr/>
            <p:nvPr/>
          </p:nvSpPr>
          <p:spPr>
            <a:xfrm>
              <a:off x="3335625" y="-604875"/>
              <a:ext cx="115225" cy="100625"/>
            </a:xfrm>
            <a:custGeom>
              <a:avLst/>
              <a:gdLst/>
              <a:ahLst/>
              <a:cxnLst/>
              <a:rect l="l" t="t" r="r" b="b"/>
              <a:pathLst>
                <a:path w="4609" h="4025" extrusionOk="0">
                  <a:moveTo>
                    <a:pt x="405" y="1"/>
                  </a:moveTo>
                  <a:cubicBezTo>
                    <a:pt x="179" y="1"/>
                    <a:pt x="1" y="179"/>
                    <a:pt x="1" y="405"/>
                  </a:cubicBezTo>
                  <a:lnTo>
                    <a:pt x="1" y="4025"/>
                  </a:lnTo>
                  <a:cubicBezTo>
                    <a:pt x="1" y="3799"/>
                    <a:pt x="179" y="3608"/>
                    <a:pt x="405" y="3608"/>
                  </a:cubicBezTo>
                  <a:cubicBezTo>
                    <a:pt x="632" y="3608"/>
                    <a:pt x="822" y="3799"/>
                    <a:pt x="822" y="4025"/>
                  </a:cubicBezTo>
                  <a:lnTo>
                    <a:pt x="822" y="822"/>
                  </a:lnTo>
                  <a:lnTo>
                    <a:pt x="4204" y="822"/>
                  </a:lnTo>
                  <a:cubicBezTo>
                    <a:pt x="4430" y="822"/>
                    <a:pt x="4608" y="632"/>
                    <a:pt x="4608" y="405"/>
                  </a:cubicBezTo>
                  <a:cubicBezTo>
                    <a:pt x="4608" y="179"/>
                    <a:pt x="4430" y="1"/>
                    <a:pt x="42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71"/>
            <p:cNvSpPr/>
            <p:nvPr/>
          </p:nvSpPr>
          <p:spPr>
            <a:xfrm>
              <a:off x="3873200" y="-604875"/>
              <a:ext cx="115225" cy="89925"/>
            </a:xfrm>
            <a:custGeom>
              <a:avLst/>
              <a:gdLst/>
              <a:ahLst/>
              <a:cxnLst/>
              <a:rect l="l" t="t" r="r" b="b"/>
              <a:pathLst>
                <a:path w="4609" h="3597" extrusionOk="0">
                  <a:moveTo>
                    <a:pt x="405" y="1"/>
                  </a:moveTo>
                  <a:cubicBezTo>
                    <a:pt x="179" y="1"/>
                    <a:pt x="0" y="179"/>
                    <a:pt x="0" y="405"/>
                  </a:cubicBezTo>
                  <a:cubicBezTo>
                    <a:pt x="0" y="632"/>
                    <a:pt x="179" y="822"/>
                    <a:pt x="405" y="822"/>
                  </a:cubicBezTo>
                  <a:lnTo>
                    <a:pt x="3787" y="822"/>
                  </a:lnTo>
                  <a:lnTo>
                    <a:pt x="3787" y="3596"/>
                  </a:lnTo>
                  <a:cubicBezTo>
                    <a:pt x="3787" y="3370"/>
                    <a:pt x="3977" y="3191"/>
                    <a:pt x="4203" y="3191"/>
                  </a:cubicBezTo>
                  <a:cubicBezTo>
                    <a:pt x="4418" y="3191"/>
                    <a:pt x="4608" y="3370"/>
                    <a:pt x="4608" y="3596"/>
                  </a:cubicBezTo>
                  <a:lnTo>
                    <a:pt x="4608" y="405"/>
                  </a:lnTo>
                  <a:cubicBezTo>
                    <a:pt x="4608" y="179"/>
                    <a:pt x="4418" y="1"/>
                    <a:pt x="42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71"/>
            <p:cNvSpPr/>
            <p:nvPr/>
          </p:nvSpPr>
          <p:spPr>
            <a:xfrm>
              <a:off x="3335625" y="-499800"/>
              <a:ext cx="115525" cy="181300"/>
            </a:xfrm>
            <a:custGeom>
              <a:avLst/>
              <a:gdLst/>
              <a:ahLst/>
              <a:cxnLst/>
              <a:rect l="l" t="t" r="r" b="b"/>
              <a:pathLst>
                <a:path w="4621" h="7252" extrusionOk="0">
                  <a:moveTo>
                    <a:pt x="1" y="0"/>
                  </a:moveTo>
                  <a:lnTo>
                    <a:pt x="1" y="6835"/>
                  </a:lnTo>
                  <a:cubicBezTo>
                    <a:pt x="1" y="7061"/>
                    <a:pt x="191" y="7251"/>
                    <a:pt x="417" y="7251"/>
                  </a:cubicBezTo>
                  <a:lnTo>
                    <a:pt x="4204" y="7251"/>
                  </a:lnTo>
                  <a:cubicBezTo>
                    <a:pt x="4430" y="7251"/>
                    <a:pt x="4620" y="7061"/>
                    <a:pt x="4620" y="6835"/>
                  </a:cubicBezTo>
                  <a:cubicBezTo>
                    <a:pt x="4620" y="6608"/>
                    <a:pt x="4430" y="6430"/>
                    <a:pt x="4204" y="6430"/>
                  </a:cubicBezTo>
                  <a:lnTo>
                    <a:pt x="822" y="6430"/>
                  </a:lnTo>
                  <a:lnTo>
                    <a:pt x="822" y="0"/>
                  </a:lnTo>
                  <a:cubicBezTo>
                    <a:pt x="822" y="227"/>
                    <a:pt x="644" y="405"/>
                    <a:pt x="417" y="405"/>
                  </a:cubicBezTo>
                  <a:cubicBezTo>
                    <a:pt x="191" y="405"/>
                    <a:pt x="1" y="227"/>
                    <a:pt x="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71"/>
            <p:cNvSpPr/>
            <p:nvPr/>
          </p:nvSpPr>
          <p:spPr>
            <a:xfrm>
              <a:off x="3335625" y="-514675"/>
              <a:ext cx="20575" cy="25325"/>
            </a:xfrm>
            <a:custGeom>
              <a:avLst/>
              <a:gdLst/>
              <a:ahLst/>
              <a:cxnLst/>
              <a:rect l="l" t="t" r="r" b="b"/>
              <a:pathLst>
                <a:path w="823" h="1013" extrusionOk="0">
                  <a:moveTo>
                    <a:pt x="405" y="0"/>
                  </a:moveTo>
                  <a:cubicBezTo>
                    <a:pt x="179" y="0"/>
                    <a:pt x="1" y="191"/>
                    <a:pt x="1" y="417"/>
                  </a:cubicBezTo>
                  <a:lnTo>
                    <a:pt x="1" y="595"/>
                  </a:lnTo>
                  <a:cubicBezTo>
                    <a:pt x="1" y="822"/>
                    <a:pt x="179" y="1012"/>
                    <a:pt x="405" y="1012"/>
                  </a:cubicBezTo>
                  <a:cubicBezTo>
                    <a:pt x="632" y="1012"/>
                    <a:pt x="822" y="822"/>
                    <a:pt x="822" y="595"/>
                  </a:cubicBezTo>
                  <a:lnTo>
                    <a:pt x="822" y="417"/>
                  </a:lnTo>
                  <a:cubicBezTo>
                    <a:pt x="822" y="191"/>
                    <a:pt x="632" y="0"/>
                    <a:pt x="40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71"/>
            <p:cNvSpPr/>
            <p:nvPr/>
          </p:nvSpPr>
          <p:spPr>
            <a:xfrm>
              <a:off x="3873200" y="-499800"/>
              <a:ext cx="115225" cy="181300"/>
            </a:xfrm>
            <a:custGeom>
              <a:avLst/>
              <a:gdLst/>
              <a:ahLst/>
              <a:cxnLst/>
              <a:rect l="l" t="t" r="r" b="b"/>
              <a:pathLst>
                <a:path w="4609" h="7252" extrusionOk="0">
                  <a:moveTo>
                    <a:pt x="3787" y="0"/>
                  </a:moveTo>
                  <a:lnTo>
                    <a:pt x="3787" y="6430"/>
                  </a:lnTo>
                  <a:lnTo>
                    <a:pt x="405" y="6430"/>
                  </a:lnTo>
                  <a:cubicBezTo>
                    <a:pt x="179" y="6430"/>
                    <a:pt x="0" y="6608"/>
                    <a:pt x="0" y="6835"/>
                  </a:cubicBezTo>
                  <a:cubicBezTo>
                    <a:pt x="0" y="7061"/>
                    <a:pt x="179" y="7251"/>
                    <a:pt x="405" y="7251"/>
                  </a:cubicBezTo>
                  <a:lnTo>
                    <a:pt x="4203" y="7251"/>
                  </a:lnTo>
                  <a:cubicBezTo>
                    <a:pt x="4418" y="7251"/>
                    <a:pt x="4608" y="7061"/>
                    <a:pt x="4608" y="6835"/>
                  </a:cubicBezTo>
                  <a:lnTo>
                    <a:pt x="4608" y="0"/>
                  </a:lnTo>
                  <a:cubicBezTo>
                    <a:pt x="4608" y="227"/>
                    <a:pt x="4418" y="417"/>
                    <a:pt x="4203" y="417"/>
                  </a:cubicBezTo>
                  <a:cubicBezTo>
                    <a:pt x="3977" y="417"/>
                    <a:pt x="3787" y="227"/>
                    <a:pt x="37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71"/>
            <p:cNvSpPr/>
            <p:nvPr/>
          </p:nvSpPr>
          <p:spPr>
            <a:xfrm>
              <a:off x="3967850" y="-525100"/>
              <a:ext cx="20575" cy="35450"/>
            </a:xfrm>
            <a:custGeom>
              <a:avLst/>
              <a:gdLst/>
              <a:ahLst/>
              <a:cxnLst/>
              <a:rect l="l" t="t" r="r" b="b"/>
              <a:pathLst>
                <a:path w="823" h="1418" extrusionOk="0">
                  <a:moveTo>
                    <a:pt x="417" y="0"/>
                  </a:moveTo>
                  <a:cubicBezTo>
                    <a:pt x="191" y="0"/>
                    <a:pt x="1" y="179"/>
                    <a:pt x="1" y="405"/>
                  </a:cubicBezTo>
                  <a:lnTo>
                    <a:pt x="1" y="1012"/>
                  </a:lnTo>
                  <a:cubicBezTo>
                    <a:pt x="1" y="1239"/>
                    <a:pt x="191" y="1417"/>
                    <a:pt x="417" y="1417"/>
                  </a:cubicBezTo>
                  <a:cubicBezTo>
                    <a:pt x="632" y="1417"/>
                    <a:pt x="822" y="1239"/>
                    <a:pt x="822" y="1012"/>
                  </a:cubicBezTo>
                  <a:lnTo>
                    <a:pt x="822" y="405"/>
                  </a:lnTo>
                  <a:cubicBezTo>
                    <a:pt x="822" y="179"/>
                    <a:pt x="632" y="0"/>
                    <a:pt x="4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71"/>
            <p:cNvSpPr/>
            <p:nvPr/>
          </p:nvSpPr>
          <p:spPr>
            <a:xfrm>
              <a:off x="3389200" y="-505150"/>
              <a:ext cx="89325" cy="89325"/>
            </a:xfrm>
            <a:custGeom>
              <a:avLst/>
              <a:gdLst/>
              <a:ahLst/>
              <a:cxnLst/>
              <a:rect l="l" t="t" r="r" b="b"/>
              <a:pathLst>
                <a:path w="3573" h="3573" extrusionOk="0">
                  <a:moveTo>
                    <a:pt x="1787" y="822"/>
                  </a:moveTo>
                  <a:cubicBezTo>
                    <a:pt x="2323" y="822"/>
                    <a:pt x="2751" y="1250"/>
                    <a:pt x="2751" y="1786"/>
                  </a:cubicBezTo>
                  <a:cubicBezTo>
                    <a:pt x="2751" y="2322"/>
                    <a:pt x="2323" y="2751"/>
                    <a:pt x="1787" y="2751"/>
                  </a:cubicBezTo>
                  <a:cubicBezTo>
                    <a:pt x="1251" y="2751"/>
                    <a:pt x="822" y="2322"/>
                    <a:pt x="822" y="1786"/>
                  </a:cubicBezTo>
                  <a:cubicBezTo>
                    <a:pt x="822" y="1250"/>
                    <a:pt x="1251" y="822"/>
                    <a:pt x="1787" y="822"/>
                  </a:cubicBezTo>
                  <a:close/>
                  <a:moveTo>
                    <a:pt x="1787" y="0"/>
                  </a:moveTo>
                  <a:cubicBezTo>
                    <a:pt x="799" y="0"/>
                    <a:pt x="1" y="798"/>
                    <a:pt x="1" y="1786"/>
                  </a:cubicBezTo>
                  <a:cubicBezTo>
                    <a:pt x="1" y="2774"/>
                    <a:pt x="799" y="3572"/>
                    <a:pt x="1787" y="3572"/>
                  </a:cubicBezTo>
                  <a:cubicBezTo>
                    <a:pt x="2775" y="3572"/>
                    <a:pt x="3573" y="2774"/>
                    <a:pt x="3573" y="1786"/>
                  </a:cubicBezTo>
                  <a:cubicBezTo>
                    <a:pt x="3573" y="798"/>
                    <a:pt x="2775" y="0"/>
                    <a:pt x="178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71"/>
            <p:cNvSpPr/>
            <p:nvPr/>
          </p:nvSpPr>
          <p:spPr>
            <a:xfrm>
              <a:off x="3845525" y="-505150"/>
              <a:ext cx="89300" cy="89325"/>
            </a:xfrm>
            <a:custGeom>
              <a:avLst/>
              <a:gdLst/>
              <a:ahLst/>
              <a:cxnLst/>
              <a:rect l="l" t="t" r="r" b="b"/>
              <a:pathLst>
                <a:path w="3572" h="3573" extrusionOk="0">
                  <a:moveTo>
                    <a:pt x="1786" y="822"/>
                  </a:moveTo>
                  <a:cubicBezTo>
                    <a:pt x="2322" y="822"/>
                    <a:pt x="2750" y="1250"/>
                    <a:pt x="2750" y="1786"/>
                  </a:cubicBezTo>
                  <a:cubicBezTo>
                    <a:pt x="2750" y="2322"/>
                    <a:pt x="2322" y="2751"/>
                    <a:pt x="1786" y="2751"/>
                  </a:cubicBezTo>
                  <a:cubicBezTo>
                    <a:pt x="1250" y="2751"/>
                    <a:pt x="822" y="2322"/>
                    <a:pt x="822" y="1786"/>
                  </a:cubicBezTo>
                  <a:cubicBezTo>
                    <a:pt x="822" y="1250"/>
                    <a:pt x="1250" y="822"/>
                    <a:pt x="1786" y="822"/>
                  </a:cubicBezTo>
                  <a:close/>
                  <a:moveTo>
                    <a:pt x="1786" y="0"/>
                  </a:moveTo>
                  <a:cubicBezTo>
                    <a:pt x="798" y="0"/>
                    <a:pt x="0" y="798"/>
                    <a:pt x="0" y="1786"/>
                  </a:cubicBezTo>
                  <a:cubicBezTo>
                    <a:pt x="0" y="2774"/>
                    <a:pt x="798" y="3572"/>
                    <a:pt x="1786" y="3572"/>
                  </a:cubicBezTo>
                  <a:cubicBezTo>
                    <a:pt x="2774" y="3572"/>
                    <a:pt x="3572" y="2774"/>
                    <a:pt x="3572" y="1786"/>
                  </a:cubicBezTo>
                  <a:cubicBezTo>
                    <a:pt x="3572" y="798"/>
                    <a:pt x="2774" y="0"/>
                    <a:pt x="178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2" name="Google Shape;1242;p71"/>
          <p:cNvGrpSpPr/>
          <p:nvPr/>
        </p:nvGrpSpPr>
        <p:grpSpPr>
          <a:xfrm>
            <a:off x="758150" y="2645050"/>
            <a:ext cx="359000" cy="359000"/>
            <a:chOff x="1881475" y="1968225"/>
            <a:chExt cx="359000" cy="359000"/>
          </a:xfrm>
        </p:grpSpPr>
        <p:sp>
          <p:nvSpPr>
            <p:cNvPr id="1243" name="Google Shape;1243;p71"/>
            <p:cNvSpPr/>
            <p:nvPr/>
          </p:nvSpPr>
          <p:spPr>
            <a:xfrm>
              <a:off x="1881475" y="1968225"/>
              <a:ext cx="359000" cy="359000"/>
            </a:xfrm>
            <a:custGeom>
              <a:avLst/>
              <a:gdLst/>
              <a:ahLst/>
              <a:cxnLst/>
              <a:rect l="l" t="t" r="r" b="b"/>
              <a:pathLst>
                <a:path w="14360" h="14360" extrusionOk="0">
                  <a:moveTo>
                    <a:pt x="7180" y="870"/>
                  </a:moveTo>
                  <a:cubicBezTo>
                    <a:pt x="10657" y="870"/>
                    <a:pt x="13490" y="3703"/>
                    <a:pt x="13490" y="7180"/>
                  </a:cubicBezTo>
                  <a:cubicBezTo>
                    <a:pt x="13490" y="10669"/>
                    <a:pt x="10657" y="13502"/>
                    <a:pt x="7180" y="13502"/>
                  </a:cubicBezTo>
                  <a:cubicBezTo>
                    <a:pt x="3691" y="13502"/>
                    <a:pt x="858" y="10669"/>
                    <a:pt x="858" y="7180"/>
                  </a:cubicBezTo>
                  <a:cubicBezTo>
                    <a:pt x="858" y="3703"/>
                    <a:pt x="3691" y="870"/>
                    <a:pt x="7180" y="870"/>
                  </a:cubicBezTo>
                  <a:close/>
                  <a:moveTo>
                    <a:pt x="7180" y="1"/>
                  </a:moveTo>
                  <a:cubicBezTo>
                    <a:pt x="3215" y="1"/>
                    <a:pt x="0" y="3227"/>
                    <a:pt x="0" y="7180"/>
                  </a:cubicBezTo>
                  <a:cubicBezTo>
                    <a:pt x="0" y="11145"/>
                    <a:pt x="3215" y="14360"/>
                    <a:pt x="7180" y="14360"/>
                  </a:cubicBezTo>
                  <a:cubicBezTo>
                    <a:pt x="11133" y="14360"/>
                    <a:pt x="14359" y="11145"/>
                    <a:pt x="14359" y="7180"/>
                  </a:cubicBezTo>
                  <a:cubicBezTo>
                    <a:pt x="14359" y="3227"/>
                    <a:pt x="11133" y="1"/>
                    <a:pt x="71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71"/>
            <p:cNvSpPr/>
            <p:nvPr/>
          </p:nvSpPr>
          <p:spPr>
            <a:xfrm>
              <a:off x="1926725" y="2013475"/>
              <a:ext cx="268200" cy="268500"/>
            </a:xfrm>
            <a:custGeom>
              <a:avLst/>
              <a:gdLst/>
              <a:ahLst/>
              <a:cxnLst/>
              <a:rect l="l" t="t" r="r" b="b"/>
              <a:pathLst>
                <a:path w="10728" h="10740" extrusionOk="0">
                  <a:moveTo>
                    <a:pt x="5370" y="834"/>
                  </a:moveTo>
                  <a:cubicBezTo>
                    <a:pt x="7870" y="834"/>
                    <a:pt x="9906" y="2870"/>
                    <a:pt x="9906" y="5370"/>
                  </a:cubicBezTo>
                  <a:cubicBezTo>
                    <a:pt x="9906" y="7870"/>
                    <a:pt x="7870" y="9906"/>
                    <a:pt x="5370" y="9906"/>
                  </a:cubicBezTo>
                  <a:cubicBezTo>
                    <a:pt x="2870" y="9906"/>
                    <a:pt x="834" y="7870"/>
                    <a:pt x="834" y="5370"/>
                  </a:cubicBezTo>
                  <a:cubicBezTo>
                    <a:pt x="834" y="2870"/>
                    <a:pt x="2870" y="834"/>
                    <a:pt x="5370" y="834"/>
                  </a:cubicBezTo>
                  <a:close/>
                  <a:moveTo>
                    <a:pt x="5370" y="0"/>
                  </a:moveTo>
                  <a:cubicBezTo>
                    <a:pt x="2405" y="0"/>
                    <a:pt x="0" y="2417"/>
                    <a:pt x="0" y="5370"/>
                  </a:cubicBezTo>
                  <a:cubicBezTo>
                    <a:pt x="0" y="8335"/>
                    <a:pt x="2405" y="10740"/>
                    <a:pt x="5370" y="10740"/>
                  </a:cubicBezTo>
                  <a:cubicBezTo>
                    <a:pt x="8323" y="10740"/>
                    <a:pt x="10728" y="8335"/>
                    <a:pt x="10728" y="5370"/>
                  </a:cubicBezTo>
                  <a:cubicBezTo>
                    <a:pt x="10728" y="2417"/>
                    <a:pt x="8323" y="0"/>
                    <a:pt x="53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71"/>
            <p:cNvSpPr/>
            <p:nvPr/>
          </p:nvSpPr>
          <p:spPr>
            <a:xfrm>
              <a:off x="2010950" y="2065550"/>
              <a:ext cx="100050" cy="162550"/>
            </a:xfrm>
            <a:custGeom>
              <a:avLst/>
              <a:gdLst/>
              <a:ahLst/>
              <a:cxnLst/>
              <a:rect l="l" t="t" r="r" b="b"/>
              <a:pathLst>
                <a:path w="4002" h="6502" extrusionOk="0">
                  <a:moveTo>
                    <a:pt x="1775" y="1227"/>
                  </a:moveTo>
                  <a:lnTo>
                    <a:pt x="1775" y="2561"/>
                  </a:lnTo>
                  <a:cubicBezTo>
                    <a:pt x="1203" y="2370"/>
                    <a:pt x="1060" y="2180"/>
                    <a:pt x="1060" y="1858"/>
                  </a:cubicBezTo>
                  <a:cubicBezTo>
                    <a:pt x="1060" y="1549"/>
                    <a:pt x="1298" y="1275"/>
                    <a:pt x="1775" y="1227"/>
                  </a:cubicBezTo>
                  <a:close/>
                  <a:moveTo>
                    <a:pt x="2370" y="3609"/>
                  </a:moveTo>
                  <a:cubicBezTo>
                    <a:pt x="2953" y="3787"/>
                    <a:pt x="3120" y="3990"/>
                    <a:pt x="3120" y="4323"/>
                  </a:cubicBezTo>
                  <a:cubicBezTo>
                    <a:pt x="3120" y="4680"/>
                    <a:pt x="2858" y="4918"/>
                    <a:pt x="2370" y="4978"/>
                  </a:cubicBezTo>
                  <a:lnTo>
                    <a:pt x="2370" y="3609"/>
                  </a:lnTo>
                  <a:close/>
                  <a:moveTo>
                    <a:pt x="2084" y="1"/>
                  </a:moveTo>
                  <a:cubicBezTo>
                    <a:pt x="1894" y="1"/>
                    <a:pt x="1751" y="144"/>
                    <a:pt x="1751" y="322"/>
                  </a:cubicBezTo>
                  <a:lnTo>
                    <a:pt x="1751" y="477"/>
                  </a:lnTo>
                  <a:cubicBezTo>
                    <a:pt x="810" y="549"/>
                    <a:pt x="167" y="1108"/>
                    <a:pt x="167" y="1918"/>
                  </a:cubicBezTo>
                  <a:cubicBezTo>
                    <a:pt x="167" y="2763"/>
                    <a:pt x="679" y="3180"/>
                    <a:pt x="1775" y="3466"/>
                  </a:cubicBezTo>
                  <a:lnTo>
                    <a:pt x="1775" y="4942"/>
                  </a:lnTo>
                  <a:cubicBezTo>
                    <a:pt x="1370" y="4871"/>
                    <a:pt x="1025" y="4692"/>
                    <a:pt x="667" y="4442"/>
                  </a:cubicBezTo>
                  <a:cubicBezTo>
                    <a:pt x="596" y="4382"/>
                    <a:pt x="513" y="4359"/>
                    <a:pt x="417" y="4359"/>
                  </a:cubicBezTo>
                  <a:cubicBezTo>
                    <a:pt x="179" y="4359"/>
                    <a:pt x="1" y="4537"/>
                    <a:pt x="1" y="4775"/>
                  </a:cubicBezTo>
                  <a:cubicBezTo>
                    <a:pt x="1" y="4930"/>
                    <a:pt x="84" y="5049"/>
                    <a:pt x="203" y="5133"/>
                  </a:cubicBezTo>
                  <a:cubicBezTo>
                    <a:pt x="667" y="5454"/>
                    <a:pt x="1179" y="5656"/>
                    <a:pt x="1751" y="5716"/>
                  </a:cubicBezTo>
                  <a:lnTo>
                    <a:pt x="1751" y="6180"/>
                  </a:lnTo>
                  <a:cubicBezTo>
                    <a:pt x="1751" y="6359"/>
                    <a:pt x="1894" y="6502"/>
                    <a:pt x="2084" y="6502"/>
                  </a:cubicBezTo>
                  <a:cubicBezTo>
                    <a:pt x="2263" y="6502"/>
                    <a:pt x="2406" y="6359"/>
                    <a:pt x="2406" y="6180"/>
                  </a:cubicBezTo>
                  <a:lnTo>
                    <a:pt x="2406" y="5728"/>
                  </a:lnTo>
                  <a:cubicBezTo>
                    <a:pt x="3358" y="5645"/>
                    <a:pt x="4001" y="5097"/>
                    <a:pt x="4001" y="4263"/>
                  </a:cubicBezTo>
                  <a:cubicBezTo>
                    <a:pt x="4001" y="3442"/>
                    <a:pt x="3513" y="3001"/>
                    <a:pt x="2370" y="2716"/>
                  </a:cubicBezTo>
                  <a:lnTo>
                    <a:pt x="2370" y="1275"/>
                  </a:lnTo>
                  <a:cubicBezTo>
                    <a:pt x="2632" y="1334"/>
                    <a:pt x="2882" y="1454"/>
                    <a:pt x="3144" y="1608"/>
                  </a:cubicBezTo>
                  <a:cubicBezTo>
                    <a:pt x="3227" y="1656"/>
                    <a:pt x="3299" y="1680"/>
                    <a:pt x="3370" y="1680"/>
                  </a:cubicBezTo>
                  <a:cubicBezTo>
                    <a:pt x="3608" y="1680"/>
                    <a:pt x="3799" y="1489"/>
                    <a:pt x="3799" y="1263"/>
                  </a:cubicBezTo>
                  <a:cubicBezTo>
                    <a:pt x="3799" y="1084"/>
                    <a:pt x="3692" y="965"/>
                    <a:pt x="3573" y="906"/>
                  </a:cubicBezTo>
                  <a:cubicBezTo>
                    <a:pt x="3227" y="680"/>
                    <a:pt x="2846" y="537"/>
                    <a:pt x="2406" y="489"/>
                  </a:cubicBezTo>
                  <a:lnTo>
                    <a:pt x="2406" y="322"/>
                  </a:lnTo>
                  <a:cubicBezTo>
                    <a:pt x="2406" y="144"/>
                    <a:pt x="2263" y="1"/>
                    <a:pt x="20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6" name="Google Shape;1246;p71"/>
          <p:cNvSpPr/>
          <p:nvPr/>
        </p:nvSpPr>
        <p:spPr>
          <a:xfrm>
            <a:off x="1326063" y="2571000"/>
            <a:ext cx="466800" cy="154800"/>
          </a:xfrm>
          <a:prstGeom prst="rightArrow">
            <a:avLst>
              <a:gd name="adj1" fmla="val 18152"/>
              <a:gd name="adj2" fmla="val 5235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71"/>
          <p:cNvSpPr/>
          <p:nvPr/>
        </p:nvSpPr>
        <p:spPr>
          <a:xfrm>
            <a:off x="1383363" y="3974413"/>
            <a:ext cx="409500" cy="314400"/>
          </a:xfrm>
          <a:prstGeom prst="bentArrow">
            <a:avLst>
              <a:gd name="adj1" fmla="val 9041"/>
              <a:gd name="adj2" fmla="val 25000"/>
              <a:gd name="adj3" fmla="val 25000"/>
              <a:gd name="adj4" fmla="val 4375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8" name="Google Shape;1248;p71"/>
          <p:cNvGrpSpPr/>
          <p:nvPr/>
        </p:nvGrpSpPr>
        <p:grpSpPr>
          <a:xfrm>
            <a:off x="2001775" y="2571005"/>
            <a:ext cx="359016" cy="386333"/>
            <a:chOff x="1902900" y="2306088"/>
            <a:chExt cx="474700" cy="510888"/>
          </a:xfrm>
        </p:grpSpPr>
        <p:sp>
          <p:nvSpPr>
            <p:cNvPr id="1249" name="Google Shape;1249;p71"/>
            <p:cNvSpPr/>
            <p:nvPr/>
          </p:nvSpPr>
          <p:spPr>
            <a:xfrm>
              <a:off x="1902900"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71"/>
            <p:cNvSpPr/>
            <p:nvPr/>
          </p:nvSpPr>
          <p:spPr>
            <a:xfrm>
              <a:off x="1902900"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71"/>
            <p:cNvSpPr/>
            <p:nvPr/>
          </p:nvSpPr>
          <p:spPr>
            <a:xfrm>
              <a:off x="20031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71"/>
            <p:cNvSpPr/>
            <p:nvPr/>
          </p:nvSpPr>
          <p:spPr>
            <a:xfrm>
              <a:off x="20031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71"/>
            <p:cNvSpPr/>
            <p:nvPr/>
          </p:nvSpPr>
          <p:spPr>
            <a:xfrm>
              <a:off x="20031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71"/>
            <p:cNvSpPr/>
            <p:nvPr/>
          </p:nvSpPr>
          <p:spPr>
            <a:xfrm>
              <a:off x="20031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71"/>
            <p:cNvSpPr/>
            <p:nvPr/>
          </p:nvSpPr>
          <p:spPr>
            <a:xfrm>
              <a:off x="21080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71"/>
            <p:cNvSpPr/>
            <p:nvPr/>
          </p:nvSpPr>
          <p:spPr>
            <a:xfrm>
              <a:off x="21080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71"/>
            <p:cNvSpPr/>
            <p:nvPr/>
          </p:nvSpPr>
          <p:spPr>
            <a:xfrm>
              <a:off x="21080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71"/>
            <p:cNvSpPr/>
            <p:nvPr/>
          </p:nvSpPr>
          <p:spPr>
            <a:xfrm>
              <a:off x="21080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71"/>
            <p:cNvSpPr/>
            <p:nvPr/>
          </p:nvSpPr>
          <p:spPr>
            <a:xfrm>
              <a:off x="22129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71"/>
            <p:cNvSpPr/>
            <p:nvPr/>
          </p:nvSpPr>
          <p:spPr>
            <a:xfrm>
              <a:off x="22129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71"/>
            <p:cNvSpPr/>
            <p:nvPr/>
          </p:nvSpPr>
          <p:spPr>
            <a:xfrm>
              <a:off x="22129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71"/>
            <p:cNvSpPr/>
            <p:nvPr/>
          </p:nvSpPr>
          <p:spPr>
            <a:xfrm>
              <a:off x="22129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71"/>
            <p:cNvSpPr/>
            <p:nvPr/>
          </p:nvSpPr>
          <p:spPr>
            <a:xfrm>
              <a:off x="2108088" y="230608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71"/>
            <p:cNvSpPr/>
            <p:nvPr/>
          </p:nvSpPr>
          <p:spPr>
            <a:xfrm>
              <a:off x="2108088" y="239656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71"/>
            <p:cNvSpPr/>
            <p:nvPr/>
          </p:nvSpPr>
          <p:spPr>
            <a:xfrm>
              <a:off x="2317900"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71"/>
            <p:cNvSpPr/>
            <p:nvPr/>
          </p:nvSpPr>
          <p:spPr>
            <a:xfrm>
              <a:off x="2317900"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7" name="Google Shape;1267;p71"/>
          <p:cNvGrpSpPr/>
          <p:nvPr/>
        </p:nvGrpSpPr>
        <p:grpSpPr>
          <a:xfrm>
            <a:off x="2392300" y="2571005"/>
            <a:ext cx="359016" cy="386333"/>
            <a:chOff x="1902900" y="2306088"/>
            <a:chExt cx="474700" cy="510888"/>
          </a:xfrm>
        </p:grpSpPr>
        <p:sp>
          <p:nvSpPr>
            <p:cNvPr id="1268" name="Google Shape;1268;p71"/>
            <p:cNvSpPr/>
            <p:nvPr/>
          </p:nvSpPr>
          <p:spPr>
            <a:xfrm>
              <a:off x="1902900"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71"/>
            <p:cNvSpPr/>
            <p:nvPr/>
          </p:nvSpPr>
          <p:spPr>
            <a:xfrm>
              <a:off x="1902900"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71"/>
            <p:cNvSpPr/>
            <p:nvPr/>
          </p:nvSpPr>
          <p:spPr>
            <a:xfrm>
              <a:off x="20031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71"/>
            <p:cNvSpPr/>
            <p:nvPr/>
          </p:nvSpPr>
          <p:spPr>
            <a:xfrm>
              <a:off x="20031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71"/>
            <p:cNvSpPr/>
            <p:nvPr/>
          </p:nvSpPr>
          <p:spPr>
            <a:xfrm>
              <a:off x="20031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71"/>
            <p:cNvSpPr/>
            <p:nvPr/>
          </p:nvSpPr>
          <p:spPr>
            <a:xfrm>
              <a:off x="20031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71"/>
            <p:cNvSpPr/>
            <p:nvPr/>
          </p:nvSpPr>
          <p:spPr>
            <a:xfrm>
              <a:off x="21080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71"/>
            <p:cNvSpPr/>
            <p:nvPr/>
          </p:nvSpPr>
          <p:spPr>
            <a:xfrm>
              <a:off x="21080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71"/>
            <p:cNvSpPr/>
            <p:nvPr/>
          </p:nvSpPr>
          <p:spPr>
            <a:xfrm>
              <a:off x="21080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71"/>
            <p:cNvSpPr/>
            <p:nvPr/>
          </p:nvSpPr>
          <p:spPr>
            <a:xfrm>
              <a:off x="21080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71"/>
            <p:cNvSpPr/>
            <p:nvPr/>
          </p:nvSpPr>
          <p:spPr>
            <a:xfrm>
              <a:off x="22129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71"/>
            <p:cNvSpPr/>
            <p:nvPr/>
          </p:nvSpPr>
          <p:spPr>
            <a:xfrm>
              <a:off x="22129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71"/>
            <p:cNvSpPr/>
            <p:nvPr/>
          </p:nvSpPr>
          <p:spPr>
            <a:xfrm>
              <a:off x="22129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71"/>
            <p:cNvSpPr/>
            <p:nvPr/>
          </p:nvSpPr>
          <p:spPr>
            <a:xfrm>
              <a:off x="22129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71"/>
            <p:cNvSpPr/>
            <p:nvPr/>
          </p:nvSpPr>
          <p:spPr>
            <a:xfrm>
              <a:off x="2108088" y="230608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71"/>
            <p:cNvSpPr/>
            <p:nvPr/>
          </p:nvSpPr>
          <p:spPr>
            <a:xfrm>
              <a:off x="2108088" y="239656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71"/>
            <p:cNvSpPr/>
            <p:nvPr/>
          </p:nvSpPr>
          <p:spPr>
            <a:xfrm>
              <a:off x="2317900"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71"/>
            <p:cNvSpPr/>
            <p:nvPr/>
          </p:nvSpPr>
          <p:spPr>
            <a:xfrm>
              <a:off x="2317900"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6" name="Google Shape;1286;p71"/>
          <p:cNvGrpSpPr/>
          <p:nvPr/>
        </p:nvGrpSpPr>
        <p:grpSpPr>
          <a:xfrm>
            <a:off x="2782825" y="2571005"/>
            <a:ext cx="359016" cy="386333"/>
            <a:chOff x="1902900" y="2306088"/>
            <a:chExt cx="474700" cy="510888"/>
          </a:xfrm>
        </p:grpSpPr>
        <p:sp>
          <p:nvSpPr>
            <p:cNvPr id="1287" name="Google Shape;1287;p71"/>
            <p:cNvSpPr/>
            <p:nvPr/>
          </p:nvSpPr>
          <p:spPr>
            <a:xfrm>
              <a:off x="1902900"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71"/>
            <p:cNvSpPr/>
            <p:nvPr/>
          </p:nvSpPr>
          <p:spPr>
            <a:xfrm>
              <a:off x="1902900"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71"/>
            <p:cNvSpPr/>
            <p:nvPr/>
          </p:nvSpPr>
          <p:spPr>
            <a:xfrm>
              <a:off x="20031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71"/>
            <p:cNvSpPr/>
            <p:nvPr/>
          </p:nvSpPr>
          <p:spPr>
            <a:xfrm>
              <a:off x="20031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71"/>
            <p:cNvSpPr/>
            <p:nvPr/>
          </p:nvSpPr>
          <p:spPr>
            <a:xfrm>
              <a:off x="20031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71"/>
            <p:cNvSpPr/>
            <p:nvPr/>
          </p:nvSpPr>
          <p:spPr>
            <a:xfrm>
              <a:off x="20031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71"/>
            <p:cNvSpPr/>
            <p:nvPr/>
          </p:nvSpPr>
          <p:spPr>
            <a:xfrm>
              <a:off x="21080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71"/>
            <p:cNvSpPr/>
            <p:nvPr/>
          </p:nvSpPr>
          <p:spPr>
            <a:xfrm>
              <a:off x="21080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71"/>
            <p:cNvSpPr/>
            <p:nvPr/>
          </p:nvSpPr>
          <p:spPr>
            <a:xfrm>
              <a:off x="21080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71"/>
            <p:cNvSpPr/>
            <p:nvPr/>
          </p:nvSpPr>
          <p:spPr>
            <a:xfrm>
              <a:off x="21080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71"/>
            <p:cNvSpPr/>
            <p:nvPr/>
          </p:nvSpPr>
          <p:spPr>
            <a:xfrm>
              <a:off x="2212988"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71"/>
            <p:cNvSpPr/>
            <p:nvPr/>
          </p:nvSpPr>
          <p:spPr>
            <a:xfrm>
              <a:off x="2212988"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71"/>
            <p:cNvSpPr/>
            <p:nvPr/>
          </p:nvSpPr>
          <p:spPr>
            <a:xfrm>
              <a:off x="2212988" y="248583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71"/>
            <p:cNvSpPr/>
            <p:nvPr/>
          </p:nvSpPr>
          <p:spPr>
            <a:xfrm>
              <a:off x="2212988" y="257631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71"/>
            <p:cNvSpPr/>
            <p:nvPr/>
          </p:nvSpPr>
          <p:spPr>
            <a:xfrm>
              <a:off x="2108088" y="2306088"/>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71"/>
            <p:cNvSpPr/>
            <p:nvPr/>
          </p:nvSpPr>
          <p:spPr>
            <a:xfrm>
              <a:off x="2108088" y="2396563"/>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71"/>
            <p:cNvSpPr/>
            <p:nvPr/>
          </p:nvSpPr>
          <p:spPr>
            <a:xfrm>
              <a:off x="2317900" y="2666800"/>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71"/>
            <p:cNvSpPr/>
            <p:nvPr/>
          </p:nvSpPr>
          <p:spPr>
            <a:xfrm>
              <a:off x="2317900" y="2757275"/>
              <a:ext cx="59700" cy="597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71"/>
          <p:cNvGrpSpPr/>
          <p:nvPr/>
        </p:nvGrpSpPr>
        <p:grpSpPr>
          <a:xfrm>
            <a:off x="2001719" y="3325431"/>
            <a:ext cx="886125" cy="453350"/>
            <a:chOff x="1902906" y="3220369"/>
            <a:chExt cx="886125" cy="453350"/>
          </a:xfrm>
        </p:grpSpPr>
        <p:grpSp>
          <p:nvGrpSpPr>
            <p:cNvPr id="1306" name="Google Shape;1306;p71"/>
            <p:cNvGrpSpPr/>
            <p:nvPr/>
          </p:nvGrpSpPr>
          <p:grpSpPr>
            <a:xfrm rot="5400000">
              <a:off x="2326019" y="2935081"/>
              <a:ext cx="39900" cy="886125"/>
              <a:chOff x="1215325" y="973175"/>
              <a:chExt cx="39900" cy="886125"/>
            </a:xfrm>
          </p:grpSpPr>
          <p:sp>
            <p:nvSpPr>
              <p:cNvPr id="1307" name="Google Shape;1307;p71"/>
              <p:cNvSpPr/>
              <p:nvPr/>
            </p:nvSpPr>
            <p:spPr>
              <a:xfrm>
                <a:off x="1215325" y="973175"/>
                <a:ext cx="39900" cy="40500"/>
              </a:xfrm>
              <a:custGeom>
                <a:avLst/>
                <a:gdLst/>
                <a:ahLst/>
                <a:cxnLst/>
                <a:rect l="l" t="t" r="r" b="b"/>
                <a:pathLst>
                  <a:path w="1596" h="1620" extrusionOk="0">
                    <a:moveTo>
                      <a:pt x="798" y="0"/>
                    </a:moveTo>
                    <a:cubicBezTo>
                      <a:pt x="357" y="0"/>
                      <a:pt x="0" y="357"/>
                      <a:pt x="0" y="798"/>
                    </a:cubicBezTo>
                    <a:lnTo>
                      <a:pt x="0" y="822"/>
                    </a:lnTo>
                    <a:cubicBezTo>
                      <a:pt x="0" y="1262"/>
                      <a:pt x="357" y="1619"/>
                      <a:pt x="798" y="1619"/>
                    </a:cubicBezTo>
                    <a:cubicBezTo>
                      <a:pt x="1238" y="1619"/>
                      <a:pt x="1596" y="1262"/>
                      <a:pt x="1596" y="822"/>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71"/>
              <p:cNvSpPr/>
              <p:nvPr/>
            </p:nvSpPr>
            <p:spPr>
              <a:xfrm>
                <a:off x="1215325" y="1168125"/>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63"/>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71"/>
              <p:cNvSpPr/>
              <p:nvPr/>
            </p:nvSpPr>
            <p:spPr>
              <a:xfrm>
                <a:off x="1215325" y="1753925"/>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71"/>
              <p:cNvSpPr/>
              <p:nvPr/>
            </p:nvSpPr>
            <p:spPr>
              <a:xfrm>
                <a:off x="1215325" y="1688725"/>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75"/>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71"/>
              <p:cNvSpPr/>
              <p:nvPr/>
            </p:nvSpPr>
            <p:spPr>
              <a:xfrm>
                <a:off x="1215325" y="1558650"/>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75"/>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71"/>
              <p:cNvSpPr/>
              <p:nvPr/>
            </p:nvSpPr>
            <p:spPr>
              <a:xfrm>
                <a:off x="1215325" y="1038050"/>
                <a:ext cx="39900" cy="40500"/>
              </a:xfrm>
              <a:custGeom>
                <a:avLst/>
                <a:gdLst/>
                <a:ahLst/>
                <a:cxnLst/>
                <a:rect l="l" t="t" r="r" b="b"/>
                <a:pathLst>
                  <a:path w="1596" h="1620" extrusionOk="0">
                    <a:moveTo>
                      <a:pt x="798" y="1"/>
                    </a:moveTo>
                    <a:cubicBezTo>
                      <a:pt x="357" y="1"/>
                      <a:pt x="0" y="358"/>
                      <a:pt x="0" y="798"/>
                    </a:cubicBezTo>
                    <a:lnTo>
                      <a:pt x="0" y="822"/>
                    </a:lnTo>
                    <a:cubicBezTo>
                      <a:pt x="0" y="1263"/>
                      <a:pt x="357" y="1620"/>
                      <a:pt x="798" y="1620"/>
                    </a:cubicBezTo>
                    <a:cubicBezTo>
                      <a:pt x="1238" y="1620"/>
                      <a:pt x="1596" y="1263"/>
                      <a:pt x="1596" y="822"/>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71"/>
              <p:cNvSpPr/>
              <p:nvPr/>
            </p:nvSpPr>
            <p:spPr>
              <a:xfrm>
                <a:off x="1215325" y="1102950"/>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71"/>
              <p:cNvSpPr/>
              <p:nvPr/>
            </p:nvSpPr>
            <p:spPr>
              <a:xfrm>
                <a:off x="1215325" y="1623850"/>
                <a:ext cx="39900" cy="40500"/>
              </a:xfrm>
              <a:custGeom>
                <a:avLst/>
                <a:gdLst/>
                <a:ahLst/>
                <a:cxnLst/>
                <a:rect l="l" t="t" r="r" b="b"/>
                <a:pathLst>
                  <a:path w="1596" h="1620" extrusionOk="0">
                    <a:moveTo>
                      <a:pt x="798" y="0"/>
                    </a:moveTo>
                    <a:cubicBezTo>
                      <a:pt x="357" y="0"/>
                      <a:pt x="0" y="357"/>
                      <a:pt x="0" y="798"/>
                    </a:cubicBezTo>
                    <a:lnTo>
                      <a:pt x="0" y="822"/>
                    </a:lnTo>
                    <a:cubicBezTo>
                      <a:pt x="0" y="1262"/>
                      <a:pt x="357" y="1619"/>
                      <a:pt x="798" y="1619"/>
                    </a:cubicBezTo>
                    <a:cubicBezTo>
                      <a:pt x="1238" y="1619"/>
                      <a:pt x="1596" y="1262"/>
                      <a:pt x="1596" y="822"/>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71"/>
              <p:cNvSpPr/>
              <p:nvPr/>
            </p:nvSpPr>
            <p:spPr>
              <a:xfrm>
                <a:off x="1215325" y="1428575"/>
                <a:ext cx="39900" cy="40500"/>
              </a:xfrm>
              <a:custGeom>
                <a:avLst/>
                <a:gdLst/>
                <a:ahLst/>
                <a:cxnLst/>
                <a:rect l="l" t="t" r="r" b="b"/>
                <a:pathLst>
                  <a:path w="1596" h="1620" extrusionOk="0">
                    <a:moveTo>
                      <a:pt x="798" y="1"/>
                    </a:moveTo>
                    <a:cubicBezTo>
                      <a:pt x="357" y="1"/>
                      <a:pt x="0" y="358"/>
                      <a:pt x="0" y="798"/>
                    </a:cubicBezTo>
                    <a:lnTo>
                      <a:pt x="0" y="822"/>
                    </a:lnTo>
                    <a:cubicBezTo>
                      <a:pt x="0" y="1263"/>
                      <a:pt x="357" y="1620"/>
                      <a:pt x="798" y="1620"/>
                    </a:cubicBezTo>
                    <a:cubicBezTo>
                      <a:pt x="1238" y="1620"/>
                      <a:pt x="1596" y="1263"/>
                      <a:pt x="1596" y="822"/>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71"/>
              <p:cNvSpPr/>
              <p:nvPr/>
            </p:nvSpPr>
            <p:spPr>
              <a:xfrm>
                <a:off x="1215325" y="1233325"/>
                <a:ext cx="39900" cy="40500"/>
              </a:xfrm>
              <a:custGeom>
                <a:avLst/>
                <a:gdLst/>
                <a:ahLst/>
                <a:cxnLst/>
                <a:rect l="l" t="t" r="r" b="b"/>
                <a:pathLst>
                  <a:path w="1596" h="1620" extrusionOk="0">
                    <a:moveTo>
                      <a:pt x="798" y="0"/>
                    </a:moveTo>
                    <a:cubicBezTo>
                      <a:pt x="357" y="0"/>
                      <a:pt x="0" y="357"/>
                      <a:pt x="0" y="798"/>
                    </a:cubicBezTo>
                    <a:lnTo>
                      <a:pt x="0" y="822"/>
                    </a:lnTo>
                    <a:cubicBezTo>
                      <a:pt x="0" y="1262"/>
                      <a:pt x="357" y="1619"/>
                      <a:pt x="798" y="1619"/>
                    </a:cubicBezTo>
                    <a:cubicBezTo>
                      <a:pt x="1238" y="1619"/>
                      <a:pt x="1596" y="1262"/>
                      <a:pt x="1596" y="822"/>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71"/>
              <p:cNvSpPr/>
              <p:nvPr/>
            </p:nvSpPr>
            <p:spPr>
              <a:xfrm>
                <a:off x="1215325" y="1493475"/>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71"/>
              <p:cNvSpPr/>
              <p:nvPr/>
            </p:nvSpPr>
            <p:spPr>
              <a:xfrm>
                <a:off x="1215325" y="1298200"/>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75"/>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71"/>
              <p:cNvSpPr/>
              <p:nvPr/>
            </p:nvSpPr>
            <p:spPr>
              <a:xfrm>
                <a:off x="1215325" y="1363400"/>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71"/>
              <p:cNvSpPr/>
              <p:nvPr/>
            </p:nvSpPr>
            <p:spPr>
              <a:xfrm>
                <a:off x="1215325" y="1819100"/>
                <a:ext cx="39900" cy="40200"/>
              </a:xfrm>
              <a:custGeom>
                <a:avLst/>
                <a:gdLst/>
                <a:ahLst/>
                <a:cxnLst/>
                <a:rect l="l" t="t" r="r" b="b"/>
                <a:pathLst>
                  <a:path w="1596" h="1608" extrusionOk="0">
                    <a:moveTo>
                      <a:pt x="798" y="1"/>
                    </a:moveTo>
                    <a:cubicBezTo>
                      <a:pt x="357" y="1"/>
                      <a:pt x="0" y="358"/>
                      <a:pt x="0" y="786"/>
                    </a:cubicBezTo>
                    <a:lnTo>
                      <a:pt x="0" y="810"/>
                    </a:lnTo>
                    <a:cubicBezTo>
                      <a:pt x="0" y="1251"/>
                      <a:pt x="357" y="1608"/>
                      <a:pt x="798" y="1608"/>
                    </a:cubicBezTo>
                    <a:cubicBezTo>
                      <a:pt x="1238" y="1608"/>
                      <a:pt x="1596" y="1251"/>
                      <a:pt x="1596" y="810"/>
                    </a:cubicBezTo>
                    <a:lnTo>
                      <a:pt x="1596" y="786"/>
                    </a:lnTo>
                    <a:cubicBezTo>
                      <a:pt x="1596" y="346"/>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1" name="Google Shape;1321;p71"/>
            <p:cNvGrpSpPr/>
            <p:nvPr/>
          </p:nvGrpSpPr>
          <p:grpSpPr>
            <a:xfrm rot="5400000">
              <a:off x="2177331" y="2945944"/>
              <a:ext cx="39925" cy="588775"/>
              <a:chOff x="1077500" y="1270525"/>
              <a:chExt cx="39925" cy="588775"/>
            </a:xfrm>
          </p:grpSpPr>
          <p:sp>
            <p:nvSpPr>
              <p:cNvPr id="1322" name="Google Shape;1322;p71"/>
              <p:cNvSpPr/>
              <p:nvPr/>
            </p:nvSpPr>
            <p:spPr>
              <a:xfrm>
                <a:off x="1077500" y="1270525"/>
                <a:ext cx="39925" cy="40200"/>
              </a:xfrm>
              <a:custGeom>
                <a:avLst/>
                <a:gdLst/>
                <a:ahLst/>
                <a:cxnLst/>
                <a:rect l="l" t="t" r="r" b="b"/>
                <a:pathLst>
                  <a:path w="1597" h="1608" extrusionOk="0">
                    <a:moveTo>
                      <a:pt x="798" y="0"/>
                    </a:moveTo>
                    <a:cubicBezTo>
                      <a:pt x="358" y="0"/>
                      <a:pt x="1" y="370"/>
                      <a:pt x="1" y="810"/>
                    </a:cubicBezTo>
                    <a:cubicBezTo>
                      <a:pt x="1" y="1251"/>
                      <a:pt x="358" y="1608"/>
                      <a:pt x="798" y="1608"/>
                    </a:cubicBezTo>
                    <a:cubicBezTo>
                      <a:pt x="1239" y="1608"/>
                      <a:pt x="1596" y="1251"/>
                      <a:pt x="1596" y="810"/>
                    </a:cubicBezTo>
                    <a:lnTo>
                      <a:pt x="1596" y="786"/>
                    </a:lnTo>
                    <a:cubicBezTo>
                      <a:pt x="1596" y="346"/>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71"/>
              <p:cNvSpPr/>
              <p:nvPr/>
            </p:nvSpPr>
            <p:spPr>
              <a:xfrm>
                <a:off x="1077500" y="1475900"/>
                <a:ext cx="39925" cy="40800"/>
              </a:xfrm>
              <a:custGeom>
                <a:avLst/>
                <a:gdLst/>
                <a:ahLst/>
                <a:cxnLst/>
                <a:rect l="l" t="t" r="r" b="b"/>
                <a:pathLst>
                  <a:path w="1597" h="1632" extrusionOk="0">
                    <a:moveTo>
                      <a:pt x="798" y="1"/>
                    </a:moveTo>
                    <a:cubicBezTo>
                      <a:pt x="358" y="1"/>
                      <a:pt x="1" y="358"/>
                      <a:pt x="1" y="798"/>
                    </a:cubicBezTo>
                    <a:lnTo>
                      <a:pt x="1" y="834"/>
                    </a:lnTo>
                    <a:cubicBezTo>
                      <a:pt x="1" y="1275"/>
                      <a:pt x="358" y="1632"/>
                      <a:pt x="798" y="1632"/>
                    </a:cubicBezTo>
                    <a:cubicBezTo>
                      <a:pt x="1239" y="1632"/>
                      <a:pt x="1596" y="1275"/>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71"/>
              <p:cNvSpPr/>
              <p:nvPr/>
            </p:nvSpPr>
            <p:spPr>
              <a:xfrm>
                <a:off x="1077500" y="1407150"/>
                <a:ext cx="39925" cy="40800"/>
              </a:xfrm>
              <a:custGeom>
                <a:avLst/>
                <a:gdLst/>
                <a:ahLst/>
                <a:cxnLst/>
                <a:rect l="l" t="t" r="r" b="b"/>
                <a:pathLst>
                  <a:path w="1597" h="1632" extrusionOk="0">
                    <a:moveTo>
                      <a:pt x="798" y="0"/>
                    </a:moveTo>
                    <a:cubicBezTo>
                      <a:pt x="358" y="0"/>
                      <a:pt x="1" y="358"/>
                      <a:pt x="1" y="798"/>
                    </a:cubicBezTo>
                    <a:lnTo>
                      <a:pt x="1" y="834"/>
                    </a:lnTo>
                    <a:cubicBezTo>
                      <a:pt x="1" y="1274"/>
                      <a:pt x="358" y="1632"/>
                      <a:pt x="798" y="1632"/>
                    </a:cubicBezTo>
                    <a:cubicBezTo>
                      <a:pt x="1239" y="1632"/>
                      <a:pt x="1596" y="1274"/>
                      <a:pt x="1596" y="834"/>
                    </a:cubicBezTo>
                    <a:lnTo>
                      <a:pt x="1596" y="798"/>
                    </a:lnTo>
                    <a:cubicBezTo>
                      <a:pt x="1596" y="358"/>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71"/>
              <p:cNvSpPr/>
              <p:nvPr/>
            </p:nvSpPr>
            <p:spPr>
              <a:xfrm>
                <a:off x="1077500" y="1544375"/>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326;p71"/>
              <p:cNvSpPr/>
              <p:nvPr/>
            </p:nvSpPr>
            <p:spPr>
              <a:xfrm>
                <a:off x="1077500" y="1338675"/>
                <a:ext cx="39925" cy="40525"/>
              </a:xfrm>
              <a:custGeom>
                <a:avLst/>
                <a:gdLst/>
                <a:ahLst/>
                <a:cxnLst/>
                <a:rect l="l" t="t" r="r" b="b"/>
                <a:pathLst>
                  <a:path w="1597" h="1621" extrusionOk="0">
                    <a:moveTo>
                      <a:pt x="798" y="1"/>
                    </a:moveTo>
                    <a:cubicBezTo>
                      <a:pt x="358" y="1"/>
                      <a:pt x="1" y="358"/>
                      <a:pt x="1" y="799"/>
                    </a:cubicBezTo>
                    <a:lnTo>
                      <a:pt x="1" y="834"/>
                    </a:lnTo>
                    <a:cubicBezTo>
                      <a:pt x="1" y="1275"/>
                      <a:pt x="358" y="1620"/>
                      <a:pt x="798" y="1620"/>
                    </a:cubicBezTo>
                    <a:cubicBezTo>
                      <a:pt x="1239" y="1620"/>
                      <a:pt x="1596" y="1263"/>
                      <a:pt x="1596" y="834"/>
                    </a:cubicBezTo>
                    <a:lnTo>
                      <a:pt x="1596" y="799"/>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71"/>
              <p:cNvSpPr/>
              <p:nvPr/>
            </p:nvSpPr>
            <p:spPr>
              <a:xfrm>
                <a:off x="1077500" y="1613125"/>
                <a:ext cx="39925" cy="40800"/>
              </a:xfrm>
              <a:custGeom>
                <a:avLst/>
                <a:gdLst/>
                <a:ahLst/>
                <a:cxnLst/>
                <a:rect l="l" t="t" r="r" b="b"/>
                <a:pathLst>
                  <a:path w="1597" h="1632" extrusionOk="0">
                    <a:moveTo>
                      <a:pt x="798" y="1"/>
                    </a:moveTo>
                    <a:cubicBezTo>
                      <a:pt x="358" y="1"/>
                      <a:pt x="1" y="358"/>
                      <a:pt x="1" y="798"/>
                    </a:cubicBezTo>
                    <a:lnTo>
                      <a:pt x="1" y="834"/>
                    </a:lnTo>
                    <a:cubicBezTo>
                      <a:pt x="1" y="1274"/>
                      <a:pt x="358" y="1632"/>
                      <a:pt x="798" y="1632"/>
                    </a:cubicBezTo>
                    <a:cubicBezTo>
                      <a:pt x="1239" y="1632"/>
                      <a:pt x="1596" y="1274"/>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71"/>
              <p:cNvSpPr/>
              <p:nvPr/>
            </p:nvSpPr>
            <p:spPr>
              <a:xfrm>
                <a:off x="1077500" y="1681875"/>
                <a:ext cx="39925" cy="40525"/>
              </a:xfrm>
              <a:custGeom>
                <a:avLst/>
                <a:gdLst/>
                <a:ahLst/>
                <a:cxnLst/>
                <a:rect l="l" t="t" r="r" b="b"/>
                <a:pathLst>
                  <a:path w="1597" h="1621" extrusionOk="0">
                    <a:moveTo>
                      <a:pt x="798" y="1"/>
                    </a:moveTo>
                    <a:cubicBezTo>
                      <a:pt x="358" y="1"/>
                      <a:pt x="1" y="358"/>
                      <a:pt x="1" y="787"/>
                    </a:cubicBezTo>
                    <a:lnTo>
                      <a:pt x="1" y="822"/>
                    </a:lnTo>
                    <a:cubicBezTo>
                      <a:pt x="1" y="1263"/>
                      <a:pt x="358" y="1620"/>
                      <a:pt x="798" y="1620"/>
                    </a:cubicBezTo>
                    <a:cubicBezTo>
                      <a:pt x="1239" y="1620"/>
                      <a:pt x="1596" y="1263"/>
                      <a:pt x="1596" y="822"/>
                    </a:cubicBezTo>
                    <a:lnTo>
                      <a:pt x="1596" y="787"/>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71"/>
              <p:cNvSpPr/>
              <p:nvPr/>
            </p:nvSpPr>
            <p:spPr>
              <a:xfrm>
                <a:off x="1077500" y="1750350"/>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71"/>
              <p:cNvSpPr/>
              <p:nvPr/>
            </p:nvSpPr>
            <p:spPr>
              <a:xfrm>
                <a:off x="1077500" y="1819100"/>
                <a:ext cx="39925" cy="40200"/>
              </a:xfrm>
              <a:custGeom>
                <a:avLst/>
                <a:gdLst/>
                <a:ahLst/>
                <a:cxnLst/>
                <a:rect l="l" t="t" r="r" b="b"/>
                <a:pathLst>
                  <a:path w="1597" h="1608" extrusionOk="0">
                    <a:moveTo>
                      <a:pt x="798" y="1"/>
                    </a:moveTo>
                    <a:cubicBezTo>
                      <a:pt x="358" y="1"/>
                      <a:pt x="1" y="358"/>
                      <a:pt x="1" y="786"/>
                    </a:cubicBezTo>
                    <a:lnTo>
                      <a:pt x="1" y="810"/>
                    </a:lnTo>
                    <a:cubicBezTo>
                      <a:pt x="1" y="1251"/>
                      <a:pt x="358" y="1608"/>
                      <a:pt x="798" y="1608"/>
                    </a:cubicBezTo>
                    <a:cubicBezTo>
                      <a:pt x="1239" y="1608"/>
                      <a:pt x="1596" y="1251"/>
                      <a:pt x="1596" y="810"/>
                    </a:cubicBezTo>
                    <a:lnTo>
                      <a:pt x="1596" y="786"/>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1" name="Google Shape;1331;p71"/>
            <p:cNvGrpSpPr/>
            <p:nvPr/>
          </p:nvGrpSpPr>
          <p:grpSpPr>
            <a:xfrm rot="5400000">
              <a:off x="2326019" y="3072881"/>
              <a:ext cx="39900" cy="886125"/>
              <a:chOff x="1215325" y="973175"/>
              <a:chExt cx="39900" cy="886125"/>
            </a:xfrm>
          </p:grpSpPr>
          <p:sp>
            <p:nvSpPr>
              <p:cNvPr id="1332" name="Google Shape;1332;p71"/>
              <p:cNvSpPr/>
              <p:nvPr/>
            </p:nvSpPr>
            <p:spPr>
              <a:xfrm>
                <a:off x="1215325" y="973175"/>
                <a:ext cx="39900" cy="40500"/>
              </a:xfrm>
              <a:custGeom>
                <a:avLst/>
                <a:gdLst/>
                <a:ahLst/>
                <a:cxnLst/>
                <a:rect l="l" t="t" r="r" b="b"/>
                <a:pathLst>
                  <a:path w="1596" h="1620" extrusionOk="0">
                    <a:moveTo>
                      <a:pt x="798" y="0"/>
                    </a:moveTo>
                    <a:cubicBezTo>
                      <a:pt x="357" y="0"/>
                      <a:pt x="0" y="357"/>
                      <a:pt x="0" y="798"/>
                    </a:cubicBezTo>
                    <a:lnTo>
                      <a:pt x="0" y="822"/>
                    </a:lnTo>
                    <a:cubicBezTo>
                      <a:pt x="0" y="1262"/>
                      <a:pt x="357" y="1619"/>
                      <a:pt x="798" y="1619"/>
                    </a:cubicBezTo>
                    <a:cubicBezTo>
                      <a:pt x="1238" y="1619"/>
                      <a:pt x="1596" y="1262"/>
                      <a:pt x="1596" y="822"/>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71"/>
              <p:cNvSpPr/>
              <p:nvPr/>
            </p:nvSpPr>
            <p:spPr>
              <a:xfrm>
                <a:off x="1215325" y="1168125"/>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63"/>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71"/>
              <p:cNvSpPr/>
              <p:nvPr/>
            </p:nvSpPr>
            <p:spPr>
              <a:xfrm>
                <a:off x="1215325" y="1753925"/>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71"/>
              <p:cNvSpPr/>
              <p:nvPr/>
            </p:nvSpPr>
            <p:spPr>
              <a:xfrm>
                <a:off x="1215325" y="1688725"/>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75"/>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71"/>
              <p:cNvSpPr/>
              <p:nvPr/>
            </p:nvSpPr>
            <p:spPr>
              <a:xfrm>
                <a:off x="1215325" y="1558650"/>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75"/>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71"/>
              <p:cNvSpPr/>
              <p:nvPr/>
            </p:nvSpPr>
            <p:spPr>
              <a:xfrm>
                <a:off x="1215325" y="1038050"/>
                <a:ext cx="39900" cy="40500"/>
              </a:xfrm>
              <a:custGeom>
                <a:avLst/>
                <a:gdLst/>
                <a:ahLst/>
                <a:cxnLst/>
                <a:rect l="l" t="t" r="r" b="b"/>
                <a:pathLst>
                  <a:path w="1596" h="1620" extrusionOk="0">
                    <a:moveTo>
                      <a:pt x="798" y="1"/>
                    </a:moveTo>
                    <a:cubicBezTo>
                      <a:pt x="357" y="1"/>
                      <a:pt x="0" y="358"/>
                      <a:pt x="0" y="798"/>
                    </a:cubicBezTo>
                    <a:lnTo>
                      <a:pt x="0" y="822"/>
                    </a:lnTo>
                    <a:cubicBezTo>
                      <a:pt x="0" y="1263"/>
                      <a:pt x="357" y="1620"/>
                      <a:pt x="798" y="1620"/>
                    </a:cubicBezTo>
                    <a:cubicBezTo>
                      <a:pt x="1238" y="1620"/>
                      <a:pt x="1596" y="1263"/>
                      <a:pt x="1596" y="822"/>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71"/>
              <p:cNvSpPr/>
              <p:nvPr/>
            </p:nvSpPr>
            <p:spPr>
              <a:xfrm>
                <a:off x="1215325" y="1102950"/>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71"/>
              <p:cNvSpPr/>
              <p:nvPr/>
            </p:nvSpPr>
            <p:spPr>
              <a:xfrm>
                <a:off x="1215325" y="1623850"/>
                <a:ext cx="39900" cy="40500"/>
              </a:xfrm>
              <a:custGeom>
                <a:avLst/>
                <a:gdLst/>
                <a:ahLst/>
                <a:cxnLst/>
                <a:rect l="l" t="t" r="r" b="b"/>
                <a:pathLst>
                  <a:path w="1596" h="1620" extrusionOk="0">
                    <a:moveTo>
                      <a:pt x="798" y="0"/>
                    </a:moveTo>
                    <a:cubicBezTo>
                      <a:pt x="357" y="0"/>
                      <a:pt x="0" y="357"/>
                      <a:pt x="0" y="798"/>
                    </a:cubicBezTo>
                    <a:lnTo>
                      <a:pt x="0" y="822"/>
                    </a:lnTo>
                    <a:cubicBezTo>
                      <a:pt x="0" y="1262"/>
                      <a:pt x="357" y="1619"/>
                      <a:pt x="798" y="1619"/>
                    </a:cubicBezTo>
                    <a:cubicBezTo>
                      <a:pt x="1238" y="1619"/>
                      <a:pt x="1596" y="1262"/>
                      <a:pt x="1596" y="822"/>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71"/>
              <p:cNvSpPr/>
              <p:nvPr/>
            </p:nvSpPr>
            <p:spPr>
              <a:xfrm>
                <a:off x="1215325" y="1428575"/>
                <a:ext cx="39900" cy="40500"/>
              </a:xfrm>
              <a:custGeom>
                <a:avLst/>
                <a:gdLst/>
                <a:ahLst/>
                <a:cxnLst/>
                <a:rect l="l" t="t" r="r" b="b"/>
                <a:pathLst>
                  <a:path w="1596" h="1620" extrusionOk="0">
                    <a:moveTo>
                      <a:pt x="798" y="1"/>
                    </a:moveTo>
                    <a:cubicBezTo>
                      <a:pt x="357" y="1"/>
                      <a:pt x="0" y="358"/>
                      <a:pt x="0" y="798"/>
                    </a:cubicBezTo>
                    <a:lnTo>
                      <a:pt x="0" y="822"/>
                    </a:lnTo>
                    <a:cubicBezTo>
                      <a:pt x="0" y="1263"/>
                      <a:pt x="357" y="1620"/>
                      <a:pt x="798" y="1620"/>
                    </a:cubicBezTo>
                    <a:cubicBezTo>
                      <a:pt x="1238" y="1620"/>
                      <a:pt x="1596" y="1263"/>
                      <a:pt x="1596" y="822"/>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71"/>
              <p:cNvSpPr/>
              <p:nvPr/>
            </p:nvSpPr>
            <p:spPr>
              <a:xfrm>
                <a:off x="1215325" y="1233325"/>
                <a:ext cx="39900" cy="40500"/>
              </a:xfrm>
              <a:custGeom>
                <a:avLst/>
                <a:gdLst/>
                <a:ahLst/>
                <a:cxnLst/>
                <a:rect l="l" t="t" r="r" b="b"/>
                <a:pathLst>
                  <a:path w="1596" h="1620" extrusionOk="0">
                    <a:moveTo>
                      <a:pt x="798" y="0"/>
                    </a:moveTo>
                    <a:cubicBezTo>
                      <a:pt x="357" y="0"/>
                      <a:pt x="0" y="357"/>
                      <a:pt x="0" y="798"/>
                    </a:cubicBezTo>
                    <a:lnTo>
                      <a:pt x="0" y="822"/>
                    </a:lnTo>
                    <a:cubicBezTo>
                      <a:pt x="0" y="1262"/>
                      <a:pt x="357" y="1619"/>
                      <a:pt x="798" y="1619"/>
                    </a:cubicBezTo>
                    <a:cubicBezTo>
                      <a:pt x="1238" y="1619"/>
                      <a:pt x="1596" y="1262"/>
                      <a:pt x="1596" y="822"/>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71"/>
              <p:cNvSpPr/>
              <p:nvPr/>
            </p:nvSpPr>
            <p:spPr>
              <a:xfrm>
                <a:off x="1215325" y="1493475"/>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71"/>
              <p:cNvSpPr/>
              <p:nvPr/>
            </p:nvSpPr>
            <p:spPr>
              <a:xfrm>
                <a:off x="1215325" y="1298200"/>
                <a:ext cx="39900" cy="40800"/>
              </a:xfrm>
              <a:custGeom>
                <a:avLst/>
                <a:gdLst/>
                <a:ahLst/>
                <a:cxnLst/>
                <a:rect l="l" t="t" r="r" b="b"/>
                <a:pathLst>
                  <a:path w="1596" h="1632" extrusionOk="0">
                    <a:moveTo>
                      <a:pt x="798" y="1"/>
                    </a:moveTo>
                    <a:cubicBezTo>
                      <a:pt x="357" y="1"/>
                      <a:pt x="0" y="358"/>
                      <a:pt x="0" y="798"/>
                    </a:cubicBezTo>
                    <a:lnTo>
                      <a:pt x="0" y="834"/>
                    </a:lnTo>
                    <a:cubicBezTo>
                      <a:pt x="0" y="1275"/>
                      <a:pt x="357" y="1632"/>
                      <a:pt x="798" y="1632"/>
                    </a:cubicBezTo>
                    <a:cubicBezTo>
                      <a:pt x="1238" y="1632"/>
                      <a:pt x="1596" y="1275"/>
                      <a:pt x="1596" y="834"/>
                    </a:cubicBezTo>
                    <a:lnTo>
                      <a:pt x="1596" y="798"/>
                    </a:lnTo>
                    <a:cubicBezTo>
                      <a:pt x="1596" y="358"/>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71"/>
              <p:cNvSpPr/>
              <p:nvPr/>
            </p:nvSpPr>
            <p:spPr>
              <a:xfrm>
                <a:off x="1215325" y="1363400"/>
                <a:ext cx="39900" cy="40800"/>
              </a:xfrm>
              <a:custGeom>
                <a:avLst/>
                <a:gdLst/>
                <a:ahLst/>
                <a:cxnLst/>
                <a:rect l="l" t="t" r="r" b="b"/>
                <a:pathLst>
                  <a:path w="1596" h="1632" extrusionOk="0">
                    <a:moveTo>
                      <a:pt x="798" y="0"/>
                    </a:moveTo>
                    <a:cubicBezTo>
                      <a:pt x="357" y="0"/>
                      <a:pt x="0" y="357"/>
                      <a:pt x="0" y="798"/>
                    </a:cubicBezTo>
                    <a:lnTo>
                      <a:pt x="0" y="834"/>
                    </a:lnTo>
                    <a:cubicBezTo>
                      <a:pt x="0" y="1274"/>
                      <a:pt x="357" y="1631"/>
                      <a:pt x="798" y="1631"/>
                    </a:cubicBezTo>
                    <a:cubicBezTo>
                      <a:pt x="1238" y="1631"/>
                      <a:pt x="1596" y="1274"/>
                      <a:pt x="1596" y="834"/>
                    </a:cubicBezTo>
                    <a:lnTo>
                      <a:pt x="1596" y="798"/>
                    </a:lnTo>
                    <a:cubicBezTo>
                      <a:pt x="1596" y="357"/>
                      <a:pt x="1238"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71"/>
              <p:cNvSpPr/>
              <p:nvPr/>
            </p:nvSpPr>
            <p:spPr>
              <a:xfrm>
                <a:off x="1215325" y="1819100"/>
                <a:ext cx="39900" cy="40200"/>
              </a:xfrm>
              <a:custGeom>
                <a:avLst/>
                <a:gdLst/>
                <a:ahLst/>
                <a:cxnLst/>
                <a:rect l="l" t="t" r="r" b="b"/>
                <a:pathLst>
                  <a:path w="1596" h="1608" extrusionOk="0">
                    <a:moveTo>
                      <a:pt x="798" y="1"/>
                    </a:moveTo>
                    <a:cubicBezTo>
                      <a:pt x="357" y="1"/>
                      <a:pt x="0" y="358"/>
                      <a:pt x="0" y="786"/>
                    </a:cubicBezTo>
                    <a:lnTo>
                      <a:pt x="0" y="810"/>
                    </a:lnTo>
                    <a:cubicBezTo>
                      <a:pt x="0" y="1251"/>
                      <a:pt x="357" y="1608"/>
                      <a:pt x="798" y="1608"/>
                    </a:cubicBezTo>
                    <a:cubicBezTo>
                      <a:pt x="1238" y="1608"/>
                      <a:pt x="1596" y="1251"/>
                      <a:pt x="1596" y="810"/>
                    </a:cubicBezTo>
                    <a:lnTo>
                      <a:pt x="1596" y="786"/>
                    </a:lnTo>
                    <a:cubicBezTo>
                      <a:pt x="1596" y="346"/>
                      <a:pt x="1238"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71"/>
            <p:cNvGrpSpPr/>
            <p:nvPr/>
          </p:nvGrpSpPr>
          <p:grpSpPr>
            <a:xfrm rot="5400000">
              <a:off x="2177331" y="3359369"/>
              <a:ext cx="39925" cy="588775"/>
              <a:chOff x="1077500" y="1270525"/>
              <a:chExt cx="39925" cy="588775"/>
            </a:xfrm>
          </p:grpSpPr>
          <p:sp>
            <p:nvSpPr>
              <p:cNvPr id="1347" name="Google Shape;1347;p71"/>
              <p:cNvSpPr/>
              <p:nvPr/>
            </p:nvSpPr>
            <p:spPr>
              <a:xfrm>
                <a:off x="1077500" y="1270525"/>
                <a:ext cx="39925" cy="40200"/>
              </a:xfrm>
              <a:custGeom>
                <a:avLst/>
                <a:gdLst/>
                <a:ahLst/>
                <a:cxnLst/>
                <a:rect l="l" t="t" r="r" b="b"/>
                <a:pathLst>
                  <a:path w="1597" h="1608" extrusionOk="0">
                    <a:moveTo>
                      <a:pt x="798" y="0"/>
                    </a:moveTo>
                    <a:cubicBezTo>
                      <a:pt x="358" y="0"/>
                      <a:pt x="1" y="370"/>
                      <a:pt x="1" y="810"/>
                    </a:cubicBezTo>
                    <a:cubicBezTo>
                      <a:pt x="1" y="1251"/>
                      <a:pt x="358" y="1608"/>
                      <a:pt x="798" y="1608"/>
                    </a:cubicBezTo>
                    <a:cubicBezTo>
                      <a:pt x="1239" y="1608"/>
                      <a:pt x="1596" y="1251"/>
                      <a:pt x="1596" y="810"/>
                    </a:cubicBezTo>
                    <a:lnTo>
                      <a:pt x="1596" y="786"/>
                    </a:lnTo>
                    <a:cubicBezTo>
                      <a:pt x="1596" y="346"/>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348;p71"/>
              <p:cNvSpPr/>
              <p:nvPr/>
            </p:nvSpPr>
            <p:spPr>
              <a:xfrm>
                <a:off x="1077500" y="1475900"/>
                <a:ext cx="39925" cy="40800"/>
              </a:xfrm>
              <a:custGeom>
                <a:avLst/>
                <a:gdLst/>
                <a:ahLst/>
                <a:cxnLst/>
                <a:rect l="l" t="t" r="r" b="b"/>
                <a:pathLst>
                  <a:path w="1597" h="1632" extrusionOk="0">
                    <a:moveTo>
                      <a:pt x="798" y="1"/>
                    </a:moveTo>
                    <a:cubicBezTo>
                      <a:pt x="358" y="1"/>
                      <a:pt x="1" y="358"/>
                      <a:pt x="1" y="798"/>
                    </a:cubicBezTo>
                    <a:lnTo>
                      <a:pt x="1" y="834"/>
                    </a:lnTo>
                    <a:cubicBezTo>
                      <a:pt x="1" y="1275"/>
                      <a:pt x="358" y="1632"/>
                      <a:pt x="798" y="1632"/>
                    </a:cubicBezTo>
                    <a:cubicBezTo>
                      <a:pt x="1239" y="1632"/>
                      <a:pt x="1596" y="1275"/>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349;p71"/>
              <p:cNvSpPr/>
              <p:nvPr/>
            </p:nvSpPr>
            <p:spPr>
              <a:xfrm>
                <a:off x="1077500" y="1407150"/>
                <a:ext cx="39925" cy="40800"/>
              </a:xfrm>
              <a:custGeom>
                <a:avLst/>
                <a:gdLst/>
                <a:ahLst/>
                <a:cxnLst/>
                <a:rect l="l" t="t" r="r" b="b"/>
                <a:pathLst>
                  <a:path w="1597" h="1632" extrusionOk="0">
                    <a:moveTo>
                      <a:pt x="798" y="0"/>
                    </a:moveTo>
                    <a:cubicBezTo>
                      <a:pt x="358" y="0"/>
                      <a:pt x="1" y="358"/>
                      <a:pt x="1" y="798"/>
                    </a:cubicBezTo>
                    <a:lnTo>
                      <a:pt x="1" y="834"/>
                    </a:lnTo>
                    <a:cubicBezTo>
                      <a:pt x="1" y="1274"/>
                      <a:pt x="358" y="1632"/>
                      <a:pt x="798" y="1632"/>
                    </a:cubicBezTo>
                    <a:cubicBezTo>
                      <a:pt x="1239" y="1632"/>
                      <a:pt x="1596" y="1274"/>
                      <a:pt x="1596" y="834"/>
                    </a:cubicBezTo>
                    <a:lnTo>
                      <a:pt x="1596" y="798"/>
                    </a:lnTo>
                    <a:cubicBezTo>
                      <a:pt x="1596" y="358"/>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71"/>
              <p:cNvSpPr/>
              <p:nvPr/>
            </p:nvSpPr>
            <p:spPr>
              <a:xfrm>
                <a:off x="1077500" y="1544375"/>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71"/>
              <p:cNvSpPr/>
              <p:nvPr/>
            </p:nvSpPr>
            <p:spPr>
              <a:xfrm>
                <a:off x="1077500" y="1338675"/>
                <a:ext cx="39925" cy="40525"/>
              </a:xfrm>
              <a:custGeom>
                <a:avLst/>
                <a:gdLst/>
                <a:ahLst/>
                <a:cxnLst/>
                <a:rect l="l" t="t" r="r" b="b"/>
                <a:pathLst>
                  <a:path w="1597" h="1621" extrusionOk="0">
                    <a:moveTo>
                      <a:pt x="798" y="1"/>
                    </a:moveTo>
                    <a:cubicBezTo>
                      <a:pt x="358" y="1"/>
                      <a:pt x="1" y="358"/>
                      <a:pt x="1" y="799"/>
                    </a:cubicBezTo>
                    <a:lnTo>
                      <a:pt x="1" y="834"/>
                    </a:lnTo>
                    <a:cubicBezTo>
                      <a:pt x="1" y="1275"/>
                      <a:pt x="358" y="1620"/>
                      <a:pt x="798" y="1620"/>
                    </a:cubicBezTo>
                    <a:cubicBezTo>
                      <a:pt x="1239" y="1620"/>
                      <a:pt x="1596" y="1263"/>
                      <a:pt x="1596" y="834"/>
                    </a:cubicBezTo>
                    <a:lnTo>
                      <a:pt x="1596" y="799"/>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71"/>
              <p:cNvSpPr/>
              <p:nvPr/>
            </p:nvSpPr>
            <p:spPr>
              <a:xfrm>
                <a:off x="1077500" y="1613125"/>
                <a:ext cx="39925" cy="40800"/>
              </a:xfrm>
              <a:custGeom>
                <a:avLst/>
                <a:gdLst/>
                <a:ahLst/>
                <a:cxnLst/>
                <a:rect l="l" t="t" r="r" b="b"/>
                <a:pathLst>
                  <a:path w="1597" h="1632" extrusionOk="0">
                    <a:moveTo>
                      <a:pt x="798" y="1"/>
                    </a:moveTo>
                    <a:cubicBezTo>
                      <a:pt x="358" y="1"/>
                      <a:pt x="1" y="358"/>
                      <a:pt x="1" y="798"/>
                    </a:cubicBezTo>
                    <a:lnTo>
                      <a:pt x="1" y="834"/>
                    </a:lnTo>
                    <a:cubicBezTo>
                      <a:pt x="1" y="1274"/>
                      <a:pt x="358" y="1632"/>
                      <a:pt x="798" y="1632"/>
                    </a:cubicBezTo>
                    <a:cubicBezTo>
                      <a:pt x="1239" y="1632"/>
                      <a:pt x="1596" y="1274"/>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71"/>
              <p:cNvSpPr/>
              <p:nvPr/>
            </p:nvSpPr>
            <p:spPr>
              <a:xfrm>
                <a:off x="1077500" y="1681875"/>
                <a:ext cx="39925" cy="40525"/>
              </a:xfrm>
              <a:custGeom>
                <a:avLst/>
                <a:gdLst/>
                <a:ahLst/>
                <a:cxnLst/>
                <a:rect l="l" t="t" r="r" b="b"/>
                <a:pathLst>
                  <a:path w="1597" h="1621" extrusionOk="0">
                    <a:moveTo>
                      <a:pt x="798" y="1"/>
                    </a:moveTo>
                    <a:cubicBezTo>
                      <a:pt x="358" y="1"/>
                      <a:pt x="1" y="358"/>
                      <a:pt x="1" y="787"/>
                    </a:cubicBezTo>
                    <a:lnTo>
                      <a:pt x="1" y="822"/>
                    </a:lnTo>
                    <a:cubicBezTo>
                      <a:pt x="1" y="1263"/>
                      <a:pt x="358" y="1620"/>
                      <a:pt x="798" y="1620"/>
                    </a:cubicBezTo>
                    <a:cubicBezTo>
                      <a:pt x="1239" y="1620"/>
                      <a:pt x="1596" y="1263"/>
                      <a:pt x="1596" y="822"/>
                    </a:cubicBezTo>
                    <a:lnTo>
                      <a:pt x="1596" y="787"/>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71"/>
              <p:cNvSpPr/>
              <p:nvPr/>
            </p:nvSpPr>
            <p:spPr>
              <a:xfrm>
                <a:off x="1077500" y="1750350"/>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71"/>
              <p:cNvSpPr/>
              <p:nvPr/>
            </p:nvSpPr>
            <p:spPr>
              <a:xfrm>
                <a:off x="1077500" y="1819100"/>
                <a:ext cx="39925" cy="40200"/>
              </a:xfrm>
              <a:custGeom>
                <a:avLst/>
                <a:gdLst/>
                <a:ahLst/>
                <a:cxnLst/>
                <a:rect l="l" t="t" r="r" b="b"/>
                <a:pathLst>
                  <a:path w="1597" h="1608" extrusionOk="0">
                    <a:moveTo>
                      <a:pt x="798" y="1"/>
                    </a:moveTo>
                    <a:cubicBezTo>
                      <a:pt x="358" y="1"/>
                      <a:pt x="1" y="358"/>
                      <a:pt x="1" y="786"/>
                    </a:cubicBezTo>
                    <a:lnTo>
                      <a:pt x="1" y="810"/>
                    </a:lnTo>
                    <a:cubicBezTo>
                      <a:pt x="1" y="1251"/>
                      <a:pt x="358" y="1608"/>
                      <a:pt x="798" y="1608"/>
                    </a:cubicBezTo>
                    <a:cubicBezTo>
                      <a:pt x="1239" y="1608"/>
                      <a:pt x="1596" y="1251"/>
                      <a:pt x="1596" y="810"/>
                    </a:cubicBezTo>
                    <a:lnTo>
                      <a:pt x="1596" y="786"/>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56" name="Google Shape;1356;p71"/>
          <p:cNvGrpSpPr/>
          <p:nvPr/>
        </p:nvGrpSpPr>
        <p:grpSpPr>
          <a:xfrm>
            <a:off x="758150" y="3372600"/>
            <a:ext cx="359000" cy="359000"/>
            <a:chOff x="1881475" y="1968225"/>
            <a:chExt cx="359000" cy="359000"/>
          </a:xfrm>
        </p:grpSpPr>
        <p:sp>
          <p:nvSpPr>
            <p:cNvPr id="1357" name="Google Shape;1357;p71"/>
            <p:cNvSpPr/>
            <p:nvPr/>
          </p:nvSpPr>
          <p:spPr>
            <a:xfrm>
              <a:off x="1881475" y="1968225"/>
              <a:ext cx="359000" cy="359000"/>
            </a:xfrm>
            <a:custGeom>
              <a:avLst/>
              <a:gdLst/>
              <a:ahLst/>
              <a:cxnLst/>
              <a:rect l="l" t="t" r="r" b="b"/>
              <a:pathLst>
                <a:path w="14360" h="14360" extrusionOk="0">
                  <a:moveTo>
                    <a:pt x="7180" y="870"/>
                  </a:moveTo>
                  <a:cubicBezTo>
                    <a:pt x="10657" y="870"/>
                    <a:pt x="13490" y="3703"/>
                    <a:pt x="13490" y="7180"/>
                  </a:cubicBezTo>
                  <a:cubicBezTo>
                    <a:pt x="13490" y="10669"/>
                    <a:pt x="10657" y="13502"/>
                    <a:pt x="7180" y="13502"/>
                  </a:cubicBezTo>
                  <a:cubicBezTo>
                    <a:pt x="3691" y="13502"/>
                    <a:pt x="858" y="10669"/>
                    <a:pt x="858" y="7180"/>
                  </a:cubicBezTo>
                  <a:cubicBezTo>
                    <a:pt x="858" y="3703"/>
                    <a:pt x="3691" y="870"/>
                    <a:pt x="7180" y="870"/>
                  </a:cubicBezTo>
                  <a:close/>
                  <a:moveTo>
                    <a:pt x="7180" y="1"/>
                  </a:moveTo>
                  <a:cubicBezTo>
                    <a:pt x="3215" y="1"/>
                    <a:pt x="0" y="3227"/>
                    <a:pt x="0" y="7180"/>
                  </a:cubicBezTo>
                  <a:cubicBezTo>
                    <a:pt x="0" y="11145"/>
                    <a:pt x="3215" y="14360"/>
                    <a:pt x="7180" y="14360"/>
                  </a:cubicBezTo>
                  <a:cubicBezTo>
                    <a:pt x="11133" y="14360"/>
                    <a:pt x="14359" y="11145"/>
                    <a:pt x="14359" y="7180"/>
                  </a:cubicBezTo>
                  <a:cubicBezTo>
                    <a:pt x="14359" y="3227"/>
                    <a:pt x="11133" y="1"/>
                    <a:pt x="71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71"/>
            <p:cNvSpPr/>
            <p:nvPr/>
          </p:nvSpPr>
          <p:spPr>
            <a:xfrm>
              <a:off x="1926725" y="2013475"/>
              <a:ext cx="268200" cy="268500"/>
            </a:xfrm>
            <a:custGeom>
              <a:avLst/>
              <a:gdLst/>
              <a:ahLst/>
              <a:cxnLst/>
              <a:rect l="l" t="t" r="r" b="b"/>
              <a:pathLst>
                <a:path w="10728" h="10740" extrusionOk="0">
                  <a:moveTo>
                    <a:pt x="5370" y="834"/>
                  </a:moveTo>
                  <a:cubicBezTo>
                    <a:pt x="7870" y="834"/>
                    <a:pt x="9906" y="2870"/>
                    <a:pt x="9906" y="5370"/>
                  </a:cubicBezTo>
                  <a:cubicBezTo>
                    <a:pt x="9906" y="7870"/>
                    <a:pt x="7870" y="9906"/>
                    <a:pt x="5370" y="9906"/>
                  </a:cubicBezTo>
                  <a:cubicBezTo>
                    <a:pt x="2870" y="9906"/>
                    <a:pt x="834" y="7870"/>
                    <a:pt x="834" y="5370"/>
                  </a:cubicBezTo>
                  <a:cubicBezTo>
                    <a:pt x="834" y="2870"/>
                    <a:pt x="2870" y="834"/>
                    <a:pt x="5370" y="834"/>
                  </a:cubicBezTo>
                  <a:close/>
                  <a:moveTo>
                    <a:pt x="5370" y="0"/>
                  </a:moveTo>
                  <a:cubicBezTo>
                    <a:pt x="2405" y="0"/>
                    <a:pt x="0" y="2417"/>
                    <a:pt x="0" y="5370"/>
                  </a:cubicBezTo>
                  <a:cubicBezTo>
                    <a:pt x="0" y="8335"/>
                    <a:pt x="2405" y="10740"/>
                    <a:pt x="5370" y="10740"/>
                  </a:cubicBezTo>
                  <a:cubicBezTo>
                    <a:pt x="8323" y="10740"/>
                    <a:pt x="10728" y="8335"/>
                    <a:pt x="10728" y="5370"/>
                  </a:cubicBezTo>
                  <a:cubicBezTo>
                    <a:pt x="10728" y="2417"/>
                    <a:pt x="8323" y="0"/>
                    <a:pt x="53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71"/>
            <p:cNvSpPr/>
            <p:nvPr/>
          </p:nvSpPr>
          <p:spPr>
            <a:xfrm>
              <a:off x="2010950" y="2065550"/>
              <a:ext cx="100050" cy="162550"/>
            </a:xfrm>
            <a:custGeom>
              <a:avLst/>
              <a:gdLst/>
              <a:ahLst/>
              <a:cxnLst/>
              <a:rect l="l" t="t" r="r" b="b"/>
              <a:pathLst>
                <a:path w="4002" h="6502" extrusionOk="0">
                  <a:moveTo>
                    <a:pt x="1775" y="1227"/>
                  </a:moveTo>
                  <a:lnTo>
                    <a:pt x="1775" y="2561"/>
                  </a:lnTo>
                  <a:cubicBezTo>
                    <a:pt x="1203" y="2370"/>
                    <a:pt x="1060" y="2180"/>
                    <a:pt x="1060" y="1858"/>
                  </a:cubicBezTo>
                  <a:cubicBezTo>
                    <a:pt x="1060" y="1549"/>
                    <a:pt x="1298" y="1275"/>
                    <a:pt x="1775" y="1227"/>
                  </a:cubicBezTo>
                  <a:close/>
                  <a:moveTo>
                    <a:pt x="2370" y="3609"/>
                  </a:moveTo>
                  <a:cubicBezTo>
                    <a:pt x="2953" y="3787"/>
                    <a:pt x="3120" y="3990"/>
                    <a:pt x="3120" y="4323"/>
                  </a:cubicBezTo>
                  <a:cubicBezTo>
                    <a:pt x="3120" y="4680"/>
                    <a:pt x="2858" y="4918"/>
                    <a:pt x="2370" y="4978"/>
                  </a:cubicBezTo>
                  <a:lnTo>
                    <a:pt x="2370" y="3609"/>
                  </a:lnTo>
                  <a:close/>
                  <a:moveTo>
                    <a:pt x="2084" y="1"/>
                  </a:moveTo>
                  <a:cubicBezTo>
                    <a:pt x="1894" y="1"/>
                    <a:pt x="1751" y="144"/>
                    <a:pt x="1751" y="322"/>
                  </a:cubicBezTo>
                  <a:lnTo>
                    <a:pt x="1751" y="477"/>
                  </a:lnTo>
                  <a:cubicBezTo>
                    <a:pt x="810" y="549"/>
                    <a:pt x="167" y="1108"/>
                    <a:pt x="167" y="1918"/>
                  </a:cubicBezTo>
                  <a:cubicBezTo>
                    <a:pt x="167" y="2763"/>
                    <a:pt x="679" y="3180"/>
                    <a:pt x="1775" y="3466"/>
                  </a:cubicBezTo>
                  <a:lnTo>
                    <a:pt x="1775" y="4942"/>
                  </a:lnTo>
                  <a:cubicBezTo>
                    <a:pt x="1370" y="4871"/>
                    <a:pt x="1025" y="4692"/>
                    <a:pt x="667" y="4442"/>
                  </a:cubicBezTo>
                  <a:cubicBezTo>
                    <a:pt x="596" y="4382"/>
                    <a:pt x="513" y="4359"/>
                    <a:pt x="417" y="4359"/>
                  </a:cubicBezTo>
                  <a:cubicBezTo>
                    <a:pt x="179" y="4359"/>
                    <a:pt x="1" y="4537"/>
                    <a:pt x="1" y="4775"/>
                  </a:cubicBezTo>
                  <a:cubicBezTo>
                    <a:pt x="1" y="4930"/>
                    <a:pt x="84" y="5049"/>
                    <a:pt x="203" y="5133"/>
                  </a:cubicBezTo>
                  <a:cubicBezTo>
                    <a:pt x="667" y="5454"/>
                    <a:pt x="1179" y="5656"/>
                    <a:pt x="1751" y="5716"/>
                  </a:cubicBezTo>
                  <a:lnTo>
                    <a:pt x="1751" y="6180"/>
                  </a:lnTo>
                  <a:cubicBezTo>
                    <a:pt x="1751" y="6359"/>
                    <a:pt x="1894" y="6502"/>
                    <a:pt x="2084" y="6502"/>
                  </a:cubicBezTo>
                  <a:cubicBezTo>
                    <a:pt x="2263" y="6502"/>
                    <a:pt x="2406" y="6359"/>
                    <a:pt x="2406" y="6180"/>
                  </a:cubicBezTo>
                  <a:lnTo>
                    <a:pt x="2406" y="5728"/>
                  </a:lnTo>
                  <a:cubicBezTo>
                    <a:pt x="3358" y="5645"/>
                    <a:pt x="4001" y="5097"/>
                    <a:pt x="4001" y="4263"/>
                  </a:cubicBezTo>
                  <a:cubicBezTo>
                    <a:pt x="4001" y="3442"/>
                    <a:pt x="3513" y="3001"/>
                    <a:pt x="2370" y="2716"/>
                  </a:cubicBezTo>
                  <a:lnTo>
                    <a:pt x="2370" y="1275"/>
                  </a:lnTo>
                  <a:cubicBezTo>
                    <a:pt x="2632" y="1334"/>
                    <a:pt x="2882" y="1454"/>
                    <a:pt x="3144" y="1608"/>
                  </a:cubicBezTo>
                  <a:cubicBezTo>
                    <a:pt x="3227" y="1656"/>
                    <a:pt x="3299" y="1680"/>
                    <a:pt x="3370" y="1680"/>
                  </a:cubicBezTo>
                  <a:cubicBezTo>
                    <a:pt x="3608" y="1680"/>
                    <a:pt x="3799" y="1489"/>
                    <a:pt x="3799" y="1263"/>
                  </a:cubicBezTo>
                  <a:cubicBezTo>
                    <a:pt x="3799" y="1084"/>
                    <a:pt x="3692" y="965"/>
                    <a:pt x="3573" y="906"/>
                  </a:cubicBezTo>
                  <a:cubicBezTo>
                    <a:pt x="3227" y="680"/>
                    <a:pt x="2846" y="537"/>
                    <a:pt x="2406" y="489"/>
                  </a:cubicBezTo>
                  <a:lnTo>
                    <a:pt x="2406" y="322"/>
                  </a:lnTo>
                  <a:cubicBezTo>
                    <a:pt x="2406" y="144"/>
                    <a:pt x="2263"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0" name="Google Shape;1360;p71"/>
          <p:cNvGrpSpPr/>
          <p:nvPr/>
        </p:nvGrpSpPr>
        <p:grpSpPr>
          <a:xfrm>
            <a:off x="758150" y="4097888"/>
            <a:ext cx="359000" cy="359000"/>
            <a:chOff x="1881475" y="1968225"/>
            <a:chExt cx="359000" cy="359000"/>
          </a:xfrm>
        </p:grpSpPr>
        <p:sp>
          <p:nvSpPr>
            <p:cNvPr id="1361" name="Google Shape;1361;p71"/>
            <p:cNvSpPr/>
            <p:nvPr/>
          </p:nvSpPr>
          <p:spPr>
            <a:xfrm>
              <a:off x="1881475" y="1968225"/>
              <a:ext cx="359000" cy="359000"/>
            </a:xfrm>
            <a:custGeom>
              <a:avLst/>
              <a:gdLst/>
              <a:ahLst/>
              <a:cxnLst/>
              <a:rect l="l" t="t" r="r" b="b"/>
              <a:pathLst>
                <a:path w="14360" h="14360" extrusionOk="0">
                  <a:moveTo>
                    <a:pt x="7180" y="870"/>
                  </a:moveTo>
                  <a:cubicBezTo>
                    <a:pt x="10657" y="870"/>
                    <a:pt x="13490" y="3703"/>
                    <a:pt x="13490" y="7180"/>
                  </a:cubicBezTo>
                  <a:cubicBezTo>
                    <a:pt x="13490" y="10669"/>
                    <a:pt x="10657" y="13502"/>
                    <a:pt x="7180" y="13502"/>
                  </a:cubicBezTo>
                  <a:cubicBezTo>
                    <a:pt x="3691" y="13502"/>
                    <a:pt x="858" y="10669"/>
                    <a:pt x="858" y="7180"/>
                  </a:cubicBezTo>
                  <a:cubicBezTo>
                    <a:pt x="858" y="3703"/>
                    <a:pt x="3691" y="870"/>
                    <a:pt x="7180" y="870"/>
                  </a:cubicBezTo>
                  <a:close/>
                  <a:moveTo>
                    <a:pt x="7180" y="1"/>
                  </a:moveTo>
                  <a:cubicBezTo>
                    <a:pt x="3215" y="1"/>
                    <a:pt x="0" y="3227"/>
                    <a:pt x="0" y="7180"/>
                  </a:cubicBezTo>
                  <a:cubicBezTo>
                    <a:pt x="0" y="11145"/>
                    <a:pt x="3215" y="14360"/>
                    <a:pt x="7180" y="14360"/>
                  </a:cubicBezTo>
                  <a:cubicBezTo>
                    <a:pt x="11133" y="14360"/>
                    <a:pt x="14359" y="11145"/>
                    <a:pt x="14359" y="7180"/>
                  </a:cubicBezTo>
                  <a:cubicBezTo>
                    <a:pt x="14359" y="3227"/>
                    <a:pt x="11133" y="1"/>
                    <a:pt x="71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71"/>
            <p:cNvSpPr/>
            <p:nvPr/>
          </p:nvSpPr>
          <p:spPr>
            <a:xfrm>
              <a:off x="1926725" y="2013475"/>
              <a:ext cx="268200" cy="268500"/>
            </a:xfrm>
            <a:custGeom>
              <a:avLst/>
              <a:gdLst/>
              <a:ahLst/>
              <a:cxnLst/>
              <a:rect l="l" t="t" r="r" b="b"/>
              <a:pathLst>
                <a:path w="10728" h="10740" extrusionOk="0">
                  <a:moveTo>
                    <a:pt x="5370" y="834"/>
                  </a:moveTo>
                  <a:cubicBezTo>
                    <a:pt x="7870" y="834"/>
                    <a:pt x="9906" y="2870"/>
                    <a:pt x="9906" y="5370"/>
                  </a:cubicBezTo>
                  <a:cubicBezTo>
                    <a:pt x="9906" y="7870"/>
                    <a:pt x="7870" y="9906"/>
                    <a:pt x="5370" y="9906"/>
                  </a:cubicBezTo>
                  <a:cubicBezTo>
                    <a:pt x="2870" y="9906"/>
                    <a:pt x="834" y="7870"/>
                    <a:pt x="834" y="5370"/>
                  </a:cubicBezTo>
                  <a:cubicBezTo>
                    <a:pt x="834" y="2870"/>
                    <a:pt x="2870" y="834"/>
                    <a:pt x="5370" y="834"/>
                  </a:cubicBezTo>
                  <a:close/>
                  <a:moveTo>
                    <a:pt x="5370" y="0"/>
                  </a:moveTo>
                  <a:cubicBezTo>
                    <a:pt x="2405" y="0"/>
                    <a:pt x="0" y="2417"/>
                    <a:pt x="0" y="5370"/>
                  </a:cubicBezTo>
                  <a:cubicBezTo>
                    <a:pt x="0" y="8335"/>
                    <a:pt x="2405" y="10740"/>
                    <a:pt x="5370" y="10740"/>
                  </a:cubicBezTo>
                  <a:cubicBezTo>
                    <a:pt x="8323" y="10740"/>
                    <a:pt x="10728" y="8335"/>
                    <a:pt x="10728" y="5370"/>
                  </a:cubicBezTo>
                  <a:cubicBezTo>
                    <a:pt x="10728" y="2417"/>
                    <a:pt x="8323" y="0"/>
                    <a:pt x="53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71"/>
            <p:cNvSpPr/>
            <p:nvPr/>
          </p:nvSpPr>
          <p:spPr>
            <a:xfrm>
              <a:off x="2010950" y="2065550"/>
              <a:ext cx="100050" cy="162550"/>
            </a:xfrm>
            <a:custGeom>
              <a:avLst/>
              <a:gdLst/>
              <a:ahLst/>
              <a:cxnLst/>
              <a:rect l="l" t="t" r="r" b="b"/>
              <a:pathLst>
                <a:path w="4002" h="6502" extrusionOk="0">
                  <a:moveTo>
                    <a:pt x="1775" y="1227"/>
                  </a:moveTo>
                  <a:lnTo>
                    <a:pt x="1775" y="2561"/>
                  </a:lnTo>
                  <a:cubicBezTo>
                    <a:pt x="1203" y="2370"/>
                    <a:pt x="1060" y="2180"/>
                    <a:pt x="1060" y="1858"/>
                  </a:cubicBezTo>
                  <a:cubicBezTo>
                    <a:pt x="1060" y="1549"/>
                    <a:pt x="1298" y="1275"/>
                    <a:pt x="1775" y="1227"/>
                  </a:cubicBezTo>
                  <a:close/>
                  <a:moveTo>
                    <a:pt x="2370" y="3609"/>
                  </a:moveTo>
                  <a:cubicBezTo>
                    <a:pt x="2953" y="3787"/>
                    <a:pt x="3120" y="3990"/>
                    <a:pt x="3120" y="4323"/>
                  </a:cubicBezTo>
                  <a:cubicBezTo>
                    <a:pt x="3120" y="4680"/>
                    <a:pt x="2858" y="4918"/>
                    <a:pt x="2370" y="4978"/>
                  </a:cubicBezTo>
                  <a:lnTo>
                    <a:pt x="2370" y="3609"/>
                  </a:lnTo>
                  <a:close/>
                  <a:moveTo>
                    <a:pt x="2084" y="1"/>
                  </a:moveTo>
                  <a:cubicBezTo>
                    <a:pt x="1894" y="1"/>
                    <a:pt x="1751" y="144"/>
                    <a:pt x="1751" y="322"/>
                  </a:cubicBezTo>
                  <a:lnTo>
                    <a:pt x="1751" y="477"/>
                  </a:lnTo>
                  <a:cubicBezTo>
                    <a:pt x="810" y="549"/>
                    <a:pt x="167" y="1108"/>
                    <a:pt x="167" y="1918"/>
                  </a:cubicBezTo>
                  <a:cubicBezTo>
                    <a:pt x="167" y="2763"/>
                    <a:pt x="679" y="3180"/>
                    <a:pt x="1775" y="3466"/>
                  </a:cubicBezTo>
                  <a:lnTo>
                    <a:pt x="1775" y="4942"/>
                  </a:lnTo>
                  <a:cubicBezTo>
                    <a:pt x="1370" y="4871"/>
                    <a:pt x="1025" y="4692"/>
                    <a:pt x="667" y="4442"/>
                  </a:cubicBezTo>
                  <a:cubicBezTo>
                    <a:pt x="596" y="4382"/>
                    <a:pt x="513" y="4359"/>
                    <a:pt x="417" y="4359"/>
                  </a:cubicBezTo>
                  <a:cubicBezTo>
                    <a:pt x="179" y="4359"/>
                    <a:pt x="1" y="4537"/>
                    <a:pt x="1" y="4775"/>
                  </a:cubicBezTo>
                  <a:cubicBezTo>
                    <a:pt x="1" y="4930"/>
                    <a:pt x="84" y="5049"/>
                    <a:pt x="203" y="5133"/>
                  </a:cubicBezTo>
                  <a:cubicBezTo>
                    <a:pt x="667" y="5454"/>
                    <a:pt x="1179" y="5656"/>
                    <a:pt x="1751" y="5716"/>
                  </a:cubicBezTo>
                  <a:lnTo>
                    <a:pt x="1751" y="6180"/>
                  </a:lnTo>
                  <a:cubicBezTo>
                    <a:pt x="1751" y="6359"/>
                    <a:pt x="1894" y="6502"/>
                    <a:pt x="2084" y="6502"/>
                  </a:cubicBezTo>
                  <a:cubicBezTo>
                    <a:pt x="2263" y="6502"/>
                    <a:pt x="2406" y="6359"/>
                    <a:pt x="2406" y="6180"/>
                  </a:cubicBezTo>
                  <a:lnTo>
                    <a:pt x="2406" y="5728"/>
                  </a:lnTo>
                  <a:cubicBezTo>
                    <a:pt x="3358" y="5645"/>
                    <a:pt x="4001" y="5097"/>
                    <a:pt x="4001" y="4263"/>
                  </a:cubicBezTo>
                  <a:cubicBezTo>
                    <a:pt x="4001" y="3442"/>
                    <a:pt x="3513" y="3001"/>
                    <a:pt x="2370" y="2716"/>
                  </a:cubicBezTo>
                  <a:lnTo>
                    <a:pt x="2370" y="1275"/>
                  </a:lnTo>
                  <a:cubicBezTo>
                    <a:pt x="2632" y="1334"/>
                    <a:pt x="2882" y="1454"/>
                    <a:pt x="3144" y="1608"/>
                  </a:cubicBezTo>
                  <a:cubicBezTo>
                    <a:pt x="3227" y="1656"/>
                    <a:pt x="3299" y="1680"/>
                    <a:pt x="3370" y="1680"/>
                  </a:cubicBezTo>
                  <a:cubicBezTo>
                    <a:pt x="3608" y="1680"/>
                    <a:pt x="3799" y="1489"/>
                    <a:pt x="3799" y="1263"/>
                  </a:cubicBezTo>
                  <a:cubicBezTo>
                    <a:pt x="3799" y="1084"/>
                    <a:pt x="3692" y="965"/>
                    <a:pt x="3573" y="906"/>
                  </a:cubicBezTo>
                  <a:cubicBezTo>
                    <a:pt x="3227" y="680"/>
                    <a:pt x="2846" y="537"/>
                    <a:pt x="2406" y="489"/>
                  </a:cubicBezTo>
                  <a:lnTo>
                    <a:pt x="2406" y="322"/>
                  </a:lnTo>
                  <a:cubicBezTo>
                    <a:pt x="2406" y="144"/>
                    <a:pt x="2263" y="1"/>
                    <a:pt x="20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4" name="Google Shape;1364;p71"/>
          <p:cNvSpPr/>
          <p:nvPr/>
        </p:nvSpPr>
        <p:spPr>
          <a:xfrm rot="10800000">
            <a:off x="1383363" y="4199650"/>
            <a:ext cx="409500" cy="314400"/>
          </a:xfrm>
          <a:prstGeom prst="bentArrow">
            <a:avLst>
              <a:gd name="adj1" fmla="val 9041"/>
              <a:gd name="adj2" fmla="val 25000"/>
              <a:gd name="adj3" fmla="val 25000"/>
              <a:gd name="adj4" fmla="val 4375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71"/>
          <p:cNvSpPr/>
          <p:nvPr/>
        </p:nvSpPr>
        <p:spPr>
          <a:xfrm flipH="1">
            <a:off x="1326063" y="2849250"/>
            <a:ext cx="466800" cy="154800"/>
          </a:xfrm>
          <a:prstGeom prst="rightArrow">
            <a:avLst>
              <a:gd name="adj1" fmla="val 18152"/>
              <a:gd name="adj2" fmla="val 5235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71"/>
          <p:cNvSpPr/>
          <p:nvPr/>
        </p:nvSpPr>
        <p:spPr>
          <a:xfrm rot="8100000" flipH="1">
            <a:off x="1326059" y="3334516"/>
            <a:ext cx="466690" cy="154856"/>
          </a:xfrm>
          <a:prstGeom prst="rightArrow">
            <a:avLst>
              <a:gd name="adj1" fmla="val 18152"/>
              <a:gd name="adj2" fmla="val 5235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71"/>
          <p:cNvSpPr/>
          <p:nvPr/>
        </p:nvSpPr>
        <p:spPr>
          <a:xfrm rot="8100000">
            <a:off x="1326059" y="3614866"/>
            <a:ext cx="466690" cy="154856"/>
          </a:xfrm>
          <a:prstGeom prst="rightArrow">
            <a:avLst>
              <a:gd name="adj1" fmla="val 18152"/>
              <a:gd name="adj2" fmla="val 52358"/>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8" name="Google Shape;1368;p71"/>
          <p:cNvGrpSpPr/>
          <p:nvPr/>
        </p:nvGrpSpPr>
        <p:grpSpPr>
          <a:xfrm>
            <a:off x="2001709" y="4055121"/>
            <a:ext cx="1009679" cy="444554"/>
            <a:chOff x="1902896" y="4055121"/>
            <a:chExt cx="1009679" cy="444554"/>
          </a:xfrm>
        </p:grpSpPr>
        <p:grpSp>
          <p:nvGrpSpPr>
            <p:cNvPr id="1369" name="Google Shape;1369;p71"/>
            <p:cNvGrpSpPr/>
            <p:nvPr/>
          </p:nvGrpSpPr>
          <p:grpSpPr>
            <a:xfrm rot="2700000">
              <a:off x="2105211" y="3983013"/>
              <a:ext cx="39925" cy="588769"/>
              <a:chOff x="1077500" y="1270525"/>
              <a:chExt cx="39925" cy="588775"/>
            </a:xfrm>
          </p:grpSpPr>
          <p:sp>
            <p:nvSpPr>
              <p:cNvPr id="1370" name="Google Shape;1370;p71"/>
              <p:cNvSpPr/>
              <p:nvPr/>
            </p:nvSpPr>
            <p:spPr>
              <a:xfrm>
                <a:off x="1077500" y="1270525"/>
                <a:ext cx="39925" cy="40200"/>
              </a:xfrm>
              <a:custGeom>
                <a:avLst/>
                <a:gdLst/>
                <a:ahLst/>
                <a:cxnLst/>
                <a:rect l="l" t="t" r="r" b="b"/>
                <a:pathLst>
                  <a:path w="1597" h="1608" extrusionOk="0">
                    <a:moveTo>
                      <a:pt x="798" y="0"/>
                    </a:moveTo>
                    <a:cubicBezTo>
                      <a:pt x="358" y="0"/>
                      <a:pt x="1" y="370"/>
                      <a:pt x="1" y="810"/>
                    </a:cubicBezTo>
                    <a:cubicBezTo>
                      <a:pt x="1" y="1251"/>
                      <a:pt x="358" y="1608"/>
                      <a:pt x="798" y="1608"/>
                    </a:cubicBezTo>
                    <a:cubicBezTo>
                      <a:pt x="1239" y="1608"/>
                      <a:pt x="1596" y="1251"/>
                      <a:pt x="1596" y="810"/>
                    </a:cubicBezTo>
                    <a:lnTo>
                      <a:pt x="1596" y="786"/>
                    </a:lnTo>
                    <a:cubicBezTo>
                      <a:pt x="1596" y="346"/>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71"/>
              <p:cNvSpPr/>
              <p:nvPr/>
            </p:nvSpPr>
            <p:spPr>
              <a:xfrm>
                <a:off x="1077500" y="1475900"/>
                <a:ext cx="39925" cy="40800"/>
              </a:xfrm>
              <a:custGeom>
                <a:avLst/>
                <a:gdLst/>
                <a:ahLst/>
                <a:cxnLst/>
                <a:rect l="l" t="t" r="r" b="b"/>
                <a:pathLst>
                  <a:path w="1597" h="1632" extrusionOk="0">
                    <a:moveTo>
                      <a:pt x="798" y="1"/>
                    </a:moveTo>
                    <a:cubicBezTo>
                      <a:pt x="358" y="1"/>
                      <a:pt x="1" y="358"/>
                      <a:pt x="1" y="798"/>
                    </a:cubicBezTo>
                    <a:lnTo>
                      <a:pt x="1" y="834"/>
                    </a:lnTo>
                    <a:cubicBezTo>
                      <a:pt x="1" y="1275"/>
                      <a:pt x="358" y="1632"/>
                      <a:pt x="798" y="1632"/>
                    </a:cubicBezTo>
                    <a:cubicBezTo>
                      <a:pt x="1239" y="1632"/>
                      <a:pt x="1596" y="1275"/>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71"/>
              <p:cNvSpPr/>
              <p:nvPr/>
            </p:nvSpPr>
            <p:spPr>
              <a:xfrm>
                <a:off x="1077500" y="1407150"/>
                <a:ext cx="39925" cy="40800"/>
              </a:xfrm>
              <a:custGeom>
                <a:avLst/>
                <a:gdLst/>
                <a:ahLst/>
                <a:cxnLst/>
                <a:rect l="l" t="t" r="r" b="b"/>
                <a:pathLst>
                  <a:path w="1597" h="1632" extrusionOk="0">
                    <a:moveTo>
                      <a:pt x="798" y="0"/>
                    </a:moveTo>
                    <a:cubicBezTo>
                      <a:pt x="358" y="0"/>
                      <a:pt x="1" y="358"/>
                      <a:pt x="1" y="798"/>
                    </a:cubicBezTo>
                    <a:lnTo>
                      <a:pt x="1" y="834"/>
                    </a:lnTo>
                    <a:cubicBezTo>
                      <a:pt x="1" y="1274"/>
                      <a:pt x="358" y="1632"/>
                      <a:pt x="798" y="1632"/>
                    </a:cubicBezTo>
                    <a:cubicBezTo>
                      <a:pt x="1239" y="1632"/>
                      <a:pt x="1596" y="1274"/>
                      <a:pt x="1596" y="834"/>
                    </a:cubicBezTo>
                    <a:lnTo>
                      <a:pt x="1596" y="798"/>
                    </a:lnTo>
                    <a:cubicBezTo>
                      <a:pt x="1596" y="358"/>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71"/>
              <p:cNvSpPr/>
              <p:nvPr/>
            </p:nvSpPr>
            <p:spPr>
              <a:xfrm>
                <a:off x="1077500" y="1544375"/>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71"/>
              <p:cNvSpPr/>
              <p:nvPr/>
            </p:nvSpPr>
            <p:spPr>
              <a:xfrm>
                <a:off x="1077500" y="1338675"/>
                <a:ext cx="39925" cy="40525"/>
              </a:xfrm>
              <a:custGeom>
                <a:avLst/>
                <a:gdLst/>
                <a:ahLst/>
                <a:cxnLst/>
                <a:rect l="l" t="t" r="r" b="b"/>
                <a:pathLst>
                  <a:path w="1597" h="1621" extrusionOk="0">
                    <a:moveTo>
                      <a:pt x="798" y="1"/>
                    </a:moveTo>
                    <a:cubicBezTo>
                      <a:pt x="358" y="1"/>
                      <a:pt x="1" y="358"/>
                      <a:pt x="1" y="799"/>
                    </a:cubicBezTo>
                    <a:lnTo>
                      <a:pt x="1" y="834"/>
                    </a:lnTo>
                    <a:cubicBezTo>
                      <a:pt x="1" y="1275"/>
                      <a:pt x="358" y="1620"/>
                      <a:pt x="798" y="1620"/>
                    </a:cubicBezTo>
                    <a:cubicBezTo>
                      <a:pt x="1239" y="1620"/>
                      <a:pt x="1596" y="1263"/>
                      <a:pt x="1596" y="834"/>
                    </a:cubicBezTo>
                    <a:lnTo>
                      <a:pt x="1596" y="799"/>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375;p71"/>
              <p:cNvSpPr/>
              <p:nvPr/>
            </p:nvSpPr>
            <p:spPr>
              <a:xfrm>
                <a:off x="1077500" y="1613125"/>
                <a:ext cx="39925" cy="40800"/>
              </a:xfrm>
              <a:custGeom>
                <a:avLst/>
                <a:gdLst/>
                <a:ahLst/>
                <a:cxnLst/>
                <a:rect l="l" t="t" r="r" b="b"/>
                <a:pathLst>
                  <a:path w="1597" h="1632" extrusionOk="0">
                    <a:moveTo>
                      <a:pt x="798" y="1"/>
                    </a:moveTo>
                    <a:cubicBezTo>
                      <a:pt x="358" y="1"/>
                      <a:pt x="1" y="358"/>
                      <a:pt x="1" y="798"/>
                    </a:cubicBezTo>
                    <a:lnTo>
                      <a:pt x="1" y="834"/>
                    </a:lnTo>
                    <a:cubicBezTo>
                      <a:pt x="1" y="1274"/>
                      <a:pt x="358" y="1632"/>
                      <a:pt x="798" y="1632"/>
                    </a:cubicBezTo>
                    <a:cubicBezTo>
                      <a:pt x="1239" y="1632"/>
                      <a:pt x="1596" y="1274"/>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71"/>
              <p:cNvSpPr/>
              <p:nvPr/>
            </p:nvSpPr>
            <p:spPr>
              <a:xfrm>
                <a:off x="1077500" y="1681875"/>
                <a:ext cx="39925" cy="40525"/>
              </a:xfrm>
              <a:custGeom>
                <a:avLst/>
                <a:gdLst/>
                <a:ahLst/>
                <a:cxnLst/>
                <a:rect l="l" t="t" r="r" b="b"/>
                <a:pathLst>
                  <a:path w="1597" h="1621" extrusionOk="0">
                    <a:moveTo>
                      <a:pt x="798" y="1"/>
                    </a:moveTo>
                    <a:cubicBezTo>
                      <a:pt x="358" y="1"/>
                      <a:pt x="1" y="358"/>
                      <a:pt x="1" y="787"/>
                    </a:cubicBezTo>
                    <a:lnTo>
                      <a:pt x="1" y="822"/>
                    </a:lnTo>
                    <a:cubicBezTo>
                      <a:pt x="1" y="1263"/>
                      <a:pt x="358" y="1620"/>
                      <a:pt x="798" y="1620"/>
                    </a:cubicBezTo>
                    <a:cubicBezTo>
                      <a:pt x="1239" y="1620"/>
                      <a:pt x="1596" y="1263"/>
                      <a:pt x="1596" y="822"/>
                    </a:cubicBezTo>
                    <a:lnTo>
                      <a:pt x="1596" y="787"/>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71"/>
              <p:cNvSpPr/>
              <p:nvPr/>
            </p:nvSpPr>
            <p:spPr>
              <a:xfrm>
                <a:off x="1077500" y="1750350"/>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71"/>
              <p:cNvSpPr/>
              <p:nvPr/>
            </p:nvSpPr>
            <p:spPr>
              <a:xfrm>
                <a:off x="1077500" y="1819100"/>
                <a:ext cx="39925" cy="40200"/>
              </a:xfrm>
              <a:custGeom>
                <a:avLst/>
                <a:gdLst/>
                <a:ahLst/>
                <a:cxnLst/>
                <a:rect l="l" t="t" r="r" b="b"/>
                <a:pathLst>
                  <a:path w="1597" h="1608" extrusionOk="0">
                    <a:moveTo>
                      <a:pt x="798" y="1"/>
                    </a:moveTo>
                    <a:cubicBezTo>
                      <a:pt x="358" y="1"/>
                      <a:pt x="1" y="358"/>
                      <a:pt x="1" y="786"/>
                    </a:cubicBezTo>
                    <a:lnTo>
                      <a:pt x="1" y="810"/>
                    </a:lnTo>
                    <a:cubicBezTo>
                      <a:pt x="1" y="1251"/>
                      <a:pt x="358" y="1608"/>
                      <a:pt x="798" y="1608"/>
                    </a:cubicBezTo>
                    <a:cubicBezTo>
                      <a:pt x="1239" y="1608"/>
                      <a:pt x="1596" y="1251"/>
                      <a:pt x="1596" y="810"/>
                    </a:cubicBezTo>
                    <a:lnTo>
                      <a:pt x="1596" y="786"/>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9" name="Google Shape;1379;p71"/>
            <p:cNvGrpSpPr/>
            <p:nvPr/>
          </p:nvGrpSpPr>
          <p:grpSpPr>
            <a:xfrm rot="2700000">
              <a:off x="2293586" y="3983013"/>
              <a:ext cx="39925" cy="588769"/>
              <a:chOff x="1077500" y="1270525"/>
              <a:chExt cx="39925" cy="588775"/>
            </a:xfrm>
          </p:grpSpPr>
          <p:sp>
            <p:nvSpPr>
              <p:cNvPr id="1380" name="Google Shape;1380;p71"/>
              <p:cNvSpPr/>
              <p:nvPr/>
            </p:nvSpPr>
            <p:spPr>
              <a:xfrm>
                <a:off x="1077500" y="1270525"/>
                <a:ext cx="39925" cy="40200"/>
              </a:xfrm>
              <a:custGeom>
                <a:avLst/>
                <a:gdLst/>
                <a:ahLst/>
                <a:cxnLst/>
                <a:rect l="l" t="t" r="r" b="b"/>
                <a:pathLst>
                  <a:path w="1597" h="1608" extrusionOk="0">
                    <a:moveTo>
                      <a:pt x="798" y="0"/>
                    </a:moveTo>
                    <a:cubicBezTo>
                      <a:pt x="358" y="0"/>
                      <a:pt x="1" y="370"/>
                      <a:pt x="1" y="810"/>
                    </a:cubicBezTo>
                    <a:cubicBezTo>
                      <a:pt x="1" y="1251"/>
                      <a:pt x="358" y="1608"/>
                      <a:pt x="798" y="1608"/>
                    </a:cubicBezTo>
                    <a:cubicBezTo>
                      <a:pt x="1239" y="1608"/>
                      <a:pt x="1596" y="1251"/>
                      <a:pt x="1596" y="810"/>
                    </a:cubicBezTo>
                    <a:lnTo>
                      <a:pt x="1596" y="786"/>
                    </a:lnTo>
                    <a:cubicBezTo>
                      <a:pt x="1596" y="346"/>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71"/>
              <p:cNvSpPr/>
              <p:nvPr/>
            </p:nvSpPr>
            <p:spPr>
              <a:xfrm>
                <a:off x="1077500" y="1475900"/>
                <a:ext cx="39925" cy="40800"/>
              </a:xfrm>
              <a:custGeom>
                <a:avLst/>
                <a:gdLst/>
                <a:ahLst/>
                <a:cxnLst/>
                <a:rect l="l" t="t" r="r" b="b"/>
                <a:pathLst>
                  <a:path w="1597" h="1632" extrusionOk="0">
                    <a:moveTo>
                      <a:pt x="798" y="1"/>
                    </a:moveTo>
                    <a:cubicBezTo>
                      <a:pt x="358" y="1"/>
                      <a:pt x="1" y="358"/>
                      <a:pt x="1" y="798"/>
                    </a:cubicBezTo>
                    <a:lnTo>
                      <a:pt x="1" y="834"/>
                    </a:lnTo>
                    <a:cubicBezTo>
                      <a:pt x="1" y="1275"/>
                      <a:pt x="358" y="1632"/>
                      <a:pt x="798" y="1632"/>
                    </a:cubicBezTo>
                    <a:cubicBezTo>
                      <a:pt x="1239" y="1632"/>
                      <a:pt x="1596" y="1275"/>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71"/>
              <p:cNvSpPr/>
              <p:nvPr/>
            </p:nvSpPr>
            <p:spPr>
              <a:xfrm>
                <a:off x="1077500" y="1407150"/>
                <a:ext cx="39925" cy="40800"/>
              </a:xfrm>
              <a:custGeom>
                <a:avLst/>
                <a:gdLst/>
                <a:ahLst/>
                <a:cxnLst/>
                <a:rect l="l" t="t" r="r" b="b"/>
                <a:pathLst>
                  <a:path w="1597" h="1632" extrusionOk="0">
                    <a:moveTo>
                      <a:pt x="798" y="0"/>
                    </a:moveTo>
                    <a:cubicBezTo>
                      <a:pt x="358" y="0"/>
                      <a:pt x="1" y="358"/>
                      <a:pt x="1" y="798"/>
                    </a:cubicBezTo>
                    <a:lnTo>
                      <a:pt x="1" y="834"/>
                    </a:lnTo>
                    <a:cubicBezTo>
                      <a:pt x="1" y="1274"/>
                      <a:pt x="358" y="1632"/>
                      <a:pt x="798" y="1632"/>
                    </a:cubicBezTo>
                    <a:cubicBezTo>
                      <a:pt x="1239" y="1632"/>
                      <a:pt x="1596" y="1274"/>
                      <a:pt x="1596" y="834"/>
                    </a:cubicBezTo>
                    <a:lnTo>
                      <a:pt x="1596" y="798"/>
                    </a:lnTo>
                    <a:cubicBezTo>
                      <a:pt x="1596" y="358"/>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71"/>
              <p:cNvSpPr/>
              <p:nvPr/>
            </p:nvSpPr>
            <p:spPr>
              <a:xfrm>
                <a:off x="1077500" y="1544375"/>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71"/>
              <p:cNvSpPr/>
              <p:nvPr/>
            </p:nvSpPr>
            <p:spPr>
              <a:xfrm>
                <a:off x="1077500" y="1338675"/>
                <a:ext cx="39925" cy="40525"/>
              </a:xfrm>
              <a:custGeom>
                <a:avLst/>
                <a:gdLst/>
                <a:ahLst/>
                <a:cxnLst/>
                <a:rect l="l" t="t" r="r" b="b"/>
                <a:pathLst>
                  <a:path w="1597" h="1621" extrusionOk="0">
                    <a:moveTo>
                      <a:pt x="798" y="1"/>
                    </a:moveTo>
                    <a:cubicBezTo>
                      <a:pt x="358" y="1"/>
                      <a:pt x="1" y="358"/>
                      <a:pt x="1" y="799"/>
                    </a:cubicBezTo>
                    <a:lnTo>
                      <a:pt x="1" y="834"/>
                    </a:lnTo>
                    <a:cubicBezTo>
                      <a:pt x="1" y="1275"/>
                      <a:pt x="358" y="1620"/>
                      <a:pt x="798" y="1620"/>
                    </a:cubicBezTo>
                    <a:cubicBezTo>
                      <a:pt x="1239" y="1620"/>
                      <a:pt x="1596" y="1263"/>
                      <a:pt x="1596" y="834"/>
                    </a:cubicBezTo>
                    <a:lnTo>
                      <a:pt x="1596" y="799"/>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71"/>
              <p:cNvSpPr/>
              <p:nvPr/>
            </p:nvSpPr>
            <p:spPr>
              <a:xfrm>
                <a:off x="1077500" y="1613125"/>
                <a:ext cx="39925" cy="40800"/>
              </a:xfrm>
              <a:custGeom>
                <a:avLst/>
                <a:gdLst/>
                <a:ahLst/>
                <a:cxnLst/>
                <a:rect l="l" t="t" r="r" b="b"/>
                <a:pathLst>
                  <a:path w="1597" h="1632" extrusionOk="0">
                    <a:moveTo>
                      <a:pt x="798" y="1"/>
                    </a:moveTo>
                    <a:cubicBezTo>
                      <a:pt x="358" y="1"/>
                      <a:pt x="1" y="358"/>
                      <a:pt x="1" y="798"/>
                    </a:cubicBezTo>
                    <a:lnTo>
                      <a:pt x="1" y="834"/>
                    </a:lnTo>
                    <a:cubicBezTo>
                      <a:pt x="1" y="1274"/>
                      <a:pt x="358" y="1632"/>
                      <a:pt x="798" y="1632"/>
                    </a:cubicBezTo>
                    <a:cubicBezTo>
                      <a:pt x="1239" y="1632"/>
                      <a:pt x="1596" y="1274"/>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71"/>
              <p:cNvSpPr/>
              <p:nvPr/>
            </p:nvSpPr>
            <p:spPr>
              <a:xfrm>
                <a:off x="1077500" y="1681875"/>
                <a:ext cx="39925" cy="40525"/>
              </a:xfrm>
              <a:custGeom>
                <a:avLst/>
                <a:gdLst/>
                <a:ahLst/>
                <a:cxnLst/>
                <a:rect l="l" t="t" r="r" b="b"/>
                <a:pathLst>
                  <a:path w="1597" h="1621" extrusionOk="0">
                    <a:moveTo>
                      <a:pt x="798" y="1"/>
                    </a:moveTo>
                    <a:cubicBezTo>
                      <a:pt x="358" y="1"/>
                      <a:pt x="1" y="358"/>
                      <a:pt x="1" y="787"/>
                    </a:cubicBezTo>
                    <a:lnTo>
                      <a:pt x="1" y="822"/>
                    </a:lnTo>
                    <a:cubicBezTo>
                      <a:pt x="1" y="1263"/>
                      <a:pt x="358" y="1620"/>
                      <a:pt x="798" y="1620"/>
                    </a:cubicBezTo>
                    <a:cubicBezTo>
                      <a:pt x="1239" y="1620"/>
                      <a:pt x="1596" y="1263"/>
                      <a:pt x="1596" y="822"/>
                    </a:cubicBezTo>
                    <a:lnTo>
                      <a:pt x="1596" y="787"/>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71"/>
              <p:cNvSpPr/>
              <p:nvPr/>
            </p:nvSpPr>
            <p:spPr>
              <a:xfrm>
                <a:off x="1077500" y="1750350"/>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71"/>
              <p:cNvSpPr/>
              <p:nvPr/>
            </p:nvSpPr>
            <p:spPr>
              <a:xfrm>
                <a:off x="1077500" y="1819100"/>
                <a:ext cx="39925" cy="40200"/>
              </a:xfrm>
              <a:custGeom>
                <a:avLst/>
                <a:gdLst/>
                <a:ahLst/>
                <a:cxnLst/>
                <a:rect l="l" t="t" r="r" b="b"/>
                <a:pathLst>
                  <a:path w="1597" h="1608" extrusionOk="0">
                    <a:moveTo>
                      <a:pt x="798" y="1"/>
                    </a:moveTo>
                    <a:cubicBezTo>
                      <a:pt x="358" y="1"/>
                      <a:pt x="1" y="358"/>
                      <a:pt x="1" y="786"/>
                    </a:cubicBezTo>
                    <a:lnTo>
                      <a:pt x="1" y="810"/>
                    </a:lnTo>
                    <a:cubicBezTo>
                      <a:pt x="1" y="1251"/>
                      <a:pt x="358" y="1608"/>
                      <a:pt x="798" y="1608"/>
                    </a:cubicBezTo>
                    <a:cubicBezTo>
                      <a:pt x="1239" y="1608"/>
                      <a:pt x="1596" y="1251"/>
                      <a:pt x="1596" y="810"/>
                    </a:cubicBezTo>
                    <a:lnTo>
                      <a:pt x="1596" y="786"/>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71"/>
            <p:cNvGrpSpPr/>
            <p:nvPr/>
          </p:nvGrpSpPr>
          <p:grpSpPr>
            <a:xfrm rot="2700000">
              <a:off x="2481961" y="3983013"/>
              <a:ext cx="39925" cy="588769"/>
              <a:chOff x="1077500" y="1270525"/>
              <a:chExt cx="39925" cy="588775"/>
            </a:xfrm>
          </p:grpSpPr>
          <p:sp>
            <p:nvSpPr>
              <p:cNvPr id="1390" name="Google Shape;1390;p71"/>
              <p:cNvSpPr/>
              <p:nvPr/>
            </p:nvSpPr>
            <p:spPr>
              <a:xfrm>
                <a:off x="1077500" y="1270525"/>
                <a:ext cx="39925" cy="40200"/>
              </a:xfrm>
              <a:custGeom>
                <a:avLst/>
                <a:gdLst/>
                <a:ahLst/>
                <a:cxnLst/>
                <a:rect l="l" t="t" r="r" b="b"/>
                <a:pathLst>
                  <a:path w="1597" h="1608" extrusionOk="0">
                    <a:moveTo>
                      <a:pt x="798" y="0"/>
                    </a:moveTo>
                    <a:cubicBezTo>
                      <a:pt x="358" y="0"/>
                      <a:pt x="1" y="370"/>
                      <a:pt x="1" y="810"/>
                    </a:cubicBezTo>
                    <a:cubicBezTo>
                      <a:pt x="1" y="1251"/>
                      <a:pt x="358" y="1608"/>
                      <a:pt x="798" y="1608"/>
                    </a:cubicBezTo>
                    <a:cubicBezTo>
                      <a:pt x="1239" y="1608"/>
                      <a:pt x="1596" y="1251"/>
                      <a:pt x="1596" y="810"/>
                    </a:cubicBezTo>
                    <a:lnTo>
                      <a:pt x="1596" y="786"/>
                    </a:lnTo>
                    <a:cubicBezTo>
                      <a:pt x="1596" y="346"/>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71"/>
              <p:cNvSpPr/>
              <p:nvPr/>
            </p:nvSpPr>
            <p:spPr>
              <a:xfrm>
                <a:off x="1077500" y="1475900"/>
                <a:ext cx="39925" cy="40800"/>
              </a:xfrm>
              <a:custGeom>
                <a:avLst/>
                <a:gdLst/>
                <a:ahLst/>
                <a:cxnLst/>
                <a:rect l="l" t="t" r="r" b="b"/>
                <a:pathLst>
                  <a:path w="1597" h="1632" extrusionOk="0">
                    <a:moveTo>
                      <a:pt x="798" y="1"/>
                    </a:moveTo>
                    <a:cubicBezTo>
                      <a:pt x="358" y="1"/>
                      <a:pt x="1" y="358"/>
                      <a:pt x="1" y="798"/>
                    </a:cubicBezTo>
                    <a:lnTo>
                      <a:pt x="1" y="834"/>
                    </a:lnTo>
                    <a:cubicBezTo>
                      <a:pt x="1" y="1275"/>
                      <a:pt x="358" y="1632"/>
                      <a:pt x="798" y="1632"/>
                    </a:cubicBezTo>
                    <a:cubicBezTo>
                      <a:pt x="1239" y="1632"/>
                      <a:pt x="1596" y="1275"/>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71"/>
              <p:cNvSpPr/>
              <p:nvPr/>
            </p:nvSpPr>
            <p:spPr>
              <a:xfrm>
                <a:off x="1077500" y="1407150"/>
                <a:ext cx="39925" cy="40800"/>
              </a:xfrm>
              <a:custGeom>
                <a:avLst/>
                <a:gdLst/>
                <a:ahLst/>
                <a:cxnLst/>
                <a:rect l="l" t="t" r="r" b="b"/>
                <a:pathLst>
                  <a:path w="1597" h="1632" extrusionOk="0">
                    <a:moveTo>
                      <a:pt x="798" y="0"/>
                    </a:moveTo>
                    <a:cubicBezTo>
                      <a:pt x="358" y="0"/>
                      <a:pt x="1" y="358"/>
                      <a:pt x="1" y="798"/>
                    </a:cubicBezTo>
                    <a:lnTo>
                      <a:pt x="1" y="834"/>
                    </a:lnTo>
                    <a:cubicBezTo>
                      <a:pt x="1" y="1274"/>
                      <a:pt x="358" y="1632"/>
                      <a:pt x="798" y="1632"/>
                    </a:cubicBezTo>
                    <a:cubicBezTo>
                      <a:pt x="1239" y="1632"/>
                      <a:pt x="1596" y="1274"/>
                      <a:pt x="1596" y="834"/>
                    </a:cubicBezTo>
                    <a:lnTo>
                      <a:pt x="1596" y="798"/>
                    </a:lnTo>
                    <a:cubicBezTo>
                      <a:pt x="1596" y="358"/>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71"/>
              <p:cNvSpPr/>
              <p:nvPr/>
            </p:nvSpPr>
            <p:spPr>
              <a:xfrm>
                <a:off x="1077500" y="1544375"/>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71"/>
              <p:cNvSpPr/>
              <p:nvPr/>
            </p:nvSpPr>
            <p:spPr>
              <a:xfrm>
                <a:off x="1077500" y="1338675"/>
                <a:ext cx="39925" cy="40525"/>
              </a:xfrm>
              <a:custGeom>
                <a:avLst/>
                <a:gdLst/>
                <a:ahLst/>
                <a:cxnLst/>
                <a:rect l="l" t="t" r="r" b="b"/>
                <a:pathLst>
                  <a:path w="1597" h="1621" extrusionOk="0">
                    <a:moveTo>
                      <a:pt x="798" y="1"/>
                    </a:moveTo>
                    <a:cubicBezTo>
                      <a:pt x="358" y="1"/>
                      <a:pt x="1" y="358"/>
                      <a:pt x="1" y="799"/>
                    </a:cubicBezTo>
                    <a:lnTo>
                      <a:pt x="1" y="834"/>
                    </a:lnTo>
                    <a:cubicBezTo>
                      <a:pt x="1" y="1275"/>
                      <a:pt x="358" y="1620"/>
                      <a:pt x="798" y="1620"/>
                    </a:cubicBezTo>
                    <a:cubicBezTo>
                      <a:pt x="1239" y="1620"/>
                      <a:pt x="1596" y="1263"/>
                      <a:pt x="1596" y="834"/>
                    </a:cubicBezTo>
                    <a:lnTo>
                      <a:pt x="1596" y="799"/>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71"/>
              <p:cNvSpPr/>
              <p:nvPr/>
            </p:nvSpPr>
            <p:spPr>
              <a:xfrm>
                <a:off x="1077500" y="1613125"/>
                <a:ext cx="39925" cy="40800"/>
              </a:xfrm>
              <a:custGeom>
                <a:avLst/>
                <a:gdLst/>
                <a:ahLst/>
                <a:cxnLst/>
                <a:rect l="l" t="t" r="r" b="b"/>
                <a:pathLst>
                  <a:path w="1597" h="1632" extrusionOk="0">
                    <a:moveTo>
                      <a:pt x="798" y="1"/>
                    </a:moveTo>
                    <a:cubicBezTo>
                      <a:pt x="358" y="1"/>
                      <a:pt x="1" y="358"/>
                      <a:pt x="1" y="798"/>
                    </a:cubicBezTo>
                    <a:lnTo>
                      <a:pt x="1" y="834"/>
                    </a:lnTo>
                    <a:cubicBezTo>
                      <a:pt x="1" y="1274"/>
                      <a:pt x="358" y="1632"/>
                      <a:pt x="798" y="1632"/>
                    </a:cubicBezTo>
                    <a:cubicBezTo>
                      <a:pt x="1239" y="1632"/>
                      <a:pt x="1596" y="1274"/>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71"/>
              <p:cNvSpPr/>
              <p:nvPr/>
            </p:nvSpPr>
            <p:spPr>
              <a:xfrm>
                <a:off x="1077500" y="1681875"/>
                <a:ext cx="39925" cy="40525"/>
              </a:xfrm>
              <a:custGeom>
                <a:avLst/>
                <a:gdLst/>
                <a:ahLst/>
                <a:cxnLst/>
                <a:rect l="l" t="t" r="r" b="b"/>
                <a:pathLst>
                  <a:path w="1597" h="1621" extrusionOk="0">
                    <a:moveTo>
                      <a:pt x="798" y="1"/>
                    </a:moveTo>
                    <a:cubicBezTo>
                      <a:pt x="358" y="1"/>
                      <a:pt x="1" y="358"/>
                      <a:pt x="1" y="787"/>
                    </a:cubicBezTo>
                    <a:lnTo>
                      <a:pt x="1" y="822"/>
                    </a:lnTo>
                    <a:cubicBezTo>
                      <a:pt x="1" y="1263"/>
                      <a:pt x="358" y="1620"/>
                      <a:pt x="798" y="1620"/>
                    </a:cubicBezTo>
                    <a:cubicBezTo>
                      <a:pt x="1239" y="1620"/>
                      <a:pt x="1596" y="1263"/>
                      <a:pt x="1596" y="822"/>
                    </a:cubicBezTo>
                    <a:lnTo>
                      <a:pt x="1596" y="787"/>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71"/>
              <p:cNvSpPr/>
              <p:nvPr/>
            </p:nvSpPr>
            <p:spPr>
              <a:xfrm>
                <a:off x="1077500" y="1750350"/>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71"/>
              <p:cNvSpPr/>
              <p:nvPr/>
            </p:nvSpPr>
            <p:spPr>
              <a:xfrm>
                <a:off x="1077500" y="1819100"/>
                <a:ext cx="39925" cy="40200"/>
              </a:xfrm>
              <a:custGeom>
                <a:avLst/>
                <a:gdLst/>
                <a:ahLst/>
                <a:cxnLst/>
                <a:rect l="l" t="t" r="r" b="b"/>
                <a:pathLst>
                  <a:path w="1597" h="1608" extrusionOk="0">
                    <a:moveTo>
                      <a:pt x="798" y="1"/>
                    </a:moveTo>
                    <a:cubicBezTo>
                      <a:pt x="358" y="1"/>
                      <a:pt x="1" y="358"/>
                      <a:pt x="1" y="786"/>
                    </a:cubicBezTo>
                    <a:lnTo>
                      <a:pt x="1" y="810"/>
                    </a:lnTo>
                    <a:cubicBezTo>
                      <a:pt x="1" y="1251"/>
                      <a:pt x="358" y="1608"/>
                      <a:pt x="798" y="1608"/>
                    </a:cubicBezTo>
                    <a:cubicBezTo>
                      <a:pt x="1239" y="1608"/>
                      <a:pt x="1596" y="1251"/>
                      <a:pt x="1596" y="810"/>
                    </a:cubicBezTo>
                    <a:lnTo>
                      <a:pt x="1596" y="786"/>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9" name="Google Shape;1399;p71"/>
            <p:cNvGrpSpPr/>
            <p:nvPr/>
          </p:nvGrpSpPr>
          <p:grpSpPr>
            <a:xfrm rot="2700000">
              <a:off x="2670336" y="3983013"/>
              <a:ext cx="39925" cy="588769"/>
              <a:chOff x="1077500" y="1270525"/>
              <a:chExt cx="39925" cy="588775"/>
            </a:xfrm>
          </p:grpSpPr>
          <p:sp>
            <p:nvSpPr>
              <p:cNvPr id="1400" name="Google Shape;1400;p71"/>
              <p:cNvSpPr/>
              <p:nvPr/>
            </p:nvSpPr>
            <p:spPr>
              <a:xfrm>
                <a:off x="1077500" y="1270525"/>
                <a:ext cx="39925" cy="40200"/>
              </a:xfrm>
              <a:custGeom>
                <a:avLst/>
                <a:gdLst/>
                <a:ahLst/>
                <a:cxnLst/>
                <a:rect l="l" t="t" r="r" b="b"/>
                <a:pathLst>
                  <a:path w="1597" h="1608" extrusionOk="0">
                    <a:moveTo>
                      <a:pt x="798" y="0"/>
                    </a:moveTo>
                    <a:cubicBezTo>
                      <a:pt x="358" y="0"/>
                      <a:pt x="1" y="370"/>
                      <a:pt x="1" y="810"/>
                    </a:cubicBezTo>
                    <a:cubicBezTo>
                      <a:pt x="1" y="1251"/>
                      <a:pt x="358" y="1608"/>
                      <a:pt x="798" y="1608"/>
                    </a:cubicBezTo>
                    <a:cubicBezTo>
                      <a:pt x="1239" y="1608"/>
                      <a:pt x="1596" y="1251"/>
                      <a:pt x="1596" y="810"/>
                    </a:cubicBezTo>
                    <a:lnTo>
                      <a:pt x="1596" y="786"/>
                    </a:lnTo>
                    <a:cubicBezTo>
                      <a:pt x="1596" y="346"/>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71"/>
              <p:cNvSpPr/>
              <p:nvPr/>
            </p:nvSpPr>
            <p:spPr>
              <a:xfrm>
                <a:off x="1077500" y="1475900"/>
                <a:ext cx="39925" cy="40800"/>
              </a:xfrm>
              <a:custGeom>
                <a:avLst/>
                <a:gdLst/>
                <a:ahLst/>
                <a:cxnLst/>
                <a:rect l="l" t="t" r="r" b="b"/>
                <a:pathLst>
                  <a:path w="1597" h="1632" extrusionOk="0">
                    <a:moveTo>
                      <a:pt x="798" y="1"/>
                    </a:moveTo>
                    <a:cubicBezTo>
                      <a:pt x="358" y="1"/>
                      <a:pt x="1" y="358"/>
                      <a:pt x="1" y="798"/>
                    </a:cubicBezTo>
                    <a:lnTo>
                      <a:pt x="1" y="834"/>
                    </a:lnTo>
                    <a:cubicBezTo>
                      <a:pt x="1" y="1275"/>
                      <a:pt x="358" y="1632"/>
                      <a:pt x="798" y="1632"/>
                    </a:cubicBezTo>
                    <a:cubicBezTo>
                      <a:pt x="1239" y="1632"/>
                      <a:pt x="1596" y="1275"/>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71"/>
              <p:cNvSpPr/>
              <p:nvPr/>
            </p:nvSpPr>
            <p:spPr>
              <a:xfrm>
                <a:off x="1077500" y="1407150"/>
                <a:ext cx="39925" cy="40800"/>
              </a:xfrm>
              <a:custGeom>
                <a:avLst/>
                <a:gdLst/>
                <a:ahLst/>
                <a:cxnLst/>
                <a:rect l="l" t="t" r="r" b="b"/>
                <a:pathLst>
                  <a:path w="1597" h="1632" extrusionOk="0">
                    <a:moveTo>
                      <a:pt x="798" y="0"/>
                    </a:moveTo>
                    <a:cubicBezTo>
                      <a:pt x="358" y="0"/>
                      <a:pt x="1" y="358"/>
                      <a:pt x="1" y="798"/>
                    </a:cubicBezTo>
                    <a:lnTo>
                      <a:pt x="1" y="834"/>
                    </a:lnTo>
                    <a:cubicBezTo>
                      <a:pt x="1" y="1274"/>
                      <a:pt x="358" y="1632"/>
                      <a:pt x="798" y="1632"/>
                    </a:cubicBezTo>
                    <a:cubicBezTo>
                      <a:pt x="1239" y="1632"/>
                      <a:pt x="1596" y="1274"/>
                      <a:pt x="1596" y="834"/>
                    </a:cubicBezTo>
                    <a:lnTo>
                      <a:pt x="1596" y="798"/>
                    </a:lnTo>
                    <a:cubicBezTo>
                      <a:pt x="1596" y="358"/>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71"/>
              <p:cNvSpPr/>
              <p:nvPr/>
            </p:nvSpPr>
            <p:spPr>
              <a:xfrm>
                <a:off x="1077500" y="1544375"/>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71"/>
              <p:cNvSpPr/>
              <p:nvPr/>
            </p:nvSpPr>
            <p:spPr>
              <a:xfrm>
                <a:off x="1077500" y="1338675"/>
                <a:ext cx="39925" cy="40525"/>
              </a:xfrm>
              <a:custGeom>
                <a:avLst/>
                <a:gdLst/>
                <a:ahLst/>
                <a:cxnLst/>
                <a:rect l="l" t="t" r="r" b="b"/>
                <a:pathLst>
                  <a:path w="1597" h="1621" extrusionOk="0">
                    <a:moveTo>
                      <a:pt x="798" y="1"/>
                    </a:moveTo>
                    <a:cubicBezTo>
                      <a:pt x="358" y="1"/>
                      <a:pt x="1" y="358"/>
                      <a:pt x="1" y="799"/>
                    </a:cubicBezTo>
                    <a:lnTo>
                      <a:pt x="1" y="834"/>
                    </a:lnTo>
                    <a:cubicBezTo>
                      <a:pt x="1" y="1275"/>
                      <a:pt x="358" y="1620"/>
                      <a:pt x="798" y="1620"/>
                    </a:cubicBezTo>
                    <a:cubicBezTo>
                      <a:pt x="1239" y="1620"/>
                      <a:pt x="1596" y="1263"/>
                      <a:pt x="1596" y="834"/>
                    </a:cubicBezTo>
                    <a:lnTo>
                      <a:pt x="1596" y="799"/>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71"/>
              <p:cNvSpPr/>
              <p:nvPr/>
            </p:nvSpPr>
            <p:spPr>
              <a:xfrm>
                <a:off x="1077500" y="1613125"/>
                <a:ext cx="39925" cy="40800"/>
              </a:xfrm>
              <a:custGeom>
                <a:avLst/>
                <a:gdLst/>
                <a:ahLst/>
                <a:cxnLst/>
                <a:rect l="l" t="t" r="r" b="b"/>
                <a:pathLst>
                  <a:path w="1597" h="1632" extrusionOk="0">
                    <a:moveTo>
                      <a:pt x="798" y="1"/>
                    </a:moveTo>
                    <a:cubicBezTo>
                      <a:pt x="358" y="1"/>
                      <a:pt x="1" y="358"/>
                      <a:pt x="1" y="798"/>
                    </a:cubicBezTo>
                    <a:lnTo>
                      <a:pt x="1" y="834"/>
                    </a:lnTo>
                    <a:cubicBezTo>
                      <a:pt x="1" y="1274"/>
                      <a:pt x="358" y="1632"/>
                      <a:pt x="798" y="1632"/>
                    </a:cubicBezTo>
                    <a:cubicBezTo>
                      <a:pt x="1239" y="1632"/>
                      <a:pt x="1596" y="1274"/>
                      <a:pt x="1596" y="834"/>
                    </a:cubicBezTo>
                    <a:lnTo>
                      <a:pt x="1596" y="798"/>
                    </a:lnTo>
                    <a:cubicBezTo>
                      <a:pt x="1596" y="358"/>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71"/>
              <p:cNvSpPr/>
              <p:nvPr/>
            </p:nvSpPr>
            <p:spPr>
              <a:xfrm>
                <a:off x="1077500" y="1681875"/>
                <a:ext cx="39925" cy="40525"/>
              </a:xfrm>
              <a:custGeom>
                <a:avLst/>
                <a:gdLst/>
                <a:ahLst/>
                <a:cxnLst/>
                <a:rect l="l" t="t" r="r" b="b"/>
                <a:pathLst>
                  <a:path w="1597" h="1621" extrusionOk="0">
                    <a:moveTo>
                      <a:pt x="798" y="1"/>
                    </a:moveTo>
                    <a:cubicBezTo>
                      <a:pt x="358" y="1"/>
                      <a:pt x="1" y="358"/>
                      <a:pt x="1" y="787"/>
                    </a:cubicBezTo>
                    <a:lnTo>
                      <a:pt x="1" y="822"/>
                    </a:lnTo>
                    <a:cubicBezTo>
                      <a:pt x="1" y="1263"/>
                      <a:pt x="358" y="1620"/>
                      <a:pt x="798" y="1620"/>
                    </a:cubicBezTo>
                    <a:cubicBezTo>
                      <a:pt x="1239" y="1620"/>
                      <a:pt x="1596" y="1263"/>
                      <a:pt x="1596" y="822"/>
                    </a:cubicBezTo>
                    <a:lnTo>
                      <a:pt x="1596" y="787"/>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71"/>
              <p:cNvSpPr/>
              <p:nvPr/>
            </p:nvSpPr>
            <p:spPr>
              <a:xfrm>
                <a:off x="1077500" y="1750350"/>
                <a:ext cx="39925" cy="40800"/>
              </a:xfrm>
              <a:custGeom>
                <a:avLst/>
                <a:gdLst/>
                <a:ahLst/>
                <a:cxnLst/>
                <a:rect l="l" t="t" r="r" b="b"/>
                <a:pathLst>
                  <a:path w="1597" h="1632" extrusionOk="0">
                    <a:moveTo>
                      <a:pt x="798" y="0"/>
                    </a:moveTo>
                    <a:cubicBezTo>
                      <a:pt x="358" y="0"/>
                      <a:pt x="1" y="357"/>
                      <a:pt x="1" y="798"/>
                    </a:cubicBezTo>
                    <a:lnTo>
                      <a:pt x="1" y="834"/>
                    </a:lnTo>
                    <a:cubicBezTo>
                      <a:pt x="1" y="1274"/>
                      <a:pt x="358" y="1631"/>
                      <a:pt x="798" y="1631"/>
                    </a:cubicBezTo>
                    <a:cubicBezTo>
                      <a:pt x="1239" y="1631"/>
                      <a:pt x="1596" y="1274"/>
                      <a:pt x="1596" y="834"/>
                    </a:cubicBezTo>
                    <a:lnTo>
                      <a:pt x="1596" y="798"/>
                    </a:lnTo>
                    <a:cubicBezTo>
                      <a:pt x="1596" y="357"/>
                      <a:pt x="1239" y="0"/>
                      <a:pt x="7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71"/>
              <p:cNvSpPr/>
              <p:nvPr/>
            </p:nvSpPr>
            <p:spPr>
              <a:xfrm>
                <a:off x="1077500" y="1819100"/>
                <a:ext cx="39925" cy="40200"/>
              </a:xfrm>
              <a:custGeom>
                <a:avLst/>
                <a:gdLst/>
                <a:ahLst/>
                <a:cxnLst/>
                <a:rect l="l" t="t" r="r" b="b"/>
                <a:pathLst>
                  <a:path w="1597" h="1608" extrusionOk="0">
                    <a:moveTo>
                      <a:pt x="798" y="1"/>
                    </a:moveTo>
                    <a:cubicBezTo>
                      <a:pt x="358" y="1"/>
                      <a:pt x="1" y="358"/>
                      <a:pt x="1" y="786"/>
                    </a:cubicBezTo>
                    <a:lnTo>
                      <a:pt x="1" y="810"/>
                    </a:lnTo>
                    <a:cubicBezTo>
                      <a:pt x="1" y="1251"/>
                      <a:pt x="358" y="1608"/>
                      <a:pt x="798" y="1608"/>
                    </a:cubicBezTo>
                    <a:cubicBezTo>
                      <a:pt x="1239" y="1608"/>
                      <a:pt x="1596" y="1251"/>
                      <a:pt x="1596" y="810"/>
                    </a:cubicBezTo>
                    <a:lnTo>
                      <a:pt x="1596" y="786"/>
                    </a:lnTo>
                    <a:cubicBezTo>
                      <a:pt x="1596" y="346"/>
                      <a:pt x="1239" y="1"/>
                      <a:pt x="79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09" name="Google Shape;1409;p71"/>
          <p:cNvGrpSpPr/>
          <p:nvPr/>
        </p:nvGrpSpPr>
        <p:grpSpPr>
          <a:xfrm>
            <a:off x="4752816" y="2570996"/>
            <a:ext cx="1528010" cy="1921229"/>
            <a:chOff x="4609891" y="2570996"/>
            <a:chExt cx="1528010" cy="1921229"/>
          </a:xfrm>
        </p:grpSpPr>
        <p:grpSp>
          <p:nvGrpSpPr>
            <p:cNvPr id="1410" name="Google Shape;1410;p71"/>
            <p:cNvGrpSpPr/>
            <p:nvPr/>
          </p:nvGrpSpPr>
          <p:grpSpPr>
            <a:xfrm>
              <a:off x="4609891" y="2570996"/>
              <a:ext cx="785060" cy="386342"/>
              <a:chOff x="1806750" y="1670200"/>
              <a:chExt cx="447200" cy="220075"/>
            </a:xfrm>
          </p:grpSpPr>
          <p:sp>
            <p:nvSpPr>
              <p:cNvPr id="1411" name="Google Shape;1411;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4" name="Google Shape;1414;p71"/>
            <p:cNvGrpSpPr/>
            <p:nvPr/>
          </p:nvGrpSpPr>
          <p:grpSpPr>
            <a:xfrm>
              <a:off x="4609891" y="3082621"/>
              <a:ext cx="785060" cy="386342"/>
              <a:chOff x="1806750" y="1670200"/>
              <a:chExt cx="447200" cy="220075"/>
            </a:xfrm>
          </p:grpSpPr>
          <p:sp>
            <p:nvSpPr>
              <p:cNvPr id="1415" name="Google Shape;1415;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8" name="Google Shape;1418;p71"/>
            <p:cNvGrpSpPr/>
            <p:nvPr/>
          </p:nvGrpSpPr>
          <p:grpSpPr>
            <a:xfrm>
              <a:off x="4609891" y="3594246"/>
              <a:ext cx="785060" cy="386342"/>
              <a:chOff x="1806750" y="1670200"/>
              <a:chExt cx="447200" cy="220075"/>
            </a:xfrm>
          </p:grpSpPr>
          <p:sp>
            <p:nvSpPr>
              <p:cNvPr id="1419" name="Google Shape;1419;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2" name="Google Shape;1422;p71"/>
            <p:cNvGrpSpPr/>
            <p:nvPr/>
          </p:nvGrpSpPr>
          <p:grpSpPr>
            <a:xfrm>
              <a:off x="4609891" y="4105871"/>
              <a:ext cx="785060" cy="386342"/>
              <a:chOff x="1806750" y="1670200"/>
              <a:chExt cx="447200" cy="220075"/>
            </a:xfrm>
          </p:grpSpPr>
          <p:sp>
            <p:nvSpPr>
              <p:cNvPr id="1423" name="Google Shape;1423;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6" name="Google Shape;1426;p71"/>
            <p:cNvGrpSpPr/>
            <p:nvPr/>
          </p:nvGrpSpPr>
          <p:grpSpPr>
            <a:xfrm>
              <a:off x="5352841" y="2571009"/>
              <a:ext cx="785060" cy="386342"/>
              <a:chOff x="1806750" y="1670200"/>
              <a:chExt cx="447200" cy="220075"/>
            </a:xfrm>
          </p:grpSpPr>
          <p:sp>
            <p:nvSpPr>
              <p:cNvPr id="1427" name="Google Shape;1427;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428;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429;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0" name="Google Shape;1430;p71"/>
            <p:cNvGrpSpPr/>
            <p:nvPr/>
          </p:nvGrpSpPr>
          <p:grpSpPr>
            <a:xfrm>
              <a:off x="5352841" y="3082634"/>
              <a:ext cx="785060" cy="386342"/>
              <a:chOff x="1806750" y="1670200"/>
              <a:chExt cx="447200" cy="220075"/>
            </a:xfrm>
          </p:grpSpPr>
          <p:sp>
            <p:nvSpPr>
              <p:cNvPr id="1431" name="Google Shape;1431;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4" name="Google Shape;1434;p71"/>
            <p:cNvGrpSpPr/>
            <p:nvPr/>
          </p:nvGrpSpPr>
          <p:grpSpPr>
            <a:xfrm>
              <a:off x="5352841" y="3594259"/>
              <a:ext cx="785060" cy="386342"/>
              <a:chOff x="1806750" y="1670200"/>
              <a:chExt cx="447200" cy="220075"/>
            </a:xfrm>
          </p:grpSpPr>
          <p:sp>
            <p:nvSpPr>
              <p:cNvPr id="1435" name="Google Shape;1435;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8" name="Google Shape;1438;p71"/>
            <p:cNvGrpSpPr/>
            <p:nvPr/>
          </p:nvGrpSpPr>
          <p:grpSpPr>
            <a:xfrm>
              <a:off x="5352841" y="4105884"/>
              <a:ext cx="785060" cy="386342"/>
              <a:chOff x="1806750" y="1670200"/>
              <a:chExt cx="447200" cy="220075"/>
            </a:xfrm>
          </p:grpSpPr>
          <p:sp>
            <p:nvSpPr>
              <p:cNvPr id="1439" name="Google Shape;1439;p71"/>
              <p:cNvSpPr/>
              <p:nvPr/>
            </p:nvSpPr>
            <p:spPr>
              <a:xfrm>
                <a:off x="1806750" y="1725350"/>
                <a:ext cx="389975" cy="164925"/>
              </a:xfrm>
              <a:custGeom>
                <a:avLst/>
                <a:gdLst/>
                <a:ahLst/>
                <a:cxnLst/>
                <a:rect l="l" t="t" r="r" b="b"/>
                <a:pathLst>
                  <a:path w="15599" h="6597" extrusionOk="0">
                    <a:moveTo>
                      <a:pt x="14848" y="0"/>
                    </a:moveTo>
                    <a:lnTo>
                      <a:pt x="11705" y="3143"/>
                    </a:lnTo>
                    <a:lnTo>
                      <a:pt x="9693" y="1131"/>
                    </a:lnTo>
                    <a:cubicBezTo>
                      <a:pt x="9585" y="1030"/>
                      <a:pt x="9449" y="979"/>
                      <a:pt x="9313" y="979"/>
                    </a:cubicBezTo>
                    <a:cubicBezTo>
                      <a:pt x="9178" y="979"/>
                      <a:pt x="9044" y="1030"/>
                      <a:pt x="8943" y="1131"/>
                    </a:cubicBezTo>
                    <a:lnTo>
                      <a:pt x="4966" y="5096"/>
                    </a:lnTo>
                    <a:lnTo>
                      <a:pt x="3263" y="3393"/>
                    </a:lnTo>
                    <a:cubicBezTo>
                      <a:pt x="3156" y="3286"/>
                      <a:pt x="3019" y="3233"/>
                      <a:pt x="2884" y="3233"/>
                    </a:cubicBezTo>
                    <a:cubicBezTo>
                      <a:pt x="2748" y="3233"/>
                      <a:pt x="2614" y="3286"/>
                      <a:pt x="2513" y="3393"/>
                    </a:cubicBezTo>
                    <a:lnTo>
                      <a:pt x="215" y="5691"/>
                    </a:lnTo>
                    <a:cubicBezTo>
                      <a:pt x="1" y="5894"/>
                      <a:pt x="1" y="6227"/>
                      <a:pt x="215" y="6441"/>
                    </a:cubicBezTo>
                    <a:cubicBezTo>
                      <a:pt x="311" y="6549"/>
                      <a:pt x="453" y="6596"/>
                      <a:pt x="584" y="6596"/>
                    </a:cubicBezTo>
                    <a:cubicBezTo>
                      <a:pt x="715" y="6596"/>
                      <a:pt x="858" y="6549"/>
                      <a:pt x="965" y="6441"/>
                    </a:cubicBezTo>
                    <a:lnTo>
                      <a:pt x="2882" y="4513"/>
                    </a:lnTo>
                    <a:lnTo>
                      <a:pt x="4597" y="6227"/>
                    </a:lnTo>
                    <a:cubicBezTo>
                      <a:pt x="4698" y="6328"/>
                      <a:pt x="4832" y="6379"/>
                      <a:pt x="4967" y="6379"/>
                    </a:cubicBezTo>
                    <a:cubicBezTo>
                      <a:pt x="5103" y="6379"/>
                      <a:pt x="5240" y="6328"/>
                      <a:pt x="5347" y="6227"/>
                    </a:cubicBezTo>
                    <a:lnTo>
                      <a:pt x="9312" y="2262"/>
                    </a:lnTo>
                    <a:lnTo>
                      <a:pt x="11336" y="4275"/>
                    </a:lnTo>
                    <a:cubicBezTo>
                      <a:pt x="11437" y="4376"/>
                      <a:pt x="11571" y="4426"/>
                      <a:pt x="11706" y="4426"/>
                    </a:cubicBezTo>
                    <a:cubicBezTo>
                      <a:pt x="11842" y="4426"/>
                      <a:pt x="11979" y="4376"/>
                      <a:pt x="12086" y="4275"/>
                    </a:cubicBezTo>
                    <a:lnTo>
                      <a:pt x="15598" y="750"/>
                    </a:lnTo>
                    <a:lnTo>
                      <a:pt x="14848"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71"/>
              <p:cNvSpPr/>
              <p:nvPr/>
            </p:nvSpPr>
            <p:spPr>
              <a:xfrm>
                <a:off x="2154425" y="1670200"/>
                <a:ext cx="99525" cy="94075"/>
              </a:xfrm>
              <a:custGeom>
                <a:avLst/>
                <a:gdLst/>
                <a:ahLst/>
                <a:cxnLst/>
                <a:rect l="l" t="t" r="r" b="b"/>
                <a:pathLst>
                  <a:path w="3981" h="3763" extrusionOk="0">
                    <a:moveTo>
                      <a:pt x="3436" y="0"/>
                    </a:moveTo>
                    <a:cubicBezTo>
                      <a:pt x="3372" y="0"/>
                      <a:pt x="3302" y="9"/>
                      <a:pt x="3227" y="27"/>
                    </a:cubicBezTo>
                    <a:lnTo>
                      <a:pt x="596" y="742"/>
                    </a:lnTo>
                    <a:cubicBezTo>
                      <a:pt x="108" y="873"/>
                      <a:pt x="0" y="1266"/>
                      <a:pt x="358" y="1623"/>
                    </a:cubicBezTo>
                    <a:lnTo>
                      <a:pt x="941" y="2206"/>
                    </a:lnTo>
                    <a:lnTo>
                      <a:pt x="1417" y="1742"/>
                    </a:lnTo>
                    <a:cubicBezTo>
                      <a:pt x="1518" y="1635"/>
                      <a:pt x="1655" y="1581"/>
                      <a:pt x="1792" y="1581"/>
                    </a:cubicBezTo>
                    <a:cubicBezTo>
                      <a:pt x="1929" y="1581"/>
                      <a:pt x="2066" y="1635"/>
                      <a:pt x="2167" y="1742"/>
                    </a:cubicBezTo>
                    <a:cubicBezTo>
                      <a:pt x="2370" y="1944"/>
                      <a:pt x="2370" y="2278"/>
                      <a:pt x="2167" y="2492"/>
                    </a:cubicBezTo>
                    <a:lnTo>
                      <a:pt x="1691" y="2956"/>
                    </a:lnTo>
                    <a:lnTo>
                      <a:pt x="2286" y="3552"/>
                    </a:lnTo>
                    <a:cubicBezTo>
                      <a:pt x="2429" y="3694"/>
                      <a:pt x="2577" y="3763"/>
                      <a:pt x="2712" y="3763"/>
                    </a:cubicBezTo>
                    <a:cubicBezTo>
                      <a:pt x="2915" y="3763"/>
                      <a:pt x="3089" y="3607"/>
                      <a:pt x="3168" y="3313"/>
                    </a:cubicBezTo>
                    <a:lnTo>
                      <a:pt x="3870" y="682"/>
                    </a:lnTo>
                    <a:cubicBezTo>
                      <a:pt x="3981" y="269"/>
                      <a:pt x="3793" y="0"/>
                      <a:pt x="343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71"/>
              <p:cNvSpPr/>
              <p:nvPr/>
            </p:nvSpPr>
            <p:spPr>
              <a:xfrm>
                <a:off x="2177950" y="1709725"/>
                <a:ext cx="35725" cy="34400"/>
              </a:xfrm>
              <a:custGeom>
                <a:avLst/>
                <a:gdLst/>
                <a:ahLst/>
                <a:cxnLst/>
                <a:rect l="l" t="t" r="r" b="b"/>
                <a:pathLst>
                  <a:path w="1429" h="1376" extrusionOk="0">
                    <a:moveTo>
                      <a:pt x="851" y="0"/>
                    </a:moveTo>
                    <a:cubicBezTo>
                      <a:pt x="714" y="0"/>
                      <a:pt x="577" y="54"/>
                      <a:pt x="476" y="161"/>
                    </a:cubicBezTo>
                    <a:lnTo>
                      <a:pt x="0" y="625"/>
                    </a:lnTo>
                    <a:lnTo>
                      <a:pt x="762" y="1375"/>
                    </a:lnTo>
                    <a:lnTo>
                      <a:pt x="1226" y="911"/>
                    </a:lnTo>
                    <a:cubicBezTo>
                      <a:pt x="1429" y="697"/>
                      <a:pt x="1429" y="363"/>
                      <a:pt x="1226" y="161"/>
                    </a:cubicBezTo>
                    <a:cubicBezTo>
                      <a:pt x="1125" y="54"/>
                      <a:pt x="988" y="0"/>
                      <a:pt x="8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2" name="Google Shape;1442;p71"/>
            <p:cNvSpPr/>
            <p:nvPr/>
          </p:nvSpPr>
          <p:spPr>
            <a:xfrm>
              <a:off x="4935005" y="2957359"/>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71"/>
            <p:cNvSpPr/>
            <p:nvPr/>
          </p:nvSpPr>
          <p:spPr>
            <a:xfrm>
              <a:off x="5677955" y="3422059"/>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71"/>
            <p:cNvSpPr/>
            <p:nvPr/>
          </p:nvSpPr>
          <p:spPr>
            <a:xfrm>
              <a:off x="4935005" y="3974434"/>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5" name="Google Shape;1445;p71"/>
          <p:cNvGrpSpPr/>
          <p:nvPr/>
        </p:nvGrpSpPr>
        <p:grpSpPr>
          <a:xfrm>
            <a:off x="6754280" y="2538846"/>
            <a:ext cx="1449294" cy="1893117"/>
            <a:chOff x="6754280" y="2538846"/>
            <a:chExt cx="1449294" cy="1893117"/>
          </a:xfrm>
        </p:grpSpPr>
        <p:sp>
          <p:nvSpPr>
            <p:cNvPr id="1446" name="Google Shape;1446;p71"/>
            <p:cNvSpPr/>
            <p:nvPr/>
          </p:nvSpPr>
          <p:spPr>
            <a:xfrm>
              <a:off x="6754280" y="2538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71"/>
            <p:cNvSpPr/>
            <p:nvPr/>
          </p:nvSpPr>
          <p:spPr>
            <a:xfrm>
              <a:off x="7192430" y="2538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71"/>
            <p:cNvSpPr/>
            <p:nvPr/>
          </p:nvSpPr>
          <p:spPr>
            <a:xfrm>
              <a:off x="7630580" y="2538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71"/>
            <p:cNvSpPr/>
            <p:nvPr/>
          </p:nvSpPr>
          <p:spPr>
            <a:xfrm>
              <a:off x="6992405" y="29573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71"/>
            <p:cNvSpPr/>
            <p:nvPr/>
          </p:nvSpPr>
          <p:spPr>
            <a:xfrm>
              <a:off x="7430555" y="29573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71"/>
            <p:cNvSpPr/>
            <p:nvPr/>
          </p:nvSpPr>
          <p:spPr>
            <a:xfrm>
              <a:off x="7868705" y="29573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71"/>
            <p:cNvSpPr/>
            <p:nvPr/>
          </p:nvSpPr>
          <p:spPr>
            <a:xfrm>
              <a:off x="8068730" y="2538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71"/>
            <p:cNvSpPr/>
            <p:nvPr/>
          </p:nvSpPr>
          <p:spPr>
            <a:xfrm>
              <a:off x="6754280" y="3375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71"/>
            <p:cNvSpPr/>
            <p:nvPr/>
          </p:nvSpPr>
          <p:spPr>
            <a:xfrm>
              <a:off x="7192430" y="3375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71"/>
            <p:cNvSpPr/>
            <p:nvPr/>
          </p:nvSpPr>
          <p:spPr>
            <a:xfrm>
              <a:off x="7630580" y="3375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71"/>
            <p:cNvSpPr/>
            <p:nvPr/>
          </p:nvSpPr>
          <p:spPr>
            <a:xfrm>
              <a:off x="8068730" y="3375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71"/>
            <p:cNvSpPr/>
            <p:nvPr/>
          </p:nvSpPr>
          <p:spPr>
            <a:xfrm>
              <a:off x="6992405" y="37943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71"/>
            <p:cNvSpPr/>
            <p:nvPr/>
          </p:nvSpPr>
          <p:spPr>
            <a:xfrm>
              <a:off x="7430555" y="37943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71"/>
            <p:cNvSpPr/>
            <p:nvPr/>
          </p:nvSpPr>
          <p:spPr>
            <a:xfrm>
              <a:off x="7868705" y="37943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71"/>
            <p:cNvSpPr/>
            <p:nvPr/>
          </p:nvSpPr>
          <p:spPr>
            <a:xfrm>
              <a:off x="6754280" y="4212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71"/>
            <p:cNvSpPr/>
            <p:nvPr/>
          </p:nvSpPr>
          <p:spPr>
            <a:xfrm>
              <a:off x="7192430" y="4212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71"/>
            <p:cNvSpPr/>
            <p:nvPr/>
          </p:nvSpPr>
          <p:spPr>
            <a:xfrm>
              <a:off x="7630580" y="4212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71"/>
            <p:cNvSpPr/>
            <p:nvPr/>
          </p:nvSpPr>
          <p:spPr>
            <a:xfrm>
              <a:off x="8068730" y="4212846"/>
              <a:ext cx="134844" cy="219117"/>
            </a:xfrm>
            <a:custGeom>
              <a:avLst/>
              <a:gdLst/>
              <a:ahLst/>
              <a:cxnLst/>
              <a:rect l="l" t="t" r="r" b="b"/>
              <a:pathLst>
                <a:path w="4001" h="6502" extrusionOk="0">
                  <a:moveTo>
                    <a:pt x="1774" y="1227"/>
                  </a:moveTo>
                  <a:lnTo>
                    <a:pt x="1774" y="2561"/>
                  </a:lnTo>
                  <a:cubicBezTo>
                    <a:pt x="1203" y="2370"/>
                    <a:pt x="1060" y="2180"/>
                    <a:pt x="1060" y="1858"/>
                  </a:cubicBezTo>
                  <a:cubicBezTo>
                    <a:pt x="1060" y="1549"/>
                    <a:pt x="1298" y="1275"/>
                    <a:pt x="1774" y="1227"/>
                  </a:cubicBezTo>
                  <a:close/>
                  <a:moveTo>
                    <a:pt x="2369" y="3609"/>
                  </a:moveTo>
                  <a:cubicBezTo>
                    <a:pt x="2953" y="3787"/>
                    <a:pt x="3119" y="3990"/>
                    <a:pt x="3119" y="4323"/>
                  </a:cubicBezTo>
                  <a:cubicBezTo>
                    <a:pt x="3119" y="4680"/>
                    <a:pt x="2858" y="4918"/>
                    <a:pt x="2369" y="4978"/>
                  </a:cubicBezTo>
                  <a:lnTo>
                    <a:pt x="2369" y="3609"/>
                  </a:lnTo>
                  <a:close/>
                  <a:moveTo>
                    <a:pt x="2084" y="1"/>
                  </a:moveTo>
                  <a:cubicBezTo>
                    <a:pt x="1893" y="1"/>
                    <a:pt x="1750" y="144"/>
                    <a:pt x="1750" y="322"/>
                  </a:cubicBezTo>
                  <a:lnTo>
                    <a:pt x="1750" y="477"/>
                  </a:lnTo>
                  <a:cubicBezTo>
                    <a:pt x="810" y="549"/>
                    <a:pt x="167" y="1108"/>
                    <a:pt x="167" y="1918"/>
                  </a:cubicBezTo>
                  <a:cubicBezTo>
                    <a:pt x="167" y="2763"/>
                    <a:pt x="679" y="3180"/>
                    <a:pt x="1774" y="3466"/>
                  </a:cubicBezTo>
                  <a:lnTo>
                    <a:pt x="1774" y="4942"/>
                  </a:lnTo>
                  <a:cubicBezTo>
                    <a:pt x="1369" y="4871"/>
                    <a:pt x="1024" y="4692"/>
                    <a:pt x="667" y="4442"/>
                  </a:cubicBezTo>
                  <a:cubicBezTo>
                    <a:pt x="595" y="4382"/>
                    <a:pt x="512" y="4359"/>
                    <a:pt x="417" y="4359"/>
                  </a:cubicBezTo>
                  <a:cubicBezTo>
                    <a:pt x="191" y="4359"/>
                    <a:pt x="0" y="4537"/>
                    <a:pt x="0" y="4775"/>
                  </a:cubicBezTo>
                  <a:cubicBezTo>
                    <a:pt x="0" y="4930"/>
                    <a:pt x="83" y="5049"/>
                    <a:pt x="202" y="5133"/>
                  </a:cubicBezTo>
                  <a:cubicBezTo>
                    <a:pt x="667" y="5454"/>
                    <a:pt x="1191" y="5656"/>
                    <a:pt x="1750" y="5716"/>
                  </a:cubicBezTo>
                  <a:lnTo>
                    <a:pt x="1750" y="6180"/>
                  </a:lnTo>
                  <a:cubicBezTo>
                    <a:pt x="1750" y="6359"/>
                    <a:pt x="1893" y="6502"/>
                    <a:pt x="2084" y="6502"/>
                  </a:cubicBezTo>
                  <a:cubicBezTo>
                    <a:pt x="2262" y="6502"/>
                    <a:pt x="2405" y="6359"/>
                    <a:pt x="2405" y="6180"/>
                  </a:cubicBezTo>
                  <a:lnTo>
                    <a:pt x="2405" y="5728"/>
                  </a:lnTo>
                  <a:cubicBezTo>
                    <a:pt x="3358" y="5645"/>
                    <a:pt x="4001" y="5097"/>
                    <a:pt x="4001" y="4263"/>
                  </a:cubicBezTo>
                  <a:cubicBezTo>
                    <a:pt x="4001" y="3442"/>
                    <a:pt x="3512" y="3001"/>
                    <a:pt x="2369" y="2716"/>
                  </a:cubicBezTo>
                  <a:lnTo>
                    <a:pt x="2369" y="1275"/>
                  </a:lnTo>
                  <a:cubicBezTo>
                    <a:pt x="2631" y="1334"/>
                    <a:pt x="2881" y="1454"/>
                    <a:pt x="3143" y="1608"/>
                  </a:cubicBezTo>
                  <a:cubicBezTo>
                    <a:pt x="3227" y="1656"/>
                    <a:pt x="3298" y="1680"/>
                    <a:pt x="3370" y="1680"/>
                  </a:cubicBezTo>
                  <a:cubicBezTo>
                    <a:pt x="3608" y="1680"/>
                    <a:pt x="3786" y="1489"/>
                    <a:pt x="3786" y="1263"/>
                  </a:cubicBezTo>
                  <a:cubicBezTo>
                    <a:pt x="3786" y="1084"/>
                    <a:pt x="3691" y="965"/>
                    <a:pt x="3572" y="906"/>
                  </a:cubicBezTo>
                  <a:cubicBezTo>
                    <a:pt x="3227" y="680"/>
                    <a:pt x="2846" y="537"/>
                    <a:pt x="2405" y="489"/>
                  </a:cubicBezTo>
                  <a:lnTo>
                    <a:pt x="2405" y="322"/>
                  </a:lnTo>
                  <a:cubicBezTo>
                    <a:pt x="2405" y="144"/>
                    <a:pt x="2262" y="1"/>
                    <a:pt x="20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71"/>
            <p:cNvSpPr/>
            <p:nvPr/>
          </p:nvSpPr>
          <p:spPr>
            <a:xfrm>
              <a:off x="6799052" y="3044405"/>
              <a:ext cx="45300" cy="45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71"/>
            <p:cNvSpPr/>
            <p:nvPr/>
          </p:nvSpPr>
          <p:spPr>
            <a:xfrm>
              <a:off x="6799052" y="3881405"/>
              <a:ext cx="45300" cy="45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71"/>
            <p:cNvSpPr/>
            <p:nvPr/>
          </p:nvSpPr>
          <p:spPr>
            <a:xfrm>
              <a:off x="8113502" y="3044405"/>
              <a:ext cx="45300" cy="45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71"/>
            <p:cNvSpPr/>
            <p:nvPr/>
          </p:nvSpPr>
          <p:spPr>
            <a:xfrm>
              <a:off x="8113502" y="3881405"/>
              <a:ext cx="45300" cy="45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71"/>
          <p:cNvGrpSpPr/>
          <p:nvPr/>
        </p:nvGrpSpPr>
        <p:grpSpPr>
          <a:xfrm>
            <a:off x="3400135" y="3296291"/>
            <a:ext cx="995572" cy="511633"/>
            <a:chOff x="3400135" y="3296291"/>
            <a:chExt cx="995572" cy="511633"/>
          </a:xfrm>
        </p:grpSpPr>
        <p:grpSp>
          <p:nvGrpSpPr>
            <p:cNvPr id="1469" name="Google Shape;1469;p71"/>
            <p:cNvGrpSpPr/>
            <p:nvPr/>
          </p:nvGrpSpPr>
          <p:grpSpPr>
            <a:xfrm>
              <a:off x="3400135" y="3296291"/>
              <a:ext cx="995572" cy="511633"/>
              <a:chOff x="3292175" y="-650125"/>
              <a:chExt cx="738500" cy="379550"/>
            </a:xfrm>
          </p:grpSpPr>
          <p:sp>
            <p:nvSpPr>
              <p:cNvPr id="1470" name="Google Shape;1470;p71"/>
              <p:cNvSpPr/>
              <p:nvPr/>
            </p:nvSpPr>
            <p:spPr>
              <a:xfrm>
                <a:off x="3292175" y="-650125"/>
                <a:ext cx="738500" cy="379550"/>
              </a:xfrm>
              <a:custGeom>
                <a:avLst/>
                <a:gdLst/>
                <a:ahLst/>
                <a:cxnLst/>
                <a:rect l="l" t="t" r="r" b="b"/>
                <a:pathLst>
                  <a:path w="29540" h="15182" extrusionOk="0">
                    <a:moveTo>
                      <a:pt x="28718" y="810"/>
                    </a:moveTo>
                    <a:lnTo>
                      <a:pt x="28718" y="14360"/>
                    </a:lnTo>
                    <a:lnTo>
                      <a:pt x="822" y="14360"/>
                    </a:lnTo>
                    <a:lnTo>
                      <a:pt x="822" y="810"/>
                    </a:lnTo>
                    <a:close/>
                    <a:moveTo>
                      <a:pt x="691" y="1"/>
                    </a:moveTo>
                    <a:cubicBezTo>
                      <a:pt x="310" y="1"/>
                      <a:pt x="0" y="299"/>
                      <a:pt x="0" y="680"/>
                    </a:cubicBezTo>
                    <a:lnTo>
                      <a:pt x="0" y="14491"/>
                    </a:lnTo>
                    <a:cubicBezTo>
                      <a:pt x="0" y="14872"/>
                      <a:pt x="310" y="15181"/>
                      <a:pt x="691" y="15181"/>
                    </a:cubicBezTo>
                    <a:lnTo>
                      <a:pt x="28861" y="15181"/>
                    </a:lnTo>
                    <a:cubicBezTo>
                      <a:pt x="29230" y="15181"/>
                      <a:pt x="29540" y="14872"/>
                      <a:pt x="29540" y="14491"/>
                    </a:cubicBezTo>
                    <a:lnTo>
                      <a:pt x="29540" y="680"/>
                    </a:lnTo>
                    <a:cubicBezTo>
                      <a:pt x="29540" y="299"/>
                      <a:pt x="29230" y="1"/>
                      <a:pt x="288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71"/>
              <p:cNvSpPr/>
              <p:nvPr/>
            </p:nvSpPr>
            <p:spPr>
              <a:xfrm>
                <a:off x="3526425" y="-594750"/>
                <a:ext cx="268225" cy="268500"/>
              </a:xfrm>
              <a:custGeom>
                <a:avLst/>
                <a:gdLst/>
                <a:ahLst/>
                <a:cxnLst/>
                <a:rect l="l" t="t" r="r" b="b"/>
                <a:pathLst>
                  <a:path w="10729" h="10740" extrusionOk="0">
                    <a:moveTo>
                      <a:pt x="5370" y="834"/>
                    </a:moveTo>
                    <a:cubicBezTo>
                      <a:pt x="7871" y="834"/>
                      <a:pt x="9907" y="2870"/>
                      <a:pt x="9907" y="5370"/>
                    </a:cubicBezTo>
                    <a:cubicBezTo>
                      <a:pt x="9907" y="7870"/>
                      <a:pt x="7871" y="9906"/>
                      <a:pt x="5370" y="9906"/>
                    </a:cubicBezTo>
                    <a:cubicBezTo>
                      <a:pt x="2870" y="9906"/>
                      <a:pt x="834" y="7870"/>
                      <a:pt x="834" y="5370"/>
                    </a:cubicBezTo>
                    <a:cubicBezTo>
                      <a:pt x="834" y="2870"/>
                      <a:pt x="2870" y="834"/>
                      <a:pt x="5370" y="834"/>
                    </a:cubicBezTo>
                    <a:close/>
                    <a:moveTo>
                      <a:pt x="5370" y="0"/>
                    </a:moveTo>
                    <a:cubicBezTo>
                      <a:pt x="2406" y="0"/>
                      <a:pt x="1" y="2417"/>
                      <a:pt x="1" y="5370"/>
                    </a:cubicBezTo>
                    <a:cubicBezTo>
                      <a:pt x="1" y="8335"/>
                      <a:pt x="2406" y="10740"/>
                      <a:pt x="5370" y="10740"/>
                    </a:cubicBezTo>
                    <a:cubicBezTo>
                      <a:pt x="8323" y="10740"/>
                      <a:pt x="10728" y="8335"/>
                      <a:pt x="10728" y="5370"/>
                    </a:cubicBezTo>
                    <a:cubicBezTo>
                      <a:pt x="10728" y="2417"/>
                      <a:pt x="8323" y="0"/>
                      <a:pt x="53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71"/>
              <p:cNvSpPr/>
              <p:nvPr/>
            </p:nvSpPr>
            <p:spPr>
              <a:xfrm>
                <a:off x="3335625" y="-604875"/>
                <a:ext cx="115225" cy="100625"/>
              </a:xfrm>
              <a:custGeom>
                <a:avLst/>
                <a:gdLst/>
                <a:ahLst/>
                <a:cxnLst/>
                <a:rect l="l" t="t" r="r" b="b"/>
                <a:pathLst>
                  <a:path w="4609" h="4025" extrusionOk="0">
                    <a:moveTo>
                      <a:pt x="405" y="1"/>
                    </a:moveTo>
                    <a:cubicBezTo>
                      <a:pt x="179" y="1"/>
                      <a:pt x="1" y="179"/>
                      <a:pt x="1" y="405"/>
                    </a:cubicBezTo>
                    <a:lnTo>
                      <a:pt x="1" y="4025"/>
                    </a:lnTo>
                    <a:cubicBezTo>
                      <a:pt x="1" y="3799"/>
                      <a:pt x="179" y="3608"/>
                      <a:pt x="405" y="3608"/>
                    </a:cubicBezTo>
                    <a:cubicBezTo>
                      <a:pt x="632" y="3608"/>
                      <a:pt x="822" y="3799"/>
                      <a:pt x="822" y="4025"/>
                    </a:cubicBezTo>
                    <a:lnTo>
                      <a:pt x="822" y="822"/>
                    </a:lnTo>
                    <a:lnTo>
                      <a:pt x="4204" y="822"/>
                    </a:lnTo>
                    <a:cubicBezTo>
                      <a:pt x="4430" y="822"/>
                      <a:pt x="4608" y="632"/>
                      <a:pt x="4608" y="405"/>
                    </a:cubicBezTo>
                    <a:cubicBezTo>
                      <a:pt x="4608" y="179"/>
                      <a:pt x="4430" y="1"/>
                      <a:pt x="42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71"/>
              <p:cNvSpPr/>
              <p:nvPr/>
            </p:nvSpPr>
            <p:spPr>
              <a:xfrm>
                <a:off x="3873200" y="-604875"/>
                <a:ext cx="115225" cy="89925"/>
              </a:xfrm>
              <a:custGeom>
                <a:avLst/>
                <a:gdLst/>
                <a:ahLst/>
                <a:cxnLst/>
                <a:rect l="l" t="t" r="r" b="b"/>
                <a:pathLst>
                  <a:path w="4609" h="3597" extrusionOk="0">
                    <a:moveTo>
                      <a:pt x="405" y="1"/>
                    </a:moveTo>
                    <a:cubicBezTo>
                      <a:pt x="179" y="1"/>
                      <a:pt x="0" y="179"/>
                      <a:pt x="0" y="405"/>
                    </a:cubicBezTo>
                    <a:cubicBezTo>
                      <a:pt x="0" y="632"/>
                      <a:pt x="179" y="822"/>
                      <a:pt x="405" y="822"/>
                    </a:cubicBezTo>
                    <a:lnTo>
                      <a:pt x="3787" y="822"/>
                    </a:lnTo>
                    <a:lnTo>
                      <a:pt x="3787" y="3596"/>
                    </a:lnTo>
                    <a:cubicBezTo>
                      <a:pt x="3787" y="3370"/>
                      <a:pt x="3977" y="3191"/>
                      <a:pt x="4203" y="3191"/>
                    </a:cubicBezTo>
                    <a:cubicBezTo>
                      <a:pt x="4418" y="3191"/>
                      <a:pt x="4608" y="3370"/>
                      <a:pt x="4608" y="3596"/>
                    </a:cubicBezTo>
                    <a:lnTo>
                      <a:pt x="4608" y="405"/>
                    </a:lnTo>
                    <a:cubicBezTo>
                      <a:pt x="4608" y="179"/>
                      <a:pt x="4418" y="1"/>
                      <a:pt x="42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71"/>
              <p:cNvSpPr/>
              <p:nvPr/>
            </p:nvSpPr>
            <p:spPr>
              <a:xfrm>
                <a:off x="3335625" y="-499800"/>
                <a:ext cx="115525" cy="181300"/>
              </a:xfrm>
              <a:custGeom>
                <a:avLst/>
                <a:gdLst/>
                <a:ahLst/>
                <a:cxnLst/>
                <a:rect l="l" t="t" r="r" b="b"/>
                <a:pathLst>
                  <a:path w="4621" h="7252" extrusionOk="0">
                    <a:moveTo>
                      <a:pt x="1" y="0"/>
                    </a:moveTo>
                    <a:lnTo>
                      <a:pt x="1" y="6835"/>
                    </a:lnTo>
                    <a:cubicBezTo>
                      <a:pt x="1" y="7061"/>
                      <a:pt x="191" y="7251"/>
                      <a:pt x="417" y="7251"/>
                    </a:cubicBezTo>
                    <a:lnTo>
                      <a:pt x="4204" y="7251"/>
                    </a:lnTo>
                    <a:cubicBezTo>
                      <a:pt x="4430" y="7251"/>
                      <a:pt x="4620" y="7061"/>
                      <a:pt x="4620" y="6835"/>
                    </a:cubicBezTo>
                    <a:cubicBezTo>
                      <a:pt x="4620" y="6608"/>
                      <a:pt x="4430" y="6430"/>
                      <a:pt x="4204" y="6430"/>
                    </a:cubicBezTo>
                    <a:lnTo>
                      <a:pt x="822" y="6430"/>
                    </a:lnTo>
                    <a:lnTo>
                      <a:pt x="822" y="0"/>
                    </a:lnTo>
                    <a:cubicBezTo>
                      <a:pt x="822" y="227"/>
                      <a:pt x="644" y="405"/>
                      <a:pt x="417" y="405"/>
                    </a:cubicBezTo>
                    <a:cubicBezTo>
                      <a:pt x="191" y="405"/>
                      <a:pt x="1" y="227"/>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71"/>
              <p:cNvSpPr/>
              <p:nvPr/>
            </p:nvSpPr>
            <p:spPr>
              <a:xfrm>
                <a:off x="3335625" y="-514675"/>
                <a:ext cx="20575" cy="25325"/>
              </a:xfrm>
              <a:custGeom>
                <a:avLst/>
                <a:gdLst/>
                <a:ahLst/>
                <a:cxnLst/>
                <a:rect l="l" t="t" r="r" b="b"/>
                <a:pathLst>
                  <a:path w="823" h="1013" extrusionOk="0">
                    <a:moveTo>
                      <a:pt x="405" y="0"/>
                    </a:moveTo>
                    <a:cubicBezTo>
                      <a:pt x="179" y="0"/>
                      <a:pt x="1" y="191"/>
                      <a:pt x="1" y="417"/>
                    </a:cubicBezTo>
                    <a:lnTo>
                      <a:pt x="1" y="595"/>
                    </a:lnTo>
                    <a:cubicBezTo>
                      <a:pt x="1" y="822"/>
                      <a:pt x="179" y="1012"/>
                      <a:pt x="405" y="1012"/>
                    </a:cubicBezTo>
                    <a:cubicBezTo>
                      <a:pt x="632" y="1012"/>
                      <a:pt x="822" y="822"/>
                      <a:pt x="822" y="595"/>
                    </a:cubicBezTo>
                    <a:lnTo>
                      <a:pt x="822" y="417"/>
                    </a:lnTo>
                    <a:cubicBezTo>
                      <a:pt x="822" y="191"/>
                      <a:pt x="632" y="0"/>
                      <a:pt x="4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71"/>
              <p:cNvSpPr/>
              <p:nvPr/>
            </p:nvSpPr>
            <p:spPr>
              <a:xfrm>
                <a:off x="3873200" y="-499800"/>
                <a:ext cx="115225" cy="181300"/>
              </a:xfrm>
              <a:custGeom>
                <a:avLst/>
                <a:gdLst/>
                <a:ahLst/>
                <a:cxnLst/>
                <a:rect l="l" t="t" r="r" b="b"/>
                <a:pathLst>
                  <a:path w="4609" h="7252" extrusionOk="0">
                    <a:moveTo>
                      <a:pt x="3787" y="0"/>
                    </a:moveTo>
                    <a:lnTo>
                      <a:pt x="3787" y="6430"/>
                    </a:lnTo>
                    <a:lnTo>
                      <a:pt x="405" y="6430"/>
                    </a:lnTo>
                    <a:cubicBezTo>
                      <a:pt x="179" y="6430"/>
                      <a:pt x="0" y="6608"/>
                      <a:pt x="0" y="6835"/>
                    </a:cubicBezTo>
                    <a:cubicBezTo>
                      <a:pt x="0" y="7061"/>
                      <a:pt x="179" y="7251"/>
                      <a:pt x="405" y="7251"/>
                    </a:cubicBezTo>
                    <a:lnTo>
                      <a:pt x="4203" y="7251"/>
                    </a:lnTo>
                    <a:cubicBezTo>
                      <a:pt x="4418" y="7251"/>
                      <a:pt x="4608" y="7061"/>
                      <a:pt x="4608" y="6835"/>
                    </a:cubicBezTo>
                    <a:lnTo>
                      <a:pt x="4608" y="0"/>
                    </a:lnTo>
                    <a:cubicBezTo>
                      <a:pt x="4608" y="227"/>
                      <a:pt x="4418" y="417"/>
                      <a:pt x="4203" y="417"/>
                    </a:cubicBezTo>
                    <a:cubicBezTo>
                      <a:pt x="3977" y="417"/>
                      <a:pt x="3787" y="227"/>
                      <a:pt x="37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71"/>
              <p:cNvSpPr/>
              <p:nvPr/>
            </p:nvSpPr>
            <p:spPr>
              <a:xfrm>
                <a:off x="3967850" y="-525100"/>
                <a:ext cx="20575" cy="35450"/>
              </a:xfrm>
              <a:custGeom>
                <a:avLst/>
                <a:gdLst/>
                <a:ahLst/>
                <a:cxnLst/>
                <a:rect l="l" t="t" r="r" b="b"/>
                <a:pathLst>
                  <a:path w="823" h="1418" extrusionOk="0">
                    <a:moveTo>
                      <a:pt x="417" y="0"/>
                    </a:moveTo>
                    <a:cubicBezTo>
                      <a:pt x="191" y="0"/>
                      <a:pt x="1" y="179"/>
                      <a:pt x="1" y="405"/>
                    </a:cubicBezTo>
                    <a:lnTo>
                      <a:pt x="1" y="1012"/>
                    </a:lnTo>
                    <a:cubicBezTo>
                      <a:pt x="1" y="1239"/>
                      <a:pt x="191" y="1417"/>
                      <a:pt x="417" y="1417"/>
                    </a:cubicBezTo>
                    <a:cubicBezTo>
                      <a:pt x="632" y="1417"/>
                      <a:pt x="822" y="1239"/>
                      <a:pt x="822" y="1012"/>
                    </a:cubicBezTo>
                    <a:lnTo>
                      <a:pt x="822" y="405"/>
                    </a:lnTo>
                    <a:cubicBezTo>
                      <a:pt x="822" y="179"/>
                      <a:pt x="632" y="0"/>
                      <a:pt x="4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71"/>
              <p:cNvSpPr/>
              <p:nvPr/>
            </p:nvSpPr>
            <p:spPr>
              <a:xfrm>
                <a:off x="3389200" y="-505150"/>
                <a:ext cx="89325" cy="89325"/>
              </a:xfrm>
              <a:custGeom>
                <a:avLst/>
                <a:gdLst/>
                <a:ahLst/>
                <a:cxnLst/>
                <a:rect l="l" t="t" r="r" b="b"/>
                <a:pathLst>
                  <a:path w="3573" h="3573" extrusionOk="0">
                    <a:moveTo>
                      <a:pt x="1787" y="822"/>
                    </a:moveTo>
                    <a:cubicBezTo>
                      <a:pt x="2323" y="822"/>
                      <a:pt x="2751" y="1250"/>
                      <a:pt x="2751" y="1786"/>
                    </a:cubicBezTo>
                    <a:cubicBezTo>
                      <a:pt x="2751" y="2322"/>
                      <a:pt x="2323" y="2751"/>
                      <a:pt x="1787" y="2751"/>
                    </a:cubicBezTo>
                    <a:cubicBezTo>
                      <a:pt x="1251" y="2751"/>
                      <a:pt x="822" y="2322"/>
                      <a:pt x="822" y="1786"/>
                    </a:cubicBezTo>
                    <a:cubicBezTo>
                      <a:pt x="822" y="1250"/>
                      <a:pt x="1251" y="822"/>
                      <a:pt x="1787" y="822"/>
                    </a:cubicBezTo>
                    <a:close/>
                    <a:moveTo>
                      <a:pt x="1787" y="0"/>
                    </a:moveTo>
                    <a:cubicBezTo>
                      <a:pt x="799" y="0"/>
                      <a:pt x="1" y="798"/>
                      <a:pt x="1" y="1786"/>
                    </a:cubicBezTo>
                    <a:cubicBezTo>
                      <a:pt x="1" y="2774"/>
                      <a:pt x="799" y="3572"/>
                      <a:pt x="1787" y="3572"/>
                    </a:cubicBezTo>
                    <a:cubicBezTo>
                      <a:pt x="2775" y="3572"/>
                      <a:pt x="3573" y="2774"/>
                      <a:pt x="3573" y="1786"/>
                    </a:cubicBezTo>
                    <a:cubicBezTo>
                      <a:pt x="3573" y="798"/>
                      <a:pt x="2775" y="0"/>
                      <a:pt x="178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71"/>
              <p:cNvSpPr/>
              <p:nvPr/>
            </p:nvSpPr>
            <p:spPr>
              <a:xfrm>
                <a:off x="3845525" y="-505150"/>
                <a:ext cx="89300" cy="89325"/>
              </a:xfrm>
              <a:custGeom>
                <a:avLst/>
                <a:gdLst/>
                <a:ahLst/>
                <a:cxnLst/>
                <a:rect l="l" t="t" r="r" b="b"/>
                <a:pathLst>
                  <a:path w="3572" h="3573" extrusionOk="0">
                    <a:moveTo>
                      <a:pt x="1786" y="822"/>
                    </a:moveTo>
                    <a:cubicBezTo>
                      <a:pt x="2322" y="822"/>
                      <a:pt x="2750" y="1250"/>
                      <a:pt x="2750" y="1786"/>
                    </a:cubicBezTo>
                    <a:cubicBezTo>
                      <a:pt x="2750" y="2322"/>
                      <a:pt x="2322" y="2751"/>
                      <a:pt x="1786" y="2751"/>
                    </a:cubicBezTo>
                    <a:cubicBezTo>
                      <a:pt x="1250" y="2751"/>
                      <a:pt x="822" y="2322"/>
                      <a:pt x="822" y="1786"/>
                    </a:cubicBezTo>
                    <a:cubicBezTo>
                      <a:pt x="822" y="1250"/>
                      <a:pt x="1250" y="822"/>
                      <a:pt x="1786" y="822"/>
                    </a:cubicBezTo>
                    <a:close/>
                    <a:moveTo>
                      <a:pt x="1786" y="0"/>
                    </a:moveTo>
                    <a:cubicBezTo>
                      <a:pt x="798" y="0"/>
                      <a:pt x="0" y="798"/>
                      <a:pt x="0" y="1786"/>
                    </a:cubicBezTo>
                    <a:cubicBezTo>
                      <a:pt x="0" y="2774"/>
                      <a:pt x="798" y="3572"/>
                      <a:pt x="1786" y="3572"/>
                    </a:cubicBezTo>
                    <a:cubicBezTo>
                      <a:pt x="2774" y="3572"/>
                      <a:pt x="3572" y="2774"/>
                      <a:pt x="3572" y="1786"/>
                    </a:cubicBezTo>
                    <a:cubicBezTo>
                      <a:pt x="3572" y="798"/>
                      <a:pt x="2774" y="0"/>
                      <a:pt x="17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0" name="Google Shape;1480;p71"/>
            <p:cNvSpPr/>
            <p:nvPr/>
          </p:nvSpPr>
          <p:spPr>
            <a:xfrm>
              <a:off x="3791273" y="3457400"/>
              <a:ext cx="175919" cy="189397"/>
            </a:xfrm>
            <a:custGeom>
              <a:avLst/>
              <a:gdLst/>
              <a:ahLst/>
              <a:cxnLst/>
              <a:rect l="l" t="t" r="r" b="b"/>
              <a:pathLst>
                <a:path w="193850" h="208702" extrusionOk="0">
                  <a:moveTo>
                    <a:pt x="128075" y="0"/>
                  </a:moveTo>
                  <a:cubicBezTo>
                    <a:pt x="89151" y="0"/>
                    <a:pt x="55859" y="28277"/>
                    <a:pt x="42975" y="67857"/>
                  </a:cubicBezTo>
                  <a:lnTo>
                    <a:pt x="11689" y="67857"/>
                  </a:lnTo>
                  <a:cubicBezTo>
                    <a:pt x="5246" y="67857"/>
                    <a:pt x="0" y="73103"/>
                    <a:pt x="0" y="79546"/>
                  </a:cubicBezTo>
                  <a:cubicBezTo>
                    <a:pt x="0" y="85988"/>
                    <a:pt x="5246" y="91196"/>
                    <a:pt x="11689" y="91196"/>
                  </a:cubicBezTo>
                  <a:lnTo>
                    <a:pt x="37960" y="91196"/>
                  </a:lnTo>
                  <a:cubicBezTo>
                    <a:pt x="37497" y="95517"/>
                    <a:pt x="37227" y="99876"/>
                    <a:pt x="37227" y="104351"/>
                  </a:cubicBezTo>
                  <a:cubicBezTo>
                    <a:pt x="37227" y="108286"/>
                    <a:pt x="37420" y="112182"/>
                    <a:pt x="37805" y="116001"/>
                  </a:cubicBezTo>
                  <a:lnTo>
                    <a:pt x="11689" y="116001"/>
                  </a:lnTo>
                  <a:cubicBezTo>
                    <a:pt x="5246" y="116001"/>
                    <a:pt x="0" y="121247"/>
                    <a:pt x="0" y="127690"/>
                  </a:cubicBezTo>
                  <a:cubicBezTo>
                    <a:pt x="0" y="134132"/>
                    <a:pt x="5246" y="139379"/>
                    <a:pt x="11689" y="139379"/>
                  </a:cubicBezTo>
                  <a:lnTo>
                    <a:pt x="42512" y="139379"/>
                  </a:lnTo>
                  <a:cubicBezTo>
                    <a:pt x="55049" y="179730"/>
                    <a:pt x="88650" y="208701"/>
                    <a:pt x="128075" y="208701"/>
                  </a:cubicBezTo>
                  <a:cubicBezTo>
                    <a:pt x="150836" y="208701"/>
                    <a:pt x="172632" y="198980"/>
                    <a:pt x="189413" y="181312"/>
                  </a:cubicBezTo>
                  <a:cubicBezTo>
                    <a:pt x="193849" y="176644"/>
                    <a:pt x="193695" y="169237"/>
                    <a:pt x="188988" y="164801"/>
                  </a:cubicBezTo>
                  <a:cubicBezTo>
                    <a:pt x="186734" y="162658"/>
                    <a:pt x="183849" y="161595"/>
                    <a:pt x="180969" y="161595"/>
                  </a:cubicBezTo>
                  <a:cubicBezTo>
                    <a:pt x="177886" y="161595"/>
                    <a:pt x="174809" y="162812"/>
                    <a:pt x="172516" y="165225"/>
                  </a:cubicBezTo>
                  <a:cubicBezTo>
                    <a:pt x="160172" y="178187"/>
                    <a:pt x="144394" y="185324"/>
                    <a:pt x="128075" y="185324"/>
                  </a:cubicBezTo>
                  <a:cubicBezTo>
                    <a:pt x="101303" y="185324"/>
                    <a:pt x="78118" y="166537"/>
                    <a:pt x="67201" y="139379"/>
                  </a:cubicBezTo>
                  <a:lnTo>
                    <a:pt x="141539" y="139379"/>
                  </a:lnTo>
                  <a:cubicBezTo>
                    <a:pt x="148020" y="139379"/>
                    <a:pt x="153228" y="134132"/>
                    <a:pt x="153228" y="127690"/>
                  </a:cubicBezTo>
                  <a:cubicBezTo>
                    <a:pt x="153228" y="121247"/>
                    <a:pt x="148020" y="116001"/>
                    <a:pt x="141539" y="116001"/>
                  </a:cubicBezTo>
                  <a:lnTo>
                    <a:pt x="61260" y="116001"/>
                  </a:lnTo>
                  <a:cubicBezTo>
                    <a:pt x="60797" y="112182"/>
                    <a:pt x="60566" y="108286"/>
                    <a:pt x="60566" y="104351"/>
                  </a:cubicBezTo>
                  <a:cubicBezTo>
                    <a:pt x="60566" y="99876"/>
                    <a:pt x="60874" y="95478"/>
                    <a:pt x="61453" y="91196"/>
                  </a:cubicBezTo>
                  <a:lnTo>
                    <a:pt x="141539" y="91196"/>
                  </a:lnTo>
                  <a:cubicBezTo>
                    <a:pt x="148020" y="91196"/>
                    <a:pt x="153228" y="85988"/>
                    <a:pt x="153228" y="79546"/>
                  </a:cubicBezTo>
                  <a:cubicBezTo>
                    <a:pt x="153228" y="73065"/>
                    <a:pt x="148020" y="67857"/>
                    <a:pt x="141539" y="67857"/>
                  </a:cubicBezTo>
                  <a:lnTo>
                    <a:pt x="67818" y="67857"/>
                  </a:lnTo>
                  <a:cubicBezTo>
                    <a:pt x="78967" y="41470"/>
                    <a:pt x="101766" y="23339"/>
                    <a:pt x="128075" y="23339"/>
                  </a:cubicBezTo>
                  <a:cubicBezTo>
                    <a:pt x="144394" y="23339"/>
                    <a:pt x="160172" y="30476"/>
                    <a:pt x="172516" y="43438"/>
                  </a:cubicBezTo>
                  <a:cubicBezTo>
                    <a:pt x="174809" y="45851"/>
                    <a:pt x="177886" y="47068"/>
                    <a:pt x="180969" y="47068"/>
                  </a:cubicBezTo>
                  <a:cubicBezTo>
                    <a:pt x="183849" y="47068"/>
                    <a:pt x="186734" y="46005"/>
                    <a:pt x="188988" y="43862"/>
                  </a:cubicBezTo>
                  <a:cubicBezTo>
                    <a:pt x="193656" y="39426"/>
                    <a:pt x="193849" y="32057"/>
                    <a:pt x="189413" y="27351"/>
                  </a:cubicBezTo>
                  <a:cubicBezTo>
                    <a:pt x="172632" y="9721"/>
                    <a:pt x="150836" y="0"/>
                    <a:pt x="1280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1" name="Google Shape;1481;p71"/>
          <p:cNvGrpSpPr/>
          <p:nvPr/>
        </p:nvGrpSpPr>
        <p:grpSpPr>
          <a:xfrm>
            <a:off x="3400135" y="4021578"/>
            <a:ext cx="995572" cy="511633"/>
            <a:chOff x="3400135" y="4021578"/>
            <a:chExt cx="995572" cy="511633"/>
          </a:xfrm>
        </p:grpSpPr>
        <p:grpSp>
          <p:nvGrpSpPr>
            <p:cNvPr id="1482" name="Google Shape;1482;p71"/>
            <p:cNvGrpSpPr/>
            <p:nvPr/>
          </p:nvGrpSpPr>
          <p:grpSpPr>
            <a:xfrm>
              <a:off x="3400135" y="4021578"/>
              <a:ext cx="995572" cy="511633"/>
              <a:chOff x="3292175" y="-650125"/>
              <a:chExt cx="738500" cy="379550"/>
            </a:xfrm>
          </p:grpSpPr>
          <p:sp>
            <p:nvSpPr>
              <p:cNvPr id="1483" name="Google Shape;1483;p71"/>
              <p:cNvSpPr/>
              <p:nvPr/>
            </p:nvSpPr>
            <p:spPr>
              <a:xfrm>
                <a:off x="3292175" y="-650125"/>
                <a:ext cx="738500" cy="379550"/>
              </a:xfrm>
              <a:custGeom>
                <a:avLst/>
                <a:gdLst/>
                <a:ahLst/>
                <a:cxnLst/>
                <a:rect l="l" t="t" r="r" b="b"/>
                <a:pathLst>
                  <a:path w="29540" h="15182" extrusionOk="0">
                    <a:moveTo>
                      <a:pt x="28718" y="810"/>
                    </a:moveTo>
                    <a:lnTo>
                      <a:pt x="28718" y="14360"/>
                    </a:lnTo>
                    <a:lnTo>
                      <a:pt x="822" y="14360"/>
                    </a:lnTo>
                    <a:lnTo>
                      <a:pt x="822" y="810"/>
                    </a:lnTo>
                    <a:close/>
                    <a:moveTo>
                      <a:pt x="691" y="1"/>
                    </a:moveTo>
                    <a:cubicBezTo>
                      <a:pt x="310" y="1"/>
                      <a:pt x="0" y="299"/>
                      <a:pt x="0" y="680"/>
                    </a:cubicBezTo>
                    <a:lnTo>
                      <a:pt x="0" y="14491"/>
                    </a:lnTo>
                    <a:cubicBezTo>
                      <a:pt x="0" y="14872"/>
                      <a:pt x="310" y="15181"/>
                      <a:pt x="691" y="15181"/>
                    </a:cubicBezTo>
                    <a:lnTo>
                      <a:pt x="28861" y="15181"/>
                    </a:lnTo>
                    <a:cubicBezTo>
                      <a:pt x="29230" y="15181"/>
                      <a:pt x="29540" y="14872"/>
                      <a:pt x="29540" y="14491"/>
                    </a:cubicBezTo>
                    <a:lnTo>
                      <a:pt x="29540" y="680"/>
                    </a:lnTo>
                    <a:cubicBezTo>
                      <a:pt x="29540" y="299"/>
                      <a:pt x="29230" y="1"/>
                      <a:pt x="28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71"/>
              <p:cNvSpPr/>
              <p:nvPr/>
            </p:nvSpPr>
            <p:spPr>
              <a:xfrm>
                <a:off x="3526425" y="-594750"/>
                <a:ext cx="268225" cy="268500"/>
              </a:xfrm>
              <a:custGeom>
                <a:avLst/>
                <a:gdLst/>
                <a:ahLst/>
                <a:cxnLst/>
                <a:rect l="l" t="t" r="r" b="b"/>
                <a:pathLst>
                  <a:path w="10729" h="10740" extrusionOk="0">
                    <a:moveTo>
                      <a:pt x="5370" y="834"/>
                    </a:moveTo>
                    <a:cubicBezTo>
                      <a:pt x="7871" y="834"/>
                      <a:pt x="9907" y="2870"/>
                      <a:pt x="9907" y="5370"/>
                    </a:cubicBezTo>
                    <a:cubicBezTo>
                      <a:pt x="9907" y="7870"/>
                      <a:pt x="7871" y="9906"/>
                      <a:pt x="5370" y="9906"/>
                    </a:cubicBezTo>
                    <a:cubicBezTo>
                      <a:pt x="2870" y="9906"/>
                      <a:pt x="834" y="7870"/>
                      <a:pt x="834" y="5370"/>
                    </a:cubicBezTo>
                    <a:cubicBezTo>
                      <a:pt x="834" y="2870"/>
                      <a:pt x="2870" y="834"/>
                      <a:pt x="5370" y="834"/>
                    </a:cubicBezTo>
                    <a:close/>
                    <a:moveTo>
                      <a:pt x="5370" y="0"/>
                    </a:moveTo>
                    <a:cubicBezTo>
                      <a:pt x="2406" y="0"/>
                      <a:pt x="1" y="2417"/>
                      <a:pt x="1" y="5370"/>
                    </a:cubicBezTo>
                    <a:cubicBezTo>
                      <a:pt x="1" y="8335"/>
                      <a:pt x="2406" y="10740"/>
                      <a:pt x="5370" y="10740"/>
                    </a:cubicBezTo>
                    <a:cubicBezTo>
                      <a:pt x="8323" y="10740"/>
                      <a:pt x="10728" y="8335"/>
                      <a:pt x="10728" y="5370"/>
                    </a:cubicBezTo>
                    <a:cubicBezTo>
                      <a:pt x="10728" y="2417"/>
                      <a:pt x="8323" y="0"/>
                      <a:pt x="53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71"/>
              <p:cNvSpPr/>
              <p:nvPr/>
            </p:nvSpPr>
            <p:spPr>
              <a:xfrm>
                <a:off x="3335625" y="-604875"/>
                <a:ext cx="115225" cy="100625"/>
              </a:xfrm>
              <a:custGeom>
                <a:avLst/>
                <a:gdLst/>
                <a:ahLst/>
                <a:cxnLst/>
                <a:rect l="l" t="t" r="r" b="b"/>
                <a:pathLst>
                  <a:path w="4609" h="4025" extrusionOk="0">
                    <a:moveTo>
                      <a:pt x="405" y="1"/>
                    </a:moveTo>
                    <a:cubicBezTo>
                      <a:pt x="179" y="1"/>
                      <a:pt x="1" y="179"/>
                      <a:pt x="1" y="405"/>
                    </a:cubicBezTo>
                    <a:lnTo>
                      <a:pt x="1" y="4025"/>
                    </a:lnTo>
                    <a:cubicBezTo>
                      <a:pt x="1" y="3799"/>
                      <a:pt x="179" y="3608"/>
                      <a:pt x="405" y="3608"/>
                    </a:cubicBezTo>
                    <a:cubicBezTo>
                      <a:pt x="632" y="3608"/>
                      <a:pt x="822" y="3799"/>
                      <a:pt x="822" y="4025"/>
                    </a:cubicBezTo>
                    <a:lnTo>
                      <a:pt x="822" y="822"/>
                    </a:lnTo>
                    <a:lnTo>
                      <a:pt x="4204" y="822"/>
                    </a:lnTo>
                    <a:cubicBezTo>
                      <a:pt x="4430" y="822"/>
                      <a:pt x="4608" y="632"/>
                      <a:pt x="4608" y="405"/>
                    </a:cubicBezTo>
                    <a:cubicBezTo>
                      <a:pt x="4608" y="179"/>
                      <a:pt x="4430" y="1"/>
                      <a:pt x="42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71"/>
              <p:cNvSpPr/>
              <p:nvPr/>
            </p:nvSpPr>
            <p:spPr>
              <a:xfrm>
                <a:off x="3873200" y="-604875"/>
                <a:ext cx="115225" cy="89925"/>
              </a:xfrm>
              <a:custGeom>
                <a:avLst/>
                <a:gdLst/>
                <a:ahLst/>
                <a:cxnLst/>
                <a:rect l="l" t="t" r="r" b="b"/>
                <a:pathLst>
                  <a:path w="4609" h="3597" extrusionOk="0">
                    <a:moveTo>
                      <a:pt x="405" y="1"/>
                    </a:moveTo>
                    <a:cubicBezTo>
                      <a:pt x="179" y="1"/>
                      <a:pt x="0" y="179"/>
                      <a:pt x="0" y="405"/>
                    </a:cubicBezTo>
                    <a:cubicBezTo>
                      <a:pt x="0" y="632"/>
                      <a:pt x="179" y="822"/>
                      <a:pt x="405" y="822"/>
                    </a:cubicBezTo>
                    <a:lnTo>
                      <a:pt x="3787" y="822"/>
                    </a:lnTo>
                    <a:lnTo>
                      <a:pt x="3787" y="3596"/>
                    </a:lnTo>
                    <a:cubicBezTo>
                      <a:pt x="3787" y="3370"/>
                      <a:pt x="3977" y="3191"/>
                      <a:pt x="4203" y="3191"/>
                    </a:cubicBezTo>
                    <a:cubicBezTo>
                      <a:pt x="4418" y="3191"/>
                      <a:pt x="4608" y="3370"/>
                      <a:pt x="4608" y="3596"/>
                    </a:cubicBezTo>
                    <a:lnTo>
                      <a:pt x="4608" y="405"/>
                    </a:lnTo>
                    <a:cubicBezTo>
                      <a:pt x="4608" y="179"/>
                      <a:pt x="4418" y="1"/>
                      <a:pt x="420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71"/>
              <p:cNvSpPr/>
              <p:nvPr/>
            </p:nvSpPr>
            <p:spPr>
              <a:xfrm>
                <a:off x="3335625" y="-499800"/>
                <a:ext cx="115525" cy="181300"/>
              </a:xfrm>
              <a:custGeom>
                <a:avLst/>
                <a:gdLst/>
                <a:ahLst/>
                <a:cxnLst/>
                <a:rect l="l" t="t" r="r" b="b"/>
                <a:pathLst>
                  <a:path w="4621" h="7252" extrusionOk="0">
                    <a:moveTo>
                      <a:pt x="1" y="0"/>
                    </a:moveTo>
                    <a:lnTo>
                      <a:pt x="1" y="6835"/>
                    </a:lnTo>
                    <a:cubicBezTo>
                      <a:pt x="1" y="7061"/>
                      <a:pt x="191" y="7251"/>
                      <a:pt x="417" y="7251"/>
                    </a:cubicBezTo>
                    <a:lnTo>
                      <a:pt x="4204" y="7251"/>
                    </a:lnTo>
                    <a:cubicBezTo>
                      <a:pt x="4430" y="7251"/>
                      <a:pt x="4620" y="7061"/>
                      <a:pt x="4620" y="6835"/>
                    </a:cubicBezTo>
                    <a:cubicBezTo>
                      <a:pt x="4620" y="6608"/>
                      <a:pt x="4430" y="6430"/>
                      <a:pt x="4204" y="6430"/>
                    </a:cubicBezTo>
                    <a:lnTo>
                      <a:pt x="822" y="6430"/>
                    </a:lnTo>
                    <a:lnTo>
                      <a:pt x="822" y="0"/>
                    </a:lnTo>
                    <a:cubicBezTo>
                      <a:pt x="822" y="227"/>
                      <a:pt x="644" y="405"/>
                      <a:pt x="417" y="405"/>
                    </a:cubicBezTo>
                    <a:cubicBezTo>
                      <a:pt x="191" y="405"/>
                      <a:pt x="1" y="227"/>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71"/>
              <p:cNvSpPr/>
              <p:nvPr/>
            </p:nvSpPr>
            <p:spPr>
              <a:xfrm>
                <a:off x="3335625" y="-514675"/>
                <a:ext cx="20575" cy="25325"/>
              </a:xfrm>
              <a:custGeom>
                <a:avLst/>
                <a:gdLst/>
                <a:ahLst/>
                <a:cxnLst/>
                <a:rect l="l" t="t" r="r" b="b"/>
                <a:pathLst>
                  <a:path w="823" h="1013" extrusionOk="0">
                    <a:moveTo>
                      <a:pt x="405" y="0"/>
                    </a:moveTo>
                    <a:cubicBezTo>
                      <a:pt x="179" y="0"/>
                      <a:pt x="1" y="191"/>
                      <a:pt x="1" y="417"/>
                    </a:cubicBezTo>
                    <a:lnTo>
                      <a:pt x="1" y="595"/>
                    </a:lnTo>
                    <a:cubicBezTo>
                      <a:pt x="1" y="822"/>
                      <a:pt x="179" y="1012"/>
                      <a:pt x="405" y="1012"/>
                    </a:cubicBezTo>
                    <a:cubicBezTo>
                      <a:pt x="632" y="1012"/>
                      <a:pt x="822" y="822"/>
                      <a:pt x="822" y="595"/>
                    </a:cubicBezTo>
                    <a:lnTo>
                      <a:pt x="822" y="417"/>
                    </a:lnTo>
                    <a:cubicBezTo>
                      <a:pt x="822" y="191"/>
                      <a:pt x="632" y="0"/>
                      <a:pt x="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71"/>
              <p:cNvSpPr/>
              <p:nvPr/>
            </p:nvSpPr>
            <p:spPr>
              <a:xfrm>
                <a:off x="3873200" y="-499800"/>
                <a:ext cx="115225" cy="181300"/>
              </a:xfrm>
              <a:custGeom>
                <a:avLst/>
                <a:gdLst/>
                <a:ahLst/>
                <a:cxnLst/>
                <a:rect l="l" t="t" r="r" b="b"/>
                <a:pathLst>
                  <a:path w="4609" h="7252" extrusionOk="0">
                    <a:moveTo>
                      <a:pt x="3787" y="0"/>
                    </a:moveTo>
                    <a:lnTo>
                      <a:pt x="3787" y="6430"/>
                    </a:lnTo>
                    <a:lnTo>
                      <a:pt x="405" y="6430"/>
                    </a:lnTo>
                    <a:cubicBezTo>
                      <a:pt x="179" y="6430"/>
                      <a:pt x="0" y="6608"/>
                      <a:pt x="0" y="6835"/>
                    </a:cubicBezTo>
                    <a:cubicBezTo>
                      <a:pt x="0" y="7061"/>
                      <a:pt x="179" y="7251"/>
                      <a:pt x="405" y="7251"/>
                    </a:cubicBezTo>
                    <a:lnTo>
                      <a:pt x="4203" y="7251"/>
                    </a:lnTo>
                    <a:cubicBezTo>
                      <a:pt x="4418" y="7251"/>
                      <a:pt x="4608" y="7061"/>
                      <a:pt x="4608" y="6835"/>
                    </a:cubicBezTo>
                    <a:lnTo>
                      <a:pt x="4608" y="0"/>
                    </a:lnTo>
                    <a:cubicBezTo>
                      <a:pt x="4608" y="227"/>
                      <a:pt x="4418" y="417"/>
                      <a:pt x="4203" y="417"/>
                    </a:cubicBezTo>
                    <a:cubicBezTo>
                      <a:pt x="3977" y="417"/>
                      <a:pt x="3787" y="227"/>
                      <a:pt x="3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71"/>
              <p:cNvSpPr/>
              <p:nvPr/>
            </p:nvSpPr>
            <p:spPr>
              <a:xfrm>
                <a:off x="3967850" y="-525100"/>
                <a:ext cx="20575" cy="35450"/>
              </a:xfrm>
              <a:custGeom>
                <a:avLst/>
                <a:gdLst/>
                <a:ahLst/>
                <a:cxnLst/>
                <a:rect l="l" t="t" r="r" b="b"/>
                <a:pathLst>
                  <a:path w="823" h="1418" extrusionOk="0">
                    <a:moveTo>
                      <a:pt x="417" y="0"/>
                    </a:moveTo>
                    <a:cubicBezTo>
                      <a:pt x="191" y="0"/>
                      <a:pt x="1" y="179"/>
                      <a:pt x="1" y="405"/>
                    </a:cubicBezTo>
                    <a:lnTo>
                      <a:pt x="1" y="1012"/>
                    </a:lnTo>
                    <a:cubicBezTo>
                      <a:pt x="1" y="1239"/>
                      <a:pt x="191" y="1417"/>
                      <a:pt x="417" y="1417"/>
                    </a:cubicBezTo>
                    <a:cubicBezTo>
                      <a:pt x="632" y="1417"/>
                      <a:pt x="822" y="1239"/>
                      <a:pt x="822" y="1012"/>
                    </a:cubicBezTo>
                    <a:lnTo>
                      <a:pt x="822" y="405"/>
                    </a:lnTo>
                    <a:cubicBezTo>
                      <a:pt x="822" y="179"/>
                      <a:pt x="632" y="0"/>
                      <a:pt x="41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71"/>
              <p:cNvSpPr/>
              <p:nvPr/>
            </p:nvSpPr>
            <p:spPr>
              <a:xfrm>
                <a:off x="3389200" y="-505150"/>
                <a:ext cx="89325" cy="89325"/>
              </a:xfrm>
              <a:custGeom>
                <a:avLst/>
                <a:gdLst/>
                <a:ahLst/>
                <a:cxnLst/>
                <a:rect l="l" t="t" r="r" b="b"/>
                <a:pathLst>
                  <a:path w="3573" h="3573" extrusionOk="0">
                    <a:moveTo>
                      <a:pt x="1787" y="822"/>
                    </a:moveTo>
                    <a:cubicBezTo>
                      <a:pt x="2323" y="822"/>
                      <a:pt x="2751" y="1250"/>
                      <a:pt x="2751" y="1786"/>
                    </a:cubicBezTo>
                    <a:cubicBezTo>
                      <a:pt x="2751" y="2322"/>
                      <a:pt x="2323" y="2751"/>
                      <a:pt x="1787" y="2751"/>
                    </a:cubicBezTo>
                    <a:cubicBezTo>
                      <a:pt x="1251" y="2751"/>
                      <a:pt x="822" y="2322"/>
                      <a:pt x="822" y="1786"/>
                    </a:cubicBezTo>
                    <a:cubicBezTo>
                      <a:pt x="822" y="1250"/>
                      <a:pt x="1251" y="822"/>
                      <a:pt x="1787" y="822"/>
                    </a:cubicBezTo>
                    <a:close/>
                    <a:moveTo>
                      <a:pt x="1787" y="0"/>
                    </a:moveTo>
                    <a:cubicBezTo>
                      <a:pt x="799" y="0"/>
                      <a:pt x="1" y="798"/>
                      <a:pt x="1" y="1786"/>
                    </a:cubicBezTo>
                    <a:cubicBezTo>
                      <a:pt x="1" y="2774"/>
                      <a:pt x="799" y="3572"/>
                      <a:pt x="1787" y="3572"/>
                    </a:cubicBezTo>
                    <a:cubicBezTo>
                      <a:pt x="2775" y="3572"/>
                      <a:pt x="3573" y="2774"/>
                      <a:pt x="3573" y="1786"/>
                    </a:cubicBezTo>
                    <a:cubicBezTo>
                      <a:pt x="3573" y="798"/>
                      <a:pt x="2775" y="0"/>
                      <a:pt x="17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71"/>
              <p:cNvSpPr/>
              <p:nvPr/>
            </p:nvSpPr>
            <p:spPr>
              <a:xfrm>
                <a:off x="3845525" y="-505150"/>
                <a:ext cx="89300" cy="89325"/>
              </a:xfrm>
              <a:custGeom>
                <a:avLst/>
                <a:gdLst/>
                <a:ahLst/>
                <a:cxnLst/>
                <a:rect l="l" t="t" r="r" b="b"/>
                <a:pathLst>
                  <a:path w="3572" h="3573" extrusionOk="0">
                    <a:moveTo>
                      <a:pt x="1786" y="822"/>
                    </a:moveTo>
                    <a:cubicBezTo>
                      <a:pt x="2322" y="822"/>
                      <a:pt x="2750" y="1250"/>
                      <a:pt x="2750" y="1786"/>
                    </a:cubicBezTo>
                    <a:cubicBezTo>
                      <a:pt x="2750" y="2322"/>
                      <a:pt x="2322" y="2751"/>
                      <a:pt x="1786" y="2751"/>
                    </a:cubicBezTo>
                    <a:cubicBezTo>
                      <a:pt x="1250" y="2751"/>
                      <a:pt x="822" y="2322"/>
                      <a:pt x="822" y="1786"/>
                    </a:cubicBezTo>
                    <a:cubicBezTo>
                      <a:pt x="822" y="1250"/>
                      <a:pt x="1250" y="822"/>
                      <a:pt x="1786" y="822"/>
                    </a:cubicBezTo>
                    <a:close/>
                    <a:moveTo>
                      <a:pt x="1786" y="0"/>
                    </a:moveTo>
                    <a:cubicBezTo>
                      <a:pt x="798" y="0"/>
                      <a:pt x="0" y="798"/>
                      <a:pt x="0" y="1786"/>
                    </a:cubicBezTo>
                    <a:cubicBezTo>
                      <a:pt x="0" y="2774"/>
                      <a:pt x="798" y="3572"/>
                      <a:pt x="1786" y="3572"/>
                    </a:cubicBezTo>
                    <a:cubicBezTo>
                      <a:pt x="2774" y="3572"/>
                      <a:pt x="3572" y="2774"/>
                      <a:pt x="3572" y="1786"/>
                    </a:cubicBezTo>
                    <a:cubicBezTo>
                      <a:pt x="3572" y="798"/>
                      <a:pt x="2774" y="0"/>
                      <a:pt x="1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3" name="Google Shape;1493;p71"/>
            <p:cNvGrpSpPr/>
            <p:nvPr/>
          </p:nvGrpSpPr>
          <p:grpSpPr>
            <a:xfrm>
              <a:off x="3827958" y="4164313"/>
              <a:ext cx="139674" cy="226165"/>
              <a:chOff x="3592648" y="5045076"/>
              <a:chExt cx="315362" cy="510646"/>
            </a:xfrm>
          </p:grpSpPr>
          <p:sp>
            <p:nvSpPr>
              <p:cNvPr id="1494" name="Google Shape;1494;p71"/>
              <p:cNvSpPr/>
              <p:nvPr/>
            </p:nvSpPr>
            <p:spPr>
              <a:xfrm rot="3602458">
                <a:off x="3545675" y="5159905"/>
                <a:ext cx="278745" cy="5254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71"/>
              <p:cNvSpPr/>
              <p:nvPr/>
            </p:nvSpPr>
            <p:spPr>
              <a:xfrm rot="-3601939" flipH="1">
                <a:off x="3668305" y="5156206"/>
                <a:ext cx="287081" cy="52541"/>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71"/>
              <p:cNvSpPr/>
              <p:nvPr/>
            </p:nvSpPr>
            <p:spPr>
              <a:xfrm rot="-5386891" flipH="1">
                <a:off x="3593309" y="5372122"/>
                <a:ext cx="314702" cy="525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71"/>
              <p:cNvSpPr/>
              <p:nvPr/>
            </p:nvSpPr>
            <p:spPr>
              <a:xfrm rot="13109" flipH="1">
                <a:off x="3593309" y="5241635"/>
                <a:ext cx="314702" cy="525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71"/>
              <p:cNvSpPr/>
              <p:nvPr/>
            </p:nvSpPr>
            <p:spPr>
              <a:xfrm rot="13109" flipH="1">
                <a:off x="3593309" y="5357822"/>
                <a:ext cx="314702" cy="52500"/>
              </a:xfrm>
              <a:prstGeom prst="round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02"/>
        <p:cNvGrpSpPr/>
        <p:nvPr/>
      </p:nvGrpSpPr>
      <p:grpSpPr>
        <a:xfrm>
          <a:off x="0" y="0"/>
          <a:ext cx="0" cy="0"/>
          <a:chOff x="0" y="0"/>
          <a:chExt cx="0" cy="0"/>
        </a:xfrm>
      </p:grpSpPr>
      <p:sp>
        <p:nvSpPr>
          <p:cNvPr id="1503" name="Google Shape;1503;p72"/>
          <p:cNvSpPr txBox="1">
            <a:spLocks noGrp="1"/>
          </p:cNvSpPr>
          <p:nvPr>
            <p:ph type="body" idx="1"/>
          </p:nvPr>
        </p:nvSpPr>
        <p:spPr>
          <a:xfrm>
            <a:off x="726600" y="1017725"/>
            <a:ext cx="7704000" cy="355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Did you like the resources on this template? Get them on our other websites:</a:t>
            </a:r>
            <a:endParaRPr sz="2000"/>
          </a:p>
          <a:p>
            <a:pPr marL="0" lvl="0" indent="0" algn="l" rtl="0">
              <a:spcBef>
                <a:spcPts val="1000"/>
              </a:spcBef>
              <a:spcAft>
                <a:spcPts val="0"/>
              </a:spcAft>
              <a:buNone/>
            </a:pPr>
            <a:r>
              <a:rPr lang="en" sz="2000" b="1">
                <a:latin typeface="Barlow"/>
                <a:ea typeface="Barlow"/>
                <a:cs typeface="Barlow"/>
                <a:sym typeface="Barlow"/>
              </a:rPr>
              <a:t>Vectors:</a:t>
            </a:r>
            <a:endParaRPr sz="2000" b="1">
              <a:latin typeface="Barlow"/>
              <a:ea typeface="Barlow"/>
              <a:cs typeface="Barlow"/>
              <a:sym typeface="Barlow"/>
            </a:endParaRPr>
          </a:p>
          <a:p>
            <a:pPr marL="241300" lvl="0" indent="-215900" algn="l" rtl="0">
              <a:spcBef>
                <a:spcPts val="1000"/>
              </a:spcBef>
              <a:spcAft>
                <a:spcPts val="0"/>
              </a:spcAft>
              <a:buSzPts val="1400"/>
              <a:buChar char="$"/>
            </a:pPr>
            <a:r>
              <a:rPr lang="en" u="sng">
                <a:solidFill>
                  <a:schemeClr val="hlink"/>
                </a:solidFill>
                <a:hlinkClick r:id="rId3"/>
              </a:rPr>
              <a:t>Free vector retro background of banknotes and coins</a:t>
            </a:r>
            <a:endParaRPr/>
          </a:p>
          <a:p>
            <a:pPr marL="0" lvl="0" indent="0" algn="l" rtl="0">
              <a:spcBef>
                <a:spcPts val="1000"/>
              </a:spcBef>
              <a:spcAft>
                <a:spcPts val="0"/>
              </a:spcAft>
              <a:buNone/>
            </a:pPr>
            <a:r>
              <a:rPr lang="en" sz="2000" b="1">
                <a:latin typeface="Barlow"/>
                <a:ea typeface="Barlow"/>
                <a:cs typeface="Barlow"/>
                <a:sym typeface="Barlow"/>
              </a:rPr>
              <a:t>Photos:</a:t>
            </a:r>
            <a:endParaRPr sz="2000" b="1">
              <a:latin typeface="Barlow"/>
              <a:ea typeface="Barlow"/>
              <a:cs typeface="Barlow"/>
              <a:sym typeface="Barlow"/>
            </a:endParaRPr>
          </a:p>
          <a:p>
            <a:pPr marL="241300" lvl="0" indent="-215900" algn="l" rtl="0">
              <a:spcBef>
                <a:spcPts val="1000"/>
              </a:spcBef>
              <a:spcAft>
                <a:spcPts val="0"/>
              </a:spcAft>
              <a:buSzPts val="1400"/>
              <a:buChar char="$"/>
            </a:pPr>
            <a:r>
              <a:rPr lang="en" u="sng">
                <a:solidFill>
                  <a:schemeClr val="hlink"/>
                </a:solidFill>
                <a:hlinkClick r:id="rId4"/>
              </a:rPr>
              <a:t>Pollution concept of factory emisions</a:t>
            </a:r>
            <a:endParaRPr/>
          </a:p>
          <a:p>
            <a:pPr marL="241300" lvl="0" indent="-215900" algn="l" rtl="0">
              <a:spcBef>
                <a:spcPts val="300"/>
              </a:spcBef>
              <a:spcAft>
                <a:spcPts val="0"/>
              </a:spcAft>
              <a:buSzPts val="1400"/>
              <a:buChar char="$"/>
            </a:pPr>
            <a:r>
              <a:rPr lang="en" u="sng">
                <a:solidFill>
                  <a:schemeClr val="hlink"/>
                </a:solidFill>
                <a:hlinkClick r:id="rId5"/>
              </a:rPr>
              <a:t>Free photo skyscrapers and blue sky with clouds</a:t>
            </a:r>
            <a:endParaRPr/>
          </a:p>
          <a:p>
            <a:pPr marL="241300" lvl="0" indent="-215900" algn="l" rtl="0">
              <a:spcBef>
                <a:spcPts val="300"/>
              </a:spcBef>
              <a:spcAft>
                <a:spcPts val="0"/>
              </a:spcAft>
              <a:buSzPts val="1400"/>
              <a:buChar char="$"/>
            </a:pPr>
            <a:r>
              <a:rPr lang="en" u="sng">
                <a:solidFill>
                  <a:schemeClr val="hlink"/>
                </a:solidFill>
                <a:hlinkClick r:id="rId6"/>
              </a:rPr>
              <a:t>Covid-19 global economic crisis</a:t>
            </a:r>
            <a:endParaRPr/>
          </a:p>
          <a:p>
            <a:pPr marL="241300" lvl="0" indent="-215900" algn="l" rtl="0">
              <a:spcBef>
                <a:spcPts val="300"/>
              </a:spcBef>
              <a:spcAft>
                <a:spcPts val="0"/>
              </a:spcAft>
              <a:buSzPts val="1400"/>
              <a:buChar char="$"/>
            </a:pPr>
            <a:r>
              <a:rPr lang="en" u="sng">
                <a:solidFill>
                  <a:schemeClr val="hlink"/>
                </a:solidFill>
                <a:hlinkClick r:id="rId7"/>
              </a:rPr>
              <a:t>Medium shot smiley woman holding drill</a:t>
            </a:r>
            <a:endParaRPr/>
          </a:p>
          <a:p>
            <a:pPr marL="241300" lvl="0" indent="-215900" algn="l" rtl="0">
              <a:spcBef>
                <a:spcPts val="300"/>
              </a:spcBef>
              <a:spcAft>
                <a:spcPts val="0"/>
              </a:spcAft>
              <a:buSzPts val="1400"/>
              <a:buChar char="$"/>
            </a:pPr>
            <a:r>
              <a:rPr lang="en" u="sng">
                <a:solidFill>
                  <a:schemeClr val="hlink"/>
                </a:solidFill>
                <a:hlinkClick r:id="rId8"/>
              </a:rPr>
              <a:t>Free photo front view smiley woman holding crossed arms</a:t>
            </a:r>
            <a:endParaRPr/>
          </a:p>
        </p:txBody>
      </p:sp>
      <p:sp>
        <p:nvSpPr>
          <p:cNvPr id="1504" name="Google Shape;1504;p7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Resources</a:t>
            </a:r>
            <a:endParaRPr/>
          </a:p>
        </p:txBody>
      </p:sp>
    </p:spTree>
  </p:cSld>
  <p:clrMapOvr>
    <a:masterClrMapping/>
  </p:clrMapOvr>
</p:sld>
</file>

<file path=ppt/theme/theme1.xml><?xml version="1.0" encoding="utf-8"?>
<a:theme xmlns:a="http://schemas.openxmlformats.org/drawingml/2006/main" name="History Subject for High School: Capitalism by Slidesgo">
  <a:themeElements>
    <a:clrScheme name="Simple Light">
      <a:dk1>
        <a:srgbClr val="FFFFFF"/>
      </a:dk1>
      <a:lt1>
        <a:srgbClr val="294A4C"/>
      </a:lt1>
      <a:dk2>
        <a:srgbClr val="537C72"/>
      </a:dk2>
      <a:lt2>
        <a:srgbClr val="4D9968"/>
      </a:lt2>
      <a:accent1>
        <a:srgbClr val="AC911A"/>
      </a:accent1>
      <a:accent2>
        <a:srgbClr val="C5823F"/>
      </a:accent2>
      <a:accent3>
        <a:srgbClr val="FF4647"/>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1513</Words>
  <Application>Microsoft Office PowerPoint</Application>
  <PresentationFormat>Экран (16:9)</PresentationFormat>
  <Paragraphs>264</Paragraphs>
  <Slides>35</Slides>
  <Notes>35</Notes>
  <HiddenSlides>0</HiddenSlides>
  <MMClips>0</MMClips>
  <ScaleCrop>false</ScaleCrop>
  <HeadingPairs>
    <vt:vector size="6" baseType="variant">
      <vt:variant>
        <vt:lpstr>Использованные шрифты</vt:lpstr>
      </vt:variant>
      <vt:variant>
        <vt:i4>12</vt:i4>
      </vt:variant>
      <vt:variant>
        <vt:lpstr>Тема</vt:lpstr>
      </vt:variant>
      <vt:variant>
        <vt:i4>1</vt:i4>
      </vt:variant>
      <vt:variant>
        <vt:lpstr>Заголовки слайдов</vt:lpstr>
      </vt:variant>
      <vt:variant>
        <vt:i4>35</vt:i4>
      </vt:variant>
    </vt:vector>
  </HeadingPairs>
  <TitlesOfParts>
    <vt:vector size="48" baseType="lpstr">
      <vt:lpstr>Be Vietnam Pro ExtraBold</vt:lpstr>
      <vt:lpstr>Anaheim</vt:lpstr>
      <vt:lpstr>Albert Sans</vt:lpstr>
      <vt:lpstr>Arapey</vt:lpstr>
      <vt:lpstr>Bebas Neue</vt:lpstr>
      <vt:lpstr>PT Sans</vt:lpstr>
      <vt:lpstr>Archivo Black</vt:lpstr>
      <vt:lpstr>Actor</vt:lpstr>
      <vt:lpstr>Arial</vt:lpstr>
      <vt:lpstr>Barlow</vt:lpstr>
      <vt:lpstr>Be Vietnam Pro</vt:lpstr>
      <vt:lpstr>Albert Sans Medium</vt:lpstr>
      <vt:lpstr>History Subject for High School: Capitalism by Slidesgo</vt:lpstr>
      <vt:lpstr>History Subject for High School: Capitalism</vt:lpstr>
      <vt:lpstr>Contents of this template</vt:lpstr>
      <vt:lpstr>Table of contents</vt:lpstr>
      <vt:lpstr>Whoa!</vt:lpstr>
      <vt:lpstr>What is capitalism and its historical origin?</vt:lpstr>
      <vt:lpstr>What is capitalism?</vt:lpstr>
      <vt:lpstr>Historical context </vt:lpstr>
      <vt:lpstr>Historical origins</vt:lpstr>
      <vt:lpstr>Main characteristics of capitalism</vt:lpstr>
      <vt:lpstr>Free market</vt:lpstr>
      <vt:lpstr>Private property</vt:lpstr>
      <vt:lpstr>Competition</vt:lpstr>
      <vt:lpstr>Awesome words</vt:lpstr>
      <vt:lpstr>—Someone Famous</vt:lpstr>
      <vt:lpstr>A picture always reinforces  the concept</vt:lpstr>
      <vt:lpstr>4,498,000</vt:lpstr>
      <vt:lpstr>35M</vt:lpstr>
      <vt:lpstr>Socioeconomic classes</vt:lpstr>
      <vt:lpstr>Desktop software</vt:lpstr>
      <vt:lpstr>Tablet  app</vt:lpstr>
      <vt:lpstr>Mobile app</vt:lpstr>
      <vt:lpstr>First capitalist countries</vt:lpstr>
      <vt:lpstr>Stages of capitalist development</vt:lpstr>
      <vt:lpstr>Capitalist countries in the world</vt:lpstr>
      <vt:lpstr>Social classes in the world</vt:lpstr>
      <vt:lpstr>Capitalism today</vt:lpstr>
      <vt:lpstr>Pros and cons of capitalism</vt:lpstr>
      <vt:lpstr>Economic benefit</vt:lpstr>
      <vt:lpstr>Fathers of capitalism</vt:lpstr>
      <vt:lpstr>Background of capitalism</vt:lpstr>
      <vt:lpstr>Invisible hand theory</vt:lpstr>
      <vt:lpstr>Main criticisms of capitalism</vt:lpstr>
      <vt:lpstr>Thanks!</vt:lpstr>
      <vt:lpstr>Alternative resources</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Subject for High School: Capitalism</dc:title>
  <cp:lastModifiedBy>я</cp:lastModifiedBy>
  <cp:revision>2</cp:revision>
  <dcterms:modified xsi:type="dcterms:W3CDTF">2026-02-17T13:40:29Z</dcterms:modified>
</cp:coreProperties>
</file>
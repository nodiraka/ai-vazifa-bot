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embeddedFontLst>
    <p:embeddedFont>
      <p:font typeface="Anaheim" panose="020B0604020202020204" charset="0"/>
      <p:regular r:id="rId38"/>
      <p:bold r:id="rId39"/>
    </p:embeddedFont>
    <p:embeddedFont>
      <p:font typeface="Roboto" panose="020B0604020202020204" charset="0"/>
      <p:regular r:id="rId40"/>
      <p:bold r:id="rId41"/>
      <p:italic r:id="rId42"/>
      <p:boldItalic r:id="rId43"/>
    </p:embeddedFont>
    <p:embeddedFont>
      <p:font typeface="Bai Jamjuree" panose="020B0604020202020204" charset="-34"/>
      <p:regular r:id="rId44"/>
      <p:bold r:id="rId45"/>
      <p:italic r:id="rId46"/>
      <p:boldItalic r:id="rId47"/>
    </p:embeddedFont>
    <p:embeddedFont>
      <p:font typeface="Libre Caslon Display" panose="020B0604020202020204" charset="0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FA6EE5-0EDF-4B38-BBE1-023BEDDE903A}">
  <a:tblStyle styleId="{E3FA6EE5-0EDF-4B38-BBE1-023BEDDE90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d49886441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d49886441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d49886441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d49886441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d49886441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d49886441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eadc43b1a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eadc43b1a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1ec59eec04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1ec59eec04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1ec59eec04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1ec59eec04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1ec59eec04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1ec59eec04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1ec59eec04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11ec59eec04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1ec59eec04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1ec59eec04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11ec59eec04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11ec59eec04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11ec59eec04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11ec59eec04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1ec59eec04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11ec59eec04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1ec59eec04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11ec59eec04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11ec59eec04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11ec59eec04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11ec59eec04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11ec59eec04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11ec59eec04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11ec59eec04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1ec59eec04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1ec59eec04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11ec59eec04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11ec59eec04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11ec59eec04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11ec59eec04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11ec59eec04_0_6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11ec59eec04_0_6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11ec59eec04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11ec59eec04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1ec59eec04_0_7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1ec59eec04_0_7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11ec59eec04_0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11ec59eec04_0_7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11ec59eec04_0_8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11ec59eec04_0_8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11ec59eec04_0_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11ec59eec04_0_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11ec59eec04_0_9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11ec59eec04_0_9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11ec59eec04_0_9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11ec59eec04_0_9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11ec59eec04_0_10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11ec59eec04_0_10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11ec59eec04_0_1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11ec59eec04_0_1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11ec59eec04_0_1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11ec59eec04_0_1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11ec59eec04_0_1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11ec59eec04_0_1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11ec59eec04_0_1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11ec59eec04_0_1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11ec59eec04_0_1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11ec59eec04_0_1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11ec59eec04_0_1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11ec59eec04_0_1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927700" y="1802238"/>
            <a:ext cx="3288600" cy="153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223988" y="4111325"/>
            <a:ext cx="2209200" cy="4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288750" y="2717625"/>
            <a:ext cx="25665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3839850" y="1498438"/>
            <a:ext cx="1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288750" y="3339525"/>
            <a:ext cx="2566500" cy="5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054075"/>
            <a:ext cx="7704000" cy="5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Bai Jamjuree"/>
              <a:buAutoNum type="arabicPeriod"/>
              <a:defRPr sz="1200"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1"/>
          </p:nvPr>
        </p:nvSpPr>
        <p:spPr>
          <a:xfrm>
            <a:off x="1386026" y="3082081"/>
            <a:ext cx="2565600" cy="6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2"/>
          </p:nvPr>
        </p:nvSpPr>
        <p:spPr>
          <a:xfrm>
            <a:off x="5192376" y="3082083"/>
            <a:ext cx="2565600" cy="6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3"/>
          </p:nvPr>
        </p:nvSpPr>
        <p:spPr>
          <a:xfrm>
            <a:off x="1386026" y="2718300"/>
            <a:ext cx="25656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4"/>
          </p:nvPr>
        </p:nvSpPr>
        <p:spPr>
          <a:xfrm>
            <a:off x="5192376" y="2718300"/>
            <a:ext cx="25656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911075" y="1101006"/>
            <a:ext cx="4662000" cy="77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911075" y="1872294"/>
            <a:ext cx="4662000" cy="21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2712000" y="1628100"/>
            <a:ext cx="3720000" cy="188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3419700" y="1711138"/>
            <a:ext cx="2304600" cy="8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3419700" y="2532063"/>
            <a:ext cx="2304600" cy="9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13425" y="3482850"/>
            <a:ext cx="3398400" cy="10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2951100" y="1768500"/>
            <a:ext cx="3241800" cy="11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2951100" y="2910300"/>
            <a:ext cx="3241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 hasCustomPrompt="1"/>
          </p:nvPr>
        </p:nvSpPr>
        <p:spPr>
          <a:xfrm>
            <a:off x="1958303" y="1237469"/>
            <a:ext cx="8241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222253" y="2207571"/>
            <a:ext cx="2296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title" idx="2" hasCustomPrompt="1"/>
          </p:nvPr>
        </p:nvSpPr>
        <p:spPr>
          <a:xfrm>
            <a:off x="6361645" y="1237469"/>
            <a:ext cx="8241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3"/>
          </p:nvPr>
        </p:nvSpPr>
        <p:spPr>
          <a:xfrm>
            <a:off x="5626045" y="2207546"/>
            <a:ext cx="2295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4" hasCustomPrompt="1"/>
          </p:nvPr>
        </p:nvSpPr>
        <p:spPr>
          <a:xfrm>
            <a:off x="1958303" y="3141800"/>
            <a:ext cx="8241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5"/>
          </p:nvPr>
        </p:nvSpPr>
        <p:spPr>
          <a:xfrm>
            <a:off x="1222253" y="4109989"/>
            <a:ext cx="2296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7" hasCustomPrompt="1"/>
          </p:nvPr>
        </p:nvSpPr>
        <p:spPr>
          <a:xfrm>
            <a:off x="6361645" y="3141800"/>
            <a:ext cx="8241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8"/>
          </p:nvPr>
        </p:nvSpPr>
        <p:spPr>
          <a:xfrm>
            <a:off x="5626045" y="4109989"/>
            <a:ext cx="2295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9"/>
          </p:nvPr>
        </p:nvSpPr>
        <p:spPr>
          <a:xfrm>
            <a:off x="1222253" y="1882013"/>
            <a:ext cx="22962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3"/>
          </p:nvPr>
        </p:nvSpPr>
        <p:spPr>
          <a:xfrm>
            <a:off x="5626045" y="1882013"/>
            <a:ext cx="22953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4"/>
          </p:nvPr>
        </p:nvSpPr>
        <p:spPr>
          <a:xfrm>
            <a:off x="1222253" y="3784432"/>
            <a:ext cx="22962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5"/>
          </p:nvPr>
        </p:nvSpPr>
        <p:spPr>
          <a:xfrm>
            <a:off x="5626045" y="3784418"/>
            <a:ext cx="22953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i Jamjuree"/>
              <a:buNone/>
              <a:defRPr sz="1800" b="1"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2237150" y="3510601"/>
            <a:ext cx="4474500" cy="3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2237150" y="1304100"/>
            <a:ext cx="4474500" cy="22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1378309" y="2597118"/>
            <a:ext cx="2554200" cy="93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717900" y="1606500"/>
            <a:ext cx="1875000" cy="93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subTitle" idx="1"/>
          </p:nvPr>
        </p:nvSpPr>
        <p:spPr>
          <a:xfrm>
            <a:off x="1195325" y="2931213"/>
            <a:ext cx="2316000" cy="109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1195325" y="1121775"/>
            <a:ext cx="2316000" cy="17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subTitle" idx="1"/>
          </p:nvPr>
        </p:nvSpPr>
        <p:spPr>
          <a:xfrm>
            <a:off x="5168700" y="2600725"/>
            <a:ext cx="2554200" cy="93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5615400" y="1593013"/>
            <a:ext cx="1660800" cy="9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body" idx="1"/>
          </p:nvPr>
        </p:nvSpPr>
        <p:spPr>
          <a:xfrm>
            <a:off x="1218875" y="1847750"/>
            <a:ext cx="4260000" cy="20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ubTitle" idx="1"/>
          </p:nvPr>
        </p:nvSpPr>
        <p:spPr>
          <a:xfrm>
            <a:off x="720000" y="3061810"/>
            <a:ext cx="2336400" cy="6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subTitle" idx="2"/>
          </p:nvPr>
        </p:nvSpPr>
        <p:spPr>
          <a:xfrm>
            <a:off x="3403800" y="3061810"/>
            <a:ext cx="2336400" cy="6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ubTitle" idx="3"/>
          </p:nvPr>
        </p:nvSpPr>
        <p:spPr>
          <a:xfrm>
            <a:off x="6087600" y="3061810"/>
            <a:ext cx="2336400" cy="6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ubTitle" idx="4"/>
          </p:nvPr>
        </p:nvSpPr>
        <p:spPr>
          <a:xfrm>
            <a:off x="720000" y="2718280"/>
            <a:ext cx="2336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ubTitle" idx="5"/>
          </p:nvPr>
        </p:nvSpPr>
        <p:spPr>
          <a:xfrm>
            <a:off x="3403800" y="2718280"/>
            <a:ext cx="2336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ubTitle" idx="6"/>
          </p:nvPr>
        </p:nvSpPr>
        <p:spPr>
          <a:xfrm>
            <a:off x="6087600" y="2718280"/>
            <a:ext cx="2336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_1_1_2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ubTitle" idx="1"/>
          </p:nvPr>
        </p:nvSpPr>
        <p:spPr>
          <a:xfrm>
            <a:off x="5606800" y="3776875"/>
            <a:ext cx="190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2"/>
          </p:nvPr>
        </p:nvSpPr>
        <p:spPr>
          <a:xfrm>
            <a:off x="1633100" y="3776875"/>
            <a:ext cx="190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subTitle" idx="3"/>
          </p:nvPr>
        </p:nvSpPr>
        <p:spPr>
          <a:xfrm>
            <a:off x="1633100" y="3430050"/>
            <a:ext cx="19041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ubTitle" idx="4"/>
          </p:nvPr>
        </p:nvSpPr>
        <p:spPr>
          <a:xfrm>
            <a:off x="5606800" y="3430050"/>
            <a:ext cx="19041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ubTitle" idx="1"/>
          </p:nvPr>
        </p:nvSpPr>
        <p:spPr>
          <a:xfrm>
            <a:off x="2585050" y="1917325"/>
            <a:ext cx="190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subTitle" idx="2"/>
          </p:nvPr>
        </p:nvSpPr>
        <p:spPr>
          <a:xfrm>
            <a:off x="6526817" y="1917325"/>
            <a:ext cx="190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subTitle" idx="3"/>
          </p:nvPr>
        </p:nvSpPr>
        <p:spPr>
          <a:xfrm>
            <a:off x="2585050" y="3716940"/>
            <a:ext cx="190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subTitle" idx="4"/>
          </p:nvPr>
        </p:nvSpPr>
        <p:spPr>
          <a:xfrm>
            <a:off x="6526817" y="3716940"/>
            <a:ext cx="190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ubTitle" idx="5"/>
          </p:nvPr>
        </p:nvSpPr>
        <p:spPr>
          <a:xfrm>
            <a:off x="2585050" y="1570500"/>
            <a:ext cx="19041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subTitle" idx="6"/>
          </p:nvPr>
        </p:nvSpPr>
        <p:spPr>
          <a:xfrm>
            <a:off x="6526825" y="1570500"/>
            <a:ext cx="19041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subTitle" idx="7"/>
          </p:nvPr>
        </p:nvSpPr>
        <p:spPr>
          <a:xfrm>
            <a:off x="2585050" y="3359800"/>
            <a:ext cx="19041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8"/>
          </p:nvPr>
        </p:nvSpPr>
        <p:spPr>
          <a:xfrm>
            <a:off x="6526825" y="3359800"/>
            <a:ext cx="19041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ubTitle" idx="1"/>
          </p:nvPr>
        </p:nvSpPr>
        <p:spPr>
          <a:xfrm>
            <a:off x="716612" y="2104125"/>
            <a:ext cx="1954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subTitle" idx="2"/>
          </p:nvPr>
        </p:nvSpPr>
        <p:spPr>
          <a:xfrm>
            <a:off x="3594750" y="2104125"/>
            <a:ext cx="1954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subTitle" idx="3"/>
          </p:nvPr>
        </p:nvSpPr>
        <p:spPr>
          <a:xfrm>
            <a:off x="716612" y="3893525"/>
            <a:ext cx="1954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subTitle" idx="4"/>
          </p:nvPr>
        </p:nvSpPr>
        <p:spPr>
          <a:xfrm>
            <a:off x="3594750" y="3893525"/>
            <a:ext cx="1954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subTitle" idx="5"/>
          </p:nvPr>
        </p:nvSpPr>
        <p:spPr>
          <a:xfrm>
            <a:off x="6472888" y="2104125"/>
            <a:ext cx="1954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subTitle" idx="6"/>
          </p:nvPr>
        </p:nvSpPr>
        <p:spPr>
          <a:xfrm>
            <a:off x="6472888" y="3893525"/>
            <a:ext cx="1954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ubTitle" idx="7"/>
          </p:nvPr>
        </p:nvSpPr>
        <p:spPr>
          <a:xfrm>
            <a:off x="716612" y="1757300"/>
            <a:ext cx="19545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subTitle" idx="8"/>
          </p:nvPr>
        </p:nvSpPr>
        <p:spPr>
          <a:xfrm>
            <a:off x="3594750" y="1757300"/>
            <a:ext cx="19545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subTitle" idx="9"/>
          </p:nvPr>
        </p:nvSpPr>
        <p:spPr>
          <a:xfrm>
            <a:off x="6472888" y="1757300"/>
            <a:ext cx="19545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subTitle" idx="13"/>
          </p:nvPr>
        </p:nvSpPr>
        <p:spPr>
          <a:xfrm>
            <a:off x="716612" y="3546600"/>
            <a:ext cx="19545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ubTitle" idx="14"/>
          </p:nvPr>
        </p:nvSpPr>
        <p:spPr>
          <a:xfrm>
            <a:off x="3594750" y="3546600"/>
            <a:ext cx="19545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15"/>
          </p:nvPr>
        </p:nvSpPr>
        <p:spPr>
          <a:xfrm>
            <a:off x="6472888" y="3546600"/>
            <a:ext cx="19545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200"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bre Caslon Display"/>
              <a:buNone/>
              <a:defRPr sz="2000"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>
            <a:spLocks noGrp="1"/>
          </p:cNvSpPr>
          <p:nvPr>
            <p:ph type="title" hasCustomPrompt="1"/>
          </p:nvPr>
        </p:nvSpPr>
        <p:spPr>
          <a:xfrm>
            <a:off x="2445600" y="692400"/>
            <a:ext cx="42528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2" name="Google Shape;112;p24"/>
          <p:cNvSpPr txBox="1">
            <a:spLocks noGrp="1"/>
          </p:cNvSpPr>
          <p:nvPr>
            <p:ph type="subTitle" idx="1"/>
          </p:nvPr>
        </p:nvSpPr>
        <p:spPr>
          <a:xfrm>
            <a:off x="2445600" y="1398427"/>
            <a:ext cx="425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title" idx="2" hasCustomPrompt="1"/>
          </p:nvPr>
        </p:nvSpPr>
        <p:spPr>
          <a:xfrm>
            <a:off x="2445600" y="1996149"/>
            <a:ext cx="42528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4" name="Google Shape;114;p24"/>
          <p:cNvSpPr txBox="1">
            <a:spLocks noGrp="1"/>
          </p:cNvSpPr>
          <p:nvPr>
            <p:ph type="subTitle" idx="3"/>
          </p:nvPr>
        </p:nvSpPr>
        <p:spPr>
          <a:xfrm>
            <a:off x="2445600" y="2702169"/>
            <a:ext cx="425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title" idx="4" hasCustomPrompt="1"/>
          </p:nvPr>
        </p:nvSpPr>
        <p:spPr>
          <a:xfrm>
            <a:off x="2445600" y="3299899"/>
            <a:ext cx="42528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6" name="Google Shape;116;p24"/>
          <p:cNvSpPr txBox="1">
            <a:spLocks noGrp="1"/>
          </p:cNvSpPr>
          <p:nvPr>
            <p:ph type="subTitle" idx="5"/>
          </p:nvPr>
        </p:nvSpPr>
        <p:spPr>
          <a:xfrm>
            <a:off x="2445600" y="4005924"/>
            <a:ext cx="425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>
            <a:spLocks noGrp="1"/>
          </p:cNvSpPr>
          <p:nvPr>
            <p:ph type="title" hasCustomPrompt="1"/>
          </p:nvPr>
        </p:nvSpPr>
        <p:spPr>
          <a:xfrm>
            <a:off x="717475" y="3305976"/>
            <a:ext cx="212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19" name="Google Shape;119;p25"/>
          <p:cNvSpPr txBox="1">
            <a:spLocks noGrp="1"/>
          </p:cNvSpPr>
          <p:nvPr>
            <p:ph type="subTitle" idx="1"/>
          </p:nvPr>
        </p:nvSpPr>
        <p:spPr>
          <a:xfrm>
            <a:off x="717475" y="3833573"/>
            <a:ext cx="212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title" idx="2" hasCustomPrompt="1"/>
          </p:nvPr>
        </p:nvSpPr>
        <p:spPr>
          <a:xfrm>
            <a:off x="3508800" y="3305972"/>
            <a:ext cx="212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1" name="Google Shape;121;p25"/>
          <p:cNvSpPr txBox="1">
            <a:spLocks noGrp="1"/>
          </p:cNvSpPr>
          <p:nvPr>
            <p:ph type="subTitle" idx="3"/>
          </p:nvPr>
        </p:nvSpPr>
        <p:spPr>
          <a:xfrm>
            <a:off x="3508800" y="3833566"/>
            <a:ext cx="212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title" idx="4" hasCustomPrompt="1"/>
          </p:nvPr>
        </p:nvSpPr>
        <p:spPr>
          <a:xfrm>
            <a:off x="6300125" y="3305974"/>
            <a:ext cx="212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3" name="Google Shape;123;p25"/>
          <p:cNvSpPr txBox="1">
            <a:spLocks noGrp="1"/>
          </p:cNvSpPr>
          <p:nvPr>
            <p:ph type="subTitle" idx="5"/>
          </p:nvPr>
        </p:nvSpPr>
        <p:spPr>
          <a:xfrm>
            <a:off x="6300125" y="3833571"/>
            <a:ext cx="212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>
            <a:spLocks noGrp="1"/>
          </p:cNvSpPr>
          <p:nvPr>
            <p:ph type="ctrTitle"/>
          </p:nvPr>
        </p:nvSpPr>
        <p:spPr>
          <a:xfrm>
            <a:off x="3036750" y="1619963"/>
            <a:ext cx="3070500" cy="7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subTitle" idx="1"/>
          </p:nvPr>
        </p:nvSpPr>
        <p:spPr>
          <a:xfrm>
            <a:off x="3036750" y="2485836"/>
            <a:ext cx="3070500" cy="10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8" name="Google Shape;128;p26"/>
          <p:cNvSpPr txBox="1"/>
          <p:nvPr/>
        </p:nvSpPr>
        <p:spPr>
          <a:xfrm>
            <a:off x="713225" y="3886400"/>
            <a:ext cx="2631600" cy="7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Google Shape;130;p27"/>
          <p:cNvCxnSpPr/>
          <p:nvPr/>
        </p:nvCxnSpPr>
        <p:spPr>
          <a:xfrm>
            <a:off x="719750" y="2571750"/>
            <a:ext cx="771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" name="Google Shape;131;p27"/>
          <p:cNvSpPr/>
          <p:nvPr/>
        </p:nvSpPr>
        <p:spPr>
          <a:xfrm>
            <a:off x="5946300" y="1906425"/>
            <a:ext cx="1343700" cy="13437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7"/>
          <p:cNvSpPr/>
          <p:nvPr/>
        </p:nvSpPr>
        <p:spPr>
          <a:xfrm>
            <a:off x="1854000" y="1906425"/>
            <a:ext cx="1343700" cy="13437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7"/>
          <p:cNvSpPr/>
          <p:nvPr/>
        </p:nvSpPr>
        <p:spPr>
          <a:xfrm>
            <a:off x="2659775" y="659400"/>
            <a:ext cx="3824700" cy="3824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7"/>
          <p:cNvSpPr/>
          <p:nvPr/>
        </p:nvSpPr>
        <p:spPr>
          <a:xfrm>
            <a:off x="7693194" y="2387725"/>
            <a:ext cx="368100" cy="368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7"/>
          <p:cNvSpPr/>
          <p:nvPr/>
        </p:nvSpPr>
        <p:spPr>
          <a:xfrm>
            <a:off x="7787560" y="2482091"/>
            <a:ext cx="179400" cy="1794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" name="Google Shape;136;p27"/>
          <p:cNvGrpSpPr/>
          <p:nvPr/>
        </p:nvGrpSpPr>
        <p:grpSpPr>
          <a:xfrm>
            <a:off x="4452175" y="4363925"/>
            <a:ext cx="240000" cy="240000"/>
            <a:chOff x="2500450" y="1108425"/>
            <a:chExt cx="240000" cy="240000"/>
          </a:xfrm>
        </p:grpSpPr>
        <p:sp>
          <p:nvSpPr>
            <p:cNvPr id="137" name="Google Shape;137;p27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" name="Google Shape;139;p27"/>
          <p:cNvGrpSpPr/>
          <p:nvPr/>
        </p:nvGrpSpPr>
        <p:grpSpPr>
          <a:xfrm rot="10800000">
            <a:off x="4452175" y="539575"/>
            <a:ext cx="240000" cy="240000"/>
            <a:chOff x="2500450" y="1108425"/>
            <a:chExt cx="240000" cy="240000"/>
          </a:xfrm>
        </p:grpSpPr>
        <p:sp>
          <p:nvSpPr>
            <p:cNvPr id="140" name="Google Shape;140;p27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27"/>
          <p:cNvSpPr/>
          <p:nvPr/>
        </p:nvSpPr>
        <p:spPr>
          <a:xfrm>
            <a:off x="1082944" y="2387725"/>
            <a:ext cx="368100" cy="368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7"/>
          <p:cNvSpPr/>
          <p:nvPr/>
        </p:nvSpPr>
        <p:spPr>
          <a:xfrm rot="5400000">
            <a:off x="6363566" y="2383850"/>
            <a:ext cx="253800" cy="450300"/>
          </a:xfrm>
          <a:prstGeom prst="moon">
            <a:avLst>
              <a:gd name="adj" fmla="val 577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" name="Google Shape;144;p27"/>
          <p:cNvGrpSpPr/>
          <p:nvPr/>
        </p:nvGrpSpPr>
        <p:grpSpPr>
          <a:xfrm>
            <a:off x="2365489" y="2283635"/>
            <a:ext cx="576189" cy="576189"/>
            <a:chOff x="2003086" y="-373829"/>
            <a:chExt cx="438000" cy="438000"/>
          </a:xfrm>
        </p:grpSpPr>
        <p:sp>
          <p:nvSpPr>
            <p:cNvPr id="145" name="Google Shape;145;p27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7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27"/>
          <p:cNvSpPr/>
          <p:nvPr/>
        </p:nvSpPr>
        <p:spPr>
          <a:xfrm rot="-5400000">
            <a:off x="1204302" y="2474250"/>
            <a:ext cx="109800" cy="195000"/>
          </a:xfrm>
          <a:prstGeom prst="moon">
            <a:avLst>
              <a:gd name="adj" fmla="val 577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8"/>
          <p:cNvGrpSpPr/>
          <p:nvPr/>
        </p:nvGrpSpPr>
        <p:grpSpPr>
          <a:xfrm rot="5400000">
            <a:off x="6481374" y="2451750"/>
            <a:ext cx="3658810" cy="240000"/>
            <a:chOff x="4771449" y="611375"/>
            <a:chExt cx="3658810" cy="240000"/>
          </a:xfrm>
        </p:grpSpPr>
        <p:cxnSp>
          <p:nvCxnSpPr>
            <p:cNvPr id="150" name="Google Shape;150;p28"/>
            <p:cNvCxnSpPr>
              <a:stCxn id="151" idx="6"/>
              <a:endCxn id="152" idx="6"/>
            </p:cNvCxnSpPr>
            <p:nvPr/>
          </p:nvCxnSpPr>
          <p:spPr>
            <a:xfrm rot="10800000">
              <a:off x="6519999" y="-938875"/>
              <a:ext cx="0" cy="334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" name="Google Shape;151;p28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" name="Google Shape;153;p28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52" name="Google Shape;152;p28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8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5" name="Google Shape;155;p28"/>
          <p:cNvGrpSpPr/>
          <p:nvPr/>
        </p:nvGrpSpPr>
        <p:grpSpPr>
          <a:xfrm rot="-5400000">
            <a:off x="-996176" y="2451750"/>
            <a:ext cx="3658810" cy="240000"/>
            <a:chOff x="4771449" y="611375"/>
            <a:chExt cx="3658810" cy="240000"/>
          </a:xfrm>
        </p:grpSpPr>
        <p:cxnSp>
          <p:nvCxnSpPr>
            <p:cNvPr id="156" name="Google Shape;156;p28"/>
            <p:cNvCxnSpPr>
              <a:stCxn id="157" idx="6"/>
              <a:endCxn id="158" idx="6"/>
            </p:cNvCxnSpPr>
            <p:nvPr/>
          </p:nvCxnSpPr>
          <p:spPr>
            <a:xfrm rot="10800000">
              <a:off x="6519999" y="-938875"/>
              <a:ext cx="0" cy="334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7" name="Google Shape;157;p28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" name="Google Shape;159;p28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58" name="Google Shape;158;p28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8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2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Display"/>
              <a:buNone/>
              <a:defRPr sz="3000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Display"/>
              <a:buNone/>
              <a:defRPr sz="3000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Display"/>
              <a:buNone/>
              <a:defRPr sz="3000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Display"/>
              <a:buNone/>
              <a:defRPr sz="3000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Display"/>
              <a:buNone/>
              <a:defRPr sz="3000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Display"/>
              <a:buNone/>
              <a:defRPr sz="3000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Display"/>
              <a:buNone/>
              <a:defRPr sz="3000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Display"/>
              <a:buNone/>
              <a:defRPr sz="3000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Display"/>
              <a:buNone/>
              <a:defRPr sz="3000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13" Type="http://schemas.openxmlformats.org/officeDocument/2006/relationships/slide" Target="slide11.xml"/><Relationship Id="rId3" Type="http://schemas.openxmlformats.org/officeDocument/2006/relationships/slide" Target="slide35.xml"/><Relationship Id="rId7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12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bit.ly/33VAFh3" TargetMode="External"/><Relationship Id="rId11" Type="http://schemas.openxmlformats.org/officeDocument/2006/relationships/hyperlink" Target="https://vidfy.com/?utm_source=slidesgo_template&amp;utm_medium=referral-link&amp;utm_campaign=promo-slide&amp;utm_term=slidesgo&amp;utm_content=vidfy" TargetMode="External"/><Relationship Id="rId5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4" Type="http://schemas.openxmlformats.org/officeDocument/2006/relationships/hyperlink" Target="http://bit.ly/2Tynxth" TargetMode="External"/><Relationship Id="rId9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14" Type="http://schemas.openxmlformats.org/officeDocument/2006/relationships/slide" Target="slide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slide" Target="slide22.xml"/><Relationship Id="rId5" Type="http://schemas.openxmlformats.org/officeDocument/2006/relationships/slide" Target="slide11.xml"/><Relationship Id="rId4" Type="http://schemas.openxmlformats.org/officeDocument/2006/relationships/slide" Target="slid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22.xml"/><Relationship Id="rId5" Type="http://schemas.openxmlformats.org/officeDocument/2006/relationships/slide" Target="slide11.xml"/><Relationship Id="rId4" Type="http://schemas.openxmlformats.org/officeDocument/2006/relationships/slide" Target="slid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6" Type="http://schemas.openxmlformats.org/officeDocument/2006/relationships/slide" Target="slide22.xml"/><Relationship Id="rId5" Type="http://schemas.openxmlformats.org/officeDocument/2006/relationships/slide" Target="slide11.xml"/><Relationship Id="rId4" Type="http://schemas.openxmlformats.org/officeDocument/2006/relationships/slide" Target="slid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22.xml"/><Relationship Id="rId5" Type="http://schemas.openxmlformats.org/officeDocument/2006/relationships/slide" Target="slide11.xml"/><Relationship Id="rId4" Type="http://schemas.openxmlformats.org/officeDocument/2006/relationships/slide" Target="slide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7" Type="http://schemas.openxmlformats.org/officeDocument/2006/relationships/slide" Target="slide1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.xml"/><Relationship Id="rId5" Type="http://schemas.openxmlformats.org/officeDocument/2006/relationships/image" Target="../media/image6.png"/><Relationship Id="rId4" Type="http://schemas.openxmlformats.org/officeDocument/2006/relationships/hyperlink" Target="https://docs.google.com/spreadsheets/d/1o7E0DbJ9hq8ItwfzGCvB3oDXZgqKA4ZYDUBTpeFD7rg/copy#gid=1364826426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openxmlformats.org/officeDocument/2006/relationships/hyperlink" Target="https://docs.google.com/spreadsheets/d/1o7E0DbJ9hq8ItwfzGCvB3oDXZgqKA4ZYDUBTpeFD7rg/copy#gid=379098059" TargetMode="External"/><Relationship Id="rId7" Type="http://schemas.openxmlformats.org/officeDocument/2006/relationships/slide" Target="slide1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.xml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Relationship Id="rId5" Type="http://schemas.openxmlformats.org/officeDocument/2006/relationships/slide" Target="slide22.xml"/><Relationship Id="rId4" Type="http://schemas.openxmlformats.org/officeDocument/2006/relationships/slide" Target="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/>
          <p:nvPr/>
        </p:nvSpPr>
        <p:spPr>
          <a:xfrm>
            <a:off x="5946650" y="1761300"/>
            <a:ext cx="1620900" cy="162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2" name="Google Shape;172;p32"/>
          <p:cNvCxnSpPr/>
          <p:nvPr/>
        </p:nvCxnSpPr>
        <p:spPr>
          <a:xfrm>
            <a:off x="752550" y="2571750"/>
            <a:ext cx="7638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" name="Google Shape;173;p32"/>
          <p:cNvSpPr/>
          <p:nvPr/>
        </p:nvSpPr>
        <p:spPr>
          <a:xfrm>
            <a:off x="1576800" y="1761300"/>
            <a:ext cx="1620900" cy="162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2"/>
          <p:cNvSpPr/>
          <p:nvPr/>
        </p:nvSpPr>
        <p:spPr>
          <a:xfrm>
            <a:off x="2659650" y="659400"/>
            <a:ext cx="3824700" cy="3824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5" name="Google Shape;175;p32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76" name="Google Shape;176;p32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Google Shape;177;p32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" name="Google Shape;178;p32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9" name="Google Shape;179;p32"/>
          <p:cNvSpPr/>
          <p:nvPr/>
        </p:nvSpPr>
        <p:spPr>
          <a:xfrm>
            <a:off x="7074850" y="2325450"/>
            <a:ext cx="492600" cy="492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2"/>
          <p:cNvSpPr/>
          <p:nvPr/>
        </p:nvSpPr>
        <p:spPr>
          <a:xfrm>
            <a:off x="1576800" y="2325450"/>
            <a:ext cx="492600" cy="492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2"/>
          <p:cNvSpPr/>
          <p:nvPr/>
        </p:nvSpPr>
        <p:spPr>
          <a:xfrm>
            <a:off x="1475300" y="2451750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32"/>
          <p:cNvSpPr/>
          <p:nvPr/>
        </p:nvSpPr>
        <p:spPr>
          <a:xfrm>
            <a:off x="7428950" y="2451750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" name="Google Shape;183;p32"/>
          <p:cNvGrpSpPr/>
          <p:nvPr/>
        </p:nvGrpSpPr>
        <p:grpSpPr>
          <a:xfrm>
            <a:off x="4452000" y="4363925"/>
            <a:ext cx="240000" cy="240000"/>
            <a:chOff x="2500450" y="1108425"/>
            <a:chExt cx="240000" cy="240000"/>
          </a:xfrm>
        </p:grpSpPr>
        <p:sp>
          <p:nvSpPr>
            <p:cNvPr id="184" name="Google Shape;184;p32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2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32"/>
          <p:cNvGrpSpPr/>
          <p:nvPr/>
        </p:nvGrpSpPr>
        <p:grpSpPr>
          <a:xfrm rot="10800000">
            <a:off x="4452000" y="539575"/>
            <a:ext cx="240000" cy="240000"/>
            <a:chOff x="2500450" y="1108425"/>
            <a:chExt cx="240000" cy="240000"/>
          </a:xfrm>
        </p:grpSpPr>
        <p:sp>
          <p:nvSpPr>
            <p:cNvPr id="187" name="Google Shape;187;p32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2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" name="Google Shape;189;p32"/>
          <p:cNvGrpSpPr/>
          <p:nvPr/>
        </p:nvGrpSpPr>
        <p:grpSpPr>
          <a:xfrm rot="10800000">
            <a:off x="3006385" y="1254450"/>
            <a:ext cx="240000" cy="240000"/>
            <a:chOff x="2500450" y="1108425"/>
            <a:chExt cx="240000" cy="240000"/>
          </a:xfrm>
        </p:grpSpPr>
        <p:sp>
          <p:nvSpPr>
            <p:cNvPr id="190" name="Google Shape;190;p32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2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52317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" name="Google Shape;192;p32"/>
          <p:cNvGrpSpPr/>
          <p:nvPr/>
        </p:nvGrpSpPr>
        <p:grpSpPr>
          <a:xfrm>
            <a:off x="5934862" y="1254450"/>
            <a:ext cx="240000" cy="240000"/>
            <a:chOff x="2500450" y="1108425"/>
            <a:chExt cx="240000" cy="240000"/>
          </a:xfrm>
        </p:grpSpPr>
        <p:sp>
          <p:nvSpPr>
            <p:cNvPr id="193" name="Google Shape;193;p32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2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" name="Google Shape;195;p32"/>
          <p:cNvSpPr/>
          <p:nvPr/>
        </p:nvSpPr>
        <p:spPr>
          <a:xfrm>
            <a:off x="6364025" y="2451750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2"/>
          <p:cNvSpPr/>
          <p:nvPr/>
        </p:nvSpPr>
        <p:spPr>
          <a:xfrm>
            <a:off x="2539975" y="2451750"/>
            <a:ext cx="240000" cy="2400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" name="Google Shape;197;p32"/>
          <p:cNvGrpSpPr/>
          <p:nvPr/>
        </p:nvGrpSpPr>
        <p:grpSpPr>
          <a:xfrm rot="10800000">
            <a:off x="5934862" y="3709863"/>
            <a:ext cx="240000" cy="240000"/>
            <a:chOff x="2500450" y="1108425"/>
            <a:chExt cx="240000" cy="240000"/>
          </a:xfrm>
        </p:grpSpPr>
        <p:sp>
          <p:nvSpPr>
            <p:cNvPr id="198" name="Google Shape;198;p32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2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68772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Google Shape;200;p32"/>
          <p:cNvGrpSpPr/>
          <p:nvPr/>
        </p:nvGrpSpPr>
        <p:grpSpPr>
          <a:xfrm>
            <a:off x="3006385" y="3709863"/>
            <a:ext cx="240000" cy="240000"/>
            <a:chOff x="2500450" y="1108425"/>
            <a:chExt cx="240000" cy="240000"/>
          </a:xfrm>
        </p:grpSpPr>
        <p:sp>
          <p:nvSpPr>
            <p:cNvPr id="201" name="Google Shape;201;p32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2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72747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" name="Google Shape;203;p32"/>
          <p:cNvGrpSpPr/>
          <p:nvPr/>
        </p:nvGrpSpPr>
        <p:grpSpPr>
          <a:xfrm>
            <a:off x="8275898" y="2416871"/>
            <a:ext cx="309754" cy="309754"/>
            <a:chOff x="2003086" y="-373829"/>
            <a:chExt cx="438000" cy="438000"/>
          </a:xfrm>
        </p:grpSpPr>
        <p:sp>
          <p:nvSpPr>
            <p:cNvPr id="204" name="Google Shape;204;p32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2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06" name="Google Shape;206;p32"/>
          <p:cNvCxnSpPr>
            <a:stCxn id="185" idx="2"/>
          </p:cNvCxnSpPr>
          <p:nvPr/>
        </p:nvCxnSpPr>
        <p:spPr>
          <a:xfrm>
            <a:off x="4569600" y="4601375"/>
            <a:ext cx="0" cy="63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32"/>
          <p:cNvCxnSpPr>
            <a:stCxn id="188" idx="2"/>
          </p:cNvCxnSpPr>
          <p:nvPr/>
        </p:nvCxnSpPr>
        <p:spPr>
          <a:xfrm rot="10800000">
            <a:off x="4574400" y="-6575"/>
            <a:ext cx="0" cy="54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32"/>
          <p:cNvCxnSpPr>
            <a:stCxn id="190" idx="6"/>
          </p:cNvCxnSpPr>
          <p:nvPr/>
        </p:nvCxnSpPr>
        <p:spPr>
          <a:xfrm rot="10800000">
            <a:off x="85" y="1374450"/>
            <a:ext cx="30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32"/>
          <p:cNvCxnSpPr>
            <a:stCxn id="193" idx="6"/>
          </p:cNvCxnSpPr>
          <p:nvPr/>
        </p:nvCxnSpPr>
        <p:spPr>
          <a:xfrm>
            <a:off x="6174862" y="1374450"/>
            <a:ext cx="3003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32"/>
          <p:cNvCxnSpPr>
            <a:stCxn id="202" idx="1"/>
          </p:cNvCxnSpPr>
          <p:nvPr/>
        </p:nvCxnSpPr>
        <p:spPr>
          <a:xfrm rot="10800000">
            <a:off x="-20015" y="3829863"/>
            <a:ext cx="302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32"/>
          <p:cNvCxnSpPr>
            <a:stCxn id="199" idx="1"/>
          </p:cNvCxnSpPr>
          <p:nvPr/>
        </p:nvCxnSpPr>
        <p:spPr>
          <a:xfrm>
            <a:off x="6174862" y="3829863"/>
            <a:ext cx="2997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2" name="Google Shape;212;p32"/>
          <p:cNvGrpSpPr/>
          <p:nvPr/>
        </p:nvGrpSpPr>
        <p:grpSpPr>
          <a:xfrm>
            <a:off x="558348" y="2416871"/>
            <a:ext cx="309754" cy="309754"/>
            <a:chOff x="2003086" y="-373829"/>
            <a:chExt cx="438000" cy="438000"/>
          </a:xfrm>
        </p:grpSpPr>
        <p:sp>
          <p:nvSpPr>
            <p:cNvPr id="213" name="Google Shape;213;p32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2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" name="Google Shape;215;p32"/>
          <p:cNvSpPr txBox="1">
            <a:spLocks noGrp="1"/>
          </p:cNvSpPr>
          <p:nvPr>
            <p:ph type="ctrTitle"/>
          </p:nvPr>
        </p:nvSpPr>
        <p:spPr>
          <a:xfrm>
            <a:off x="2927700" y="1802238"/>
            <a:ext cx="3288600" cy="15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Dark Academia Aesthetic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i="1"/>
              <a:t>for Middle School</a:t>
            </a:r>
            <a:endParaRPr sz="4900" i="1"/>
          </a:p>
        </p:txBody>
      </p:sp>
      <p:sp>
        <p:nvSpPr>
          <p:cNvPr id="216" name="Google Shape;216;p32"/>
          <p:cNvSpPr txBox="1">
            <a:spLocks noGrp="1"/>
          </p:cNvSpPr>
          <p:nvPr>
            <p:ph type="subTitle" idx="1"/>
          </p:nvPr>
        </p:nvSpPr>
        <p:spPr>
          <a:xfrm>
            <a:off x="6223988" y="4111325"/>
            <a:ext cx="2209200" cy="4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sp>
        <p:nvSpPr>
          <p:cNvPr id="217" name="Google Shape;217;p32"/>
          <p:cNvSpPr txBox="1">
            <a:spLocks noGrp="1"/>
          </p:cNvSpPr>
          <p:nvPr>
            <p:ph type="title" idx="4294967295"/>
          </p:nvPr>
        </p:nvSpPr>
        <p:spPr>
          <a:xfrm>
            <a:off x="715613" y="4111325"/>
            <a:ext cx="2517900" cy="4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Economics Subject </a:t>
            </a:r>
            <a:endParaRPr sz="2400"/>
          </a:p>
        </p:txBody>
      </p:sp>
      <p:sp>
        <p:nvSpPr>
          <p:cNvPr id="218" name="Google Shape;218;p32">
            <a:hlinkClick r:id="rId3" action="ppaction://hlinksldjump"/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158675" y="4569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219" name="Google Shape;219;p32">
            <a:hlinkClick r:id="rId4" action="ppaction://hlinksldjump"/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994798" y="4569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220" name="Google Shape;220;p32">
            <a:hlinkClick r:id="rId5" action="ppaction://hlinksldjump"/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0920" y="4569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Contents of </a:t>
            </a:r>
            <a:r>
              <a:rPr lang="en" i="1">
                <a:solidFill>
                  <a:schemeClr val="dk1"/>
                </a:solidFill>
              </a:rPr>
              <a:t>this template</a:t>
            </a:r>
            <a:endParaRPr i="1">
              <a:solidFill>
                <a:schemeClr val="dk1"/>
              </a:solidFill>
            </a:endParaRPr>
          </a:p>
        </p:txBody>
      </p:sp>
      <p:graphicFrame>
        <p:nvGraphicFramePr>
          <p:cNvPr id="226" name="Google Shape;226;p33"/>
          <p:cNvGraphicFramePr/>
          <p:nvPr/>
        </p:nvGraphicFramePr>
        <p:xfrm>
          <a:off x="720000" y="176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{E3FA6EE5-0EDF-4B38-BBE1-023BEDDE903A}</a:tableStyleId>
              </a:tblPr>
              <a:tblGrid>
                <a:gridCol w="261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Roboto"/>
                          <a:ea typeface="Roboto"/>
                          <a:cs typeface="Roboto"/>
                          <a:sym typeface="Roboto"/>
                          <a:hlinkClick r:id="" action="ppaction://noaction"/>
                        </a:rPr>
                        <a:t>Fonts</a:t>
                      </a:r>
                      <a:endParaRPr sz="11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Roboto"/>
                          <a:ea typeface="Roboto"/>
                          <a:cs typeface="Roboto"/>
                          <a:sym typeface="Roboto"/>
                          <a:hlinkClick r:id="" action="ppaction://noaction"/>
                        </a:rPr>
                        <a:t>Used and alternative resources</a:t>
                      </a:r>
                      <a:endParaRPr sz="11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 assortment of graphic resources that are suitable for use in this presentation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Roboto"/>
                          <a:ea typeface="Roboto"/>
                          <a:cs typeface="Roboto"/>
                          <a:sym typeface="Roboto"/>
                          <a:hlinkClick r:id="rId3" action="ppaction://hlinksldjump"/>
                        </a:rPr>
                        <a:t>Thanks slide</a:t>
                      </a:r>
                      <a:endParaRPr sz="11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Roboto"/>
                          <a:ea typeface="Roboto"/>
                          <a:cs typeface="Roboto"/>
                          <a:sym typeface="Roboto"/>
                          <a:hlinkClick r:id="" action="ppaction://noaction"/>
                        </a:rPr>
                        <a:t>Colors</a:t>
                      </a:r>
                      <a:endParaRPr sz="11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Roboto"/>
                          <a:ea typeface="Roboto"/>
                          <a:cs typeface="Roboto"/>
                          <a:sym typeface="Roboto"/>
                          <a:hlinkClick r:id="" action="ppaction://noaction"/>
                        </a:rPr>
                        <a:t>Infographic resources</a:t>
                      </a:r>
                      <a:endParaRPr sz="11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Roboto"/>
                          <a:ea typeface="Roboto"/>
                          <a:cs typeface="Roboto"/>
                          <a:sym typeface="Roboto"/>
                          <a:hlinkClick r:id="" action="ppaction://noaction"/>
                        </a:rPr>
                        <a:t>Customizable icons</a:t>
                      </a:r>
                      <a:endParaRPr sz="11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They are sorted by theme so you can use them in all kinds of presentations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7" name="Google Shape;227;p33"/>
          <p:cNvSpPr txBox="1"/>
          <p:nvPr/>
        </p:nvSpPr>
        <p:spPr>
          <a:xfrm>
            <a:off x="981650" y="4147800"/>
            <a:ext cx="332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more info:</a:t>
            </a:r>
            <a:br>
              <a:rPr lang="en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 </a:t>
            </a:r>
            <a:r>
              <a:rPr lang="en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| 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 SCHOOL</a:t>
            </a:r>
            <a:r>
              <a:rPr lang="en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| 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FAQS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33"/>
          <p:cNvSpPr txBox="1"/>
          <p:nvPr/>
        </p:nvSpPr>
        <p:spPr>
          <a:xfrm>
            <a:off x="4841643" y="4147800"/>
            <a:ext cx="332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visit our sister projects:</a:t>
            </a:r>
            <a:br>
              <a:rPr lang="en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7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8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9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STORYSET</a:t>
            </a:r>
            <a:r>
              <a:rPr lang="en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10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WEPIK </a:t>
            </a:r>
            <a:r>
              <a:rPr lang="en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11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VIDFY</a:t>
            </a:r>
            <a:endParaRPr sz="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33"/>
          <p:cNvSpPr txBox="1">
            <a:spLocks noGrp="1"/>
          </p:cNvSpPr>
          <p:nvPr>
            <p:ph type="body" idx="1"/>
          </p:nvPr>
        </p:nvSpPr>
        <p:spPr>
          <a:xfrm>
            <a:off x="720000" y="1054075"/>
            <a:ext cx="7704000" cy="5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This is a slide structure based on an education presentation for middle school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 can delete this slide when you’re done editing the presentation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0" name="Google Shape;230;p33"/>
          <p:cNvGrpSpPr/>
          <p:nvPr/>
        </p:nvGrpSpPr>
        <p:grpSpPr>
          <a:xfrm>
            <a:off x="4771449" y="611375"/>
            <a:ext cx="3658810" cy="240000"/>
            <a:chOff x="4771449" y="611375"/>
            <a:chExt cx="3658810" cy="240000"/>
          </a:xfrm>
        </p:grpSpPr>
        <p:cxnSp>
          <p:nvCxnSpPr>
            <p:cNvPr id="231" name="Google Shape;231;p33"/>
            <p:cNvCxnSpPr>
              <a:stCxn id="232" idx="6"/>
              <a:endCxn id="233" idx="6"/>
            </p:cNvCxnSpPr>
            <p:nvPr/>
          </p:nvCxnSpPr>
          <p:spPr>
            <a:xfrm>
              <a:off x="4849749" y="731375"/>
              <a:ext cx="334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2" name="Google Shape;232;p33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" name="Google Shape;234;p33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233" name="Google Shape;233;p33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33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" name="Google Shape;236;p33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237" name="Google Shape;237;p33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" name="Google Shape;238;p33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33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0" name="Google Shape;240;p33">
            <a:hlinkClick r:id="rId12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241" name="Google Shape;241;p33">
            <a:hlinkClick r:id="rId1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242" name="Google Shape;242;p33">
            <a:hlinkClick r:id="rId1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34"/>
          <p:cNvGrpSpPr/>
          <p:nvPr/>
        </p:nvGrpSpPr>
        <p:grpSpPr>
          <a:xfrm>
            <a:off x="1514029" y="961769"/>
            <a:ext cx="1712649" cy="945000"/>
            <a:chOff x="1728573" y="985256"/>
            <a:chExt cx="1712649" cy="945000"/>
          </a:xfrm>
        </p:grpSpPr>
        <p:sp>
          <p:nvSpPr>
            <p:cNvPr id="248" name="Google Shape;248;p34"/>
            <p:cNvSpPr/>
            <p:nvPr/>
          </p:nvSpPr>
          <p:spPr>
            <a:xfrm rot="-816758">
              <a:off x="1875686" y="1155100"/>
              <a:ext cx="1515574" cy="605312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9" name="Google Shape;249;p34"/>
            <p:cNvGrpSpPr/>
            <p:nvPr/>
          </p:nvGrpSpPr>
          <p:grpSpPr>
            <a:xfrm>
              <a:off x="1728573" y="1438876"/>
              <a:ext cx="379965" cy="379965"/>
              <a:chOff x="2003086" y="-373829"/>
              <a:chExt cx="438000" cy="438000"/>
            </a:xfrm>
          </p:grpSpPr>
          <p:sp>
            <p:nvSpPr>
              <p:cNvPr id="250" name="Google Shape;250;p34"/>
              <p:cNvSpPr/>
              <p:nvPr/>
            </p:nvSpPr>
            <p:spPr>
              <a:xfrm>
                <a:off x="2067275" y="-309700"/>
                <a:ext cx="309600" cy="309600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34"/>
              <p:cNvSpPr/>
              <p:nvPr/>
            </p:nvSpPr>
            <p:spPr>
              <a:xfrm rot="2700000">
                <a:off x="2067229" y="-309685"/>
                <a:ext cx="309713" cy="309713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2" name="Google Shape;252;p34"/>
            <p:cNvGrpSpPr/>
            <p:nvPr/>
          </p:nvGrpSpPr>
          <p:grpSpPr>
            <a:xfrm>
              <a:off x="3251656" y="1149032"/>
              <a:ext cx="158256" cy="158256"/>
              <a:chOff x="2500450" y="1108425"/>
              <a:chExt cx="240000" cy="240000"/>
            </a:xfrm>
          </p:grpSpPr>
          <p:sp>
            <p:nvSpPr>
              <p:cNvPr id="253" name="Google Shape;253;p34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34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5" name="Google Shape;255;p34"/>
          <p:cNvGrpSpPr/>
          <p:nvPr/>
        </p:nvGrpSpPr>
        <p:grpSpPr>
          <a:xfrm>
            <a:off x="1514029" y="2866100"/>
            <a:ext cx="1712649" cy="945000"/>
            <a:chOff x="1728573" y="985256"/>
            <a:chExt cx="1712649" cy="945000"/>
          </a:xfrm>
        </p:grpSpPr>
        <p:sp>
          <p:nvSpPr>
            <p:cNvPr id="256" name="Google Shape;256;p34"/>
            <p:cNvSpPr/>
            <p:nvPr/>
          </p:nvSpPr>
          <p:spPr>
            <a:xfrm rot="-816758">
              <a:off x="1875686" y="1155100"/>
              <a:ext cx="1515574" cy="605312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7" name="Google Shape;257;p34"/>
            <p:cNvGrpSpPr/>
            <p:nvPr/>
          </p:nvGrpSpPr>
          <p:grpSpPr>
            <a:xfrm>
              <a:off x="1728573" y="1438876"/>
              <a:ext cx="379965" cy="379965"/>
              <a:chOff x="2003086" y="-373829"/>
              <a:chExt cx="438000" cy="438000"/>
            </a:xfrm>
          </p:grpSpPr>
          <p:sp>
            <p:nvSpPr>
              <p:cNvPr id="258" name="Google Shape;258;p34"/>
              <p:cNvSpPr/>
              <p:nvPr/>
            </p:nvSpPr>
            <p:spPr>
              <a:xfrm>
                <a:off x="2067275" y="-309700"/>
                <a:ext cx="309600" cy="309600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34"/>
              <p:cNvSpPr/>
              <p:nvPr/>
            </p:nvSpPr>
            <p:spPr>
              <a:xfrm rot="2700000">
                <a:off x="2067229" y="-309685"/>
                <a:ext cx="309713" cy="309713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34"/>
            <p:cNvGrpSpPr/>
            <p:nvPr/>
          </p:nvGrpSpPr>
          <p:grpSpPr>
            <a:xfrm>
              <a:off x="3251656" y="1149032"/>
              <a:ext cx="158256" cy="158256"/>
              <a:chOff x="2500450" y="1108425"/>
              <a:chExt cx="240000" cy="240000"/>
            </a:xfrm>
          </p:grpSpPr>
          <p:sp>
            <p:nvSpPr>
              <p:cNvPr id="261" name="Google Shape;261;p34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34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3" name="Google Shape;263;p34"/>
          <p:cNvGrpSpPr/>
          <p:nvPr/>
        </p:nvGrpSpPr>
        <p:grpSpPr>
          <a:xfrm>
            <a:off x="5917371" y="961769"/>
            <a:ext cx="1712649" cy="945000"/>
            <a:chOff x="1728573" y="985256"/>
            <a:chExt cx="1712649" cy="945000"/>
          </a:xfrm>
        </p:grpSpPr>
        <p:sp>
          <p:nvSpPr>
            <p:cNvPr id="264" name="Google Shape;264;p34"/>
            <p:cNvSpPr/>
            <p:nvPr/>
          </p:nvSpPr>
          <p:spPr>
            <a:xfrm rot="-816758">
              <a:off x="1875686" y="1155100"/>
              <a:ext cx="1515574" cy="605312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5" name="Google Shape;265;p34"/>
            <p:cNvGrpSpPr/>
            <p:nvPr/>
          </p:nvGrpSpPr>
          <p:grpSpPr>
            <a:xfrm>
              <a:off x="1728573" y="1438876"/>
              <a:ext cx="379965" cy="379965"/>
              <a:chOff x="2003086" y="-373829"/>
              <a:chExt cx="438000" cy="438000"/>
            </a:xfrm>
          </p:grpSpPr>
          <p:sp>
            <p:nvSpPr>
              <p:cNvPr id="266" name="Google Shape;266;p34"/>
              <p:cNvSpPr/>
              <p:nvPr/>
            </p:nvSpPr>
            <p:spPr>
              <a:xfrm>
                <a:off x="2067275" y="-309700"/>
                <a:ext cx="309600" cy="309600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4"/>
              <p:cNvSpPr/>
              <p:nvPr/>
            </p:nvSpPr>
            <p:spPr>
              <a:xfrm rot="2700000">
                <a:off x="2067229" y="-309685"/>
                <a:ext cx="309713" cy="309713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" name="Google Shape;268;p34"/>
            <p:cNvGrpSpPr/>
            <p:nvPr/>
          </p:nvGrpSpPr>
          <p:grpSpPr>
            <a:xfrm>
              <a:off x="3251656" y="1149032"/>
              <a:ext cx="158256" cy="158256"/>
              <a:chOff x="2500450" y="1108425"/>
              <a:chExt cx="240000" cy="240000"/>
            </a:xfrm>
          </p:grpSpPr>
          <p:sp>
            <p:nvSpPr>
              <p:cNvPr id="269" name="Google Shape;269;p34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4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1" name="Google Shape;271;p34"/>
          <p:cNvGrpSpPr/>
          <p:nvPr/>
        </p:nvGrpSpPr>
        <p:grpSpPr>
          <a:xfrm>
            <a:off x="5917371" y="2866100"/>
            <a:ext cx="1712649" cy="945000"/>
            <a:chOff x="1728573" y="985256"/>
            <a:chExt cx="1712649" cy="945000"/>
          </a:xfrm>
        </p:grpSpPr>
        <p:sp>
          <p:nvSpPr>
            <p:cNvPr id="272" name="Google Shape;272;p34"/>
            <p:cNvSpPr/>
            <p:nvPr/>
          </p:nvSpPr>
          <p:spPr>
            <a:xfrm rot="-816758">
              <a:off x="1875686" y="1155100"/>
              <a:ext cx="1515574" cy="605312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3" name="Google Shape;273;p34"/>
            <p:cNvGrpSpPr/>
            <p:nvPr/>
          </p:nvGrpSpPr>
          <p:grpSpPr>
            <a:xfrm>
              <a:off x="1728573" y="1438876"/>
              <a:ext cx="379965" cy="379965"/>
              <a:chOff x="2003086" y="-373829"/>
              <a:chExt cx="438000" cy="438000"/>
            </a:xfrm>
          </p:grpSpPr>
          <p:sp>
            <p:nvSpPr>
              <p:cNvPr id="274" name="Google Shape;274;p34"/>
              <p:cNvSpPr/>
              <p:nvPr/>
            </p:nvSpPr>
            <p:spPr>
              <a:xfrm>
                <a:off x="2067275" y="-309700"/>
                <a:ext cx="309600" cy="309600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4"/>
              <p:cNvSpPr/>
              <p:nvPr/>
            </p:nvSpPr>
            <p:spPr>
              <a:xfrm rot="2700000">
                <a:off x="2067229" y="-309685"/>
                <a:ext cx="309713" cy="309713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34"/>
            <p:cNvGrpSpPr/>
            <p:nvPr/>
          </p:nvGrpSpPr>
          <p:grpSpPr>
            <a:xfrm>
              <a:off x="3251656" y="1149032"/>
              <a:ext cx="158256" cy="158256"/>
              <a:chOff x="2500450" y="1108425"/>
              <a:chExt cx="240000" cy="240000"/>
            </a:xfrm>
          </p:grpSpPr>
          <p:sp>
            <p:nvSpPr>
              <p:cNvPr id="277" name="Google Shape;277;p34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4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9" name="Google Shape;279;p34"/>
          <p:cNvSpPr txBox="1">
            <a:spLocks noGrp="1"/>
          </p:cNvSpPr>
          <p:nvPr>
            <p:ph type="title"/>
          </p:nvPr>
        </p:nvSpPr>
        <p:spPr>
          <a:xfrm>
            <a:off x="1958303" y="1237469"/>
            <a:ext cx="8241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80" name="Google Shape;280;p34"/>
          <p:cNvSpPr txBox="1">
            <a:spLocks noGrp="1"/>
          </p:cNvSpPr>
          <p:nvPr>
            <p:ph type="subTitle" idx="1"/>
          </p:nvPr>
        </p:nvSpPr>
        <p:spPr>
          <a:xfrm>
            <a:off x="1222253" y="2207571"/>
            <a:ext cx="2296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81" name="Google Shape;281;p34"/>
          <p:cNvSpPr txBox="1">
            <a:spLocks noGrp="1"/>
          </p:cNvSpPr>
          <p:nvPr>
            <p:ph type="title" idx="2"/>
          </p:nvPr>
        </p:nvSpPr>
        <p:spPr>
          <a:xfrm>
            <a:off x="6361645" y="1237469"/>
            <a:ext cx="8241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82" name="Google Shape;282;p34"/>
          <p:cNvSpPr txBox="1">
            <a:spLocks noGrp="1"/>
          </p:cNvSpPr>
          <p:nvPr>
            <p:ph type="subTitle" idx="3"/>
          </p:nvPr>
        </p:nvSpPr>
        <p:spPr>
          <a:xfrm>
            <a:off x="5626045" y="2207546"/>
            <a:ext cx="2295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83" name="Google Shape;283;p34"/>
          <p:cNvSpPr txBox="1">
            <a:spLocks noGrp="1"/>
          </p:cNvSpPr>
          <p:nvPr>
            <p:ph type="title" idx="4"/>
          </p:nvPr>
        </p:nvSpPr>
        <p:spPr>
          <a:xfrm>
            <a:off x="1958303" y="3141800"/>
            <a:ext cx="8241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84" name="Google Shape;284;p34"/>
          <p:cNvSpPr txBox="1">
            <a:spLocks noGrp="1"/>
          </p:cNvSpPr>
          <p:nvPr>
            <p:ph type="subTitle" idx="5"/>
          </p:nvPr>
        </p:nvSpPr>
        <p:spPr>
          <a:xfrm>
            <a:off x="1222253" y="4109989"/>
            <a:ext cx="2296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85" name="Google Shape;285;p34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Table </a:t>
            </a:r>
            <a:r>
              <a:rPr lang="en" i="1">
                <a:solidFill>
                  <a:schemeClr val="dk1"/>
                </a:solidFill>
              </a:rPr>
              <a:t>of contents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286" name="Google Shape;286;p34"/>
          <p:cNvSpPr txBox="1">
            <a:spLocks noGrp="1"/>
          </p:cNvSpPr>
          <p:nvPr>
            <p:ph type="title" idx="7"/>
          </p:nvPr>
        </p:nvSpPr>
        <p:spPr>
          <a:xfrm>
            <a:off x="6361645" y="3141800"/>
            <a:ext cx="8241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87" name="Google Shape;287;p34"/>
          <p:cNvSpPr txBox="1">
            <a:spLocks noGrp="1"/>
          </p:cNvSpPr>
          <p:nvPr>
            <p:ph type="subTitle" idx="8"/>
          </p:nvPr>
        </p:nvSpPr>
        <p:spPr>
          <a:xfrm>
            <a:off x="5626045" y="4109989"/>
            <a:ext cx="2295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subTitle" idx="9"/>
          </p:nvPr>
        </p:nvSpPr>
        <p:spPr>
          <a:xfrm>
            <a:off x="1222253" y="1882013"/>
            <a:ext cx="22962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subTitle" idx="13"/>
          </p:nvPr>
        </p:nvSpPr>
        <p:spPr>
          <a:xfrm>
            <a:off x="5626045" y="1882013"/>
            <a:ext cx="22953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Vocabulary</a:t>
            </a:r>
            <a:endParaRPr/>
          </a:p>
        </p:txBody>
      </p:sp>
      <p:sp>
        <p:nvSpPr>
          <p:cNvPr id="290" name="Google Shape;290;p34"/>
          <p:cNvSpPr txBox="1">
            <a:spLocks noGrp="1"/>
          </p:cNvSpPr>
          <p:nvPr>
            <p:ph type="subTitle" idx="14"/>
          </p:nvPr>
        </p:nvSpPr>
        <p:spPr>
          <a:xfrm>
            <a:off x="1222253" y="3784432"/>
            <a:ext cx="22962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&amp; Services</a:t>
            </a:r>
            <a:endParaRPr/>
          </a:p>
        </p:txBody>
      </p:sp>
      <p:sp>
        <p:nvSpPr>
          <p:cNvPr id="291" name="Google Shape;291;p34"/>
          <p:cNvSpPr txBox="1">
            <a:spLocks noGrp="1"/>
          </p:cNvSpPr>
          <p:nvPr>
            <p:ph type="subTitle" idx="15"/>
          </p:nvPr>
        </p:nvSpPr>
        <p:spPr>
          <a:xfrm>
            <a:off x="5626045" y="3784418"/>
            <a:ext cx="22953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Consumption</a:t>
            </a:r>
            <a:endParaRPr/>
          </a:p>
        </p:txBody>
      </p:sp>
      <p:sp>
        <p:nvSpPr>
          <p:cNvPr id="292" name="Google Shape;292;p34"/>
          <p:cNvSpPr/>
          <p:nvPr/>
        </p:nvSpPr>
        <p:spPr>
          <a:xfrm>
            <a:off x="4081150" y="2287100"/>
            <a:ext cx="982200" cy="982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4"/>
          <p:cNvSpPr/>
          <p:nvPr/>
        </p:nvSpPr>
        <p:spPr>
          <a:xfrm>
            <a:off x="4332969" y="2539018"/>
            <a:ext cx="478500" cy="4785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4" name="Google Shape;294;p34"/>
          <p:cNvGrpSpPr/>
          <p:nvPr/>
        </p:nvGrpSpPr>
        <p:grpSpPr>
          <a:xfrm>
            <a:off x="4417352" y="2101096"/>
            <a:ext cx="309754" cy="309754"/>
            <a:chOff x="2003086" y="-373829"/>
            <a:chExt cx="438000" cy="438000"/>
          </a:xfrm>
        </p:grpSpPr>
        <p:sp>
          <p:nvSpPr>
            <p:cNvPr id="295" name="Google Shape;295;p34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4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" name="Google Shape;297;p34"/>
          <p:cNvGrpSpPr/>
          <p:nvPr/>
        </p:nvGrpSpPr>
        <p:grpSpPr>
          <a:xfrm>
            <a:off x="4452260" y="3145688"/>
            <a:ext cx="240000" cy="240000"/>
            <a:chOff x="2500450" y="1108425"/>
            <a:chExt cx="240000" cy="240000"/>
          </a:xfrm>
        </p:grpSpPr>
        <p:sp>
          <p:nvSpPr>
            <p:cNvPr id="298" name="Google Shape;298;p34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4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72747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" name="Google Shape;300;p34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301" name="Google Shape;301;p34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2" name="Google Shape;302;p34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3" name="Google Shape;303;p34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4" name="Google Shape;304;p34">
            <a:hlinkClick r:id="rId3" action="ppaction://hlinksldjump"/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305" name="Google Shape;305;p34">
            <a:hlinkClick r:id="rId4" action="ppaction://hlinksldjump"/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306" name="Google Shape;306;p34">
            <a:hlinkClick r:id="rId5" action="ppaction://hlinksldjump"/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5"/>
          <p:cNvSpPr/>
          <p:nvPr/>
        </p:nvSpPr>
        <p:spPr>
          <a:xfrm rot="-817129">
            <a:off x="2994033" y="1289243"/>
            <a:ext cx="3155933" cy="126003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>
            <a:off x="3288750" y="2717625"/>
            <a:ext cx="25665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313" name="Google Shape;313;p35"/>
          <p:cNvSpPr txBox="1">
            <a:spLocks noGrp="1"/>
          </p:cNvSpPr>
          <p:nvPr>
            <p:ph type="title" idx="2"/>
          </p:nvPr>
        </p:nvSpPr>
        <p:spPr>
          <a:xfrm>
            <a:off x="3839850" y="1498438"/>
            <a:ext cx="1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subTitle" idx="1"/>
          </p:nvPr>
        </p:nvSpPr>
        <p:spPr>
          <a:xfrm>
            <a:off x="3288750" y="3339525"/>
            <a:ext cx="2566500" cy="5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grpSp>
        <p:nvGrpSpPr>
          <p:cNvPr id="315" name="Google Shape;315;p35"/>
          <p:cNvGrpSpPr/>
          <p:nvPr/>
        </p:nvGrpSpPr>
        <p:grpSpPr>
          <a:xfrm>
            <a:off x="2753539" y="1989460"/>
            <a:ext cx="576189" cy="576189"/>
            <a:chOff x="2003086" y="-373829"/>
            <a:chExt cx="438000" cy="438000"/>
          </a:xfrm>
        </p:grpSpPr>
        <p:sp>
          <p:nvSpPr>
            <p:cNvPr id="316" name="Google Shape;316;p35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5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35"/>
          <p:cNvGrpSpPr/>
          <p:nvPr/>
        </p:nvGrpSpPr>
        <p:grpSpPr>
          <a:xfrm>
            <a:off x="5913837" y="1335825"/>
            <a:ext cx="240000" cy="240000"/>
            <a:chOff x="2500450" y="1108425"/>
            <a:chExt cx="240000" cy="240000"/>
          </a:xfrm>
        </p:grpSpPr>
        <p:sp>
          <p:nvSpPr>
            <p:cNvPr id="319" name="Google Shape;319;p35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5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" name="Google Shape;321;p35"/>
          <p:cNvGrpSpPr/>
          <p:nvPr/>
        </p:nvGrpSpPr>
        <p:grpSpPr>
          <a:xfrm rot="5400000">
            <a:off x="6481374" y="2451750"/>
            <a:ext cx="3658810" cy="240000"/>
            <a:chOff x="4771449" y="611375"/>
            <a:chExt cx="3658810" cy="240000"/>
          </a:xfrm>
        </p:grpSpPr>
        <p:cxnSp>
          <p:nvCxnSpPr>
            <p:cNvPr id="322" name="Google Shape;322;p35"/>
            <p:cNvCxnSpPr>
              <a:stCxn id="323" idx="6"/>
              <a:endCxn id="324" idx="6"/>
            </p:cNvCxnSpPr>
            <p:nvPr/>
          </p:nvCxnSpPr>
          <p:spPr>
            <a:xfrm rot="10800000">
              <a:off x="6519999" y="-938875"/>
              <a:ext cx="0" cy="334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3" name="Google Shape;323;p35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5" name="Google Shape;325;p35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324" name="Google Shape;324;p35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5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7" name="Google Shape;327;p35"/>
          <p:cNvGrpSpPr/>
          <p:nvPr/>
        </p:nvGrpSpPr>
        <p:grpSpPr>
          <a:xfrm rot="-5400000">
            <a:off x="-996176" y="2451750"/>
            <a:ext cx="3658810" cy="240000"/>
            <a:chOff x="4771449" y="611375"/>
            <a:chExt cx="3658810" cy="240000"/>
          </a:xfrm>
        </p:grpSpPr>
        <p:cxnSp>
          <p:nvCxnSpPr>
            <p:cNvPr id="328" name="Google Shape;328;p35"/>
            <p:cNvCxnSpPr>
              <a:stCxn id="329" idx="6"/>
              <a:endCxn id="330" idx="6"/>
            </p:cNvCxnSpPr>
            <p:nvPr/>
          </p:nvCxnSpPr>
          <p:spPr>
            <a:xfrm rot="10800000">
              <a:off x="6519999" y="-938875"/>
              <a:ext cx="0" cy="334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9" name="Google Shape;329;p35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1" name="Google Shape;331;p35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330" name="Google Shape;330;p35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5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3" name="Google Shape;333;p35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334" name="Google Shape;334;p35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" name="Google Shape;335;p35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" name="Google Shape;336;p35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35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338" name="Google Shape;338;p35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339" name="Google Shape;339;p35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4" name="Google Shape;344;p36"/>
          <p:cNvCxnSpPr/>
          <p:nvPr/>
        </p:nvCxnSpPr>
        <p:spPr>
          <a:xfrm>
            <a:off x="719750" y="2571750"/>
            <a:ext cx="771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5" name="Google Shape;345;p36"/>
          <p:cNvSpPr/>
          <p:nvPr/>
        </p:nvSpPr>
        <p:spPr>
          <a:xfrm>
            <a:off x="5946300" y="1906425"/>
            <a:ext cx="1343700" cy="13437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6"/>
          <p:cNvSpPr/>
          <p:nvPr/>
        </p:nvSpPr>
        <p:spPr>
          <a:xfrm>
            <a:off x="1854000" y="1906425"/>
            <a:ext cx="1343700" cy="13437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6"/>
          <p:cNvSpPr/>
          <p:nvPr/>
        </p:nvSpPr>
        <p:spPr>
          <a:xfrm>
            <a:off x="2659775" y="659400"/>
            <a:ext cx="3824700" cy="3824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6"/>
          <p:cNvSpPr/>
          <p:nvPr/>
        </p:nvSpPr>
        <p:spPr>
          <a:xfrm>
            <a:off x="7693194" y="2387725"/>
            <a:ext cx="368100" cy="368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6"/>
          <p:cNvSpPr/>
          <p:nvPr/>
        </p:nvSpPr>
        <p:spPr>
          <a:xfrm>
            <a:off x="7787560" y="2482091"/>
            <a:ext cx="179400" cy="1794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36"/>
          <p:cNvGrpSpPr/>
          <p:nvPr/>
        </p:nvGrpSpPr>
        <p:grpSpPr>
          <a:xfrm>
            <a:off x="4452175" y="4363925"/>
            <a:ext cx="240000" cy="240000"/>
            <a:chOff x="2500450" y="1108425"/>
            <a:chExt cx="240000" cy="240000"/>
          </a:xfrm>
        </p:grpSpPr>
        <p:sp>
          <p:nvSpPr>
            <p:cNvPr id="351" name="Google Shape;351;p36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36"/>
          <p:cNvGrpSpPr/>
          <p:nvPr/>
        </p:nvGrpSpPr>
        <p:grpSpPr>
          <a:xfrm rot="10800000">
            <a:off x="4452175" y="539575"/>
            <a:ext cx="240000" cy="240000"/>
            <a:chOff x="2500450" y="1108425"/>
            <a:chExt cx="240000" cy="240000"/>
          </a:xfrm>
        </p:grpSpPr>
        <p:sp>
          <p:nvSpPr>
            <p:cNvPr id="354" name="Google Shape;354;p36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" name="Google Shape;356;p36"/>
          <p:cNvSpPr txBox="1">
            <a:spLocks noGrp="1"/>
          </p:cNvSpPr>
          <p:nvPr>
            <p:ph type="title"/>
          </p:nvPr>
        </p:nvSpPr>
        <p:spPr>
          <a:xfrm>
            <a:off x="3419700" y="1711138"/>
            <a:ext cx="2304600" cy="8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Whoa!</a:t>
            </a:r>
            <a:endParaRPr/>
          </a:p>
        </p:txBody>
      </p:sp>
      <p:sp>
        <p:nvSpPr>
          <p:cNvPr id="357" name="Google Shape;357;p36"/>
          <p:cNvSpPr txBox="1">
            <a:spLocks noGrp="1"/>
          </p:cNvSpPr>
          <p:nvPr>
            <p:ph type="subTitle" idx="1"/>
          </p:nvPr>
        </p:nvSpPr>
        <p:spPr>
          <a:xfrm>
            <a:off x="3419700" y="2532063"/>
            <a:ext cx="2304600" cy="9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can be the part of the presentation where you introduce yourself, write your email…</a:t>
            </a:r>
            <a:endParaRPr/>
          </a:p>
        </p:txBody>
      </p:sp>
      <p:sp>
        <p:nvSpPr>
          <p:cNvPr id="358" name="Google Shape;358;p36"/>
          <p:cNvSpPr/>
          <p:nvPr/>
        </p:nvSpPr>
        <p:spPr>
          <a:xfrm>
            <a:off x="1082944" y="2387725"/>
            <a:ext cx="368100" cy="368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6"/>
          <p:cNvSpPr/>
          <p:nvPr/>
        </p:nvSpPr>
        <p:spPr>
          <a:xfrm rot="5400000">
            <a:off x="6363566" y="2383850"/>
            <a:ext cx="253800" cy="450300"/>
          </a:xfrm>
          <a:prstGeom prst="moon">
            <a:avLst>
              <a:gd name="adj" fmla="val 577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0" name="Google Shape;360;p36"/>
          <p:cNvGrpSpPr/>
          <p:nvPr/>
        </p:nvGrpSpPr>
        <p:grpSpPr>
          <a:xfrm>
            <a:off x="2365489" y="2283635"/>
            <a:ext cx="576189" cy="576189"/>
            <a:chOff x="2003086" y="-373829"/>
            <a:chExt cx="438000" cy="438000"/>
          </a:xfrm>
        </p:grpSpPr>
        <p:sp>
          <p:nvSpPr>
            <p:cNvPr id="361" name="Google Shape;361;p36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36"/>
          <p:cNvSpPr/>
          <p:nvPr/>
        </p:nvSpPr>
        <p:spPr>
          <a:xfrm rot="-5400000">
            <a:off x="1204302" y="2474250"/>
            <a:ext cx="109800" cy="195000"/>
          </a:xfrm>
          <a:prstGeom prst="moon">
            <a:avLst>
              <a:gd name="adj" fmla="val 577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4" name="Google Shape;364;p36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365" name="Google Shape;365;p36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6" name="Google Shape;366;p36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7" name="Google Shape;367;p36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68" name="Google Shape;368;p36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369" name="Google Shape;369;p36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370" name="Google Shape;370;p36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"/>
          <p:cNvSpPr txBox="1">
            <a:spLocks noGrp="1"/>
          </p:cNvSpPr>
          <p:nvPr>
            <p:ph type="title"/>
          </p:nvPr>
        </p:nvSpPr>
        <p:spPr>
          <a:xfrm>
            <a:off x="911075" y="1101006"/>
            <a:ext cx="4662000" cy="77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1"/>
          </p:nvPr>
        </p:nvSpPr>
        <p:spPr>
          <a:xfrm>
            <a:off x="911075" y="1872294"/>
            <a:ext cx="4662000" cy="21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know what helps you make your point clear?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Lists like this one: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They’re simple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can organize your ideas clearly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You’ll never forget to buy milk!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And the most important thing: the audience won’t miss the point of your presentation</a:t>
            </a:r>
            <a:endParaRPr/>
          </a:p>
        </p:txBody>
      </p:sp>
      <p:grpSp>
        <p:nvGrpSpPr>
          <p:cNvPr id="377" name="Google Shape;377;p37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378" name="Google Shape;378;p37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" name="Google Shape;379;p37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0" name="Google Shape;380;p37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1" name="Google Shape;381;p37"/>
          <p:cNvGrpSpPr/>
          <p:nvPr/>
        </p:nvGrpSpPr>
        <p:grpSpPr>
          <a:xfrm>
            <a:off x="6080975" y="1269933"/>
            <a:ext cx="2045400" cy="2603655"/>
            <a:chOff x="6080975" y="1270827"/>
            <a:chExt cx="2045400" cy="2603655"/>
          </a:xfrm>
        </p:grpSpPr>
        <p:sp>
          <p:nvSpPr>
            <p:cNvPr id="382" name="Google Shape;382;p37"/>
            <p:cNvSpPr/>
            <p:nvPr/>
          </p:nvSpPr>
          <p:spPr>
            <a:xfrm rot="10800000">
              <a:off x="6080975" y="1513233"/>
              <a:ext cx="2045400" cy="2045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 rot="10800000">
              <a:off x="6605358" y="2037412"/>
              <a:ext cx="996600" cy="9966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4" name="Google Shape;384;p37"/>
            <p:cNvGrpSpPr/>
            <p:nvPr/>
          </p:nvGrpSpPr>
          <p:grpSpPr>
            <a:xfrm rot="10800000">
              <a:off x="6781057" y="3229396"/>
              <a:ext cx="645086" cy="645086"/>
              <a:chOff x="2003086" y="-373829"/>
              <a:chExt cx="438000" cy="438000"/>
            </a:xfrm>
          </p:grpSpPr>
          <p:sp>
            <p:nvSpPr>
              <p:cNvPr id="385" name="Google Shape;385;p37"/>
              <p:cNvSpPr/>
              <p:nvPr/>
            </p:nvSpPr>
            <p:spPr>
              <a:xfrm>
                <a:off x="2067275" y="-309700"/>
                <a:ext cx="309600" cy="309600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7"/>
              <p:cNvSpPr/>
              <p:nvPr/>
            </p:nvSpPr>
            <p:spPr>
              <a:xfrm rot="2700000">
                <a:off x="2067229" y="-309685"/>
                <a:ext cx="309713" cy="309713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7" name="Google Shape;387;p37"/>
            <p:cNvGrpSpPr/>
            <p:nvPr/>
          </p:nvGrpSpPr>
          <p:grpSpPr>
            <a:xfrm rot="10800000">
              <a:off x="6853778" y="1270827"/>
              <a:ext cx="499801" cy="499800"/>
              <a:chOff x="2500450" y="1108425"/>
              <a:chExt cx="240000" cy="240000"/>
            </a:xfrm>
          </p:grpSpPr>
          <p:sp>
            <p:nvSpPr>
              <p:cNvPr id="388" name="Google Shape;388;p37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7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72747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0" name="Google Shape;390;p37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391" name="Google Shape;391;p37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392" name="Google Shape;392;p37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</a:t>
            </a:r>
            <a:r>
              <a:rPr lang="en" i="1"/>
              <a:t>of economie</a:t>
            </a:r>
            <a:r>
              <a:rPr lang="en"/>
              <a:t>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8" name="Google Shape;398;p38"/>
          <p:cNvSpPr txBox="1">
            <a:spLocks noGrp="1"/>
          </p:cNvSpPr>
          <p:nvPr>
            <p:ph type="subTitle" idx="1"/>
          </p:nvPr>
        </p:nvSpPr>
        <p:spPr>
          <a:xfrm>
            <a:off x="1386026" y="3082081"/>
            <a:ext cx="2565600" cy="6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</a:t>
            </a:r>
            <a:endParaRPr/>
          </a:p>
        </p:txBody>
      </p:sp>
      <p:sp>
        <p:nvSpPr>
          <p:cNvPr id="399" name="Google Shape;399;p38"/>
          <p:cNvSpPr txBox="1">
            <a:spLocks noGrp="1"/>
          </p:cNvSpPr>
          <p:nvPr>
            <p:ph type="subTitle" idx="2"/>
          </p:nvPr>
        </p:nvSpPr>
        <p:spPr>
          <a:xfrm>
            <a:off x="5192376" y="3082083"/>
            <a:ext cx="2565600" cy="6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 </a:t>
            </a:r>
            <a:endParaRPr/>
          </a:p>
        </p:txBody>
      </p:sp>
      <p:sp>
        <p:nvSpPr>
          <p:cNvPr id="400" name="Google Shape;400;p38"/>
          <p:cNvSpPr txBox="1">
            <a:spLocks noGrp="1"/>
          </p:cNvSpPr>
          <p:nvPr>
            <p:ph type="subTitle" idx="3"/>
          </p:nvPr>
        </p:nvSpPr>
        <p:spPr>
          <a:xfrm>
            <a:off x="1386026" y="2718300"/>
            <a:ext cx="25656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401" name="Google Shape;401;p38"/>
          <p:cNvSpPr txBox="1">
            <a:spLocks noGrp="1"/>
          </p:cNvSpPr>
          <p:nvPr>
            <p:ph type="subTitle" idx="4"/>
          </p:nvPr>
        </p:nvSpPr>
        <p:spPr>
          <a:xfrm>
            <a:off x="5192376" y="2718300"/>
            <a:ext cx="25656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grpSp>
        <p:nvGrpSpPr>
          <p:cNvPr id="402" name="Google Shape;402;p38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403" name="Google Shape;403;p38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4" name="Google Shape;404;p38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38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06" name="Google Shape;406;p38"/>
          <p:cNvGrpSpPr/>
          <p:nvPr/>
        </p:nvGrpSpPr>
        <p:grpSpPr>
          <a:xfrm rot="10800000">
            <a:off x="3806099" y="611375"/>
            <a:ext cx="4624160" cy="240000"/>
            <a:chOff x="3136974" y="611375"/>
            <a:chExt cx="4624160" cy="240000"/>
          </a:xfrm>
        </p:grpSpPr>
        <p:cxnSp>
          <p:nvCxnSpPr>
            <p:cNvPr id="407" name="Google Shape;407;p38"/>
            <p:cNvCxnSpPr>
              <a:stCxn id="408" idx="6"/>
              <a:endCxn id="409" idx="6"/>
            </p:cNvCxnSpPr>
            <p:nvPr/>
          </p:nvCxnSpPr>
          <p:spPr>
            <a:xfrm>
              <a:off x="3215274" y="731375"/>
              <a:ext cx="4305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08" name="Google Shape;408;p38"/>
            <p:cNvSpPr/>
            <p:nvPr/>
          </p:nvSpPr>
          <p:spPr>
            <a:xfrm>
              <a:off x="3136974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0" name="Google Shape;410;p38"/>
            <p:cNvGrpSpPr/>
            <p:nvPr/>
          </p:nvGrpSpPr>
          <p:grpSpPr>
            <a:xfrm rot="10800000">
              <a:off x="7521134" y="611375"/>
              <a:ext cx="240000" cy="240000"/>
              <a:chOff x="3169575" y="1108425"/>
              <a:chExt cx="240000" cy="240000"/>
            </a:xfrm>
          </p:grpSpPr>
          <p:sp>
            <p:nvSpPr>
              <p:cNvPr id="409" name="Google Shape;409;p38"/>
              <p:cNvSpPr/>
              <p:nvPr/>
            </p:nvSpPr>
            <p:spPr>
              <a:xfrm>
                <a:off x="3169575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8"/>
              <p:cNvSpPr/>
              <p:nvPr/>
            </p:nvSpPr>
            <p:spPr>
              <a:xfrm>
                <a:off x="3169575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2" name="Google Shape;412;p38"/>
          <p:cNvGrpSpPr/>
          <p:nvPr/>
        </p:nvGrpSpPr>
        <p:grpSpPr>
          <a:xfrm>
            <a:off x="1812502" y="1773306"/>
            <a:ext cx="1712649" cy="945000"/>
            <a:chOff x="1728573" y="985256"/>
            <a:chExt cx="1712649" cy="945000"/>
          </a:xfrm>
        </p:grpSpPr>
        <p:sp>
          <p:nvSpPr>
            <p:cNvPr id="413" name="Google Shape;413;p38"/>
            <p:cNvSpPr/>
            <p:nvPr/>
          </p:nvSpPr>
          <p:spPr>
            <a:xfrm rot="-816758">
              <a:off x="1875686" y="1155100"/>
              <a:ext cx="1515574" cy="605312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4" name="Google Shape;414;p38"/>
            <p:cNvGrpSpPr/>
            <p:nvPr/>
          </p:nvGrpSpPr>
          <p:grpSpPr>
            <a:xfrm>
              <a:off x="1728573" y="1438876"/>
              <a:ext cx="379965" cy="379965"/>
              <a:chOff x="2003086" y="-373829"/>
              <a:chExt cx="438000" cy="438000"/>
            </a:xfrm>
          </p:grpSpPr>
          <p:sp>
            <p:nvSpPr>
              <p:cNvPr id="415" name="Google Shape;415;p38"/>
              <p:cNvSpPr/>
              <p:nvPr/>
            </p:nvSpPr>
            <p:spPr>
              <a:xfrm>
                <a:off x="2067275" y="-309700"/>
                <a:ext cx="309600" cy="309600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 rot="2700000">
                <a:off x="2067229" y="-309685"/>
                <a:ext cx="309713" cy="309713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7" name="Google Shape;417;p38"/>
            <p:cNvGrpSpPr/>
            <p:nvPr/>
          </p:nvGrpSpPr>
          <p:grpSpPr>
            <a:xfrm>
              <a:off x="3251656" y="1149032"/>
              <a:ext cx="158256" cy="158256"/>
              <a:chOff x="2500450" y="1108425"/>
              <a:chExt cx="240000" cy="240000"/>
            </a:xfrm>
          </p:grpSpPr>
          <p:sp>
            <p:nvSpPr>
              <p:cNvPr id="418" name="Google Shape;418;p38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8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0" name="Google Shape;420;p38"/>
          <p:cNvGrpSpPr/>
          <p:nvPr/>
        </p:nvGrpSpPr>
        <p:grpSpPr>
          <a:xfrm>
            <a:off x="5618851" y="1773306"/>
            <a:ext cx="1712649" cy="945000"/>
            <a:chOff x="1728573" y="985256"/>
            <a:chExt cx="1712649" cy="945000"/>
          </a:xfrm>
        </p:grpSpPr>
        <p:sp>
          <p:nvSpPr>
            <p:cNvPr id="421" name="Google Shape;421;p38"/>
            <p:cNvSpPr/>
            <p:nvPr/>
          </p:nvSpPr>
          <p:spPr>
            <a:xfrm rot="-816758">
              <a:off x="1875686" y="1155100"/>
              <a:ext cx="1515574" cy="605312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2" name="Google Shape;422;p38"/>
            <p:cNvGrpSpPr/>
            <p:nvPr/>
          </p:nvGrpSpPr>
          <p:grpSpPr>
            <a:xfrm>
              <a:off x="1728573" y="1438876"/>
              <a:ext cx="379965" cy="379965"/>
              <a:chOff x="2003086" y="-373829"/>
              <a:chExt cx="438000" cy="438000"/>
            </a:xfrm>
          </p:grpSpPr>
          <p:sp>
            <p:nvSpPr>
              <p:cNvPr id="423" name="Google Shape;423;p38"/>
              <p:cNvSpPr/>
              <p:nvPr/>
            </p:nvSpPr>
            <p:spPr>
              <a:xfrm>
                <a:off x="2067275" y="-309700"/>
                <a:ext cx="309600" cy="309600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8"/>
              <p:cNvSpPr/>
              <p:nvPr/>
            </p:nvSpPr>
            <p:spPr>
              <a:xfrm rot="2700000">
                <a:off x="2067229" y="-309685"/>
                <a:ext cx="309713" cy="309713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5" name="Google Shape;425;p38"/>
            <p:cNvGrpSpPr/>
            <p:nvPr/>
          </p:nvGrpSpPr>
          <p:grpSpPr>
            <a:xfrm>
              <a:off x="3251656" y="1149032"/>
              <a:ext cx="158256" cy="158256"/>
              <a:chOff x="2500450" y="1108425"/>
              <a:chExt cx="240000" cy="240000"/>
            </a:xfrm>
          </p:grpSpPr>
          <p:sp>
            <p:nvSpPr>
              <p:cNvPr id="426" name="Google Shape;426;p38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38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8" name="Google Shape;428;p38"/>
          <p:cNvGrpSpPr/>
          <p:nvPr/>
        </p:nvGrpSpPr>
        <p:grpSpPr>
          <a:xfrm>
            <a:off x="2482476" y="2060344"/>
            <a:ext cx="372700" cy="370925"/>
            <a:chOff x="1001163" y="2991250"/>
            <a:chExt cx="372700" cy="370925"/>
          </a:xfrm>
        </p:grpSpPr>
        <p:sp>
          <p:nvSpPr>
            <p:cNvPr id="429" name="Google Shape;429;p38"/>
            <p:cNvSpPr/>
            <p:nvPr/>
          </p:nvSpPr>
          <p:spPr>
            <a:xfrm>
              <a:off x="1024488" y="2991250"/>
              <a:ext cx="348650" cy="214850"/>
            </a:xfrm>
            <a:custGeom>
              <a:avLst/>
              <a:gdLst/>
              <a:ahLst/>
              <a:cxnLst/>
              <a:rect l="l" t="t" r="r" b="b"/>
              <a:pathLst>
                <a:path w="13946" h="8594" extrusionOk="0">
                  <a:moveTo>
                    <a:pt x="6623" y="1"/>
                  </a:moveTo>
                  <a:cubicBezTo>
                    <a:pt x="4859" y="1"/>
                    <a:pt x="3196" y="687"/>
                    <a:pt x="1941" y="1942"/>
                  </a:cubicBezTo>
                  <a:cubicBezTo>
                    <a:pt x="687" y="3196"/>
                    <a:pt x="1" y="4859"/>
                    <a:pt x="1" y="6623"/>
                  </a:cubicBezTo>
                  <a:cubicBezTo>
                    <a:pt x="1" y="7076"/>
                    <a:pt x="45" y="7528"/>
                    <a:pt x="133" y="7965"/>
                  </a:cubicBezTo>
                  <a:cubicBezTo>
                    <a:pt x="205" y="8331"/>
                    <a:pt x="541" y="8593"/>
                    <a:pt x="920" y="8593"/>
                  </a:cubicBezTo>
                  <a:cubicBezTo>
                    <a:pt x="963" y="8593"/>
                    <a:pt x="1022" y="8593"/>
                    <a:pt x="1080" y="8578"/>
                  </a:cubicBezTo>
                  <a:cubicBezTo>
                    <a:pt x="1504" y="8490"/>
                    <a:pt x="1780" y="8068"/>
                    <a:pt x="1693" y="7644"/>
                  </a:cubicBezTo>
                  <a:cubicBezTo>
                    <a:pt x="1634" y="7309"/>
                    <a:pt x="1591" y="6973"/>
                    <a:pt x="1591" y="6623"/>
                  </a:cubicBezTo>
                  <a:cubicBezTo>
                    <a:pt x="1591" y="3852"/>
                    <a:pt x="3852" y="1591"/>
                    <a:pt x="6623" y="1591"/>
                  </a:cubicBezTo>
                  <a:cubicBezTo>
                    <a:pt x="7848" y="1591"/>
                    <a:pt x="9015" y="2043"/>
                    <a:pt x="9935" y="2846"/>
                  </a:cubicBezTo>
                  <a:cubicBezTo>
                    <a:pt x="10620" y="3443"/>
                    <a:pt x="11116" y="4202"/>
                    <a:pt x="11394" y="5048"/>
                  </a:cubicBezTo>
                  <a:cubicBezTo>
                    <a:pt x="11160" y="5048"/>
                    <a:pt x="10956" y="5165"/>
                    <a:pt x="10824" y="5369"/>
                  </a:cubicBezTo>
                  <a:cubicBezTo>
                    <a:pt x="10678" y="5588"/>
                    <a:pt x="10678" y="5851"/>
                    <a:pt x="10795" y="6069"/>
                  </a:cubicBezTo>
                  <a:lnTo>
                    <a:pt x="11627" y="7674"/>
                  </a:lnTo>
                  <a:cubicBezTo>
                    <a:pt x="11744" y="7893"/>
                    <a:pt x="11962" y="8039"/>
                    <a:pt x="12210" y="8039"/>
                  </a:cubicBezTo>
                  <a:cubicBezTo>
                    <a:pt x="12224" y="8040"/>
                    <a:pt x="12237" y="8040"/>
                    <a:pt x="12250" y="8040"/>
                  </a:cubicBezTo>
                  <a:cubicBezTo>
                    <a:pt x="12483" y="8040"/>
                    <a:pt x="12699" y="7924"/>
                    <a:pt x="12837" y="7718"/>
                  </a:cubicBezTo>
                  <a:lnTo>
                    <a:pt x="13800" y="6201"/>
                  </a:lnTo>
                  <a:cubicBezTo>
                    <a:pt x="13932" y="5981"/>
                    <a:pt x="13946" y="5719"/>
                    <a:pt x="13829" y="5501"/>
                  </a:cubicBezTo>
                  <a:cubicBezTo>
                    <a:pt x="13712" y="5281"/>
                    <a:pt x="13494" y="5135"/>
                    <a:pt x="13245" y="5121"/>
                  </a:cubicBezTo>
                  <a:lnTo>
                    <a:pt x="13070" y="5121"/>
                  </a:lnTo>
                  <a:cubicBezTo>
                    <a:pt x="12794" y="3925"/>
                    <a:pt x="12195" y="2831"/>
                    <a:pt x="11320" y="1956"/>
                  </a:cubicBezTo>
                  <a:cubicBezTo>
                    <a:pt x="11276" y="1912"/>
                    <a:pt x="11222" y="1890"/>
                    <a:pt x="11167" y="1890"/>
                  </a:cubicBezTo>
                  <a:cubicBezTo>
                    <a:pt x="11113" y="1890"/>
                    <a:pt x="11058" y="1912"/>
                    <a:pt x="11014" y="1956"/>
                  </a:cubicBezTo>
                  <a:cubicBezTo>
                    <a:pt x="10927" y="2043"/>
                    <a:pt x="10927" y="2175"/>
                    <a:pt x="11014" y="2262"/>
                  </a:cubicBezTo>
                  <a:cubicBezTo>
                    <a:pt x="11860" y="3123"/>
                    <a:pt x="12444" y="4188"/>
                    <a:pt x="12677" y="5369"/>
                  </a:cubicBezTo>
                  <a:cubicBezTo>
                    <a:pt x="12706" y="5472"/>
                    <a:pt x="12794" y="5544"/>
                    <a:pt x="12881" y="5544"/>
                  </a:cubicBezTo>
                  <a:lnTo>
                    <a:pt x="13231" y="5559"/>
                  </a:lnTo>
                  <a:cubicBezTo>
                    <a:pt x="13362" y="5573"/>
                    <a:pt x="13420" y="5661"/>
                    <a:pt x="13450" y="5705"/>
                  </a:cubicBezTo>
                  <a:cubicBezTo>
                    <a:pt x="13465" y="5748"/>
                    <a:pt x="13508" y="5851"/>
                    <a:pt x="13436" y="5967"/>
                  </a:cubicBezTo>
                  <a:lnTo>
                    <a:pt x="12458" y="7484"/>
                  </a:lnTo>
                  <a:cubicBezTo>
                    <a:pt x="12385" y="7601"/>
                    <a:pt x="12283" y="7615"/>
                    <a:pt x="12224" y="7615"/>
                  </a:cubicBezTo>
                  <a:cubicBezTo>
                    <a:pt x="12181" y="7615"/>
                    <a:pt x="12079" y="7586"/>
                    <a:pt x="12006" y="7469"/>
                  </a:cubicBezTo>
                  <a:lnTo>
                    <a:pt x="11174" y="5865"/>
                  </a:lnTo>
                  <a:cubicBezTo>
                    <a:pt x="11116" y="5748"/>
                    <a:pt x="11160" y="5647"/>
                    <a:pt x="11189" y="5602"/>
                  </a:cubicBezTo>
                  <a:cubicBezTo>
                    <a:pt x="11218" y="5573"/>
                    <a:pt x="11277" y="5486"/>
                    <a:pt x="11423" y="5486"/>
                  </a:cubicBezTo>
                  <a:lnTo>
                    <a:pt x="11685" y="5501"/>
                  </a:lnTo>
                  <a:cubicBezTo>
                    <a:pt x="11758" y="5501"/>
                    <a:pt x="11816" y="5472"/>
                    <a:pt x="11860" y="5413"/>
                  </a:cubicBezTo>
                  <a:cubicBezTo>
                    <a:pt x="11903" y="5355"/>
                    <a:pt x="11919" y="5296"/>
                    <a:pt x="11903" y="5223"/>
                  </a:cubicBezTo>
                  <a:cubicBezTo>
                    <a:pt x="11627" y="4173"/>
                    <a:pt x="11043" y="3239"/>
                    <a:pt x="10227" y="2525"/>
                  </a:cubicBezTo>
                  <a:cubicBezTo>
                    <a:pt x="9235" y="1650"/>
                    <a:pt x="7951" y="1168"/>
                    <a:pt x="6623" y="1168"/>
                  </a:cubicBezTo>
                  <a:cubicBezTo>
                    <a:pt x="3604" y="1168"/>
                    <a:pt x="1154" y="3618"/>
                    <a:pt x="1154" y="6623"/>
                  </a:cubicBezTo>
                  <a:cubicBezTo>
                    <a:pt x="1154" y="7003"/>
                    <a:pt x="1197" y="7368"/>
                    <a:pt x="1270" y="7732"/>
                  </a:cubicBezTo>
                  <a:cubicBezTo>
                    <a:pt x="1314" y="7922"/>
                    <a:pt x="1183" y="8111"/>
                    <a:pt x="993" y="8155"/>
                  </a:cubicBezTo>
                  <a:lnTo>
                    <a:pt x="920" y="8155"/>
                  </a:lnTo>
                  <a:cubicBezTo>
                    <a:pt x="745" y="8155"/>
                    <a:pt x="599" y="8039"/>
                    <a:pt x="555" y="7878"/>
                  </a:cubicBezTo>
                  <a:cubicBezTo>
                    <a:pt x="483" y="7469"/>
                    <a:pt x="438" y="7047"/>
                    <a:pt x="438" y="6623"/>
                  </a:cubicBezTo>
                  <a:cubicBezTo>
                    <a:pt x="438" y="4976"/>
                    <a:pt x="1080" y="3414"/>
                    <a:pt x="2247" y="2247"/>
                  </a:cubicBezTo>
                  <a:cubicBezTo>
                    <a:pt x="3414" y="1080"/>
                    <a:pt x="4975" y="439"/>
                    <a:pt x="6623" y="439"/>
                  </a:cubicBezTo>
                  <a:cubicBezTo>
                    <a:pt x="7980" y="439"/>
                    <a:pt x="9307" y="891"/>
                    <a:pt x="10372" y="1708"/>
                  </a:cubicBezTo>
                  <a:cubicBezTo>
                    <a:pt x="10415" y="1738"/>
                    <a:pt x="10462" y="1753"/>
                    <a:pt x="10509" y="1753"/>
                  </a:cubicBezTo>
                  <a:cubicBezTo>
                    <a:pt x="10574" y="1753"/>
                    <a:pt x="10636" y="1724"/>
                    <a:pt x="10678" y="1664"/>
                  </a:cubicBezTo>
                  <a:cubicBezTo>
                    <a:pt x="10752" y="1576"/>
                    <a:pt x="10737" y="1430"/>
                    <a:pt x="10635" y="1358"/>
                  </a:cubicBezTo>
                  <a:cubicBezTo>
                    <a:pt x="9497" y="483"/>
                    <a:pt x="8068" y="1"/>
                    <a:pt x="66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8"/>
            <p:cNvSpPr/>
            <p:nvPr/>
          </p:nvSpPr>
          <p:spPr>
            <a:xfrm>
              <a:off x="1001163" y="3204950"/>
              <a:ext cx="372700" cy="157225"/>
            </a:xfrm>
            <a:custGeom>
              <a:avLst/>
              <a:gdLst/>
              <a:ahLst/>
              <a:cxnLst/>
              <a:rect l="l" t="t" r="r" b="b"/>
              <a:pathLst>
                <a:path w="14908" h="6289" extrusionOk="0">
                  <a:moveTo>
                    <a:pt x="2116" y="1883"/>
                  </a:moveTo>
                  <a:lnTo>
                    <a:pt x="2116" y="1984"/>
                  </a:lnTo>
                  <a:cubicBezTo>
                    <a:pt x="2116" y="2014"/>
                    <a:pt x="2130" y="5851"/>
                    <a:pt x="2130" y="5851"/>
                  </a:cubicBezTo>
                  <a:lnTo>
                    <a:pt x="438" y="5851"/>
                  </a:lnTo>
                  <a:lnTo>
                    <a:pt x="438" y="1883"/>
                  </a:lnTo>
                  <a:close/>
                  <a:moveTo>
                    <a:pt x="7381" y="1"/>
                  </a:moveTo>
                  <a:cubicBezTo>
                    <a:pt x="7235" y="1"/>
                    <a:pt x="7075" y="30"/>
                    <a:pt x="6929" y="74"/>
                  </a:cubicBezTo>
                  <a:lnTo>
                    <a:pt x="5442" y="555"/>
                  </a:lnTo>
                  <a:cubicBezTo>
                    <a:pt x="5237" y="380"/>
                    <a:pt x="5018" y="234"/>
                    <a:pt x="4771" y="147"/>
                  </a:cubicBezTo>
                  <a:cubicBezTo>
                    <a:pt x="4751" y="142"/>
                    <a:pt x="4730" y="139"/>
                    <a:pt x="4710" y="139"/>
                  </a:cubicBezTo>
                  <a:cubicBezTo>
                    <a:pt x="4612" y="139"/>
                    <a:pt x="4517" y="196"/>
                    <a:pt x="4493" y="292"/>
                  </a:cubicBezTo>
                  <a:cubicBezTo>
                    <a:pt x="4450" y="395"/>
                    <a:pt x="4508" y="526"/>
                    <a:pt x="4625" y="570"/>
                  </a:cubicBezTo>
                  <a:cubicBezTo>
                    <a:pt x="4843" y="643"/>
                    <a:pt x="5062" y="774"/>
                    <a:pt x="5222" y="949"/>
                  </a:cubicBezTo>
                  <a:cubicBezTo>
                    <a:pt x="5265" y="992"/>
                    <a:pt x="5323" y="1019"/>
                    <a:pt x="5380" y="1019"/>
                  </a:cubicBezTo>
                  <a:cubicBezTo>
                    <a:pt x="5401" y="1019"/>
                    <a:pt x="5422" y="1016"/>
                    <a:pt x="5442" y="1008"/>
                  </a:cubicBezTo>
                  <a:lnTo>
                    <a:pt x="7060" y="497"/>
                  </a:lnTo>
                  <a:cubicBezTo>
                    <a:pt x="7163" y="453"/>
                    <a:pt x="7280" y="438"/>
                    <a:pt x="7381" y="438"/>
                  </a:cubicBezTo>
                  <a:cubicBezTo>
                    <a:pt x="7848" y="438"/>
                    <a:pt x="8256" y="745"/>
                    <a:pt x="8388" y="1183"/>
                  </a:cubicBezTo>
                  <a:cubicBezTo>
                    <a:pt x="8490" y="1475"/>
                    <a:pt x="8446" y="1809"/>
                    <a:pt x="8271" y="2072"/>
                  </a:cubicBezTo>
                  <a:lnTo>
                    <a:pt x="8271" y="2087"/>
                  </a:lnTo>
                  <a:cubicBezTo>
                    <a:pt x="8155" y="2276"/>
                    <a:pt x="7994" y="2422"/>
                    <a:pt x="7789" y="2480"/>
                  </a:cubicBezTo>
                  <a:lnTo>
                    <a:pt x="6856" y="2787"/>
                  </a:lnTo>
                  <a:lnTo>
                    <a:pt x="5135" y="3326"/>
                  </a:lnTo>
                  <a:cubicBezTo>
                    <a:pt x="5033" y="3371"/>
                    <a:pt x="4960" y="3487"/>
                    <a:pt x="5004" y="3604"/>
                  </a:cubicBezTo>
                  <a:cubicBezTo>
                    <a:pt x="5033" y="3692"/>
                    <a:pt x="5121" y="3750"/>
                    <a:pt x="5208" y="3750"/>
                  </a:cubicBezTo>
                  <a:lnTo>
                    <a:pt x="5267" y="3750"/>
                  </a:lnTo>
                  <a:lnTo>
                    <a:pt x="6929" y="3210"/>
                  </a:lnTo>
                  <a:lnTo>
                    <a:pt x="8490" y="3472"/>
                  </a:lnTo>
                  <a:cubicBezTo>
                    <a:pt x="8534" y="3472"/>
                    <a:pt x="8577" y="3472"/>
                    <a:pt x="8621" y="3443"/>
                  </a:cubicBezTo>
                  <a:lnTo>
                    <a:pt x="12807" y="1430"/>
                  </a:lnTo>
                  <a:cubicBezTo>
                    <a:pt x="12968" y="1358"/>
                    <a:pt x="13128" y="1314"/>
                    <a:pt x="13289" y="1314"/>
                  </a:cubicBezTo>
                  <a:cubicBezTo>
                    <a:pt x="13683" y="1314"/>
                    <a:pt x="14062" y="1533"/>
                    <a:pt x="14252" y="1868"/>
                  </a:cubicBezTo>
                  <a:cubicBezTo>
                    <a:pt x="14412" y="2146"/>
                    <a:pt x="14456" y="2451"/>
                    <a:pt x="14369" y="2758"/>
                  </a:cubicBezTo>
                  <a:cubicBezTo>
                    <a:pt x="14266" y="3050"/>
                    <a:pt x="14062" y="3297"/>
                    <a:pt x="13785" y="3429"/>
                  </a:cubicBezTo>
                  <a:lnTo>
                    <a:pt x="9744" y="5413"/>
                  </a:lnTo>
                  <a:cubicBezTo>
                    <a:pt x="9161" y="5689"/>
                    <a:pt x="8519" y="5851"/>
                    <a:pt x="7877" y="5851"/>
                  </a:cubicBezTo>
                  <a:lnTo>
                    <a:pt x="2567" y="5851"/>
                  </a:lnTo>
                  <a:lnTo>
                    <a:pt x="2567" y="1825"/>
                  </a:lnTo>
                  <a:cubicBezTo>
                    <a:pt x="2641" y="1241"/>
                    <a:pt x="3049" y="730"/>
                    <a:pt x="3633" y="555"/>
                  </a:cubicBezTo>
                  <a:cubicBezTo>
                    <a:pt x="3705" y="526"/>
                    <a:pt x="3793" y="512"/>
                    <a:pt x="3866" y="497"/>
                  </a:cubicBezTo>
                  <a:cubicBezTo>
                    <a:pt x="3983" y="467"/>
                    <a:pt x="4070" y="366"/>
                    <a:pt x="4041" y="249"/>
                  </a:cubicBezTo>
                  <a:cubicBezTo>
                    <a:pt x="4027" y="141"/>
                    <a:pt x="3939" y="58"/>
                    <a:pt x="3820" y="58"/>
                  </a:cubicBezTo>
                  <a:cubicBezTo>
                    <a:pt x="3811" y="58"/>
                    <a:pt x="3802" y="58"/>
                    <a:pt x="3793" y="59"/>
                  </a:cubicBezTo>
                  <a:cubicBezTo>
                    <a:pt x="3691" y="74"/>
                    <a:pt x="3589" y="103"/>
                    <a:pt x="3501" y="133"/>
                  </a:cubicBezTo>
                  <a:cubicBezTo>
                    <a:pt x="2874" y="337"/>
                    <a:pt x="2392" y="833"/>
                    <a:pt x="2203" y="1445"/>
                  </a:cubicBezTo>
                  <a:lnTo>
                    <a:pt x="220" y="1445"/>
                  </a:lnTo>
                  <a:cubicBezTo>
                    <a:pt x="103" y="1445"/>
                    <a:pt x="0" y="1533"/>
                    <a:pt x="0" y="1664"/>
                  </a:cubicBezTo>
                  <a:lnTo>
                    <a:pt x="0" y="6069"/>
                  </a:lnTo>
                  <a:cubicBezTo>
                    <a:pt x="0" y="6185"/>
                    <a:pt x="103" y="6288"/>
                    <a:pt x="220" y="6288"/>
                  </a:cubicBezTo>
                  <a:lnTo>
                    <a:pt x="7877" y="6288"/>
                  </a:lnTo>
                  <a:cubicBezTo>
                    <a:pt x="8577" y="6288"/>
                    <a:pt x="9292" y="6113"/>
                    <a:pt x="9934" y="5806"/>
                  </a:cubicBezTo>
                  <a:lnTo>
                    <a:pt x="13974" y="3822"/>
                  </a:lnTo>
                  <a:cubicBezTo>
                    <a:pt x="14369" y="3633"/>
                    <a:pt x="14660" y="3283"/>
                    <a:pt x="14777" y="2875"/>
                  </a:cubicBezTo>
                  <a:cubicBezTo>
                    <a:pt x="14908" y="2466"/>
                    <a:pt x="14849" y="2014"/>
                    <a:pt x="14631" y="1650"/>
                  </a:cubicBezTo>
                  <a:cubicBezTo>
                    <a:pt x="14353" y="1183"/>
                    <a:pt x="13844" y="876"/>
                    <a:pt x="13289" y="876"/>
                  </a:cubicBezTo>
                  <a:cubicBezTo>
                    <a:pt x="13056" y="876"/>
                    <a:pt x="12836" y="934"/>
                    <a:pt x="12618" y="1037"/>
                  </a:cubicBezTo>
                  <a:lnTo>
                    <a:pt x="8490" y="3021"/>
                  </a:lnTo>
                  <a:lnTo>
                    <a:pt x="7848" y="2918"/>
                  </a:lnTo>
                  <a:lnTo>
                    <a:pt x="7921" y="2904"/>
                  </a:lnTo>
                  <a:cubicBezTo>
                    <a:pt x="8227" y="2801"/>
                    <a:pt x="8490" y="2583"/>
                    <a:pt x="8636" y="2305"/>
                  </a:cubicBezTo>
                  <a:cubicBezTo>
                    <a:pt x="8884" y="1926"/>
                    <a:pt x="8942" y="1475"/>
                    <a:pt x="8811" y="1051"/>
                  </a:cubicBezTo>
                  <a:cubicBezTo>
                    <a:pt x="8606" y="424"/>
                    <a:pt x="8038" y="1"/>
                    <a:pt x="7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8"/>
            <p:cNvSpPr/>
            <p:nvPr/>
          </p:nvSpPr>
          <p:spPr>
            <a:xfrm>
              <a:off x="1147013" y="3046700"/>
              <a:ext cx="84625" cy="141875"/>
            </a:xfrm>
            <a:custGeom>
              <a:avLst/>
              <a:gdLst/>
              <a:ahLst/>
              <a:cxnLst/>
              <a:rect l="l" t="t" r="r" b="b"/>
              <a:pathLst>
                <a:path w="3385" h="5675" extrusionOk="0">
                  <a:moveTo>
                    <a:pt x="1664" y="438"/>
                  </a:moveTo>
                  <a:cubicBezTo>
                    <a:pt x="1810" y="438"/>
                    <a:pt x="1926" y="540"/>
                    <a:pt x="1926" y="686"/>
                  </a:cubicBezTo>
                  <a:lnTo>
                    <a:pt x="1926" y="729"/>
                  </a:lnTo>
                  <a:cubicBezTo>
                    <a:pt x="1926" y="817"/>
                    <a:pt x="1985" y="905"/>
                    <a:pt x="2087" y="934"/>
                  </a:cubicBezTo>
                  <a:cubicBezTo>
                    <a:pt x="2247" y="978"/>
                    <a:pt x="2393" y="1066"/>
                    <a:pt x="2510" y="1153"/>
                  </a:cubicBezTo>
                  <a:cubicBezTo>
                    <a:pt x="2612" y="1241"/>
                    <a:pt x="2626" y="1400"/>
                    <a:pt x="2539" y="1517"/>
                  </a:cubicBezTo>
                  <a:cubicBezTo>
                    <a:pt x="2490" y="1574"/>
                    <a:pt x="2419" y="1604"/>
                    <a:pt x="2348" y="1604"/>
                  </a:cubicBezTo>
                  <a:cubicBezTo>
                    <a:pt x="2291" y="1604"/>
                    <a:pt x="2234" y="1585"/>
                    <a:pt x="2189" y="1546"/>
                  </a:cubicBezTo>
                  <a:cubicBezTo>
                    <a:pt x="2144" y="1513"/>
                    <a:pt x="1977" y="1392"/>
                    <a:pt x="1723" y="1392"/>
                  </a:cubicBezTo>
                  <a:cubicBezTo>
                    <a:pt x="1648" y="1392"/>
                    <a:pt x="1565" y="1403"/>
                    <a:pt x="1475" y="1430"/>
                  </a:cubicBezTo>
                  <a:cubicBezTo>
                    <a:pt x="1300" y="1488"/>
                    <a:pt x="1183" y="1620"/>
                    <a:pt x="1154" y="1809"/>
                  </a:cubicBezTo>
                  <a:cubicBezTo>
                    <a:pt x="1125" y="1970"/>
                    <a:pt x="1183" y="2087"/>
                    <a:pt x="1197" y="2116"/>
                  </a:cubicBezTo>
                  <a:cubicBezTo>
                    <a:pt x="1329" y="2320"/>
                    <a:pt x="1635" y="2422"/>
                    <a:pt x="1926" y="2509"/>
                  </a:cubicBezTo>
                  <a:cubicBezTo>
                    <a:pt x="2000" y="2524"/>
                    <a:pt x="2058" y="2553"/>
                    <a:pt x="2117" y="2567"/>
                  </a:cubicBezTo>
                  <a:cubicBezTo>
                    <a:pt x="2642" y="2758"/>
                    <a:pt x="2918" y="3224"/>
                    <a:pt x="2831" y="3763"/>
                  </a:cubicBezTo>
                  <a:cubicBezTo>
                    <a:pt x="2758" y="4172"/>
                    <a:pt x="2467" y="4537"/>
                    <a:pt x="2072" y="4668"/>
                  </a:cubicBezTo>
                  <a:cubicBezTo>
                    <a:pt x="1985" y="4712"/>
                    <a:pt x="1926" y="4785"/>
                    <a:pt x="1926" y="4872"/>
                  </a:cubicBezTo>
                  <a:lnTo>
                    <a:pt x="1926" y="4975"/>
                  </a:lnTo>
                  <a:cubicBezTo>
                    <a:pt x="1926" y="5121"/>
                    <a:pt x="1810" y="5237"/>
                    <a:pt x="1664" y="5237"/>
                  </a:cubicBezTo>
                  <a:cubicBezTo>
                    <a:pt x="1533" y="5237"/>
                    <a:pt x="1416" y="5121"/>
                    <a:pt x="1416" y="4975"/>
                  </a:cubicBezTo>
                  <a:lnTo>
                    <a:pt x="1416" y="4930"/>
                  </a:lnTo>
                  <a:cubicBezTo>
                    <a:pt x="1416" y="4829"/>
                    <a:pt x="1343" y="4741"/>
                    <a:pt x="1241" y="4712"/>
                  </a:cubicBezTo>
                  <a:cubicBezTo>
                    <a:pt x="1037" y="4683"/>
                    <a:pt x="862" y="4610"/>
                    <a:pt x="643" y="4464"/>
                  </a:cubicBezTo>
                  <a:cubicBezTo>
                    <a:pt x="526" y="4391"/>
                    <a:pt x="497" y="4230"/>
                    <a:pt x="570" y="4114"/>
                  </a:cubicBezTo>
                  <a:cubicBezTo>
                    <a:pt x="613" y="4055"/>
                    <a:pt x="672" y="4012"/>
                    <a:pt x="730" y="3997"/>
                  </a:cubicBezTo>
                  <a:lnTo>
                    <a:pt x="789" y="3997"/>
                  </a:lnTo>
                  <a:cubicBezTo>
                    <a:pt x="833" y="3997"/>
                    <a:pt x="891" y="4012"/>
                    <a:pt x="934" y="4041"/>
                  </a:cubicBezTo>
                  <a:cubicBezTo>
                    <a:pt x="1197" y="4216"/>
                    <a:pt x="1314" y="4230"/>
                    <a:pt x="1664" y="4230"/>
                  </a:cubicBezTo>
                  <a:cubicBezTo>
                    <a:pt x="2058" y="4230"/>
                    <a:pt x="2292" y="3939"/>
                    <a:pt x="2335" y="3676"/>
                  </a:cubicBezTo>
                  <a:cubicBezTo>
                    <a:pt x="2379" y="3384"/>
                    <a:pt x="2233" y="3151"/>
                    <a:pt x="1955" y="3049"/>
                  </a:cubicBezTo>
                  <a:cubicBezTo>
                    <a:pt x="1576" y="2917"/>
                    <a:pt x="1197" y="2772"/>
                    <a:pt x="934" y="2567"/>
                  </a:cubicBezTo>
                  <a:cubicBezTo>
                    <a:pt x="701" y="2378"/>
                    <a:pt x="584" y="2057"/>
                    <a:pt x="643" y="1707"/>
                  </a:cubicBezTo>
                  <a:cubicBezTo>
                    <a:pt x="716" y="1357"/>
                    <a:pt x="950" y="1080"/>
                    <a:pt x="1270" y="963"/>
                  </a:cubicBezTo>
                  <a:cubicBezTo>
                    <a:pt x="1358" y="934"/>
                    <a:pt x="1416" y="846"/>
                    <a:pt x="1416" y="759"/>
                  </a:cubicBezTo>
                  <a:lnTo>
                    <a:pt x="1416" y="686"/>
                  </a:lnTo>
                  <a:cubicBezTo>
                    <a:pt x="1416" y="540"/>
                    <a:pt x="1533" y="438"/>
                    <a:pt x="1664" y="438"/>
                  </a:cubicBezTo>
                  <a:close/>
                  <a:moveTo>
                    <a:pt x="1664" y="0"/>
                  </a:moveTo>
                  <a:cubicBezTo>
                    <a:pt x="1314" y="0"/>
                    <a:pt x="1022" y="263"/>
                    <a:pt x="979" y="613"/>
                  </a:cubicBezTo>
                  <a:cubicBezTo>
                    <a:pt x="584" y="803"/>
                    <a:pt x="308" y="1182"/>
                    <a:pt x="220" y="1634"/>
                  </a:cubicBezTo>
                  <a:cubicBezTo>
                    <a:pt x="133" y="2130"/>
                    <a:pt x="293" y="2626"/>
                    <a:pt x="672" y="2903"/>
                  </a:cubicBezTo>
                  <a:cubicBezTo>
                    <a:pt x="979" y="3151"/>
                    <a:pt x="1401" y="3326"/>
                    <a:pt x="1810" y="3458"/>
                  </a:cubicBezTo>
                  <a:cubicBezTo>
                    <a:pt x="1912" y="3501"/>
                    <a:pt x="1912" y="3545"/>
                    <a:pt x="1897" y="3604"/>
                  </a:cubicBezTo>
                  <a:cubicBezTo>
                    <a:pt x="1897" y="3633"/>
                    <a:pt x="1854" y="3793"/>
                    <a:pt x="1664" y="3793"/>
                  </a:cubicBezTo>
                  <a:cubicBezTo>
                    <a:pt x="1605" y="3796"/>
                    <a:pt x="1557" y="3798"/>
                    <a:pt x="1516" y="3798"/>
                  </a:cubicBezTo>
                  <a:cubicBezTo>
                    <a:pt x="1354" y="3798"/>
                    <a:pt x="1307" y="3769"/>
                    <a:pt x="1168" y="3676"/>
                  </a:cubicBezTo>
                  <a:cubicBezTo>
                    <a:pt x="1047" y="3599"/>
                    <a:pt x="917" y="3564"/>
                    <a:pt x="779" y="3564"/>
                  </a:cubicBezTo>
                  <a:cubicBezTo>
                    <a:pt x="734" y="3564"/>
                    <a:pt x="689" y="3567"/>
                    <a:pt x="643" y="3574"/>
                  </a:cubicBezTo>
                  <a:cubicBezTo>
                    <a:pt x="468" y="3618"/>
                    <a:pt x="308" y="3720"/>
                    <a:pt x="205" y="3880"/>
                  </a:cubicBezTo>
                  <a:cubicBezTo>
                    <a:pt x="1" y="4187"/>
                    <a:pt x="88" y="4625"/>
                    <a:pt x="409" y="4829"/>
                  </a:cubicBezTo>
                  <a:cubicBezTo>
                    <a:pt x="613" y="4975"/>
                    <a:pt x="804" y="5062"/>
                    <a:pt x="993" y="5105"/>
                  </a:cubicBezTo>
                  <a:cubicBezTo>
                    <a:pt x="1051" y="5426"/>
                    <a:pt x="1329" y="5675"/>
                    <a:pt x="1664" y="5675"/>
                  </a:cubicBezTo>
                  <a:cubicBezTo>
                    <a:pt x="2029" y="5675"/>
                    <a:pt x="2335" y="5383"/>
                    <a:pt x="2364" y="5018"/>
                  </a:cubicBezTo>
                  <a:cubicBezTo>
                    <a:pt x="2831" y="4800"/>
                    <a:pt x="3181" y="4347"/>
                    <a:pt x="3268" y="3822"/>
                  </a:cubicBezTo>
                  <a:cubicBezTo>
                    <a:pt x="3385" y="3092"/>
                    <a:pt x="2992" y="2422"/>
                    <a:pt x="2262" y="2159"/>
                  </a:cubicBezTo>
                  <a:cubicBezTo>
                    <a:pt x="2204" y="2145"/>
                    <a:pt x="2131" y="2116"/>
                    <a:pt x="2058" y="2101"/>
                  </a:cubicBezTo>
                  <a:cubicBezTo>
                    <a:pt x="1897" y="2042"/>
                    <a:pt x="1650" y="1970"/>
                    <a:pt x="1576" y="1896"/>
                  </a:cubicBezTo>
                  <a:lnTo>
                    <a:pt x="1576" y="1882"/>
                  </a:lnTo>
                  <a:cubicBezTo>
                    <a:pt x="1576" y="1867"/>
                    <a:pt x="1591" y="1853"/>
                    <a:pt x="1591" y="1853"/>
                  </a:cubicBezTo>
                  <a:cubicBezTo>
                    <a:pt x="1644" y="1837"/>
                    <a:pt x="1691" y="1831"/>
                    <a:pt x="1732" y="1831"/>
                  </a:cubicBezTo>
                  <a:cubicBezTo>
                    <a:pt x="1837" y="1831"/>
                    <a:pt x="1897" y="1871"/>
                    <a:pt x="1897" y="1882"/>
                  </a:cubicBezTo>
                  <a:cubicBezTo>
                    <a:pt x="2032" y="1991"/>
                    <a:pt x="2189" y="2044"/>
                    <a:pt x="2344" y="2044"/>
                  </a:cubicBezTo>
                  <a:cubicBezTo>
                    <a:pt x="2542" y="2044"/>
                    <a:pt x="2736" y="1958"/>
                    <a:pt x="2875" y="1795"/>
                  </a:cubicBezTo>
                  <a:cubicBezTo>
                    <a:pt x="3122" y="1503"/>
                    <a:pt x="3079" y="1066"/>
                    <a:pt x="2787" y="817"/>
                  </a:cubicBezTo>
                  <a:cubicBezTo>
                    <a:pt x="2656" y="715"/>
                    <a:pt x="2510" y="628"/>
                    <a:pt x="2350" y="570"/>
                  </a:cubicBezTo>
                  <a:cubicBezTo>
                    <a:pt x="2292" y="249"/>
                    <a:pt x="2014" y="0"/>
                    <a:pt x="1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" name="Google Shape;432;p38"/>
          <p:cNvGrpSpPr/>
          <p:nvPr/>
        </p:nvGrpSpPr>
        <p:grpSpPr>
          <a:xfrm>
            <a:off x="6286801" y="2060519"/>
            <a:ext cx="376750" cy="370575"/>
            <a:chOff x="1750913" y="2508050"/>
            <a:chExt cx="376750" cy="370575"/>
          </a:xfrm>
        </p:grpSpPr>
        <p:sp>
          <p:nvSpPr>
            <p:cNvPr id="433" name="Google Shape;433;p38"/>
            <p:cNvSpPr/>
            <p:nvPr/>
          </p:nvSpPr>
          <p:spPr>
            <a:xfrm>
              <a:off x="1825313" y="2579200"/>
              <a:ext cx="227950" cy="227950"/>
            </a:xfrm>
            <a:custGeom>
              <a:avLst/>
              <a:gdLst/>
              <a:ahLst/>
              <a:cxnLst/>
              <a:rect l="l" t="t" r="r" b="b"/>
              <a:pathLst>
                <a:path w="9118" h="9118" extrusionOk="0">
                  <a:moveTo>
                    <a:pt x="3443" y="584"/>
                  </a:moveTo>
                  <a:lnTo>
                    <a:pt x="3443" y="584"/>
                  </a:lnTo>
                  <a:cubicBezTo>
                    <a:pt x="3122" y="963"/>
                    <a:pt x="2845" y="1503"/>
                    <a:pt x="2641" y="2159"/>
                  </a:cubicBezTo>
                  <a:cubicBezTo>
                    <a:pt x="2320" y="1999"/>
                    <a:pt x="2028" y="1780"/>
                    <a:pt x="1766" y="1532"/>
                  </a:cubicBezTo>
                  <a:cubicBezTo>
                    <a:pt x="2232" y="1095"/>
                    <a:pt x="2816" y="774"/>
                    <a:pt x="3443" y="584"/>
                  </a:cubicBezTo>
                  <a:close/>
                  <a:moveTo>
                    <a:pt x="5675" y="584"/>
                  </a:moveTo>
                  <a:cubicBezTo>
                    <a:pt x="6302" y="774"/>
                    <a:pt x="6885" y="1095"/>
                    <a:pt x="7352" y="1532"/>
                  </a:cubicBezTo>
                  <a:cubicBezTo>
                    <a:pt x="7089" y="1780"/>
                    <a:pt x="6784" y="1999"/>
                    <a:pt x="6477" y="2159"/>
                  </a:cubicBezTo>
                  <a:cubicBezTo>
                    <a:pt x="6272" y="1503"/>
                    <a:pt x="5996" y="963"/>
                    <a:pt x="5675" y="584"/>
                  </a:cubicBezTo>
                  <a:close/>
                  <a:moveTo>
                    <a:pt x="1459" y="1838"/>
                  </a:moveTo>
                  <a:cubicBezTo>
                    <a:pt x="1780" y="2145"/>
                    <a:pt x="2145" y="2392"/>
                    <a:pt x="2524" y="2583"/>
                  </a:cubicBezTo>
                  <a:cubicBezTo>
                    <a:pt x="2408" y="3122"/>
                    <a:pt x="2334" y="3705"/>
                    <a:pt x="2320" y="4347"/>
                  </a:cubicBezTo>
                  <a:lnTo>
                    <a:pt x="438" y="4347"/>
                  </a:lnTo>
                  <a:cubicBezTo>
                    <a:pt x="496" y="3384"/>
                    <a:pt x="861" y="2524"/>
                    <a:pt x="1459" y="1838"/>
                  </a:cubicBezTo>
                  <a:close/>
                  <a:moveTo>
                    <a:pt x="7659" y="1838"/>
                  </a:moveTo>
                  <a:cubicBezTo>
                    <a:pt x="8242" y="2524"/>
                    <a:pt x="8621" y="3384"/>
                    <a:pt x="8680" y="4347"/>
                  </a:cubicBezTo>
                  <a:lnTo>
                    <a:pt x="6798" y="4347"/>
                  </a:lnTo>
                  <a:cubicBezTo>
                    <a:pt x="6784" y="3705"/>
                    <a:pt x="6710" y="3122"/>
                    <a:pt x="6579" y="2583"/>
                  </a:cubicBezTo>
                  <a:cubicBezTo>
                    <a:pt x="6973" y="2392"/>
                    <a:pt x="7338" y="2145"/>
                    <a:pt x="7659" y="1838"/>
                  </a:cubicBezTo>
                  <a:close/>
                  <a:moveTo>
                    <a:pt x="2320" y="4771"/>
                  </a:moveTo>
                  <a:cubicBezTo>
                    <a:pt x="2334" y="5397"/>
                    <a:pt x="2408" y="5981"/>
                    <a:pt x="2524" y="6506"/>
                  </a:cubicBezTo>
                  <a:cubicBezTo>
                    <a:pt x="2130" y="6710"/>
                    <a:pt x="1780" y="6959"/>
                    <a:pt x="1445" y="7264"/>
                  </a:cubicBezTo>
                  <a:cubicBezTo>
                    <a:pt x="861" y="6593"/>
                    <a:pt x="496" y="5718"/>
                    <a:pt x="438" y="4771"/>
                  </a:cubicBezTo>
                  <a:close/>
                  <a:moveTo>
                    <a:pt x="8680" y="4771"/>
                  </a:moveTo>
                  <a:cubicBezTo>
                    <a:pt x="8621" y="5704"/>
                    <a:pt x="8271" y="6579"/>
                    <a:pt x="7673" y="7264"/>
                  </a:cubicBezTo>
                  <a:cubicBezTo>
                    <a:pt x="7338" y="6959"/>
                    <a:pt x="6988" y="6710"/>
                    <a:pt x="6593" y="6506"/>
                  </a:cubicBezTo>
                  <a:cubicBezTo>
                    <a:pt x="6710" y="5981"/>
                    <a:pt x="6784" y="5397"/>
                    <a:pt x="6798" y="4771"/>
                  </a:cubicBezTo>
                  <a:close/>
                  <a:moveTo>
                    <a:pt x="2641" y="6943"/>
                  </a:moveTo>
                  <a:cubicBezTo>
                    <a:pt x="2830" y="7600"/>
                    <a:pt x="3108" y="8155"/>
                    <a:pt x="3443" y="8534"/>
                  </a:cubicBezTo>
                  <a:cubicBezTo>
                    <a:pt x="2801" y="8344"/>
                    <a:pt x="2232" y="8009"/>
                    <a:pt x="1751" y="7571"/>
                  </a:cubicBezTo>
                  <a:cubicBezTo>
                    <a:pt x="2028" y="7323"/>
                    <a:pt x="2320" y="7104"/>
                    <a:pt x="2641" y="6943"/>
                  </a:cubicBezTo>
                  <a:close/>
                  <a:moveTo>
                    <a:pt x="4551" y="438"/>
                  </a:moveTo>
                  <a:cubicBezTo>
                    <a:pt x="5004" y="438"/>
                    <a:pt x="5456" y="861"/>
                    <a:pt x="5792" y="1591"/>
                  </a:cubicBezTo>
                  <a:cubicBezTo>
                    <a:pt x="5893" y="1809"/>
                    <a:pt x="5996" y="2071"/>
                    <a:pt x="6068" y="2334"/>
                  </a:cubicBezTo>
                  <a:cubicBezTo>
                    <a:pt x="5806" y="2451"/>
                    <a:pt x="5529" y="2524"/>
                    <a:pt x="5251" y="2567"/>
                  </a:cubicBezTo>
                  <a:cubicBezTo>
                    <a:pt x="5121" y="2597"/>
                    <a:pt x="5047" y="2699"/>
                    <a:pt x="5062" y="2816"/>
                  </a:cubicBezTo>
                  <a:cubicBezTo>
                    <a:pt x="5091" y="2933"/>
                    <a:pt x="5179" y="3005"/>
                    <a:pt x="5281" y="3005"/>
                  </a:cubicBezTo>
                  <a:lnTo>
                    <a:pt x="5310" y="3005"/>
                  </a:lnTo>
                  <a:cubicBezTo>
                    <a:pt x="5617" y="2947"/>
                    <a:pt x="5908" y="2874"/>
                    <a:pt x="6185" y="2772"/>
                  </a:cubicBezTo>
                  <a:cubicBezTo>
                    <a:pt x="6288" y="3254"/>
                    <a:pt x="6346" y="3793"/>
                    <a:pt x="6360" y="4347"/>
                  </a:cubicBezTo>
                  <a:lnTo>
                    <a:pt x="5718" y="4347"/>
                  </a:lnTo>
                  <a:cubicBezTo>
                    <a:pt x="5587" y="4347"/>
                    <a:pt x="5500" y="4434"/>
                    <a:pt x="5500" y="4551"/>
                  </a:cubicBezTo>
                  <a:cubicBezTo>
                    <a:pt x="5500" y="4683"/>
                    <a:pt x="5587" y="4771"/>
                    <a:pt x="5718" y="4771"/>
                  </a:cubicBezTo>
                  <a:lnTo>
                    <a:pt x="6360" y="4771"/>
                  </a:lnTo>
                  <a:cubicBezTo>
                    <a:pt x="6346" y="5325"/>
                    <a:pt x="6288" y="5850"/>
                    <a:pt x="6185" y="6331"/>
                  </a:cubicBezTo>
                  <a:cubicBezTo>
                    <a:pt x="5908" y="6229"/>
                    <a:pt x="5617" y="6142"/>
                    <a:pt x="5325" y="6097"/>
                  </a:cubicBezTo>
                  <a:cubicBezTo>
                    <a:pt x="5315" y="6096"/>
                    <a:pt x="5306" y="6096"/>
                    <a:pt x="5296" y="6096"/>
                  </a:cubicBezTo>
                  <a:cubicBezTo>
                    <a:pt x="5190" y="6096"/>
                    <a:pt x="5090" y="6165"/>
                    <a:pt x="5076" y="6272"/>
                  </a:cubicBezTo>
                  <a:cubicBezTo>
                    <a:pt x="5062" y="6389"/>
                    <a:pt x="5135" y="6506"/>
                    <a:pt x="5251" y="6521"/>
                  </a:cubicBezTo>
                  <a:cubicBezTo>
                    <a:pt x="5543" y="6579"/>
                    <a:pt x="5821" y="6652"/>
                    <a:pt x="6083" y="6754"/>
                  </a:cubicBezTo>
                  <a:cubicBezTo>
                    <a:pt x="5996" y="7031"/>
                    <a:pt x="5908" y="7293"/>
                    <a:pt x="5792" y="7527"/>
                  </a:cubicBezTo>
                  <a:cubicBezTo>
                    <a:pt x="5456" y="8256"/>
                    <a:pt x="5004" y="8680"/>
                    <a:pt x="4551" y="8680"/>
                  </a:cubicBezTo>
                  <a:cubicBezTo>
                    <a:pt x="4114" y="8680"/>
                    <a:pt x="3662" y="8256"/>
                    <a:pt x="3326" y="7527"/>
                  </a:cubicBezTo>
                  <a:cubicBezTo>
                    <a:pt x="3209" y="7293"/>
                    <a:pt x="3122" y="7031"/>
                    <a:pt x="3034" y="6754"/>
                  </a:cubicBezTo>
                  <a:cubicBezTo>
                    <a:pt x="3297" y="6652"/>
                    <a:pt x="3574" y="6579"/>
                    <a:pt x="3866" y="6521"/>
                  </a:cubicBezTo>
                  <a:cubicBezTo>
                    <a:pt x="3983" y="6506"/>
                    <a:pt x="4055" y="6389"/>
                    <a:pt x="4041" y="6272"/>
                  </a:cubicBezTo>
                  <a:cubicBezTo>
                    <a:pt x="4027" y="6165"/>
                    <a:pt x="3928" y="6096"/>
                    <a:pt x="3822" y="6096"/>
                  </a:cubicBezTo>
                  <a:cubicBezTo>
                    <a:pt x="3812" y="6096"/>
                    <a:pt x="3802" y="6096"/>
                    <a:pt x="3793" y="6097"/>
                  </a:cubicBezTo>
                  <a:cubicBezTo>
                    <a:pt x="3487" y="6142"/>
                    <a:pt x="3209" y="6229"/>
                    <a:pt x="2933" y="6331"/>
                  </a:cubicBezTo>
                  <a:cubicBezTo>
                    <a:pt x="2830" y="5850"/>
                    <a:pt x="2772" y="5325"/>
                    <a:pt x="2758" y="4771"/>
                  </a:cubicBezTo>
                  <a:lnTo>
                    <a:pt x="3530" y="4771"/>
                  </a:lnTo>
                  <a:cubicBezTo>
                    <a:pt x="3647" y="4771"/>
                    <a:pt x="3734" y="4683"/>
                    <a:pt x="3734" y="4551"/>
                  </a:cubicBezTo>
                  <a:cubicBezTo>
                    <a:pt x="3734" y="4434"/>
                    <a:pt x="3647" y="4347"/>
                    <a:pt x="3530" y="4347"/>
                  </a:cubicBezTo>
                  <a:lnTo>
                    <a:pt x="2758" y="4347"/>
                  </a:lnTo>
                  <a:cubicBezTo>
                    <a:pt x="2772" y="3793"/>
                    <a:pt x="2830" y="3254"/>
                    <a:pt x="2933" y="2772"/>
                  </a:cubicBezTo>
                  <a:cubicBezTo>
                    <a:pt x="3209" y="2874"/>
                    <a:pt x="3501" y="2947"/>
                    <a:pt x="3793" y="3005"/>
                  </a:cubicBezTo>
                  <a:lnTo>
                    <a:pt x="3837" y="3005"/>
                  </a:lnTo>
                  <a:cubicBezTo>
                    <a:pt x="3939" y="3005"/>
                    <a:pt x="4026" y="2933"/>
                    <a:pt x="4055" y="2816"/>
                  </a:cubicBezTo>
                  <a:cubicBezTo>
                    <a:pt x="4070" y="2699"/>
                    <a:pt x="3983" y="2597"/>
                    <a:pt x="3866" y="2567"/>
                  </a:cubicBezTo>
                  <a:cubicBezTo>
                    <a:pt x="3588" y="2524"/>
                    <a:pt x="3312" y="2451"/>
                    <a:pt x="3049" y="2334"/>
                  </a:cubicBezTo>
                  <a:cubicBezTo>
                    <a:pt x="3122" y="2071"/>
                    <a:pt x="3209" y="1809"/>
                    <a:pt x="3326" y="1591"/>
                  </a:cubicBezTo>
                  <a:cubicBezTo>
                    <a:pt x="3662" y="861"/>
                    <a:pt x="4114" y="438"/>
                    <a:pt x="4551" y="438"/>
                  </a:cubicBezTo>
                  <a:close/>
                  <a:moveTo>
                    <a:pt x="4551" y="0"/>
                  </a:moveTo>
                  <a:cubicBezTo>
                    <a:pt x="2042" y="0"/>
                    <a:pt x="0" y="2042"/>
                    <a:pt x="0" y="4551"/>
                  </a:cubicBezTo>
                  <a:cubicBezTo>
                    <a:pt x="0" y="7075"/>
                    <a:pt x="2042" y="9117"/>
                    <a:pt x="4551" y="9117"/>
                  </a:cubicBezTo>
                  <a:cubicBezTo>
                    <a:pt x="5150" y="9117"/>
                    <a:pt x="5733" y="9001"/>
                    <a:pt x="6288" y="8781"/>
                  </a:cubicBezTo>
                  <a:cubicBezTo>
                    <a:pt x="6389" y="8738"/>
                    <a:pt x="6447" y="8606"/>
                    <a:pt x="6404" y="8490"/>
                  </a:cubicBezTo>
                  <a:cubicBezTo>
                    <a:pt x="6370" y="8411"/>
                    <a:pt x="6284" y="8358"/>
                    <a:pt x="6193" y="8358"/>
                  </a:cubicBezTo>
                  <a:cubicBezTo>
                    <a:pt x="6166" y="8358"/>
                    <a:pt x="6139" y="8363"/>
                    <a:pt x="6113" y="8373"/>
                  </a:cubicBezTo>
                  <a:cubicBezTo>
                    <a:pt x="5967" y="8431"/>
                    <a:pt x="5821" y="8490"/>
                    <a:pt x="5675" y="8534"/>
                  </a:cubicBezTo>
                  <a:cubicBezTo>
                    <a:pt x="6010" y="8155"/>
                    <a:pt x="6288" y="7600"/>
                    <a:pt x="6477" y="6943"/>
                  </a:cubicBezTo>
                  <a:cubicBezTo>
                    <a:pt x="6798" y="7104"/>
                    <a:pt x="7089" y="7323"/>
                    <a:pt x="7367" y="7571"/>
                  </a:cubicBezTo>
                  <a:cubicBezTo>
                    <a:pt x="7206" y="7717"/>
                    <a:pt x="7031" y="7863"/>
                    <a:pt x="6842" y="7980"/>
                  </a:cubicBezTo>
                  <a:cubicBezTo>
                    <a:pt x="6754" y="8052"/>
                    <a:pt x="6725" y="8184"/>
                    <a:pt x="6784" y="8285"/>
                  </a:cubicBezTo>
                  <a:cubicBezTo>
                    <a:pt x="6829" y="8349"/>
                    <a:pt x="6896" y="8385"/>
                    <a:pt x="6966" y="8385"/>
                  </a:cubicBezTo>
                  <a:cubicBezTo>
                    <a:pt x="7008" y="8385"/>
                    <a:pt x="7051" y="8371"/>
                    <a:pt x="7089" y="8344"/>
                  </a:cubicBezTo>
                  <a:cubicBezTo>
                    <a:pt x="8359" y="7498"/>
                    <a:pt x="9117" y="6083"/>
                    <a:pt x="9117" y="4551"/>
                  </a:cubicBezTo>
                  <a:cubicBezTo>
                    <a:pt x="9117" y="2042"/>
                    <a:pt x="7075" y="0"/>
                    <a:pt x="4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8"/>
            <p:cNvSpPr/>
            <p:nvPr/>
          </p:nvSpPr>
          <p:spPr>
            <a:xfrm>
              <a:off x="1822038" y="2577950"/>
              <a:ext cx="305625" cy="300675"/>
            </a:xfrm>
            <a:custGeom>
              <a:avLst/>
              <a:gdLst/>
              <a:ahLst/>
              <a:cxnLst/>
              <a:rect l="l" t="t" r="r" b="b"/>
              <a:pathLst>
                <a:path w="12225" h="12027" extrusionOk="0">
                  <a:moveTo>
                    <a:pt x="9919" y="430"/>
                  </a:moveTo>
                  <a:cubicBezTo>
                    <a:pt x="9954" y="430"/>
                    <a:pt x="9994" y="438"/>
                    <a:pt x="10036" y="459"/>
                  </a:cubicBezTo>
                  <a:lnTo>
                    <a:pt x="11524" y="1217"/>
                  </a:lnTo>
                  <a:cubicBezTo>
                    <a:pt x="11641" y="1275"/>
                    <a:pt x="11670" y="1392"/>
                    <a:pt x="11670" y="1436"/>
                  </a:cubicBezTo>
                  <a:cubicBezTo>
                    <a:pt x="11670" y="1480"/>
                    <a:pt x="11670" y="1596"/>
                    <a:pt x="11553" y="1670"/>
                  </a:cubicBezTo>
                  <a:lnTo>
                    <a:pt x="11291" y="1830"/>
                  </a:lnTo>
                  <a:cubicBezTo>
                    <a:pt x="11203" y="1888"/>
                    <a:pt x="11174" y="1991"/>
                    <a:pt x="11203" y="2092"/>
                  </a:cubicBezTo>
                  <a:cubicBezTo>
                    <a:pt x="11670" y="3274"/>
                    <a:pt x="11786" y="4558"/>
                    <a:pt x="11567" y="5812"/>
                  </a:cubicBezTo>
                  <a:cubicBezTo>
                    <a:pt x="11320" y="7227"/>
                    <a:pt x="10649" y="8526"/>
                    <a:pt x="9628" y="9547"/>
                  </a:cubicBezTo>
                  <a:cubicBezTo>
                    <a:pt x="8315" y="10873"/>
                    <a:pt x="6549" y="11589"/>
                    <a:pt x="4682" y="11589"/>
                  </a:cubicBezTo>
                  <a:cubicBezTo>
                    <a:pt x="3194" y="11589"/>
                    <a:pt x="1765" y="11136"/>
                    <a:pt x="584" y="10261"/>
                  </a:cubicBezTo>
                  <a:cubicBezTo>
                    <a:pt x="496" y="10202"/>
                    <a:pt x="452" y="10115"/>
                    <a:pt x="452" y="10027"/>
                  </a:cubicBezTo>
                  <a:cubicBezTo>
                    <a:pt x="438" y="9940"/>
                    <a:pt x="467" y="9852"/>
                    <a:pt x="526" y="9794"/>
                  </a:cubicBezTo>
                  <a:lnTo>
                    <a:pt x="540" y="9780"/>
                  </a:lnTo>
                  <a:cubicBezTo>
                    <a:pt x="598" y="9713"/>
                    <a:pt x="686" y="9680"/>
                    <a:pt x="771" y="9680"/>
                  </a:cubicBezTo>
                  <a:cubicBezTo>
                    <a:pt x="835" y="9680"/>
                    <a:pt x="898" y="9698"/>
                    <a:pt x="948" y="9736"/>
                  </a:cubicBezTo>
                  <a:cubicBezTo>
                    <a:pt x="2043" y="10538"/>
                    <a:pt x="3326" y="10961"/>
                    <a:pt x="4682" y="10961"/>
                  </a:cubicBezTo>
                  <a:cubicBezTo>
                    <a:pt x="6389" y="10961"/>
                    <a:pt x="7979" y="10290"/>
                    <a:pt x="9175" y="9094"/>
                  </a:cubicBezTo>
                  <a:cubicBezTo>
                    <a:pt x="10108" y="8160"/>
                    <a:pt x="10721" y="6993"/>
                    <a:pt x="10940" y="5696"/>
                  </a:cubicBezTo>
                  <a:cubicBezTo>
                    <a:pt x="11129" y="4645"/>
                    <a:pt x="11042" y="3551"/>
                    <a:pt x="10692" y="2545"/>
                  </a:cubicBezTo>
                  <a:cubicBezTo>
                    <a:pt x="10678" y="2487"/>
                    <a:pt x="10620" y="2428"/>
                    <a:pt x="10561" y="2413"/>
                  </a:cubicBezTo>
                  <a:cubicBezTo>
                    <a:pt x="10539" y="2402"/>
                    <a:pt x="10515" y="2397"/>
                    <a:pt x="10490" y="2397"/>
                  </a:cubicBezTo>
                  <a:cubicBezTo>
                    <a:pt x="10449" y="2397"/>
                    <a:pt x="10407" y="2410"/>
                    <a:pt x="10371" y="2428"/>
                  </a:cubicBezTo>
                  <a:lnTo>
                    <a:pt x="10153" y="2574"/>
                  </a:lnTo>
                  <a:cubicBezTo>
                    <a:pt x="10103" y="2605"/>
                    <a:pt x="10056" y="2615"/>
                    <a:pt x="10015" y="2615"/>
                  </a:cubicBezTo>
                  <a:cubicBezTo>
                    <a:pt x="9959" y="2615"/>
                    <a:pt x="9915" y="2597"/>
                    <a:pt x="9890" y="2588"/>
                  </a:cubicBezTo>
                  <a:cubicBezTo>
                    <a:pt x="9861" y="2574"/>
                    <a:pt x="9758" y="2501"/>
                    <a:pt x="9758" y="2370"/>
                  </a:cubicBezTo>
                  <a:lnTo>
                    <a:pt x="9671" y="707"/>
                  </a:lnTo>
                  <a:cubicBezTo>
                    <a:pt x="9657" y="575"/>
                    <a:pt x="9744" y="503"/>
                    <a:pt x="9788" y="474"/>
                  </a:cubicBezTo>
                  <a:cubicBezTo>
                    <a:pt x="9806" y="455"/>
                    <a:pt x="9855" y="430"/>
                    <a:pt x="9919" y="430"/>
                  </a:cubicBezTo>
                  <a:close/>
                  <a:moveTo>
                    <a:pt x="9922" y="0"/>
                  </a:moveTo>
                  <a:cubicBezTo>
                    <a:pt x="9791" y="0"/>
                    <a:pt x="9659" y="37"/>
                    <a:pt x="9540" y="108"/>
                  </a:cubicBezTo>
                  <a:cubicBezTo>
                    <a:pt x="9336" y="254"/>
                    <a:pt x="9219" y="474"/>
                    <a:pt x="9233" y="736"/>
                  </a:cubicBezTo>
                  <a:lnTo>
                    <a:pt x="9321" y="2399"/>
                  </a:lnTo>
                  <a:cubicBezTo>
                    <a:pt x="9336" y="2647"/>
                    <a:pt x="9482" y="2866"/>
                    <a:pt x="9700" y="2967"/>
                  </a:cubicBezTo>
                  <a:cubicBezTo>
                    <a:pt x="9803" y="3022"/>
                    <a:pt x="9912" y="3048"/>
                    <a:pt x="10021" y="3048"/>
                  </a:cubicBezTo>
                  <a:cubicBezTo>
                    <a:pt x="10142" y="3048"/>
                    <a:pt x="10263" y="3015"/>
                    <a:pt x="10371" y="2953"/>
                  </a:cubicBezTo>
                  <a:cubicBezTo>
                    <a:pt x="10620" y="3813"/>
                    <a:pt x="10663" y="4733"/>
                    <a:pt x="10517" y="5622"/>
                  </a:cubicBezTo>
                  <a:cubicBezTo>
                    <a:pt x="10299" y="6833"/>
                    <a:pt x="9744" y="7927"/>
                    <a:pt x="8869" y="8788"/>
                  </a:cubicBezTo>
                  <a:cubicBezTo>
                    <a:pt x="7761" y="9911"/>
                    <a:pt x="6273" y="10523"/>
                    <a:pt x="4682" y="10523"/>
                  </a:cubicBezTo>
                  <a:cubicBezTo>
                    <a:pt x="3428" y="10523"/>
                    <a:pt x="2218" y="10130"/>
                    <a:pt x="1211" y="9386"/>
                  </a:cubicBezTo>
                  <a:cubicBezTo>
                    <a:pt x="1080" y="9292"/>
                    <a:pt x="928" y="9247"/>
                    <a:pt x="776" y="9247"/>
                  </a:cubicBezTo>
                  <a:cubicBezTo>
                    <a:pt x="573" y="9247"/>
                    <a:pt x="369" y="9329"/>
                    <a:pt x="219" y="9488"/>
                  </a:cubicBezTo>
                  <a:cubicBezTo>
                    <a:pt x="73" y="9648"/>
                    <a:pt x="0" y="9852"/>
                    <a:pt x="14" y="10072"/>
                  </a:cubicBezTo>
                  <a:cubicBezTo>
                    <a:pt x="30" y="10290"/>
                    <a:pt x="146" y="10480"/>
                    <a:pt x="321" y="10611"/>
                  </a:cubicBezTo>
                  <a:cubicBezTo>
                    <a:pt x="1590" y="11544"/>
                    <a:pt x="3107" y="12026"/>
                    <a:pt x="4682" y="12026"/>
                  </a:cubicBezTo>
                  <a:cubicBezTo>
                    <a:pt x="6666" y="12026"/>
                    <a:pt x="8533" y="11253"/>
                    <a:pt x="9933" y="9852"/>
                  </a:cubicBezTo>
                  <a:cubicBezTo>
                    <a:pt x="11028" y="8773"/>
                    <a:pt x="11742" y="7388"/>
                    <a:pt x="12005" y="5885"/>
                  </a:cubicBezTo>
                  <a:cubicBezTo>
                    <a:pt x="12224" y="4616"/>
                    <a:pt x="12107" y="3304"/>
                    <a:pt x="11670" y="2107"/>
                  </a:cubicBezTo>
                  <a:lnTo>
                    <a:pt x="11786" y="2034"/>
                  </a:lnTo>
                  <a:cubicBezTo>
                    <a:pt x="12005" y="1888"/>
                    <a:pt x="12121" y="1655"/>
                    <a:pt x="12107" y="1407"/>
                  </a:cubicBezTo>
                  <a:cubicBezTo>
                    <a:pt x="12092" y="1159"/>
                    <a:pt x="11946" y="940"/>
                    <a:pt x="11728" y="824"/>
                  </a:cubicBezTo>
                  <a:lnTo>
                    <a:pt x="10240" y="79"/>
                  </a:lnTo>
                  <a:cubicBezTo>
                    <a:pt x="10140" y="26"/>
                    <a:pt x="10032" y="0"/>
                    <a:pt x="9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8"/>
            <p:cNvSpPr/>
            <p:nvPr/>
          </p:nvSpPr>
          <p:spPr>
            <a:xfrm>
              <a:off x="1750913" y="2508050"/>
              <a:ext cx="305625" cy="300550"/>
            </a:xfrm>
            <a:custGeom>
              <a:avLst/>
              <a:gdLst/>
              <a:ahLst/>
              <a:cxnLst/>
              <a:rect l="l" t="t" r="r" b="b"/>
              <a:pathLst>
                <a:path w="12225" h="12022" extrusionOk="0">
                  <a:moveTo>
                    <a:pt x="7116" y="1"/>
                  </a:moveTo>
                  <a:cubicBezTo>
                    <a:pt x="7107" y="1"/>
                    <a:pt x="7098" y="1"/>
                    <a:pt x="7090" y="2"/>
                  </a:cubicBezTo>
                  <a:cubicBezTo>
                    <a:pt x="5281" y="104"/>
                    <a:pt x="3575" y="878"/>
                    <a:pt x="2291" y="2161"/>
                  </a:cubicBezTo>
                  <a:cubicBezTo>
                    <a:pt x="1197" y="3241"/>
                    <a:pt x="482" y="4626"/>
                    <a:pt x="220" y="6129"/>
                  </a:cubicBezTo>
                  <a:cubicBezTo>
                    <a:pt x="0" y="7397"/>
                    <a:pt x="117" y="8710"/>
                    <a:pt x="541" y="9906"/>
                  </a:cubicBezTo>
                  <a:lnTo>
                    <a:pt x="438" y="9980"/>
                  </a:lnTo>
                  <a:cubicBezTo>
                    <a:pt x="220" y="10125"/>
                    <a:pt x="103" y="10359"/>
                    <a:pt x="117" y="10606"/>
                  </a:cubicBezTo>
                  <a:cubicBezTo>
                    <a:pt x="132" y="10855"/>
                    <a:pt x="278" y="11073"/>
                    <a:pt x="496" y="11190"/>
                  </a:cubicBezTo>
                  <a:lnTo>
                    <a:pt x="1984" y="11934"/>
                  </a:lnTo>
                  <a:cubicBezTo>
                    <a:pt x="2087" y="11993"/>
                    <a:pt x="2188" y="12022"/>
                    <a:pt x="2305" y="12022"/>
                  </a:cubicBezTo>
                  <a:cubicBezTo>
                    <a:pt x="2437" y="12022"/>
                    <a:pt x="2568" y="11977"/>
                    <a:pt x="2684" y="11905"/>
                  </a:cubicBezTo>
                  <a:cubicBezTo>
                    <a:pt x="2889" y="11759"/>
                    <a:pt x="3005" y="11540"/>
                    <a:pt x="2991" y="11277"/>
                  </a:cubicBezTo>
                  <a:lnTo>
                    <a:pt x="2904" y="9614"/>
                  </a:lnTo>
                  <a:cubicBezTo>
                    <a:pt x="2889" y="9367"/>
                    <a:pt x="2743" y="9148"/>
                    <a:pt x="2525" y="9031"/>
                  </a:cubicBezTo>
                  <a:cubicBezTo>
                    <a:pt x="2426" y="8985"/>
                    <a:pt x="2321" y="8963"/>
                    <a:pt x="2217" y="8963"/>
                  </a:cubicBezTo>
                  <a:cubicBezTo>
                    <a:pt x="2091" y="8963"/>
                    <a:pt x="1966" y="8996"/>
                    <a:pt x="1854" y="9060"/>
                  </a:cubicBezTo>
                  <a:cubicBezTo>
                    <a:pt x="1605" y="8200"/>
                    <a:pt x="1547" y="7280"/>
                    <a:pt x="1708" y="6391"/>
                  </a:cubicBezTo>
                  <a:cubicBezTo>
                    <a:pt x="1912" y="5180"/>
                    <a:pt x="2480" y="4087"/>
                    <a:pt x="3355" y="3225"/>
                  </a:cubicBezTo>
                  <a:cubicBezTo>
                    <a:pt x="4464" y="2103"/>
                    <a:pt x="5952" y="1490"/>
                    <a:pt x="7527" y="1490"/>
                  </a:cubicBezTo>
                  <a:cubicBezTo>
                    <a:pt x="8797" y="1490"/>
                    <a:pt x="9993" y="1883"/>
                    <a:pt x="11014" y="2628"/>
                  </a:cubicBezTo>
                  <a:cubicBezTo>
                    <a:pt x="11144" y="2721"/>
                    <a:pt x="11296" y="2767"/>
                    <a:pt x="11448" y="2767"/>
                  </a:cubicBezTo>
                  <a:cubicBezTo>
                    <a:pt x="11652" y="2767"/>
                    <a:pt x="11855" y="2684"/>
                    <a:pt x="12006" y="2525"/>
                  </a:cubicBezTo>
                  <a:cubicBezTo>
                    <a:pt x="12152" y="2365"/>
                    <a:pt x="12224" y="2161"/>
                    <a:pt x="12210" y="1942"/>
                  </a:cubicBezTo>
                  <a:cubicBezTo>
                    <a:pt x="12195" y="1724"/>
                    <a:pt x="12078" y="1533"/>
                    <a:pt x="11903" y="1403"/>
                  </a:cubicBezTo>
                  <a:cubicBezTo>
                    <a:pt x="10765" y="571"/>
                    <a:pt x="9409" y="75"/>
                    <a:pt x="7980" y="2"/>
                  </a:cubicBezTo>
                  <a:cubicBezTo>
                    <a:pt x="7971" y="1"/>
                    <a:pt x="7962" y="1"/>
                    <a:pt x="7954" y="1"/>
                  </a:cubicBezTo>
                  <a:cubicBezTo>
                    <a:pt x="7848" y="1"/>
                    <a:pt x="7760" y="85"/>
                    <a:pt x="7747" y="207"/>
                  </a:cubicBezTo>
                  <a:cubicBezTo>
                    <a:pt x="7747" y="323"/>
                    <a:pt x="7834" y="425"/>
                    <a:pt x="7951" y="425"/>
                  </a:cubicBezTo>
                  <a:cubicBezTo>
                    <a:pt x="9293" y="512"/>
                    <a:pt x="10576" y="965"/>
                    <a:pt x="11641" y="1753"/>
                  </a:cubicBezTo>
                  <a:cubicBezTo>
                    <a:pt x="11714" y="1811"/>
                    <a:pt x="11772" y="1899"/>
                    <a:pt x="11772" y="1986"/>
                  </a:cubicBezTo>
                  <a:cubicBezTo>
                    <a:pt x="11786" y="2074"/>
                    <a:pt x="11757" y="2161"/>
                    <a:pt x="11699" y="2219"/>
                  </a:cubicBezTo>
                  <a:cubicBezTo>
                    <a:pt x="11685" y="2219"/>
                    <a:pt x="11685" y="2233"/>
                    <a:pt x="11685" y="2233"/>
                  </a:cubicBezTo>
                  <a:cubicBezTo>
                    <a:pt x="11621" y="2298"/>
                    <a:pt x="11539" y="2331"/>
                    <a:pt x="11456" y="2331"/>
                  </a:cubicBezTo>
                  <a:cubicBezTo>
                    <a:pt x="11389" y="2331"/>
                    <a:pt x="11321" y="2309"/>
                    <a:pt x="11261" y="2263"/>
                  </a:cubicBezTo>
                  <a:cubicBezTo>
                    <a:pt x="10182" y="1475"/>
                    <a:pt x="8884" y="1053"/>
                    <a:pt x="7527" y="1053"/>
                  </a:cubicBezTo>
                  <a:cubicBezTo>
                    <a:pt x="5835" y="1053"/>
                    <a:pt x="4246" y="1724"/>
                    <a:pt x="3050" y="2920"/>
                  </a:cubicBezTo>
                  <a:cubicBezTo>
                    <a:pt x="2116" y="3853"/>
                    <a:pt x="1503" y="5020"/>
                    <a:pt x="1284" y="6318"/>
                  </a:cubicBezTo>
                  <a:cubicBezTo>
                    <a:pt x="1095" y="7368"/>
                    <a:pt x="1183" y="8463"/>
                    <a:pt x="1533" y="9468"/>
                  </a:cubicBezTo>
                  <a:cubicBezTo>
                    <a:pt x="1547" y="9527"/>
                    <a:pt x="1605" y="9585"/>
                    <a:pt x="1663" y="9600"/>
                  </a:cubicBezTo>
                  <a:cubicBezTo>
                    <a:pt x="1685" y="9611"/>
                    <a:pt x="1710" y="9616"/>
                    <a:pt x="1734" y="9616"/>
                  </a:cubicBezTo>
                  <a:cubicBezTo>
                    <a:pt x="1775" y="9616"/>
                    <a:pt x="1817" y="9603"/>
                    <a:pt x="1854" y="9585"/>
                  </a:cubicBezTo>
                  <a:lnTo>
                    <a:pt x="2072" y="9439"/>
                  </a:lnTo>
                  <a:cubicBezTo>
                    <a:pt x="2115" y="9408"/>
                    <a:pt x="2162" y="9399"/>
                    <a:pt x="2203" y="9399"/>
                  </a:cubicBezTo>
                  <a:cubicBezTo>
                    <a:pt x="2258" y="9399"/>
                    <a:pt x="2304" y="9417"/>
                    <a:pt x="2320" y="9425"/>
                  </a:cubicBezTo>
                  <a:cubicBezTo>
                    <a:pt x="2363" y="9439"/>
                    <a:pt x="2466" y="9513"/>
                    <a:pt x="2466" y="9643"/>
                  </a:cubicBezTo>
                  <a:lnTo>
                    <a:pt x="2554" y="11306"/>
                  </a:lnTo>
                  <a:cubicBezTo>
                    <a:pt x="2568" y="11438"/>
                    <a:pt x="2480" y="11511"/>
                    <a:pt x="2437" y="11540"/>
                  </a:cubicBezTo>
                  <a:cubicBezTo>
                    <a:pt x="2417" y="11550"/>
                    <a:pt x="2363" y="11580"/>
                    <a:pt x="2294" y="11580"/>
                  </a:cubicBezTo>
                  <a:cubicBezTo>
                    <a:pt x="2262" y="11580"/>
                    <a:pt x="2226" y="11574"/>
                    <a:pt x="2188" y="11555"/>
                  </a:cubicBezTo>
                  <a:lnTo>
                    <a:pt x="701" y="10796"/>
                  </a:lnTo>
                  <a:cubicBezTo>
                    <a:pt x="570" y="10738"/>
                    <a:pt x="555" y="10621"/>
                    <a:pt x="555" y="10577"/>
                  </a:cubicBezTo>
                  <a:cubicBezTo>
                    <a:pt x="555" y="10534"/>
                    <a:pt x="555" y="10417"/>
                    <a:pt x="671" y="10344"/>
                  </a:cubicBezTo>
                  <a:lnTo>
                    <a:pt x="934" y="10184"/>
                  </a:lnTo>
                  <a:cubicBezTo>
                    <a:pt x="1022" y="10125"/>
                    <a:pt x="1051" y="10023"/>
                    <a:pt x="1022" y="9921"/>
                  </a:cubicBezTo>
                  <a:cubicBezTo>
                    <a:pt x="555" y="8739"/>
                    <a:pt x="438" y="7455"/>
                    <a:pt x="657" y="6201"/>
                  </a:cubicBezTo>
                  <a:cubicBezTo>
                    <a:pt x="891" y="4787"/>
                    <a:pt x="1576" y="3488"/>
                    <a:pt x="2597" y="2467"/>
                  </a:cubicBezTo>
                  <a:cubicBezTo>
                    <a:pt x="3808" y="1257"/>
                    <a:pt x="5413" y="527"/>
                    <a:pt x="7119" y="425"/>
                  </a:cubicBezTo>
                  <a:cubicBezTo>
                    <a:pt x="7235" y="425"/>
                    <a:pt x="7323" y="323"/>
                    <a:pt x="7323" y="207"/>
                  </a:cubicBezTo>
                  <a:cubicBezTo>
                    <a:pt x="7310" y="85"/>
                    <a:pt x="7221" y="1"/>
                    <a:pt x="7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8"/>
            <p:cNvSpPr/>
            <p:nvPr/>
          </p:nvSpPr>
          <p:spPr>
            <a:xfrm>
              <a:off x="1916463" y="2647750"/>
              <a:ext cx="46350" cy="90450"/>
            </a:xfrm>
            <a:custGeom>
              <a:avLst/>
              <a:gdLst/>
              <a:ahLst/>
              <a:cxnLst/>
              <a:rect l="l" t="t" r="r" b="b"/>
              <a:pathLst>
                <a:path w="1854" h="3618" extrusionOk="0">
                  <a:moveTo>
                    <a:pt x="891" y="0"/>
                  </a:moveTo>
                  <a:cubicBezTo>
                    <a:pt x="774" y="0"/>
                    <a:pt x="672" y="103"/>
                    <a:pt x="672" y="220"/>
                  </a:cubicBezTo>
                  <a:lnTo>
                    <a:pt x="672" y="380"/>
                  </a:lnTo>
                  <a:cubicBezTo>
                    <a:pt x="658" y="380"/>
                    <a:pt x="643" y="380"/>
                    <a:pt x="629" y="395"/>
                  </a:cubicBezTo>
                  <a:cubicBezTo>
                    <a:pt x="366" y="467"/>
                    <a:pt x="162" y="701"/>
                    <a:pt x="117" y="978"/>
                  </a:cubicBezTo>
                  <a:cubicBezTo>
                    <a:pt x="59" y="1241"/>
                    <a:pt x="147" y="1488"/>
                    <a:pt x="337" y="1634"/>
                  </a:cubicBezTo>
                  <a:cubicBezTo>
                    <a:pt x="497" y="1766"/>
                    <a:pt x="716" y="1867"/>
                    <a:pt x="1095" y="2013"/>
                  </a:cubicBezTo>
                  <a:cubicBezTo>
                    <a:pt x="1387" y="2116"/>
                    <a:pt x="1372" y="2363"/>
                    <a:pt x="1358" y="2437"/>
                  </a:cubicBezTo>
                  <a:cubicBezTo>
                    <a:pt x="1329" y="2626"/>
                    <a:pt x="1168" y="2830"/>
                    <a:pt x="891" y="2830"/>
                  </a:cubicBezTo>
                  <a:cubicBezTo>
                    <a:pt x="643" y="2830"/>
                    <a:pt x="555" y="2816"/>
                    <a:pt x="366" y="2684"/>
                  </a:cubicBezTo>
                  <a:cubicBezTo>
                    <a:pt x="331" y="2664"/>
                    <a:pt x="292" y="2655"/>
                    <a:pt x="254" y="2655"/>
                  </a:cubicBezTo>
                  <a:cubicBezTo>
                    <a:pt x="180" y="2655"/>
                    <a:pt x="107" y="2690"/>
                    <a:pt x="59" y="2758"/>
                  </a:cubicBezTo>
                  <a:cubicBezTo>
                    <a:pt x="1" y="2845"/>
                    <a:pt x="16" y="2991"/>
                    <a:pt x="117" y="3050"/>
                  </a:cubicBezTo>
                  <a:cubicBezTo>
                    <a:pt x="337" y="3195"/>
                    <a:pt x="497" y="3239"/>
                    <a:pt x="672" y="3254"/>
                  </a:cubicBezTo>
                  <a:lnTo>
                    <a:pt x="672" y="3414"/>
                  </a:lnTo>
                  <a:cubicBezTo>
                    <a:pt x="672" y="3530"/>
                    <a:pt x="774" y="3618"/>
                    <a:pt x="891" y="3618"/>
                  </a:cubicBezTo>
                  <a:cubicBezTo>
                    <a:pt x="1022" y="3618"/>
                    <a:pt x="1109" y="3530"/>
                    <a:pt x="1109" y="3414"/>
                  </a:cubicBezTo>
                  <a:lnTo>
                    <a:pt x="1109" y="3239"/>
                  </a:lnTo>
                  <a:cubicBezTo>
                    <a:pt x="1489" y="3151"/>
                    <a:pt x="1737" y="2830"/>
                    <a:pt x="1780" y="2509"/>
                  </a:cubicBezTo>
                  <a:cubicBezTo>
                    <a:pt x="1854" y="2101"/>
                    <a:pt x="1635" y="1737"/>
                    <a:pt x="1241" y="1591"/>
                  </a:cubicBezTo>
                  <a:cubicBezTo>
                    <a:pt x="1008" y="1517"/>
                    <a:pt x="745" y="1416"/>
                    <a:pt x="599" y="1299"/>
                  </a:cubicBezTo>
                  <a:cubicBezTo>
                    <a:pt x="541" y="1255"/>
                    <a:pt x="526" y="1167"/>
                    <a:pt x="541" y="1066"/>
                  </a:cubicBezTo>
                  <a:cubicBezTo>
                    <a:pt x="555" y="963"/>
                    <a:pt x="629" y="846"/>
                    <a:pt x="759" y="803"/>
                  </a:cubicBezTo>
                  <a:cubicBezTo>
                    <a:pt x="825" y="784"/>
                    <a:pt x="886" y="776"/>
                    <a:pt x="940" y="776"/>
                  </a:cubicBezTo>
                  <a:cubicBezTo>
                    <a:pt x="1128" y="776"/>
                    <a:pt x="1244" y="868"/>
                    <a:pt x="1255" y="891"/>
                  </a:cubicBezTo>
                  <a:cubicBezTo>
                    <a:pt x="1300" y="922"/>
                    <a:pt x="1349" y="937"/>
                    <a:pt x="1397" y="937"/>
                  </a:cubicBezTo>
                  <a:cubicBezTo>
                    <a:pt x="1460" y="937"/>
                    <a:pt x="1520" y="911"/>
                    <a:pt x="1562" y="862"/>
                  </a:cubicBezTo>
                  <a:cubicBezTo>
                    <a:pt x="1635" y="759"/>
                    <a:pt x="1635" y="628"/>
                    <a:pt x="1533" y="555"/>
                  </a:cubicBezTo>
                  <a:cubicBezTo>
                    <a:pt x="1489" y="512"/>
                    <a:pt x="1343" y="409"/>
                    <a:pt x="1109" y="366"/>
                  </a:cubicBezTo>
                  <a:lnTo>
                    <a:pt x="1109" y="220"/>
                  </a:lnTo>
                  <a:cubicBezTo>
                    <a:pt x="1109" y="103"/>
                    <a:pt x="1022" y="0"/>
                    <a:pt x="8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7" name="Google Shape;437;p38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438" name="Google Shape;438;p38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439" name="Google Shape;439;p38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</a:t>
            </a:r>
            <a:r>
              <a:rPr lang="en" i="1"/>
              <a:t>capital goods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445" name="Google Shape;445;p39"/>
          <p:cNvSpPr txBox="1">
            <a:spLocks noGrp="1"/>
          </p:cNvSpPr>
          <p:nvPr>
            <p:ph type="subTitle" idx="1"/>
          </p:nvPr>
        </p:nvSpPr>
        <p:spPr>
          <a:xfrm>
            <a:off x="720000" y="3061810"/>
            <a:ext cx="2336400" cy="6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closest planet to the Sun and the smallest in the Solar System</a:t>
            </a:r>
            <a:endParaRPr/>
          </a:p>
        </p:txBody>
      </p:sp>
      <p:sp>
        <p:nvSpPr>
          <p:cNvPr id="446" name="Google Shape;446;p39"/>
          <p:cNvSpPr txBox="1">
            <a:spLocks noGrp="1"/>
          </p:cNvSpPr>
          <p:nvPr>
            <p:ph type="subTitle" idx="2"/>
          </p:nvPr>
        </p:nvSpPr>
        <p:spPr>
          <a:xfrm>
            <a:off x="3403800" y="3061810"/>
            <a:ext cx="2336400" cy="6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sp>
        <p:nvSpPr>
          <p:cNvPr id="447" name="Google Shape;447;p39"/>
          <p:cNvSpPr txBox="1">
            <a:spLocks noGrp="1"/>
          </p:cNvSpPr>
          <p:nvPr>
            <p:ph type="subTitle" idx="3"/>
          </p:nvPr>
        </p:nvSpPr>
        <p:spPr>
          <a:xfrm>
            <a:off x="6087600" y="3061810"/>
            <a:ext cx="2336400" cy="6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place. It’s full of iron oxide dust</a:t>
            </a:r>
            <a:endParaRPr/>
          </a:p>
        </p:txBody>
      </p:sp>
      <p:sp>
        <p:nvSpPr>
          <p:cNvPr id="448" name="Google Shape;448;p39"/>
          <p:cNvSpPr txBox="1">
            <a:spLocks noGrp="1"/>
          </p:cNvSpPr>
          <p:nvPr>
            <p:ph type="subTitle" idx="4"/>
          </p:nvPr>
        </p:nvSpPr>
        <p:spPr>
          <a:xfrm>
            <a:off x="720000" y="2718280"/>
            <a:ext cx="2336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449" name="Google Shape;449;p39"/>
          <p:cNvSpPr txBox="1">
            <a:spLocks noGrp="1"/>
          </p:cNvSpPr>
          <p:nvPr>
            <p:ph type="subTitle" idx="5"/>
          </p:nvPr>
        </p:nvSpPr>
        <p:spPr>
          <a:xfrm>
            <a:off x="3403800" y="2718280"/>
            <a:ext cx="2336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450" name="Google Shape;450;p39"/>
          <p:cNvSpPr txBox="1">
            <a:spLocks noGrp="1"/>
          </p:cNvSpPr>
          <p:nvPr>
            <p:ph type="subTitle" idx="6"/>
          </p:nvPr>
        </p:nvSpPr>
        <p:spPr>
          <a:xfrm>
            <a:off x="6087600" y="2718280"/>
            <a:ext cx="2336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grpSp>
        <p:nvGrpSpPr>
          <p:cNvPr id="451" name="Google Shape;451;p39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452" name="Google Shape;452;p39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3" name="Google Shape;453;p39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4" name="Google Shape;454;p39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5" name="Google Shape;455;p39"/>
          <p:cNvGrpSpPr/>
          <p:nvPr/>
        </p:nvGrpSpPr>
        <p:grpSpPr>
          <a:xfrm>
            <a:off x="3784799" y="611375"/>
            <a:ext cx="4645460" cy="240000"/>
            <a:chOff x="3784799" y="611375"/>
            <a:chExt cx="4645460" cy="240000"/>
          </a:xfrm>
        </p:grpSpPr>
        <p:cxnSp>
          <p:nvCxnSpPr>
            <p:cNvPr id="456" name="Google Shape;456;p39"/>
            <p:cNvCxnSpPr>
              <a:stCxn id="457" idx="6"/>
              <a:endCxn id="458" idx="6"/>
            </p:cNvCxnSpPr>
            <p:nvPr/>
          </p:nvCxnSpPr>
          <p:spPr>
            <a:xfrm>
              <a:off x="3863099" y="731375"/>
              <a:ext cx="432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" name="Google Shape;457;p39"/>
            <p:cNvSpPr/>
            <p:nvPr/>
          </p:nvSpPr>
          <p:spPr>
            <a:xfrm>
              <a:off x="378479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9" name="Google Shape;459;p39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458" name="Google Shape;458;p39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39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1" name="Google Shape;461;p39"/>
          <p:cNvGrpSpPr/>
          <p:nvPr/>
        </p:nvGrpSpPr>
        <p:grpSpPr>
          <a:xfrm>
            <a:off x="1031873" y="1773306"/>
            <a:ext cx="1712649" cy="945000"/>
            <a:chOff x="1728573" y="985256"/>
            <a:chExt cx="1712649" cy="945000"/>
          </a:xfrm>
        </p:grpSpPr>
        <p:sp>
          <p:nvSpPr>
            <p:cNvPr id="462" name="Google Shape;462;p39"/>
            <p:cNvSpPr/>
            <p:nvPr/>
          </p:nvSpPr>
          <p:spPr>
            <a:xfrm rot="-816758">
              <a:off x="1875686" y="1155100"/>
              <a:ext cx="1515574" cy="605312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3" name="Google Shape;463;p39"/>
            <p:cNvGrpSpPr/>
            <p:nvPr/>
          </p:nvGrpSpPr>
          <p:grpSpPr>
            <a:xfrm>
              <a:off x="1728573" y="1438876"/>
              <a:ext cx="379965" cy="379965"/>
              <a:chOff x="2003086" y="-373829"/>
              <a:chExt cx="438000" cy="438000"/>
            </a:xfrm>
          </p:grpSpPr>
          <p:sp>
            <p:nvSpPr>
              <p:cNvPr id="464" name="Google Shape;464;p39"/>
              <p:cNvSpPr/>
              <p:nvPr/>
            </p:nvSpPr>
            <p:spPr>
              <a:xfrm>
                <a:off x="2067275" y="-309700"/>
                <a:ext cx="309600" cy="309600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39"/>
              <p:cNvSpPr/>
              <p:nvPr/>
            </p:nvSpPr>
            <p:spPr>
              <a:xfrm rot="2700000">
                <a:off x="2067229" y="-309685"/>
                <a:ext cx="309713" cy="309713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6" name="Google Shape;466;p39"/>
            <p:cNvGrpSpPr/>
            <p:nvPr/>
          </p:nvGrpSpPr>
          <p:grpSpPr>
            <a:xfrm>
              <a:off x="3251656" y="1149032"/>
              <a:ext cx="158256" cy="158256"/>
              <a:chOff x="2500450" y="1108425"/>
              <a:chExt cx="240000" cy="240000"/>
            </a:xfrm>
          </p:grpSpPr>
          <p:sp>
            <p:nvSpPr>
              <p:cNvPr id="467" name="Google Shape;467;p39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39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9" name="Google Shape;469;p39"/>
          <p:cNvGrpSpPr/>
          <p:nvPr/>
        </p:nvGrpSpPr>
        <p:grpSpPr>
          <a:xfrm>
            <a:off x="3715673" y="1773306"/>
            <a:ext cx="1712649" cy="945000"/>
            <a:chOff x="1728573" y="985256"/>
            <a:chExt cx="1712649" cy="945000"/>
          </a:xfrm>
        </p:grpSpPr>
        <p:sp>
          <p:nvSpPr>
            <p:cNvPr id="470" name="Google Shape;470;p39"/>
            <p:cNvSpPr/>
            <p:nvPr/>
          </p:nvSpPr>
          <p:spPr>
            <a:xfrm rot="-816758">
              <a:off x="1875686" y="1155100"/>
              <a:ext cx="1515574" cy="605312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1" name="Google Shape;471;p39"/>
            <p:cNvGrpSpPr/>
            <p:nvPr/>
          </p:nvGrpSpPr>
          <p:grpSpPr>
            <a:xfrm>
              <a:off x="1728573" y="1438876"/>
              <a:ext cx="379965" cy="379965"/>
              <a:chOff x="2003086" y="-373829"/>
              <a:chExt cx="438000" cy="438000"/>
            </a:xfrm>
          </p:grpSpPr>
          <p:sp>
            <p:nvSpPr>
              <p:cNvPr id="472" name="Google Shape;472;p39"/>
              <p:cNvSpPr/>
              <p:nvPr/>
            </p:nvSpPr>
            <p:spPr>
              <a:xfrm>
                <a:off x="2067275" y="-309700"/>
                <a:ext cx="309600" cy="309600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39"/>
              <p:cNvSpPr/>
              <p:nvPr/>
            </p:nvSpPr>
            <p:spPr>
              <a:xfrm rot="2700000">
                <a:off x="2067229" y="-309685"/>
                <a:ext cx="309713" cy="309713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4" name="Google Shape;474;p39"/>
            <p:cNvGrpSpPr/>
            <p:nvPr/>
          </p:nvGrpSpPr>
          <p:grpSpPr>
            <a:xfrm>
              <a:off x="3251656" y="1149032"/>
              <a:ext cx="158256" cy="158256"/>
              <a:chOff x="2500450" y="1108425"/>
              <a:chExt cx="240000" cy="240000"/>
            </a:xfrm>
          </p:grpSpPr>
          <p:sp>
            <p:nvSpPr>
              <p:cNvPr id="475" name="Google Shape;475;p39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39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7" name="Google Shape;477;p39"/>
          <p:cNvGrpSpPr/>
          <p:nvPr/>
        </p:nvGrpSpPr>
        <p:grpSpPr>
          <a:xfrm>
            <a:off x="6362273" y="1773306"/>
            <a:ext cx="1712649" cy="945000"/>
            <a:chOff x="1728573" y="985256"/>
            <a:chExt cx="1712649" cy="945000"/>
          </a:xfrm>
        </p:grpSpPr>
        <p:sp>
          <p:nvSpPr>
            <p:cNvPr id="478" name="Google Shape;478;p39"/>
            <p:cNvSpPr/>
            <p:nvPr/>
          </p:nvSpPr>
          <p:spPr>
            <a:xfrm rot="-816758">
              <a:off x="1875686" y="1155100"/>
              <a:ext cx="1515574" cy="605312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9" name="Google Shape;479;p39"/>
            <p:cNvGrpSpPr/>
            <p:nvPr/>
          </p:nvGrpSpPr>
          <p:grpSpPr>
            <a:xfrm>
              <a:off x="1728573" y="1438876"/>
              <a:ext cx="379965" cy="379965"/>
              <a:chOff x="2003086" y="-373829"/>
              <a:chExt cx="438000" cy="438000"/>
            </a:xfrm>
          </p:grpSpPr>
          <p:sp>
            <p:nvSpPr>
              <p:cNvPr id="480" name="Google Shape;480;p39"/>
              <p:cNvSpPr/>
              <p:nvPr/>
            </p:nvSpPr>
            <p:spPr>
              <a:xfrm>
                <a:off x="2067275" y="-309700"/>
                <a:ext cx="309600" cy="309600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39"/>
              <p:cNvSpPr/>
              <p:nvPr/>
            </p:nvSpPr>
            <p:spPr>
              <a:xfrm rot="2700000">
                <a:off x="2067229" y="-309685"/>
                <a:ext cx="309713" cy="309713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2" name="Google Shape;482;p39"/>
            <p:cNvGrpSpPr/>
            <p:nvPr/>
          </p:nvGrpSpPr>
          <p:grpSpPr>
            <a:xfrm>
              <a:off x="3251656" y="1149032"/>
              <a:ext cx="158256" cy="158256"/>
              <a:chOff x="2500450" y="1108425"/>
              <a:chExt cx="240000" cy="240000"/>
            </a:xfrm>
          </p:grpSpPr>
          <p:sp>
            <p:nvSpPr>
              <p:cNvPr id="483" name="Google Shape;483;p39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39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5" name="Google Shape;485;p39"/>
          <p:cNvGrpSpPr/>
          <p:nvPr/>
        </p:nvGrpSpPr>
        <p:grpSpPr>
          <a:xfrm>
            <a:off x="1701123" y="2068206"/>
            <a:ext cx="374150" cy="355200"/>
            <a:chOff x="1000438" y="2006675"/>
            <a:chExt cx="374150" cy="355200"/>
          </a:xfrm>
        </p:grpSpPr>
        <p:sp>
          <p:nvSpPr>
            <p:cNvPr id="486" name="Google Shape;486;p39"/>
            <p:cNvSpPr/>
            <p:nvPr/>
          </p:nvSpPr>
          <p:spPr>
            <a:xfrm>
              <a:off x="1202113" y="2230575"/>
              <a:ext cx="36100" cy="40525"/>
            </a:xfrm>
            <a:custGeom>
              <a:avLst/>
              <a:gdLst/>
              <a:ahLst/>
              <a:cxnLst/>
              <a:rect l="l" t="t" r="r" b="b"/>
              <a:pathLst>
                <a:path w="1444" h="1621" extrusionOk="0">
                  <a:moveTo>
                    <a:pt x="714" y="438"/>
                  </a:moveTo>
                  <a:cubicBezTo>
                    <a:pt x="875" y="438"/>
                    <a:pt x="1006" y="555"/>
                    <a:pt x="1006" y="716"/>
                  </a:cubicBezTo>
                  <a:lnTo>
                    <a:pt x="1006" y="891"/>
                  </a:lnTo>
                  <a:cubicBezTo>
                    <a:pt x="1006" y="1051"/>
                    <a:pt x="875" y="1182"/>
                    <a:pt x="714" y="1182"/>
                  </a:cubicBezTo>
                  <a:cubicBezTo>
                    <a:pt x="554" y="1182"/>
                    <a:pt x="422" y="1051"/>
                    <a:pt x="422" y="891"/>
                  </a:cubicBezTo>
                  <a:lnTo>
                    <a:pt x="422" y="716"/>
                  </a:lnTo>
                  <a:cubicBezTo>
                    <a:pt x="422" y="555"/>
                    <a:pt x="554" y="438"/>
                    <a:pt x="714" y="438"/>
                  </a:cubicBezTo>
                  <a:close/>
                  <a:moveTo>
                    <a:pt x="714" y="0"/>
                  </a:moveTo>
                  <a:cubicBezTo>
                    <a:pt x="321" y="0"/>
                    <a:pt x="0" y="321"/>
                    <a:pt x="0" y="716"/>
                  </a:cubicBezTo>
                  <a:lnTo>
                    <a:pt x="0" y="891"/>
                  </a:lnTo>
                  <a:cubicBezTo>
                    <a:pt x="0" y="1284"/>
                    <a:pt x="321" y="1620"/>
                    <a:pt x="714" y="1620"/>
                  </a:cubicBezTo>
                  <a:cubicBezTo>
                    <a:pt x="1123" y="1620"/>
                    <a:pt x="1444" y="1284"/>
                    <a:pt x="1444" y="891"/>
                  </a:cubicBezTo>
                  <a:lnTo>
                    <a:pt x="1444" y="716"/>
                  </a:lnTo>
                  <a:cubicBezTo>
                    <a:pt x="1444" y="321"/>
                    <a:pt x="1123" y="0"/>
                    <a:pt x="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9"/>
            <p:cNvSpPr/>
            <p:nvPr/>
          </p:nvSpPr>
          <p:spPr>
            <a:xfrm>
              <a:off x="1000438" y="2006675"/>
              <a:ext cx="374150" cy="355200"/>
            </a:xfrm>
            <a:custGeom>
              <a:avLst/>
              <a:gdLst/>
              <a:ahLst/>
              <a:cxnLst/>
              <a:rect l="l" t="t" r="r" b="b"/>
              <a:pathLst>
                <a:path w="14966" h="14208" extrusionOk="0">
                  <a:moveTo>
                    <a:pt x="8884" y="3662"/>
                  </a:moveTo>
                  <a:lnTo>
                    <a:pt x="8884" y="4843"/>
                  </a:lnTo>
                  <a:lnTo>
                    <a:pt x="6813" y="4843"/>
                  </a:lnTo>
                  <a:lnTo>
                    <a:pt x="6813" y="4289"/>
                  </a:lnTo>
                  <a:cubicBezTo>
                    <a:pt x="6813" y="3939"/>
                    <a:pt x="7089" y="3662"/>
                    <a:pt x="7425" y="3662"/>
                  </a:cubicBezTo>
                  <a:close/>
                  <a:moveTo>
                    <a:pt x="10138" y="3662"/>
                  </a:moveTo>
                  <a:cubicBezTo>
                    <a:pt x="10488" y="3662"/>
                    <a:pt x="10765" y="3939"/>
                    <a:pt x="10765" y="4289"/>
                  </a:cubicBezTo>
                  <a:lnTo>
                    <a:pt x="10765" y="4843"/>
                  </a:lnTo>
                  <a:lnTo>
                    <a:pt x="9306" y="4843"/>
                  </a:lnTo>
                  <a:lnTo>
                    <a:pt x="9306" y="3662"/>
                  </a:lnTo>
                  <a:close/>
                  <a:moveTo>
                    <a:pt x="10138" y="2684"/>
                  </a:moveTo>
                  <a:cubicBezTo>
                    <a:pt x="11028" y="2684"/>
                    <a:pt x="11743" y="3399"/>
                    <a:pt x="11743" y="4289"/>
                  </a:cubicBezTo>
                  <a:lnTo>
                    <a:pt x="11743" y="4843"/>
                  </a:lnTo>
                  <a:lnTo>
                    <a:pt x="11203" y="4843"/>
                  </a:lnTo>
                  <a:lnTo>
                    <a:pt x="11203" y="4289"/>
                  </a:lnTo>
                  <a:cubicBezTo>
                    <a:pt x="11203" y="3705"/>
                    <a:pt x="10722" y="3224"/>
                    <a:pt x="10138" y="3224"/>
                  </a:cubicBezTo>
                  <a:lnTo>
                    <a:pt x="7425" y="3224"/>
                  </a:lnTo>
                  <a:cubicBezTo>
                    <a:pt x="6842" y="3224"/>
                    <a:pt x="6375" y="3705"/>
                    <a:pt x="6375" y="4289"/>
                  </a:cubicBezTo>
                  <a:lnTo>
                    <a:pt x="6375" y="4843"/>
                  </a:lnTo>
                  <a:lnTo>
                    <a:pt x="5835" y="4843"/>
                  </a:lnTo>
                  <a:lnTo>
                    <a:pt x="5835" y="4289"/>
                  </a:lnTo>
                  <a:cubicBezTo>
                    <a:pt x="5835" y="3399"/>
                    <a:pt x="6550" y="2684"/>
                    <a:pt x="7425" y="2684"/>
                  </a:cubicBezTo>
                  <a:close/>
                  <a:moveTo>
                    <a:pt x="7600" y="438"/>
                  </a:moveTo>
                  <a:cubicBezTo>
                    <a:pt x="8300" y="438"/>
                    <a:pt x="8884" y="1007"/>
                    <a:pt x="8884" y="1707"/>
                  </a:cubicBezTo>
                  <a:lnTo>
                    <a:pt x="8884" y="2247"/>
                  </a:lnTo>
                  <a:lnTo>
                    <a:pt x="7425" y="2247"/>
                  </a:lnTo>
                  <a:cubicBezTo>
                    <a:pt x="6317" y="2247"/>
                    <a:pt x="5397" y="3166"/>
                    <a:pt x="5397" y="4289"/>
                  </a:cubicBezTo>
                  <a:lnTo>
                    <a:pt x="5397" y="4843"/>
                  </a:lnTo>
                  <a:lnTo>
                    <a:pt x="4726" y="4843"/>
                  </a:lnTo>
                  <a:cubicBezTo>
                    <a:pt x="4304" y="4843"/>
                    <a:pt x="3880" y="5018"/>
                    <a:pt x="3603" y="5354"/>
                  </a:cubicBezTo>
                  <a:cubicBezTo>
                    <a:pt x="3312" y="5689"/>
                    <a:pt x="3180" y="6113"/>
                    <a:pt x="3253" y="6550"/>
                  </a:cubicBezTo>
                  <a:lnTo>
                    <a:pt x="3559" y="8723"/>
                  </a:lnTo>
                  <a:cubicBezTo>
                    <a:pt x="3603" y="9015"/>
                    <a:pt x="3734" y="9277"/>
                    <a:pt x="3909" y="9497"/>
                  </a:cubicBezTo>
                  <a:lnTo>
                    <a:pt x="3909" y="10313"/>
                  </a:lnTo>
                  <a:lnTo>
                    <a:pt x="1620" y="10313"/>
                  </a:lnTo>
                  <a:cubicBezTo>
                    <a:pt x="949" y="10269"/>
                    <a:pt x="438" y="9701"/>
                    <a:pt x="438" y="9044"/>
                  </a:cubicBezTo>
                  <a:lnTo>
                    <a:pt x="438" y="5442"/>
                  </a:lnTo>
                  <a:cubicBezTo>
                    <a:pt x="438" y="4960"/>
                    <a:pt x="832" y="4566"/>
                    <a:pt x="1313" y="4566"/>
                  </a:cubicBezTo>
                  <a:lnTo>
                    <a:pt x="1591" y="4566"/>
                  </a:lnTo>
                  <a:cubicBezTo>
                    <a:pt x="1707" y="4566"/>
                    <a:pt x="1795" y="4479"/>
                    <a:pt x="1795" y="4347"/>
                  </a:cubicBezTo>
                  <a:cubicBezTo>
                    <a:pt x="1795" y="4230"/>
                    <a:pt x="1707" y="4143"/>
                    <a:pt x="1591" y="4143"/>
                  </a:cubicBezTo>
                  <a:lnTo>
                    <a:pt x="1313" y="4143"/>
                  </a:lnTo>
                  <a:cubicBezTo>
                    <a:pt x="1065" y="4143"/>
                    <a:pt x="846" y="4201"/>
                    <a:pt x="642" y="4318"/>
                  </a:cubicBezTo>
                  <a:cubicBezTo>
                    <a:pt x="715" y="4187"/>
                    <a:pt x="817" y="4070"/>
                    <a:pt x="920" y="3968"/>
                  </a:cubicBezTo>
                  <a:lnTo>
                    <a:pt x="3968" y="920"/>
                  </a:lnTo>
                  <a:cubicBezTo>
                    <a:pt x="4070" y="803"/>
                    <a:pt x="4187" y="716"/>
                    <a:pt x="4318" y="642"/>
                  </a:cubicBezTo>
                  <a:lnTo>
                    <a:pt x="4318" y="642"/>
                  </a:lnTo>
                  <a:cubicBezTo>
                    <a:pt x="4201" y="846"/>
                    <a:pt x="4143" y="1066"/>
                    <a:pt x="4143" y="1313"/>
                  </a:cubicBezTo>
                  <a:lnTo>
                    <a:pt x="4143" y="2859"/>
                  </a:lnTo>
                  <a:cubicBezTo>
                    <a:pt x="4143" y="3559"/>
                    <a:pt x="3574" y="4143"/>
                    <a:pt x="2859" y="4143"/>
                  </a:cubicBezTo>
                  <a:lnTo>
                    <a:pt x="2451" y="4143"/>
                  </a:lnTo>
                  <a:cubicBezTo>
                    <a:pt x="2334" y="4143"/>
                    <a:pt x="2232" y="4230"/>
                    <a:pt x="2232" y="4347"/>
                  </a:cubicBezTo>
                  <a:cubicBezTo>
                    <a:pt x="2232" y="4479"/>
                    <a:pt x="2334" y="4566"/>
                    <a:pt x="2451" y="4566"/>
                  </a:cubicBezTo>
                  <a:lnTo>
                    <a:pt x="2859" y="4566"/>
                  </a:lnTo>
                  <a:cubicBezTo>
                    <a:pt x="3808" y="4566"/>
                    <a:pt x="4580" y="3808"/>
                    <a:pt x="4580" y="2859"/>
                  </a:cubicBezTo>
                  <a:lnTo>
                    <a:pt x="4580" y="1313"/>
                  </a:lnTo>
                  <a:cubicBezTo>
                    <a:pt x="4580" y="832"/>
                    <a:pt x="4975" y="438"/>
                    <a:pt x="5455" y="438"/>
                  </a:cubicBezTo>
                  <a:close/>
                  <a:moveTo>
                    <a:pt x="9146" y="8621"/>
                  </a:moveTo>
                  <a:cubicBezTo>
                    <a:pt x="9467" y="8621"/>
                    <a:pt x="9730" y="8884"/>
                    <a:pt x="9730" y="9205"/>
                  </a:cubicBezTo>
                  <a:lnTo>
                    <a:pt x="9730" y="10313"/>
                  </a:lnTo>
                  <a:cubicBezTo>
                    <a:pt x="9730" y="10634"/>
                    <a:pt x="9467" y="10897"/>
                    <a:pt x="9146" y="10897"/>
                  </a:cubicBezTo>
                  <a:lnTo>
                    <a:pt x="8417" y="10897"/>
                  </a:lnTo>
                  <a:cubicBezTo>
                    <a:pt x="8096" y="10897"/>
                    <a:pt x="7834" y="10634"/>
                    <a:pt x="7834" y="10313"/>
                  </a:cubicBezTo>
                  <a:lnTo>
                    <a:pt x="7834" y="9205"/>
                  </a:lnTo>
                  <a:cubicBezTo>
                    <a:pt x="7834" y="8884"/>
                    <a:pt x="8096" y="8621"/>
                    <a:pt x="8417" y="8621"/>
                  </a:cubicBezTo>
                  <a:close/>
                  <a:moveTo>
                    <a:pt x="13231" y="9832"/>
                  </a:moveTo>
                  <a:lnTo>
                    <a:pt x="13231" y="10648"/>
                  </a:lnTo>
                  <a:lnTo>
                    <a:pt x="12531" y="11860"/>
                  </a:lnTo>
                  <a:lnTo>
                    <a:pt x="12268" y="11524"/>
                  </a:lnTo>
                  <a:cubicBezTo>
                    <a:pt x="12107" y="11313"/>
                    <a:pt x="11863" y="11204"/>
                    <a:pt x="11616" y="11204"/>
                  </a:cubicBezTo>
                  <a:cubicBezTo>
                    <a:pt x="11436" y="11204"/>
                    <a:pt x="11254" y="11261"/>
                    <a:pt x="11101" y="11378"/>
                  </a:cubicBezTo>
                  <a:cubicBezTo>
                    <a:pt x="10736" y="11655"/>
                    <a:pt x="10663" y="12181"/>
                    <a:pt x="10955" y="12545"/>
                  </a:cubicBezTo>
                  <a:lnTo>
                    <a:pt x="11261" y="12953"/>
                  </a:lnTo>
                  <a:lnTo>
                    <a:pt x="5908" y="12953"/>
                  </a:lnTo>
                  <a:cubicBezTo>
                    <a:pt x="5047" y="12953"/>
                    <a:pt x="4347" y="12253"/>
                    <a:pt x="4347" y="11393"/>
                  </a:cubicBezTo>
                  <a:lnTo>
                    <a:pt x="4347" y="9832"/>
                  </a:lnTo>
                  <a:cubicBezTo>
                    <a:pt x="4551" y="9948"/>
                    <a:pt x="4800" y="10007"/>
                    <a:pt x="5047" y="10007"/>
                  </a:cubicBezTo>
                  <a:lnTo>
                    <a:pt x="7410" y="10007"/>
                  </a:lnTo>
                  <a:lnTo>
                    <a:pt x="7410" y="10313"/>
                  </a:lnTo>
                  <a:cubicBezTo>
                    <a:pt x="7410" y="10882"/>
                    <a:pt x="7863" y="11335"/>
                    <a:pt x="8417" y="11335"/>
                  </a:cubicBezTo>
                  <a:lnTo>
                    <a:pt x="9146" y="11335"/>
                  </a:lnTo>
                  <a:cubicBezTo>
                    <a:pt x="9715" y="11335"/>
                    <a:pt x="10168" y="10882"/>
                    <a:pt x="10168" y="10313"/>
                  </a:cubicBezTo>
                  <a:lnTo>
                    <a:pt x="10168" y="10007"/>
                  </a:lnTo>
                  <a:lnTo>
                    <a:pt x="12531" y="10007"/>
                  </a:lnTo>
                  <a:cubicBezTo>
                    <a:pt x="12778" y="10007"/>
                    <a:pt x="13011" y="9948"/>
                    <a:pt x="13231" y="9832"/>
                  </a:cubicBezTo>
                  <a:close/>
                  <a:moveTo>
                    <a:pt x="14012" y="10556"/>
                  </a:moveTo>
                  <a:cubicBezTo>
                    <a:pt x="14079" y="10556"/>
                    <a:pt x="14146" y="10572"/>
                    <a:pt x="14207" y="10605"/>
                  </a:cubicBezTo>
                  <a:cubicBezTo>
                    <a:pt x="14398" y="10722"/>
                    <a:pt x="14470" y="10955"/>
                    <a:pt x="14353" y="11160"/>
                  </a:cubicBezTo>
                  <a:lnTo>
                    <a:pt x="12997" y="13566"/>
                  </a:lnTo>
                  <a:cubicBezTo>
                    <a:pt x="12924" y="13682"/>
                    <a:pt x="12807" y="13756"/>
                    <a:pt x="12676" y="13770"/>
                  </a:cubicBezTo>
                  <a:cubicBezTo>
                    <a:pt x="12663" y="13772"/>
                    <a:pt x="12649" y="13772"/>
                    <a:pt x="12635" y="13772"/>
                  </a:cubicBezTo>
                  <a:cubicBezTo>
                    <a:pt x="12517" y="13772"/>
                    <a:pt x="12405" y="13716"/>
                    <a:pt x="12326" y="13624"/>
                  </a:cubicBezTo>
                  <a:lnTo>
                    <a:pt x="11290" y="12282"/>
                  </a:lnTo>
                  <a:cubicBezTo>
                    <a:pt x="11232" y="12195"/>
                    <a:pt x="11203" y="12093"/>
                    <a:pt x="11218" y="11990"/>
                  </a:cubicBezTo>
                  <a:cubicBezTo>
                    <a:pt x="11232" y="11874"/>
                    <a:pt x="11276" y="11786"/>
                    <a:pt x="11364" y="11714"/>
                  </a:cubicBezTo>
                  <a:cubicBezTo>
                    <a:pt x="11436" y="11669"/>
                    <a:pt x="11523" y="11640"/>
                    <a:pt x="11611" y="11640"/>
                  </a:cubicBezTo>
                  <a:cubicBezTo>
                    <a:pt x="11728" y="11640"/>
                    <a:pt x="11844" y="11685"/>
                    <a:pt x="11932" y="11786"/>
                  </a:cubicBezTo>
                  <a:lnTo>
                    <a:pt x="12385" y="12385"/>
                  </a:lnTo>
                  <a:cubicBezTo>
                    <a:pt x="12436" y="12436"/>
                    <a:pt x="12486" y="12475"/>
                    <a:pt x="12547" y="12475"/>
                  </a:cubicBezTo>
                  <a:cubicBezTo>
                    <a:pt x="12555" y="12475"/>
                    <a:pt x="12564" y="12474"/>
                    <a:pt x="12574" y="12472"/>
                  </a:cubicBezTo>
                  <a:cubicBezTo>
                    <a:pt x="12647" y="12472"/>
                    <a:pt x="12720" y="12428"/>
                    <a:pt x="12749" y="12370"/>
                  </a:cubicBezTo>
                  <a:lnTo>
                    <a:pt x="13653" y="10765"/>
                  </a:lnTo>
                  <a:cubicBezTo>
                    <a:pt x="13732" y="10627"/>
                    <a:pt x="13871" y="10556"/>
                    <a:pt x="14012" y="10556"/>
                  </a:cubicBezTo>
                  <a:close/>
                  <a:moveTo>
                    <a:pt x="5135" y="0"/>
                  </a:moveTo>
                  <a:cubicBezTo>
                    <a:pt x="4580" y="0"/>
                    <a:pt x="4055" y="220"/>
                    <a:pt x="3662" y="613"/>
                  </a:cubicBezTo>
                  <a:lnTo>
                    <a:pt x="613" y="3647"/>
                  </a:lnTo>
                  <a:cubicBezTo>
                    <a:pt x="219" y="4041"/>
                    <a:pt x="0" y="4566"/>
                    <a:pt x="0" y="5135"/>
                  </a:cubicBezTo>
                  <a:lnTo>
                    <a:pt x="0" y="9044"/>
                  </a:lnTo>
                  <a:cubicBezTo>
                    <a:pt x="0" y="9934"/>
                    <a:pt x="700" y="10678"/>
                    <a:pt x="1575" y="10751"/>
                  </a:cubicBezTo>
                  <a:lnTo>
                    <a:pt x="3909" y="10751"/>
                  </a:lnTo>
                  <a:lnTo>
                    <a:pt x="3909" y="11393"/>
                  </a:lnTo>
                  <a:cubicBezTo>
                    <a:pt x="3909" y="12486"/>
                    <a:pt x="4814" y="13391"/>
                    <a:pt x="5908" y="13391"/>
                  </a:cubicBezTo>
                  <a:lnTo>
                    <a:pt x="11597" y="13391"/>
                  </a:lnTo>
                  <a:lnTo>
                    <a:pt x="11990" y="13887"/>
                  </a:lnTo>
                  <a:cubicBezTo>
                    <a:pt x="12136" y="14091"/>
                    <a:pt x="12385" y="14208"/>
                    <a:pt x="12647" y="14208"/>
                  </a:cubicBezTo>
                  <a:lnTo>
                    <a:pt x="12706" y="14208"/>
                  </a:lnTo>
                  <a:cubicBezTo>
                    <a:pt x="12982" y="14178"/>
                    <a:pt x="13231" y="14032"/>
                    <a:pt x="13377" y="13785"/>
                  </a:cubicBezTo>
                  <a:lnTo>
                    <a:pt x="14733" y="11364"/>
                  </a:lnTo>
                  <a:cubicBezTo>
                    <a:pt x="14966" y="10969"/>
                    <a:pt x="14820" y="10459"/>
                    <a:pt x="14412" y="10226"/>
                  </a:cubicBezTo>
                  <a:cubicBezTo>
                    <a:pt x="14288" y="10156"/>
                    <a:pt x="14152" y="10123"/>
                    <a:pt x="14014" y="10123"/>
                  </a:cubicBezTo>
                  <a:cubicBezTo>
                    <a:pt x="13892" y="10123"/>
                    <a:pt x="13770" y="10149"/>
                    <a:pt x="13653" y="10197"/>
                  </a:cubicBezTo>
                  <a:lnTo>
                    <a:pt x="13653" y="9497"/>
                  </a:lnTo>
                  <a:cubicBezTo>
                    <a:pt x="13843" y="9277"/>
                    <a:pt x="13974" y="9015"/>
                    <a:pt x="14003" y="8723"/>
                  </a:cubicBezTo>
                  <a:lnTo>
                    <a:pt x="14120" y="8009"/>
                  </a:lnTo>
                  <a:cubicBezTo>
                    <a:pt x="14135" y="7877"/>
                    <a:pt x="14048" y="7775"/>
                    <a:pt x="13931" y="7760"/>
                  </a:cubicBezTo>
                  <a:cubicBezTo>
                    <a:pt x="13921" y="7759"/>
                    <a:pt x="13912" y="7759"/>
                    <a:pt x="13902" y="7759"/>
                  </a:cubicBezTo>
                  <a:cubicBezTo>
                    <a:pt x="13796" y="7759"/>
                    <a:pt x="13696" y="7828"/>
                    <a:pt x="13682" y="7935"/>
                  </a:cubicBezTo>
                  <a:lnTo>
                    <a:pt x="13581" y="8665"/>
                  </a:lnTo>
                  <a:cubicBezTo>
                    <a:pt x="13507" y="9190"/>
                    <a:pt x="13056" y="9584"/>
                    <a:pt x="12531" y="9584"/>
                  </a:cubicBezTo>
                  <a:lnTo>
                    <a:pt x="10168" y="9584"/>
                  </a:lnTo>
                  <a:lnTo>
                    <a:pt x="10168" y="9205"/>
                  </a:lnTo>
                  <a:cubicBezTo>
                    <a:pt x="10168" y="8651"/>
                    <a:pt x="9715" y="8184"/>
                    <a:pt x="9146" y="8184"/>
                  </a:cubicBezTo>
                  <a:lnTo>
                    <a:pt x="8417" y="8184"/>
                  </a:lnTo>
                  <a:cubicBezTo>
                    <a:pt x="7863" y="8184"/>
                    <a:pt x="7410" y="8651"/>
                    <a:pt x="7410" y="9205"/>
                  </a:cubicBezTo>
                  <a:lnTo>
                    <a:pt x="7410" y="9584"/>
                  </a:lnTo>
                  <a:lnTo>
                    <a:pt x="5047" y="9584"/>
                  </a:lnTo>
                  <a:cubicBezTo>
                    <a:pt x="4522" y="9584"/>
                    <a:pt x="4070" y="9190"/>
                    <a:pt x="3997" y="8665"/>
                  </a:cubicBezTo>
                  <a:lnTo>
                    <a:pt x="3676" y="6492"/>
                  </a:lnTo>
                  <a:cubicBezTo>
                    <a:pt x="3633" y="6185"/>
                    <a:pt x="3720" y="5879"/>
                    <a:pt x="3924" y="5646"/>
                  </a:cubicBezTo>
                  <a:cubicBezTo>
                    <a:pt x="4129" y="5412"/>
                    <a:pt x="4420" y="5267"/>
                    <a:pt x="4726" y="5267"/>
                  </a:cubicBezTo>
                  <a:lnTo>
                    <a:pt x="12836" y="5267"/>
                  </a:lnTo>
                  <a:cubicBezTo>
                    <a:pt x="13143" y="5267"/>
                    <a:pt x="13435" y="5412"/>
                    <a:pt x="13639" y="5646"/>
                  </a:cubicBezTo>
                  <a:cubicBezTo>
                    <a:pt x="13843" y="5879"/>
                    <a:pt x="13931" y="6185"/>
                    <a:pt x="13887" y="6492"/>
                  </a:cubicBezTo>
                  <a:lnTo>
                    <a:pt x="13799" y="7089"/>
                  </a:lnTo>
                  <a:cubicBezTo>
                    <a:pt x="13785" y="7221"/>
                    <a:pt x="13873" y="7323"/>
                    <a:pt x="13989" y="7338"/>
                  </a:cubicBezTo>
                  <a:cubicBezTo>
                    <a:pt x="13999" y="7339"/>
                    <a:pt x="14009" y="7340"/>
                    <a:pt x="14018" y="7340"/>
                  </a:cubicBezTo>
                  <a:cubicBezTo>
                    <a:pt x="14125" y="7340"/>
                    <a:pt x="14224" y="7270"/>
                    <a:pt x="14237" y="7163"/>
                  </a:cubicBezTo>
                  <a:lnTo>
                    <a:pt x="14324" y="6550"/>
                  </a:lnTo>
                  <a:cubicBezTo>
                    <a:pt x="14382" y="6113"/>
                    <a:pt x="14252" y="5689"/>
                    <a:pt x="13974" y="5354"/>
                  </a:cubicBezTo>
                  <a:cubicBezTo>
                    <a:pt x="13682" y="5018"/>
                    <a:pt x="13274" y="4843"/>
                    <a:pt x="12836" y="4843"/>
                  </a:cubicBezTo>
                  <a:lnTo>
                    <a:pt x="12165" y="4843"/>
                  </a:lnTo>
                  <a:lnTo>
                    <a:pt x="12165" y="4289"/>
                  </a:lnTo>
                  <a:cubicBezTo>
                    <a:pt x="12165" y="3166"/>
                    <a:pt x="11261" y="2247"/>
                    <a:pt x="10138" y="2247"/>
                  </a:cubicBezTo>
                  <a:lnTo>
                    <a:pt x="9306" y="2247"/>
                  </a:lnTo>
                  <a:lnTo>
                    <a:pt x="9306" y="1707"/>
                  </a:lnTo>
                  <a:cubicBezTo>
                    <a:pt x="9306" y="759"/>
                    <a:pt x="8548" y="0"/>
                    <a:pt x="7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39"/>
          <p:cNvGrpSpPr/>
          <p:nvPr/>
        </p:nvGrpSpPr>
        <p:grpSpPr>
          <a:xfrm>
            <a:off x="7041723" y="2060369"/>
            <a:ext cx="353750" cy="370875"/>
            <a:chOff x="7027663" y="3537900"/>
            <a:chExt cx="353750" cy="370875"/>
          </a:xfrm>
        </p:grpSpPr>
        <p:sp>
          <p:nvSpPr>
            <p:cNvPr id="489" name="Google Shape;489;p39"/>
            <p:cNvSpPr/>
            <p:nvPr/>
          </p:nvSpPr>
          <p:spPr>
            <a:xfrm>
              <a:off x="7186638" y="3552500"/>
              <a:ext cx="36150" cy="66000"/>
            </a:xfrm>
            <a:custGeom>
              <a:avLst/>
              <a:gdLst/>
              <a:ahLst/>
              <a:cxnLst/>
              <a:rect l="l" t="t" r="r" b="b"/>
              <a:pathLst>
                <a:path w="1446" h="2640" extrusionOk="0">
                  <a:moveTo>
                    <a:pt x="701" y="0"/>
                  </a:moveTo>
                  <a:cubicBezTo>
                    <a:pt x="584" y="0"/>
                    <a:pt x="483" y="102"/>
                    <a:pt x="483" y="219"/>
                  </a:cubicBezTo>
                  <a:lnTo>
                    <a:pt x="483" y="277"/>
                  </a:lnTo>
                  <a:cubicBezTo>
                    <a:pt x="293" y="335"/>
                    <a:pt x="133" y="510"/>
                    <a:pt x="104" y="730"/>
                  </a:cubicBezTo>
                  <a:cubicBezTo>
                    <a:pt x="59" y="934"/>
                    <a:pt x="133" y="1138"/>
                    <a:pt x="279" y="1255"/>
                  </a:cubicBezTo>
                  <a:cubicBezTo>
                    <a:pt x="424" y="1371"/>
                    <a:pt x="629" y="1444"/>
                    <a:pt x="818" y="1517"/>
                  </a:cubicBezTo>
                  <a:cubicBezTo>
                    <a:pt x="964" y="1576"/>
                    <a:pt x="964" y="1677"/>
                    <a:pt x="964" y="1736"/>
                  </a:cubicBezTo>
                  <a:cubicBezTo>
                    <a:pt x="934" y="1838"/>
                    <a:pt x="862" y="1955"/>
                    <a:pt x="701" y="1955"/>
                  </a:cubicBezTo>
                  <a:cubicBezTo>
                    <a:pt x="541" y="1955"/>
                    <a:pt x="497" y="1955"/>
                    <a:pt x="366" y="1867"/>
                  </a:cubicBezTo>
                  <a:cubicBezTo>
                    <a:pt x="336" y="1847"/>
                    <a:pt x="299" y="1838"/>
                    <a:pt x="261" y="1838"/>
                  </a:cubicBezTo>
                  <a:cubicBezTo>
                    <a:pt x="189" y="1838"/>
                    <a:pt x="113" y="1873"/>
                    <a:pt x="74" y="1940"/>
                  </a:cubicBezTo>
                  <a:cubicBezTo>
                    <a:pt x="1" y="2027"/>
                    <a:pt x="30" y="2173"/>
                    <a:pt x="133" y="2231"/>
                  </a:cubicBezTo>
                  <a:cubicBezTo>
                    <a:pt x="263" y="2319"/>
                    <a:pt x="366" y="2363"/>
                    <a:pt x="483" y="2377"/>
                  </a:cubicBezTo>
                  <a:lnTo>
                    <a:pt x="483" y="2422"/>
                  </a:lnTo>
                  <a:cubicBezTo>
                    <a:pt x="483" y="2538"/>
                    <a:pt x="584" y="2640"/>
                    <a:pt x="701" y="2640"/>
                  </a:cubicBezTo>
                  <a:cubicBezTo>
                    <a:pt x="833" y="2640"/>
                    <a:pt x="920" y="2538"/>
                    <a:pt x="920" y="2422"/>
                  </a:cubicBezTo>
                  <a:lnTo>
                    <a:pt x="920" y="2363"/>
                  </a:lnTo>
                  <a:cubicBezTo>
                    <a:pt x="1183" y="2276"/>
                    <a:pt x="1343" y="2042"/>
                    <a:pt x="1387" y="1809"/>
                  </a:cubicBezTo>
                  <a:cubicBezTo>
                    <a:pt x="1445" y="1502"/>
                    <a:pt x="1270" y="1210"/>
                    <a:pt x="964" y="1109"/>
                  </a:cubicBezTo>
                  <a:cubicBezTo>
                    <a:pt x="804" y="1051"/>
                    <a:pt x="643" y="992"/>
                    <a:pt x="541" y="919"/>
                  </a:cubicBezTo>
                  <a:cubicBezTo>
                    <a:pt x="526" y="905"/>
                    <a:pt x="512" y="860"/>
                    <a:pt x="526" y="817"/>
                  </a:cubicBezTo>
                  <a:cubicBezTo>
                    <a:pt x="526" y="788"/>
                    <a:pt x="555" y="714"/>
                    <a:pt x="629" y="685"/>
                  </a:cubicBezTo>
                  <a:cubicBezTo>
                    <a:pt x="665" y="676"/>
                    <a:pt x="698" y="672"/>
                    <a:pt x="729" y="672"/>
                  </a:cubicBezTo>
                  <a:cubicBezTo>
                    <a:pt x="836" y="672"/>
                    <a:pt x="909" y="718"/>
                    <a:pt x="920" y="730"/>
                  </a:cubicBezTo>
                  <a:cubicBezTo>
                    <a:pt x="960" y="763"/>
                    <a:pt x="1010" y="781"/>
                    <a:pt x="1059" y="781"/>
                  </a:cubicBezTo>
                  <a:cubicBezTo>
                    <a:pt x="1119" y="781"/>
                    <a:pt x="1179" y="756"/>
                    <a:pt x="1226" y="700"/>
                  </a:cubicBezTo>
                  <a:cubicBezTo>
                    <a:pt x="1300" y="613"/>
                    <a:pt x="1284" y="467"/>
                    <a:pt x="1197" y="394"/>
                  </a:cubicBezTo>
                  <a:cubicBezTo>
                    <a:pt x="1125" y="335"/>
                    <a:pt x="1037" y="292"/>
                    <a:pt x="920" y="263"/>
                  </a:cubicBezTo>
                  <a:lnTo>
                    <a:pt x="920" y="219"/>
                  </a:lnTo>
                  <a:cubicBezTo>
                    <a:pt x="920" y="102"/>
                    <a:pt x="833" y="0"/>
                    <a:pt x="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9"/>
            <p:cNvSpPr/>
            <p:nvPr/>
          </p:nvSpPr>
          <p:spPr>
            <a:xfrm>
              <a:off x="7106063" y="3638175"/>
              <a:ext cx="56925" cy="60550"/>
            </a:xfrm>
            <a:custGeom>
              <a:avLst/>
              <a:gdLst/>
              <a:ahLst/>
              <a:cxnLst/>
              <a:rect l="l" t="t" r="r" b="b"/>
              <a:pathLst>
                <a:path w="2277" h="2422" extrusionOk="0">
                  <a:moveTo>
                    <a:pt x="1532" y="424"/>
                  </a:moveTo>
                  <a:cubicBezTo>
                    <a:pt x="1707" y="424"/>
                    <a:pt x="1853" y="570"/>
                    <a:pt x="1853" y="759"/>
                  </a:cubicBezTo>
                  <a:lnTo>
                    <a:pt x="1853" y="1663"/>
                  </a:lnTo>
                  <a:cubicBezTo>
                    <a:pt x="1853" y="1838"/>
                    <a:pt x="1707" y="1984"/>
                    <a:pt x="1532" y="1984"/>
                  </a:cubicBezTo>
                  <a:lnTo>
                    <a:pt x="759" y="1984"/>
                  </a:lnTo>
                  <a:cubicBezTo>
                    <a:pt x="584" y="1984"/>
                    <a:pt x="438" y="1838"/>
                    <a:pt x="438" y="1663"/>
                  </a:cubicBezTo>
                  <a:lnTo>
                    <a:pt x="438" y="759"/>
                  </a:lnTo>
                  <a:cubicBezTo>
                    <a:pt x="438" y="570"/>
                    <a:pt x="584" y="424"/>
                    <a:pt x="759" y="424"/>
                  </a:cubicBezTo>
                  <a:close/>
                  <a:moveTo>
                    <a:pt x="759" y="1"/>
                  </a:moveTo>
                  <a:cubicBezTo>
                    <a:pt x="336" y="1"/>
                    <a:pt x="1" y="337"/>
                    <a:pt x="1" y="759"/>
                  </a:cubicBezTo>
                  <a:lnTo>
                    <a:pt x="1" y="1663"/>
                  </a:lnTo>
                  <a:cubicBezTo>
                    <a:pt x="1" y="2087"/>
                    <a:pt x="336" y="2422"/>
                    <a:pt x="759" y="2422"/>
                  </a:cubicBezTo>
                  <a:lnTo>
                    <a:pt x="1532" y="2422"/>
                  </a:lnTo>
                  <a:cubicBezTo>
                    <a:pt x="1940" y="2422"/>
                    <a:pt x="2276" y="2087"/>
                    <a:pt x="2276" y="1663"/>
                  </a:cubicBezTo>
                  <a:lnTo>
                    <a:pt x="2276" y="759"/>
                  </a:lnTo>
                  <a:cubicBezTo>
                    <a:pt x="2276" y="337"/>
                    <a:pt x="1940" y="1"/>
                    <a:pt x="15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9"/>
            <p:cNvSpPr/>
            <p:nvPr/>
          </p:nvSpPr>
          <p:spPr>
            <a:xfrm>
              <a:off x="7176088" y="3638175"/>
              <a:ext cx="56900" cy="60550"/>
            </a:xfrm>
            <a:custGeom>
              <a:avLst/>
              <a:gdLst/>
              <a:ahLst/>
              <a:cxnLst/>
              <a:rect l="l" t="t" r="r" b="b"/>
              <a:pathLst>
                <a:path w="2276" h="2422" extrusionOk="0">
                  <a:moveTo>
                    <a:pt x="1517" y="424"/>
                  </a:moveTo>
                  <a:cubicBezTo>
                    <a:pt x="1706" y="424"/>
                    <a:pt x="1838" y="570"/>
                    <a:pt x="1838" y="759"/>
                  </a:cubicBezTo>
                  <a:lnTo>
                    <a:pt x="1838" y="1663"/>
                  </a:lnTo>
                  <a:cubicBezTo>
                    <a:pt x="1838" y="1838"/>
                    <a:pt x="1706" y="1984"/>
                    <a:pt x="1517" y="1984"/>
                  </a:cubicBezTo>
                  <a:lnTo>
                    <a:pt x="759" y="1984"/>
                  </a:lnTo>
                  <a:cubicBezTo>
                    <a:pt x="584" y="1984"/>
                    <a:pt x="438" y="1838"/>
                    <a:pt x="438" y="1663"/>
                  </a:cubicBezTo>
                  <a:lnTo>
                    <a:pt x="438" y="759"/>
                  </a:lnTo>
                  <a:cubicBezTo>
                    <a:pt x="438" y="570"/>
                    <a:pt x="584" y="424"/>
                    <a:pt x="759" y="424"/>
                  </a:cubicBezTo>
                  <a:close/>
                  <a:moveTo>
                    <a:pt x="759" y="1"/>
                  </a:moveTo>
                  <a:cubicBezTo>
                    <a:pt x="335" y="1"/>
                    <a:pt x="0" y="337"/>
                    <a:pt x="0" y="759"/>
                  </a:cubicBezTo>
                  <a:lnTo>
                    <a:pt x="0" y="1663"/>
                  </a:lnTo>
                  <a:cubicBezTo>
                    <a:pt x="0" y="2087"/>
                    <a:pt x="335" y="2422"/>
                    <a:pt x="759" y="2422"/>
                  </a:cubicBezTo>
                  <a:lnTo>
                    <a:pt x="1517" y="2422"/>
                  </a:lnTo>
                  <a:cubicBezTo>
                    <a:pt x="1940" y="2422"/>
                    <a:pt x="2276" y="2087"/>
                    <a:pt x="2276" y="1663"/>
                  </a:cubicBezTo>
                  <a:lnTo>
                    <a:pt x="2276" y="759"/>
                  </a:lnTo>
                  <a:cubicBezTo>
                    <a:pt x="2276" y="337"/>
                    <a:pt x="1940" y="1"/>
                    <a:pt x="1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/>
            <p:cNvSpPr/>
            <p:nvPr/>
          </p:nvSpPr>
          <p:spPr>
            <a:xfrm>
              <a:off x="7246113" y="3638175"/>
              <a:ext cx="56900" cy="60550"/>
            </a:xfrm>
            <a:custGeom>
              <a:avLst/>
              <a:gdLst/>
              <a:ahLst/>
              <a:cxnLst/>
              <a:rect l="l" t="t" r="r" b="b"/>
              <a:pathLst>
                <a:path w="2276" h="2422" extrusionOk="0">
                  <a:moveTo>
                    <a:pt x="1517" y="424"/>
                  </a:moveTo>
                  <a:cubicBezTo>
                    <a:pt x="1692" y="424"/>
                    <a:pt x="1838" y="570"/>
                    <a:pt x="1838" y="759"/>
                  </a:cubicBezTo>
                  <a:lnTo>
                    <a:pt x="1838" y="1663"/>
                  </a:lnTo>
                  <a:cubicBezTo>
                    <a:pt x="1838" y="1838"/>
                    <a:pt x="1692" y="1984"/>
                    <a:pt x="1517" y="1984"/>
                  </a:cubicBezTo>
                  <a:lnTo>
                    <a:pt x="759" y="1984"/>
                  </a:lnTo>
                  <a:cubicBezTo>
                    <a:pt x="568" y="1984"/>
                    <a:pt x="422" y="1838"/>
                    <a:pt x="422" y="1663"/>
                  </a:cubicBezTo>
                  <a:lnTo>
                    <a:pt x="422" y="759"/>
                  </a:lnTo>
                  <a:cubicBezTo>
                    <a:pt x="422" y="570"/>
                    <a:pt x="568" y="424"/>
                    <a:pt x="759" y="424"/>
                  </a:cubicBezTo>
                  <a:close/>
                  <a:moveTo>
                    <a:pt x="759" y="1"/>
                  </a:moveTo>
                  <a:cubicBezTo>
                    <a:pt x="335" y="1"/>
                    <a:pt x="0" y="337"/>
                    <a:pt x="0" y="759"/>
                  </a:cubicBezTo>
                  <a:lnTo>
                    <a:pt x="0" y="1663"/>
                  </a:lnTo>
                  <a:cubicBezTo>
                    <a:pt x="0" y="2087"/>
                    <a:pt x="335" y="2422"/>
                    <a:pt x="759" y="2422"/>
                  </a:cubicBezTo>
                  <a:lnTo>
                    <a:pt x="1517" y="2422"/>
                  </a:lnTo>
                  <a:cubicBezTo>
                    <a:pt x="1939" y="2422"/>
                    <a:pt x="2276" y="2087"/>
                    <a:pt x="2276" y="1663"/>
                  </a:cubicBezTo>
                  <a:lnTo>
                    <a:pt x="2276" y="759"/>
                  </a:lnTo>
                  <a:cubicBezTo>
                    <a:pt x="2276" y="337"/>
                    <a:pt x="1939" y="1"/>
                    <a:pt x="1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9"/>
            <p:cNvSpPr/>
            <p:nvPr/>
          </p:nvSpPr>
          <p:spPr>
            <a:xfrm>
              <a:off x="7106063" y="3713300"/>
              <a:ext cx="56925" cy="60925"/>
            </a:xfrm>
            <a:custGeom>
              <a:avLst/>
              <a:gdLst/>
              <a:ahLst/>
              <a:cxnLst/>
              <a:rect l="l" t="t" r="r" b="b"/>
              <a:pathLst>
                <a:path w="2277" h="2437" extrusionOk="0">
                  <a:moveTo>
                    <a:pt x="1532" y="438"/>
                  </a:moveTo>
                  <a:cubicBezTo>
                    <a:pt x="1707" y="438"/>
                    <a:pt x="1853" y="584"/>
                    <a:pt x="1853" y="759"/>
                  </a:cubicBezTo>
                  <a:lnTo>
                    <a:pt x="1853" y="1678"/>
                  </a:lnTo>
                  <a:cubicBezTo>
                    <a:pt x="1853" y="1854"/>
                    <a:pt x="1707" y="1999"/>
                    <a:pt x="1532" y="1999"/>
                  </a:cubicBezTo>
                  <a:lnTo>
                    <a:pt x="759" y="1999"/>
                  </a:lnTo>
                  <a:cubicBezTo>
                    <a:pt x="584" y="1999"/>
                    <a:pt x="438" y="1854"/>
                    <a:pt x="438" y="1678"/>
                  </a:cubicBezTo>
                  <a:lnTo>
                    <a:pt x="438" y="759"/>
                  </a:lnTo>
                  <a:cubicBezTo>
                    <a:pt x="438" y="584"/>
                    <a:pt x="584" y="438"/>
                    <a:pt x="759" y="438"/>
                  </a:cubicBezTo>
                  <a:close/>
                  <a:moveTo>
                    <a:pt x="759" y="0"/>
                  </a:moveTo>
                  <a:cubicBezTo>
                    <a:pt x="336" y="0"/>
                    <a:pt x="1" y="336"/>
                    <a:pt x="1" y="759"/>
                  </a:cubicBezTo>
                  <a:lnTo>
                    <a:pt x="1" y="1678"/>
                  </a:lnTo>
                  <a:cubicBezTo>
                    <a:pt x="1" y="2087"/>
                    <a:pt x="336" y="2437"/>
                    <a:pt x="759" y="2437"/>
                  </a:cubicBezTo>
                  <a:lnTo>
                    <a:pt x="1532" y="2437"/>
                  </a:lnTo>
                  <a:cubicBezTo>
                    <a:pt x="1940" y="2437"/>
                    <a:pt x="2276" y="2087"/>
                    <a:pt x="2276" y="1678"/>
                  </a:cubicBezTo>
                  <a:lnTo>
                    <a:pt x="2276" y="759"/>
                  </a:lnTo>
                  <a:cubicBezTo>
                    <a:pt x="2276" y="336"/>
                    <a:pt x="1940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9"/>
            <p:cNvSpPr/>
            <p:nvPr/>
          </p:nvSpPr>
          <p:spPr>
            <a:xfrm>
              <a:off x="7176088" y="3713300"/>
              <a:ext cx="56900" cy="60925"/>
            </a:xfrm>
            <a:custGeom>
              <a:avLst/>
              <a:gdLst/>
              <a:ahLst/>
              <a:cxnLst/>
              <a:rect l="l" t="t" r="r" b="b"/>
              <a:pathLst>
                <a:path w="2276" h="2437" extrusionOk="0">
                  <a:moveTo>
                    <a:pt x="1517" y="438"/>
                  </a:moveTo>
                  <a:cubicBezTo>
                    <a:pt x="1706" y="438"/>
                    <a:pt x="1838" y="584"/>
                    <a:pt x="1838" y="759"/>
                  </a:cubicBezTo>
                  <a:lnTo>
                    <a:pt x="1838" y="1678"/>
                  </a:lnTo>
                  <a:cubicBezTo>
                    <a:pt x="1838" y="1854"/>
                    <a:pt x="1706" y="1999"/>
                    <a:pt x="1517" y="1999"/>
                  </a:cubicBezTo>
                  <a:lnTo>
                    <a:pt x="759" y="1999"/>
                  </a:lnTo>
                  <a:cubicBezTo>
                    <a:pt x="584" y="1999"/>
                    <a:pt x="438" y="1854"/>
                    <a:pt x="438" y="1678"/>
                  </a:cubicBezTo>
                  <a:lnTo>
                    <a:pt x="438" y="759"/>
                  </a:lnTo>
                  <a:cubicBezTo>
                    <a:pt x="438" y="584"/>
                    <a:pt x="584" y="438"/>
                    <a:pt x="759" y="438"/>
                  </a:cubicBezTo>
                  <a:close/>
                  <a:moveTo>
                    <a:pt x="759" y="0"/>
                  </a:moveTo>
                  <a:cubicBezTo>
                    <a:pt x="335" y="0"/>
                    <a:pt x="0" y="336"/>
                    <a:pt x="0" y="759"/>
                  </a:cubicBezTo>
                  <a:lnTo>
                    <a:pt x="0" y="1678"/>
                  </a:lnTo>
                  <a:cubicBezTo>
                    <a:pt x="0" y="2087"/>
                    <a:pt x="335" y="2437"/>
                    <a:pt x="759" y="2437"/>
                  </a:cubicBezTo>
                  <a:lnTo>
                    <a:pt x="1517" y="2437"/>
                  </a:lnTo>
                  <a:cubicBezTo>
                    <a:pt x="1940" y="2437"/>
                    <a:pt x="2276" y="2087"/>
                    <a:pt x="2276" y="1678"/>
                  </a:cubicBezTo>
                  <a:lnTo>
                    <a:pt x="2276" y="759"/>
                  </a:lnTo>
                  <a:cubicBezTo>
                    <a:pt x="2276" y="336"/>
                    <a:pt x="1940" y="0"/>
                    <a:pt x="15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9"/>
            <p:cNvSpPr/>
            <p:nvPr/>
          </p:nvSpPr>
          <p:spPr>
            <a:xfrm>
              <a:off x="7246113" y="3713300"/>
              <a:ext cx="56900" cy="60925"/>
            </a:xfrm>
            <a:custGeom>
              <a:avLst/>
              <a:gdLst/>
              <a:ahLst/>
              <a:cxnLst/>
              <a:rect l="l" t="t" r="r" b="b"/>
              <a:pathLst>
                <a:path w="2276" h="2437" extrusionOk="0">
                  <a:moveTo>
                    <a:pt x="1517" y="438"/>
                  </a:moveTo>
                  <a:cubicBezTo>
                    <a:pt x="1692" y="438"/>
                    <a:pt x="1838" y="584"/>
                    <a:pt x="1838" y="759"/>
                  </a:cubicBezTo>
                  <a:lnTo>
                    <a:pt x="1838" y="1678"/>
                  </a:lnTo>
                  <a:cubicBezTo>
                    <a:pt x="1838" y="1854"/>
                    <a:pt x="1692" y="1999"/>
                    <a:pt x="1517" y="1999"/>
                  </a:cubicBezTo>
                  <a:lnTo>
                    <a:pt x="759" y="1999"/>
                  </a:lnTo>
                  <a:cubicBezTo>
                    <a:pt x="568" y="1999"/>
                    <a:pt x="422" y="1854"/>
                    <a:pt x="422" y="1678"/>
                  </a:cubicBezTo>
                  <a:lnTo>
                    <a:pt x="422" y="759"/>
                  </a:lnTo>
                  <a:cubicBezTo>
                    <a:pt x="422" y="584"/>
                    <a:pt x="568" y="438"/>
                    <a:pt x="759" y="438"/>
                  </a:cubicBezTo>
                  <a:close/>
                  <a:moveTo>
                    <a:pt x="759" y="0"/>
                  </a:moveTo>
                  <a:cubicBezTo>
                    <a:pt x="335" y="0"/>
                    <a:pt x="0" y="336"/>
                    <a:pt x="0" y="759"/>
                  </a:cubicBezTo>
                  <a:lnTo>
                    <a:pt x="0" y="1678"/>
                  </a:lnTo>
                  <a:cubicBezTo>
                    <a:pt x="0" y="2087"/>
                    <a:pt x="335" y="2437"/>
                    <a:pt x="759" y="2437"/>
                  </a:cubicBezTo>
                  <a:lnTo>
                    <a:pt x="1517" y="2437"/>
                  </a:lnTo>
                  <a:cubicBezTo>
                    <a:pt x="1939" y="2437"/>
                    <a:pt x="2276" y="2087"/>
                    <a:pt x="2276" y="1678"/>
                  </a:cubicBezTo>
                  <a:lnTo>
                    <a:pt x="2276" y="759"/>
                  </a:lnTo>
                  <a:cubicBezTo>
                    <a:pt x="2276" y="336"/>
                    <a:pt x="1939" y="0"/>
                    <a:pt x="15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9"/>
            <p:cNvSpPr/>
            <p:nvPr/>
          </p:nvSpPr>
          <p:spPr>
            <a:xfrm>
              <a:off x="7027663" y="3537900"/>
              <a:ext cx="353750" cy="370875"/>
            </a:xfrm>
            <a:custGeom>
              <a:avLst/>
              <a:gdLst/>
              <a:ahLst/>
              <a:cxnLst/>
              <a:rect l="l" t="t" r="r" b="b"/>
              <a:pathLst>
                <a:path w="14150" h="14835" extrusionOk="0">
                  <a:moveTo>
                    <a:pt x="3938" y="1255"/>
                  </a:moveTo>
                  <a:lnTo>
                    <a:pt x="3938" y="1693"/>
                  </a:lnTo>
                  <a:lnTo>
                    <a:pt x="2787" y="1693"/>
                  </a:lnTo>
                  <a:lnTo>
                    <a:pt x="2787" y="1255"/>
                  </a:lnTo>
                  <a:close/>
                  <a:moveTo>
                    <a:pt x="5280" y="1255"/>
                  </a:moveTo>
                  <a:cubicBezTo>
                    <a:pt x="5222" y="1401"/>
                    <a:pt x="5193" y="1547"/>
                    <a:pt x="5179" y="1693"/>
                  </a:cubicBezTo>
                  <a:lnTo>
                    <a:pt x="4376" y="1693"/>
                  </a:lnTo>
                  <a:lnTo>
                    <a:pt x="4376" y="1255"/>
                  </a:lnTo>
                  <a:close/>
                  <a:moveTo>
                    <a:pt x="9773" y="1255"/>
                  </a:moveTo>
                  <a:lnTo>
                    <a:pt x="9773" y="1693"/>
                  </a:lnTo>
                  <a:lnTo>
                    <a:pt x="8971" y="1693"/>
                  </a:lnTo>
                  <a:cubicBezTo>
                    <a:pt x="8956" y="1547"/>
                    <a:pt x="8927" y="1401"/>
                    <a:pt x="8869" y="1255"/>
                  </a:cubicBezTo>
                  <a:close/>
                  <a:moveTo>
                    <a:pt x="11364" y="1255"/>
                  </a:moveTo>
                  <a:lnTo>
                    <a:pt x="11364" y="1693"/>
                  </a:lnTo>
                  <a:lnTo>
                    <a:pt x="10211" y="1693"/>
                  </a:lnTo>
                  <a:lnTo>
                    <a:pt x="10211" y="1255"/>
                  </a:lnTo>
                  <a:close/>
                  <a:moveTo>
                    <a:pt x="12297" y="2130"/>
                  </a:moveTo>
                  <a:cubicBezTo>
                    <a:pt x="12472" y="2130"/>
                    <a:pt x="12632" y="2290"/>
                    <a:pt x="12632" y="2465"/>
                  </a:cubicBezTo>
                  <a:cubicBezTo>
                    <a:pt x="12632" y="2553"/>
                    <a:pt x="12589" y="2640"/>
                    <a:pt x="12531" y="2699"/>
                  </a:cubicBezTo>
                  <a:cubicBezTo>
                    <a:pt x="12472" y="2772"/>
                    <a:pt x="12385" y="2801"/>
                    <a:pt x="12297" y="2801"/>
                  </a:cubicBezTo>
                  <a:lnTo>
                    <a:pt x="8767" y="2801"/>
                  </a:lnTo>
                  <a:cubicBezTo>
                    <a:pt x="8869" y="2597"/>
                    <a:pt x="8942" y="2378"/>
                    <a:pt x="8971" y="2130"/>
                  </a:cubicBezTo>
                  <a:close/>
                  <a:moveTo>
                    <a:pt x="7075" y="438"/>
                  </a:moveTo>
                  <a:cubicBezTo>
                    <a:pt x="7892" y="438"/>
                    <a:pt x="8548" y="1094"/>
                    <a:pt x="8548" y="1911"/>
                  </a:cubicBezTo>
                  <a:cubicBezTo>
                    <a:pt x="8548" y="2728"/>
                    <a:pt x="7892" y="3385"/>
                    <a:pt x="7075" y="3385"/>
                  </a:cubicBezTo>
                  <a:cubicBezTo>
                    <a:pt x="6258" y="3385"/>
                    <a:pt x="5601" y="2728"/>
                    <a:pt x="5601" y="1911"/>
                  </a:cubicBezTo>
                  <a:cubicBezTo>
                    <a:pt x="5601" y="1094"/>
                    <a:pt x="6258" y="438"/>
                    <a:pt x="7075" y="438"/>
                  </a:cubicBezTo>
                  <a:close/>
                  <a:moveTo>
                    <a:pt x="2246" y="9045"/>
                  </a:moveTo>
                  <a:cubicBezTo>
                    <a:pt x="2641" y="9045"/>
                    <a:pt x="2976" y="9365"/>
                    <a:pt x="2976" y="9759"/>
                  </a:cubicBezTo>
                  <a:lnTo>
                    <a:pt x="2976" y="9846"/>
                  </a:lnTo>
                  <a:cubicBezTo>
                    <a:pt x="2976" y="9963"/>
                    <a:pt x="3063" y="10066"/>
                    <a:pt x="3195" y="10066"/>
                  </a:cubicBezTo>
                  <a:lnTo>
                    <a:pt x="3341" y="10066"/>
                  </a:lnTo>
                  <a:cubicBezTo>
                    <a:pt x="3734" y="10066"/>
                    <a:pt x="4055" y="10387"/>
                    <a:pt x="4055" y="10780"/>
                  </a:cubicBezTo>
                  <a:cubicBezTo>
                    <a:pt x="4055" y="11174"/>
                    <a:pt x="3734" y="11509"/>
                    <a:pt x="3341" y="11509"/>
                  </a:cubicBezTo>
                  <a:lnTo>
                    <a:pt x="1153" y="11509"/>
                  </a:lnTo>
                  <a:cubicBezTo>
                    <a:pt x="759" y="11509"/>
                    <a:pt x="438" y="11174"/>
                    <a:pt x="438" y="10780"/>
                  </a:cubicBezTo>
                  <a:cubicBezTo>
                    <a:pt x="438" y="10387"/>
                    <a:pt x="759" y="10066"/>
                    <a:pt x="1153" y="10066"/>
                  </a:cubicBezTo>
                  <a:lnTo>
                    <a:pt x="1313" y="10066"/>
                  </a:lnTo>
                  <a:cubicBezTo>
                    <a:pt x="1430" y="10066"/>
                    <a:pt x="1532" y="9963"/>
                    <a:pt x="1532" y="9846"/>
                  </a:cubicBezTo>
                  <a:lnTo>
                    <a:pt x="1532" y="9759"/>
                  </a:lnTo>
                  <a:cubicBezTo>
                    <a:pt x="1532" y="9365"/>
                    <a:pt x="1853" y="9045"/>
                    <a:pt x="2246" y="9045"/>
                  </a:cubicBezTo>
                  <a:close/>
                  <a:moveTo>
                    <a:pt x="2466" y="11933"/>
                  </a:moveTo>
                  <a:lnTo>
                    <a:pt x="2466" y="13230"/>
                  </a:lnTo>
                  <a:lnTo>
                    <a:pt x="2028" y="13230"/>
                  </a:lnTo>
                  <a:lnTo>
                    <a:pt x="2028" y="11933"/>
                  </a:lnTo>
                  <a:close/>
                  <a:moveTo>
                    <a:pt x="6856" y="10488"/>
                  </a:moveTo>
                  <a:lnTo>
                    <a:pt x="6856" y="13230"/>
                  </a:lnTo>
                  <a:lnTo>
                    <a:pt x="5412" y="13230"/>
                  </a:lnTo>
                  <a:lnTo>
                    <a:pt x="5412" y="10809"/>
                  </a:lnTo>
                  <a:cubicBezTo>
                    <a:pt x="5412" y="10634"/>
                    <a:pt x="5558" y="10488"/>
                    <a:pt x="5747" y="10488"/>
                  </a:cubicBezTo>
                  <a:close/>
                  <a:moveTo>
                    <a:pt x="8417" y="10488"/>
                  </a:moveTo>
                  <a:cubicBezTo>
                    <a:pt x="8592" y="10488"/>
                    <a:pt x="8738" y="10634"/>
                    <a:pt x="8738" y="10809"/>
                  </a:cubicBezTo>
                  <a:lnTo>
                    <a:pt x="8738" y="13230"/>
                  </a:lnTo>
                  <a:lnTo>
                    <a:pt x="7293" y="13230"/>
                  </a:lnTo>
                  <a:lnTo>
                    <a:pt x="7293" y="10488"/>
                  </a:lnTo>
                  <a:close/>
                  <a:moveTo>
                    <a:pt x="5179" y="2130"/>
                  </a:moveTo>
                  <a:cubicBezTo>
                    <a:pt x="5208" y="2378"/>
                    <a:pt x="5280" y="2597"/>
                    <a:pt x="5383" y="2801"/>
                  </a:cubicBezTo>
                  <a:lnTo>
                    <a:pt x="4420" y="2801"/>
                  </a:lnTo>
                  <a:cubicBezTo>
                    <a:pt x="4304" y="2801"/>
                    <a:pt x="4201" y="2903"/>
                    <a:pt x="4201" y="3020"/>
                  </a:cubicBezTo>
                  <a:cubicBezTo>
                    <a:pt x="4201" y="3136"/>
                    <a:pt x="4304" y="3239"/>
                    <a:pt x="4420" y="3239"/>
                  </a:cubicBezTo>
                  <a:lnTo>
                    <a:pt x="5704" y="3239"/>
                  </a:lnTo>
                  <a:cubicBezTo>
                    <a:pt x="6054" y="3589"/>
                    <a:pt x="6535" y="3823"/>
                    <a:pt x="7075" y="3823"/>
                  </a:cubicBezTo>
                  <a:cubicBezTo>
                    <a:pt x="7614" y="3823"/>
                    <a:pt x="8096" y="3589"/>
                    <a:pt x="8446" y="3239"/>
                  </a:cubicBezTo>
                  <a:lnTo>
                    <a:pt x="11685" y="3239"/>
                  </a:lnTo>
                  <a:lnTo>
                    <a:pt x="11685" y="8621"/>
                  </a:lnTo>
                  <a:cubicBezTo>
                    <a:pt x="11465" y="8665"/>
                    <a:pt x="11247" y="8782"/>
                    <a:pt x="11086" y="8942"/>
                  </a:cubicBezTo>
                  <a:cubicBezTo>
                    <a:pt x="10897" y="9132"/>
                    <a:pt x="10780" y="9365"/>
                    <a:pt x="10751" y="9628"/>
                  </a:cubicBezTo>
                  <a:cubicBezTo>
                    <a:pt x="10138" y="9657"/>
                    <a:pt x="9656" y="10167"/>
                    <a:pt x="9656" y="10780"/>
                  </a:cubicBezTo>
                  <a:cubicBezTo>
                    <a:pt x="9656" y="11028"/>
                    <a:pt x="9730" y="11247"/>
                    <a:pt x="9861" y="11451"/>
                  </a:cubicBezTo>
                  <a:cubicBezTo>
                    <a:pt x="9906" y="11504"/>
                    <a:pt x="9972" y="11536"/>
                    <a:pt x="10040" y="11536"/>
                  </a:cubicBezTo>
                  <a:cubicBezTo>
                    <a:pt x="10084" y="11536"/>
                    <a:pt x="10128" y="11523"/>
                    <a:pt x="10168" y="11495"/>
                  </a:cubicBezTo>
                  <a:cubicBezTo>
                    <a:pt x="10269" y="11437"/>
                    <a:pt x="10298" y="11291"/>
                    <a:pt x="10226" y="11203"/>
                  </a:cubicBezTo>
                  <a:cubicBezTo>
                    <a:pt x="10138" y="11071"/>
                    <a:pt x="10094" y="10926"/>
                    <a:pt x="10094" y="10780"/>
                  </a:cubicBezTo>
                  <a:cubicBezTo>
                    <a:pt x="10094" y="10387"/>
                    <a:pt x="10415" y="10066"/>
                    <a:pt x="10809" y="10066"/>
                  </a:cubicBezTo>
                  <a:lnTo>
                    <a:pt x="10969" y="10066"/>
                  </a:lnTo>
                  <a:cubicBezTo>
                    <a:pt x="11086" y="10066"/>
                    <a:pt x="11173" y="9963"/>
                    <a:pt x="11173" y="9846"/>
                  </a:cubicBezTo>
                  <a:lnTo>
                    <a:pt x="11173" y="9759"/>
                  </a:lnTo>
                  <a:cubicBezTo>
                    <a:pt x="11173" y="9570"/>
                    <a:pt x="11261" y="9379"/>
                    <a:pt x="11393" y="9249"/>
                  </a:cubicBezTo>
                  <a:cubicBezTo>
                    <a:pt x="11524" y="9117"/>
                    <a:pt x="11714" y="9045"/>
                    <a:pt x="11903" y="9045"/>
                  </a:cubicBezTo>
                  <a:cubicBezTo>
                    <a:pt x="12297" y="9045"/>
                    <a:pt x="12618" y="9365"/>
                    <a:pt x="12618" y="9759"/>
                  </a:cubicBezTo>
                  <a:lnTo>
                    <a:pt x="12618" y="9846"/>
                  </a:lnTo>
                  <a:cubicBezTo>
                    <a:pt x="12618" y="9963"/>
                    <a:pt x="12720" y="10066"/>
                    <a:pt x="12836" y="10066"/>
                  </a:cubicBezTo>
                  <a:lnTo>
                    <a:pt x="12997" y="10066"/>
                  </a:lnTo>
                  <a:cubicBezTo>
                    <a:pt x="13186" y="10066"/>
                    <a:pt x="13361" y="10138"/>
                    <a:pt x="13507" y="10270"/>
                  </a:cubicBezTo>
                  <a:cubicBezTo>
                    <a:pt x="13639" y="10401"/>
                    <a:pt x="13712" y="10591"/>
                    <a:pt x="13712" y="10780"/>
                  </a:cubicBezTo>
                  <a:cubicBezTo>
                    <a:pt x="13712" y="11174"/>
                    <a:pt x="13391" y="11509"/>
                    <a:pt x="12997" y="11509"/>
                  </a:cubicBezTo>
                  <a:lnTo>
                    <a:pt x="10809" y="11509"/>
                  </a:lnTo>
                  <a:cubicBezTo>
                    <a:pt x="10693" y="11509"/>
                    <a:pt x="10590" y="11597"/>
                    <a:pt x="10590" y="11713"/>
                  </a:cubicBezTo>
                  <a:cubicBezTo>
                    <a:pt x="10590" y="11845"/>
                    <a:pt x="10693" y="11933"/>
                    <a:pt x="10809" y="11933"/>
                  </a:cubicBezTo>
                  <a:lnTo>
                    <a:pt x="11247" y="11933"/>
                  </a:lnTo>
                  <a:lnTo>
                    <a:pt x="11247" y="13230"/>
                  </a:lnTo>
                  <a:lnTo>
                    <a:pt x="9160" y="13230"/>
                  </a:lnTo>
                  <a:lnTo>
                    <a:pt x="9160" y="10809"/>
                  </a:lnTo>
                  <a:cubicBezTo>
                    <a:pt x="9160" y="10387"/>
                    <a:pt x="8826" y="10050"/>
                    <a:pt x="8417" y="10050"/>
                  </a:cubicBezTo>
                  <a:lnTo>
                    <a:pt x="5747" y="10050"/>
                  </a:lnTo>
                  <a:cubicBezTo>
                    <a:pt x="5325" y="10050"/>
                    <a:pt x="4989" y="10387"/>
                    <a:pt x="4989" y="10809"/>
                  </a:cubicBezTo>
                  <a:lnTo>
                    <a:pt x="4989" y="13230"/>
                  </a:lnTo>
                  <a:lnTo>
                    <a:pt x="2903" y="13230"/>
                  </a:lnTo>
                  <a:lnTo>
                    <a:pt x="2903" y="11933"/>
                  </a:lnTo>
                  <a:lnTo>
                    <a:pt x="3341" y="11933"/>
                  </a:lnTo>
                  <a:cubicBezTo>
                    <a:pt x="3983" y="11933"/>
                    <a:pt x="4493" y="11422"/>
                    <a:pt x="4493" y="10780"/>
                  </a:cubicBezTo>
                  <a:cubicBezTo>
                    <a:pt x="4493" y="10167"/>
                    <a:pt x="4012" y="9657"/>
                    <a:pt x="3399" y="9628"/>
                  </a:cubicBezTo>
                  <a:cubicBezTo>
                    <a:pt x="3341" y="9117"/>
                    <a:pt x="2962" y="8724"/>
                    <a:pt x="2466" y="8621"/>
                  </a:cubicBezTo>
                  <a:lnTo>
                    <a:pt x="2466" y="3239"/>
                  </a:lnTo>
                  <a:lnTo>
                    <a:pt x="3559" y="3239"/>
                  </a:lnTo>
                  <a:cubicBezTo>
                    <a:pt x="3676" y="3239"/>
                    <a:pt x="3779" y="3136"/>
                    <a:pt x="3779" y="3020"/>
                  </a:cubicBezTo>
                  <a:cubicBezTo>
                    <a:pt x="3779" y="2903"/>
                    <a:pt x="3676" y="2801"/>
                    <a:pt x="3559" y="2801"/>
                  </a:cubicBezTo>
                  <a:lnTo>
                    <a:pt x="1853" y="2801"/>
                  </a:lnTo>
                  <a:cubicBezTo>
                    <a:pt x="1678" y="2801"/>
                    <a:pt x="1532" y="2656"/>
                    <a:pt x="1532" y="2465"/>
                  </a:cubicBezTo>
                  <a:cubicBezTo>
                    <a:pt x="1532" y="2378"/>
                    <a:pt x="1561" y="2290"/>
                    <a:pt x="1620" y="2232"/>
                  </a:cubicBezTo>
                  <a:cubicBezTo>
                    <a:pt x="1692" y="2174"/>
                    <a:pt x="1766" y="2130"/>
                    <a:pt x="1853" y="2130"/>
                  </a:cubicBezTo>
                  <a:close/>
                  <a:moveTo>
                    <a:pt x="12122" y="11933"/>
                  </a:moveTo>
                  <a:lnTo>
                    <a:pt x="12122" y="13230"/>
                  </a:lnTo>
                  <a:lnTo>
                    <a:pt x="11685" y="13230"/>
                  </a:lnTo>
                  <a:lnTo>
                    <a:pt x="11685" y="11933"/>
                  </a:lnTo>
                  <a:close/>
                  <a:moveTo>
                    <a:pt x="12793" y="13668"/>
                  </a:moveTo>
                  <a:cubicBezTo>
                    <a:pt x="12997" y="13668"/>
                    <a:pt x="13157" y="13829"/>
                    <a:pt x="13157" y="14033"/>
                  </a:cubicBezTo>
                  <a:cubicBezTo>
                    <a:pt x="13157" y="14237"/>
                    <a:pt x="12997" y="14397"/>
                    <a:pt x="12793" y="14397"/>
                  </a:cubicBezTo>
                  <a:lnTo>
                    <a:pt x="1357" y="14397"/>
                  </a:lnTo>
                  <a:cubicBezTo>
                    <a:pt x="1153" y="14397"/>
                    <a:pt x="992" y="14237"/>
                    <a:pt x="992" y="14033"/>
                  </a:cubicBezTo>
                  <a:cubicBezTo>
                    <a:pt x="992" y="13829"/>
                    <a:pt x="1153" y="13668"/>
                    <a:pt x="1357" y="13668"/>
                  </a:cubicBezTo>
                  <a:close/>
                  <a:moveTo>
                    <a:pt x="7075" y="1"/>
                  </a:moveTo>
                  <a:cubicBezTo>
                    <a:pt x="6418" y="1"/>
                    <a:pt x="5850" y="322"/>
                    <a:pt x="5500" y="818"/>
                  </a:cubicBezTo>
                  <a:lnTo>
                    <a:pt x="1853" y="818"/>
                  </a:lnTo>
                  <a:cubicBezTo>
                    <a:pt x="1736" y="818"/>
                    <a:pt x="1649" y="919"/>
                    <a:pt x="1649" y="1036"/>
                  </a:cubicBezTo>
                  <a:cubicBezTo>
                    <a:pt x="1649" y="1153"/>
                    <a:pt x="1736" y="1255"/>
                    <a:pt x="1853" y="1255"/>
                  </a:cubicBezTo>
                  <a:lnTo>
                    <a:pt x="2349" y="1255"/>
                  </a:lnTo>
                  <a:lnTo>
                    <a:pt x="2349" y="1693"/>
                  </a:lnTo>
                  <a:lnTo>
                    <a:pt x="1853" y="1693"/>
                  </a:lnTo>
                  <a:cubicBezTo>
                    <a:pt x="1649" y="1693"/>
                    <a:pt x="1459" y="1780"/>
                    <a:pt x="1313" y="1926"/>
                  </a:cubicBezTo>
                  <a:cubicBezTo>
                    <a:pt x="1167" y="2072"/>
                    <a:pt x="1095" y="2261"/>
                    <a:pt x="1095" y="2465"/>
                  </a:cubicBezTo>
                  <a:cubicBezTo>
                    <a:pt x="1095" y="2889"/>
                    <a:pt x="1430" y="3239"/>
                    <a:pt x="1853" y="3239"/>
                  </a:cubicBezTo>
                  <a:lnTo>
                    <a:pt x="2028" y="3239"/>
                  </a:lnTo>
                  <a:lnTo>
                    <a:pt x="2028" y="8621"/>
                  </a:lnTo>
                  <a:cubicBezTo>
                    <a:pt x="1546" y="8724"/>
                    <a:pt x="1153" y="9117"/>
                    <a:pt x="1095" y="9628"/>
                  </a:cubicBezTo>
                  <a:cubicBezTo>
                    <a:pt x="482" y="9657"/>
                    <a:pt x="0" y="10167"/>
                    <a:pt x="0" y="10780"/>
                  </a:cubicBezTo>
                  <a:cubicBezTo>
                    <a:pt x="0" y="11422"/>
                    <a:pt x="525" y="11933"/>
                    <a:pt x="1153" y="11933"/>
                  </a:cubicBezTo>
                  <a:lnTo>
                    <a:pt x="1591" y="11933"/>
                  </a:lnTo>
                  <a:lnTo>
                    <a:pt x="1591" y="13230"/>
                  </a:lnTo>
                  <a:lnTo>
                    <a:pt x="1357" y="13230"/>
                  </a:lnTo>
                  <a:cubicBezTo>
                    <a:pt x="920" y="13230"/>
                    <a:pt x="554" y="13596"/>
                    <a:pt x="554" y="14033"/>
                  </a:cubicBezTo>
                  <a:cubicBezTo>
                    <a:pt x="554" y="14485"/>
                    <a:pt x="920" y="14835"/>
                    <a:pt x="1357" y="14835"/>
                  </a:cubicBezTo>
                  <a:lnTo>
                    <a:pt x="12793" y="14835"/>
                  </a:lnTo>
                  <a:cubicBezTo>
                    <a:pt x="13245" y="14835"/>
                    <a:pt x="13595" y="14485"/>
                    <a:pt x="13595" y="14033"/>
                  </a:cubicBezTo>
                  <a:cubicBezTo>
                    <a:pt x="13595" y="13596"/>
                    <a:pt x="13245" y="13230"/>
                    <a:pt x="12793" y="13230"/>
                  </a:cubicBezTo>
                  <a:lnTo>
                    <a:pt x="12560" y="13230"/>
                  </a:lnTo>
                  <a:lnTo>
                    <a:pt x="12560" y="11933"/>
                  </a:lnTo>
                  <a:lnTo>
                    <a:pt x="12997" y="11933"/>
                  </a:lnTo>
                  <a:cubicBezTo>
                    <a:pt x="13624" y="11933"/>
                    <a:pt x="14149" y="11422"/>
                    <a:pt x="14149" y="10780"/>
                  </a:cubicBezTo>
                  <a:cubicBezTo>
                    <a:pt x="14149" y="10474"/>
                    <a:pt x="14032" y="10182"/>
                    <a:pt x="13814" y="9963"/>
                  </a:cubicBezTo>
                  <a:cubicBezTo>
                    <a:pt x="13610" y="9759"/>
                    <a:pt x="13332" y="9642"/>
                    <a:pt x="13056" y="9628"/>
                  </a:cubicBezTo>
                  <a:cubicBezTo>
                    <a:pt x="12997" y="9117"/>
                    <a:pt x="12618" y="8724"/>
                    <a:pt x="12122" y="8621"/>
                  </a:cubicBezTo>
                  <a:lnTo>
                    <a:pt x="12122" y="3239"/>
                  </a:lnTo>
                  <a:lnTo>
                    <a:pt x="12297" y="3239"/>
                  </a:lnTo>
                  <a:cubicBezTo>
                    <a:pt x="12501" y="3239"/>
                    <a:pt x="12690" y="3152"/>
                    <a:pt x="12836" y="3006"/>
                  </a:cubicBezTo>
                  <a:cubicBezTo>
                    <a:pt x="12982" y="2860"/>
                    <a:pt x="13056" y="2670"/>
                    <a:pt x="13056" y="2465"/>
                  </a:cubicBezTo>
                  <a:cubicBezTo>
                    <a:pt x="13056" y="2043"/>
                    <a:pt x="12720" y="1693"/>
                    <a:pt x="12297" y="1693"/>
                  </a:cubicBezTo>
                  <a:lnTo>
                    <a:pt x="11801" y="1693"/>
                  </a:lnTo>
                  <a:lnTo>
                    <a:pt x="11801" y="1255"/>
                  </a:lnTo>
                  <a:lnTo>
                    <a:pt x="12297" y="1255"/>
                  </a:lnTo>
                  <a:cubicBezTo>
                    <a:pt x="12414" y="1255"/>
                    <a:pt x="12515" y="1153"/>
                    <a:pt x="12515" y="1036"/>
                  </a:cubicBezTo>
                  <a:cubicBezTo>
                    <a:pt x="12515" y="919"/>
                    <a:pt x="12414" y="818"/>
                    <a:pt x="12297" y="818"/>
                  </a:cubicBezTo>
                  <a:lnTo>
                    <a:pt x="8651" y="818"/>
                  </a:lnTo>
                  <a:cubicBezTo>
                    <a:pt x="8300" y="322"/>
                    <a:pt x="7731" y="1"/>
                    <a:pt x="70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39"/>
          <p:cNvGrpSpPr/>
          <p:nvPr/>
        </p:nvGrpSpPr>
        <p:grpSpPr>
          <a:xfrm>
            <a:off x="4390573" y="2060369"/>
            <a:ext cx="362850" cy="370875"/>
            <a:chOff x="6270988" y="3537900"/>
            <a:chExt cx="362850" cy="370875"/>
          </a:xfrm>
        </p:grpSpPr>
        <p:sp>
          <p:nvSpPr>
            <p:cNvPr id="498" name="Google Shape;498;p39"/>
            <p:cNvSpPr/>
            <p:nvPr/>
          </p:nvSpPr>
          <p:spPr>
            <a:xfrm>
              <a:off x="6357038" y="3561250"/>
              <a:ext cx="43800" cy="10575"/>
            </a:xfrm>
            <a:custGeom>
              <a:avLst/>
              <a:gdLst/>
              <a:ahLst/>
              <a:cxnLst/>
              <a:rect l="l" t="t" r="r" b="b"/>
              <a:pathLst>
                <a:path w="1752" h="423" extrusionOk="0">
                  <a:moveTo>
                    <a:pt x="219" y="0"/>
                  </a:moveTo>
                  <a:cubicBezTo>
                    <a:pt x="102" y="0"/>
                    <a:pt x="1" y="88"/>
                    <a:pt x="1" y="219"/>
                  </a:cubicBezTo>
                  <a:cubicBezTo>
                    <a:pt x="1" y="335"/>
                    <a:pt x="102" y="423"/>
                    <a:pt x="219" y="423"/>
                  </a:cubicBezTo>
                  <a:lnTo>
                    <a:pt x="1532" y="423"/>
                  </a:lnTo>
                  <a:cubicBezTo>
                    <a:pt x="1648" y="423"/>
                    <a:pt x="1751" y="335"/>
                    <a:pt x="1751" y="219"/>
                  </a:cubicBezTo>
                  <a:cubicBezTo>
                    <a:pt x="1751" y="88"/>
                    <a:pt x="1648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9"/>
            <p:cNvSpPr/>
            <p:nvPr/>
          </p:nvSpPr>
          <p:spPr>
            <a:xfrm>
              <a:off x="6503988" y="3644750"/>
              <a:ext cx="43775" cy="10950"/>
            </a:xfrm>
            <a:custGeom>
              <a:avLst/>
              <a:gdLst/>
              <a:ahLst/>
              <a:cxnLst/>
              <a:rect l="l" t="t" r="r" b="b"/>
              <a:pathLst>
                <a:path w="1751" h="438" extrusionOk="0">
                  <a:moveTo>
                    <a:pt x="220" y="0"/>
                  </a:moveTo>
                  <a:cubicBezTo>
                    <a:pt x="103" y="0"/>
                    <a:pt x="1" y="88"/>
                    <a:pt x="1" y="220"/>
                  </a:cubicBezTo>
                  <a:cubicBezTo>
                    <a:pt x="1" y="336"/>
                    <a:pt x="103" y="438"/>
                    <a:pt x="220" y="438"/>
                  </a:cubicBezTo>
                  <a:lnTo>
                    <a:pt x="1533" y="438"/>
                  </a:lnTo>
                  <a:cubicBezTo>
                    <a:pt x="1649" y="438"/>
                    <a:pt x="1751" y="336"/>
                    <a:pt x="1751" y="220"/>
                  </a:cubicBezTo>
                  <a:cubicBezTo>
                    <a:pt x="1751" y="88"/>
                    <a:pt x="1649" y="0"/>
                    <a:pt x="1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9"/>
            <p:cNvSpPr/>
            <p:nvPr/>
          </p:nvSpPr>
          <p:spPr>
            <a:xfrm>
              <a:off x="6270988" y="3537900"/>
              <a:ext cx="362850" cy="370875"/>
            </a:xfrm>
            <a:custGeom>
              <a:avLst/>
              <a:gdLst/>
              <a:ahLst/>
              <a:cxnLst/>
              <a:rect l="l" t="t" r="r" b="b"/>
              <a:pathLst>
                <a:path w="14514" h="14835" extrusionOk="0">
                  <a:moveTo>
                    <a:pt x="4915" y="6127"/>
                  </a:moveTo>
                  <a:cubicBezTo>
                    <a:pt x="5018" y="6127"/>
                    <a:pt x="5120" y="6186"/>
                    <a:pt x="5178" y="6287"/>
                  </a:cubicBezTo>
                  <a:lnTo>
                    <a:pt x="5324" y="6565"/>
                  </a:lnTo>
                  <a:cubicBezTo>
                    <a:pt x="5368" y="6637"/>
                    <a:pt x="5440" y="6682"/>
                    <a:pt x="5528" y="6682"/>
                  </a:cubicBezTo>
                  <a:cubicBezTo>
                    <a:pt x="5631" y="6674"/>
                    <a:pt x="5735" y="6670"/>
                    <a:pt x="5838" y="6670"/>
                  </a:cubicBezTo>
                  <a:cubicBezTo>
                    <a:pt x="6713" y="6670"/>
                    <a:pt x="7582" y="6946"/>
                    <a:pt x="8299" y="7454"/>
                  </a:cubicBezTo>
                  <a:cubicBezTo>
                    <a:pt x="8548" y="7644"/>
                    <a:pt x="8606" y="7979"/>
                    <a:pt x="8431" y="8242"/>
                  </a:cubicBezTo>
                  <a:cubicBezTo>
                    <a:pt x="8344" y="8358"/>
                    <a:pt x="8227" y="8432"/>
                    <a:pt x="8066" y="8461"/>
                  </a:cubicBezTo>
                  <a:cubicBezTo>
                    <a:pt x="8030" y="8468"/>
                    <a:pt x="7993" y="8472"/>
                    <a:pt x="7957" y="8472"/>
                  </a:cubicBezTo>
                  <a:cubicBezTo>
                    <a:pt x="7849" y="8472"/>
                    <a:pt x="7745" y="8439"/>
                    <a:pt x="7658" y="8374"/>
                  </a:cubicBezTo>
                  <a:cubicBezTo>
                    <a:pt x="7278" y="8096"/>
                    <a:pt x="6856" y="7921"/>
                    <a:pt x="6389" y="7833"/>
                  </a:cubicBezTo>
                  <a:cubicBezTo>
                    <a:pt x="6377" y="7831"/>
                    <a:pt x="6365" y="7830"/>
                    <a:pt x="6353" y="7830"/>
                  </a:cubicBezTo>
                  <a:cubicBezTo>
                    <a:pt x="6288" y="7830"/>
                    <a:pt x="6221" y="7860"/>
                    <a:pt x="6185" y="7921"/>
                  </a:cubicBezTo>
                  <a:cubicBezTo>
                    <a:pt x="6127" y="7979"/>
                    <a:pt x="6127" y="8082"/>
                    <a:pt x="6156" y="8154"/>
                  </a:cubicBezTo>
                  <a:lnTo>
                    <a:pt x="6199" y="8228"/>
                  </a:lnTo>
                  <a:cubicBezTo>
                    <a:pt x="6257" y="8329"/>
                    <a:pt x="6257" y="8446"/>
                    <a:pt x="6185" y="8533"/>
                  </a:cubicBezTo>
                  <a:cubicBezTo>
                    <a:pt x="6127" y="8636"/>
                    <a:pt x="6024" y="8679"/>
                    <a:pt x="5922" y="8679"/>
                  </a:cubicBezTo>
                  <a:lnTo>
                    <a:pt x="3719" y="8607"/>
                  </a:lnTo>
                  <a:cubicBezTo>
                    <a:pt x="3618" y="8592"/>
                    <a:pt x="3515" y="8533"/>
                    <a:pt x="3457" y="8432"/>
                  </a:cubicBezTo>
                  <a:cubicBezTo>
                    <a:pt x="3413" y="8329"/>
                    <a:pt x="3413" y="8228"/>
                    <a:pt x="3472" y="8125"/>
                  </a:cubicBezTo>
                  <a:lnTo>
                    <a:pt x="4639" y="6258"/>
                  </a:lnTo>
                  <a:cubicBezTo>
                    <a:pt x="4697" y="6170"/>
                    <a:pt x="4799" y="6127"/>
                    <a:pt x="4901" y="6127"/>
                  </a:cubicBezTo>
                  <a:close/>
                  <a:moveTo>
                    <a:pt x="6753" y="438"/>
                  </a:moveTo>
                  <a:cubicBezTo>
                    <a:pt x="7556" y="438"/>
                    <a:pt x="8198" y="1080"/>
                    <a:pt x="8198" y="1868"/>
                  </a:cubicBezTo>
                  <a:lnTo>
                    <a:pt x="8198" y="3341"/>
                  </a:lnTo>
                  <a:lnTo>
                    <a:pt x="7702" y="3341"/>
                  </a:lnTo>
                  <a:lnTo>
                    <a:pt x="7702" y="1868"/>
                  </a:lnTo>
                  <a:cubicBezTo>
                    <a:pt x="7702" y="1357"/>
                    <a:pt x="7278" y="934"/>
                    <a:pt x="6753" y="934"/>
                  </a:cubicBezTo>
                  <a:lnTo>
                    <a:pt x="5703" y="934"/>
                  </a:lnTo>
                  <a:cubicBezTo>
                    <a:pt x="5586" y="934"/>
                    <a:pt x="5485" y="1022"/>
                    <a:pt x="5485" y="1153"/>
                  </a:cubicBezTo>
                  <a:lnTo>
                    <a:pt x="5485" y="1284"/>
                  </a:lnTo>
                  <a:cubicBezTo>
                    <a:pt x="5485" y="1415"/>
                    <a:pt x="5368" y="1532"/>
                    <a:pt x="5222" y="1532"/>
                  </a:cubicBezTo>
                  <a:lnTo>
                    <a:pt x="3398" y="1532"/>
                  </a:lnTo>
                  <a:cubicBezTo>
                    <a:pt x="3268" y="1532"/>
                    <a:pt x="3151" y="1415"/>
                    <a:pt x="3151" y="1284"/>
                  </a:cubicBezTo>
                  <a:lnTo>
                    <a:pt x="3151" y="1153"/>
                  </a:lnTo>
                  <a:cubicBezTo>
                    <a:pt x="3151" y="1022"/>
                    <a:pt x="3048" y="934"/>
                    <a:pt x="2932" y="934"/>
                  </a:cubicBezTo>
                  <a:lnTo>
                    <a:pt x="1881" y="934"/>
                  </a:lnTo>
                  <a:cubicBezTo>
                    <a:pt x="1356" y="934"/>
                    <a:pt x="934" y="1357"/>
                    <a:pt x="934" y="1868"/>
                  </a:cubicBezTo>
                  <a:lnTo>
                    <a:pt x="934" y="2860"/>
                  </a:lnTo>
                  <a:cubicBezTo>
                    <a:pt x="934" y="2977"/>
                    <a:pt x="1035" y="3078"/>
                    <a:pt x="1152" y="3078"/>
                  </a:cubicBezTo>
                  <a:cubicBezTo>
                    <a:pt x="1269" y="3078"/>
                    <a:pt x="1371" y="2977"/>
                    <a:pt x="1371" y="2860"/>
                  </a:cubicBezTo>
                  <a:lnTo>
                    <a:pt x="1371" y="1868"/>
                  </a:lnTo>
                  <a:cubicBezTo>
                    <a:pt x="1371" y="1590"/>
                    <a:pt x="1605" y="1357"/>
                    <a:pt x="1881" y="1357"/>
                  </a:cubicBezTo>
                  <a:lnTo>
                    <a:pt x="2713" y="1357"/>
                  </a:lnTo>
                  <a:cubicBezTo>
                    <a:pt x="2757" y="1707"/>
                    <a:pt x="3048" y="1969"/>
                    <a:pt x="3398" y="1969"/>
                  </a:cubicBezTo>
                  <a:lnTo>
                    <a:pt x="5222" y="1969"/>
                  </a:lnTo>
                  <a:cubicBezTo>
                    <a:pt x="5586" y="1969"/>
                    <a:pt x="5878" y="1707"/>
                    <a:pt x="5922" y="1357"/>
                  </a:cubicBezTo>
                  <a:lnTo>
                    <a:pt x="6753" y="1357"/>
                  </a:lnTo>
                  <a:cubicBezTo>
                    <a:pt x="7031" y="1357"/>
                    <a:pt x="7264" y="1590"/>
                    <a:pt x="7264" y="1868"/>
                  </a:cubicBezTo>
                  <a:lnTo>
                    <a:pt x="7264" y="3399"/>
                  </a:lnTo>
                  <a:cubicBezTo>
                    <a:pt x="6448" y="3618"/>
                    <a:pt x="5878" y="4362"/>
                    <a:pt x="5878" y="5208"/>
                  </a:cubicBezTo>
                  <a:lnTo>
                    <a:pt x="5878" y="6229"/>
                  </a:lnTo>
                  <a:lnTo>
                    <a:pt x="5645" y="6229"/>
                  </a:lnTo>
                  <a:lnTo>
                    <a:pt x="5557" y="6083"/>
                  </a:lnTo>
                  <a:cubicBezTo>
                    <a:pt x="5426" y="5849"/>
                    <a:pt x="5193" y="5690"/>
                    <a:pt x="4931" y="5690"/>
                  </a:cubicBezTo>
                  <a:cubicBezTo>
                    <a:pt x="4916" y="5689"/>
                    <a:pt x="4902" y="5688"/>
                    <a:pt x="4888" y="5688"/>
                  </a:cubicBezTo>
                  <a:cubicBezTo>
                    <a:pt x="4629" y="5688"/>
                    <a:pt x="4412" y="5818"/>
                    <a:pt x="4274" y="6040"/>
                  </a:cubicBezTo>
                  <a:lnTo>
                    <a:pt x="3107" y="7892"/>
                  </a:lnTo>
                  <a:cubicBezTo>
                    <a:pt x="2961" y="8125"/>
                    <a:pt x="2947" y="8403"/>
                    <a:pt x="3077" y="8636"/>
                  </a:cubicBezTo>
                  <a:cubicBezTo>
                    <a:pt x="3194" y="8884"/>
                    <a:pt x="3443" y="9029"/>
                    <a:pt x="3705" y="9029"/>
                  </a:cubicBezTo>
                  <a:lnTo>
                    <a:pt x="5878" y="9117"/>
                  </a:lnTo>
                  <a:lnTo>
                    <a:pt x="5878" y="10138"/>
                  </a:lnTo>
                  <a:lnTo>
                    <a:pt x="1881" y="10138"/>
                  </a:lnTo>
                  <a:cubicBezTo>
                    <a:pt x="1605" y="10138"/>
                    <a:pt x="1371" y="9905"/>
                    <a:pt x="1371" y="9628"/>
                  </a:cubicBezTo>
                  <a:lnTo>
                    <a:pt x="1371" y="3735"/>
                  </a:lnTo>
                  <a:cubicBezTo>
                    <a:pt x="1371" y="3618"/>
                    <a:pt x="1269" y="3516"/>
                    <a:pt x="1152" y="3516"/>
                  </a:cubicBezTo>
                  <a:cubicBezTo>
                    <a:pt x="1035" y="3516"/>
                    <a:pt x="934" y="3618"/>
                    <a:pt x="934" y="3735"/>
                  </a:cubicBezTo>
                  <a:lnTo>
                    <a:pt x="934" y="9628"/>
                  </a:lnTo>
                  <a:cubicBezTo>
                    <a:pt x="934" y="10138"/>
                    <a:pt x="1356" y="10562"/>
                    <a:pt x="1881" y="10562"/>
                  </a:cubicBezTo>
                  <a:lnTo>
                    <a:pt x="5878" y="10562"/>
                  </a:lnTo>
                  <a:lnTo>
                    <a:pt x="5878" y="11057"/>
                  </a:lnTo>
                  <a:lnTo>
                    <a:pt x="1881" y="11057"/>
                  </a:lnTo>
                  <a:cubicBezTo>
                    <a:pt x="1080" y="11057"/>
                    <a:pt x="438" y="10416"/>
                    <a:pt x="438" y="9628"/>
                  </a:cubicBezTo>
                  <a:lnTo>
                    <a:pt x="438" y="1868"/>
                  </a:lnTo>
                  <a:cubicBezTo>
                    <a:pt x="438" y="1080"/>
                    <a:pt x="1080" y="438"/>
                    <a:pt x="1881" y="438"/>
                  </a:cubicBezTo>
                  <a:close/>
                  <a:moveTo>
                    <a:pt x="12632" y="3778"/>
                  </a:moveTo>
                  <a:cubicBezTo>
                    <a:pt x="13434" y="3778"/>
                    <a:pt x="14076" y="4420"/>
                    <a:pt x="14076" y="5208"/>
                  </a:cubicBezTo>
                  <a:lnTo>
                    <a:pt x="14076" y="12968"/>
                  </a:lnTo>
                  <a:cubicBezTo>
                    <a:pt x="14076" y="13755"/>
                    <a:pt x="13434" y="14397"/>
                    <a:pt x="12632" y="14397"/>
                  </a:cubicBezTo>
                  <a:lnTo>
                    <a:pt x="7760" y="14397"/>
                  </a:lnTo>
                  <a:cubicBezTo>
                    <a:pt x="6957" y="14397"/>
                    <a:pt x="6316" y="13755"/>
                    <a:pt x="6316" y="12968"/>
                  </a:cubicBezTo>
                  <a:lnTo>
                    <a:pt x="6316" y="9000"/>
                  </a:lnTo>
                  <a:cubicBezTo>
                    <a:pt x="6418" y="8942"/>
                    <a:pt x="6491" y="8870"/>
                    <a:pt x="6564" y="8767"/>
                  </a:cubicBezTo>
                  <a:cubicBezTo>
                    <a:pt x="6637" y="8636"/>
                    <a:pt x="6681" y="8490"/>
                    <a:pt x="6681" y="8358"/>
                  </a:cubicBezTo>
                  <a:lnTo>
                    <a:pt x="6812" y="8403"/>
                  </a:lnTo>
                  <a:lnTo>
                    <a:pt x="6812" y="12968"/>
                  </a:lnTo>
                  <a:cubicBezTo>
                    <a:pt x="6812" y="13493"/>
                    <a:pt x="7235" y="13901"/>
                    <a:pt x="7760" y="13901"/>
                  </a:cubicBezTo>
                  <a:lnTo>
                    <a:pt x="11129" y="13901"/>
                  </a:lnTo>
                  <a:cubicBezTo>
                    <a:pt x="11246" y="13901"/>
                    <a:pt x="11333" y="13814"/>
                    <a:pt x="11333" y="13697"/>
                  </a:cubicBezTo>
                  <a:cubicBezTo>
                    <a:pt x="11333" y="13566"/>
                    <a:pt x="11246" y="13479"/>
                    <a:pt x="11129" y="13479"/>
                  </a:cubicBezTo>
                  <a:lnTo>
                    <a:pt x="7760" y="13479"/>
                  </a:lnTo>
                  <a:cubicBezTo>
                    <a:pt x="7483" y="13479"/>
                    <a:pt x="7249" y="13245"/>
                    <a:pt x="7249" y="12968"/>
                  </a:cubicBezTo>
                  <a:lnTo>
                    <a:pt x="7249" y="8621"/>
                  </a:lnTo>
                  <a:cubicBezTo>
                    <a:pt x="7308" y="8650"/>
                    <a:pt x="7352" y="8679"/>
                    <a:pt x="7410" y="8724"/>
                  </a:cubicBezTo>
                  <a:cubicBezTo>
                    <a:pt x="7575" y="8841"/>
                    <a:pt x="7777" y="8911"/>
                    <a:pt x="7987" y="8911"/>
                  </a:cubicBezTo>
                  <a:cubicBezTo>
                    <a:pt x="8038" y="8911"/>
                    <a:pt x="8089" y="8907"/>
                    <a:pt x="8140" y="8899"/>
                  </a:cubicBezTo>
                  <a:cubicBezTo>
                    <a:pt x="8402" y="8854"/>
                    <a:pt x="8636" y="8708"/>
                    <a:pt x="8795" y="8490"/>
                  </a:cubicBezTo>
                  <a:cubicBezTo>
                    <a:pt x="9102" y="8037"/>
                    <a:pt x="9000" y="7425"/>
                    <a:pt x="8562" y="7104"/>
                  </a:cubicBezTo>
                  <a:cubicBezTo>
                    <a:pt x="8154" y="6812"/>
                    <a:pt x="7716" y="6594"/>
                    <a:pt x="7249" y="6448"/>
                  </a:cubicBezTo>
                  <a:lnTo>
                    <a:pt x="7249" y="5208"/>
                  </a:lnTo>
                  <a:cubicBezTo>
                    <a:pt x="7249" y="4931"/>
                    <a:pt x="7483" y="4712"/>
                    <a:pt x="7760" y="4712"/>
                  </a:cubicBezTo>
                  <a:lnTo>
                    <a:pt x="8591" y="4712"/>
                  </a:lnTo>
                  <a:cubicBezTo>
                    <a:pt x="8636" y="5048"/>
                    <a:pt x="8927" y="5310"/>
                    <a:pt x="9291" y="5310"/>
                  </a:cubicBezTo>
                  <a:lnTo>
                    <a:pt x="11115" y="5310"/>
                  </a:lnTo>
                  <a:cubicBezTo>
                    <a:pt x="11465" y="5310"/>
                    <a:pt x="11757" y="5048"/>
                    <a:pt x="11800" y="4712"/>
                  </a:cubicBezTo>
                  <a:lnTo>
                    <a:pt x="12632" y="4712"/>
                  </a:lnTo>
                  <a:cubicBezTo>
                    <a:pt x="12924" y="4712"/>
                    <a:pt x="13142" y="4931"/>
                    <a:pt x="13142" y="5208"/>
                  </a:cubicBezTo>
                  <a:lnTo>
                    <a:pt x="13142" y="12968"/>
                  </a:lnTo>
                  <a:cubicBezTo>
                    <a:pt x="13142" y="13245"/>
                    <a:pt x="12924" y="13479"/>
                    <a:pt x="12632" y="13479"/>
                  </a:cubicBezTo>
                  <a:lnTo>
                    <a:pt x="11990" y="13479"/>
                  </a:lnTo>
                  <a:cubicBezTo>
                    <a:pt x="11874" y="13479"/>
                    <a:pt x="11771" y="13566"/>
                    <a:pt x="11771" y="13697"/>
                  </a:cubicBezTo>
                  <a:cubicBezTo>
                    <a:pt x="11771" y="13814"/>
                    <a:pt x="11874" y="13901"/>
                    <a:pt x="11990" y="13901"/>
                  </a:cubicBezTo>
                  <a:lnTo>
                    <a:pt x="12632" y="13901"/>
                  </a:lnTo>
                  <a:cubicBezTo>
                    <a:pt x="13157" y="13901"/>
                    <a:pt x="13580" y="13493"/>
                    <a:pt x="13580" y="12968"/>
                  </a:cubicBezTo>
                  <a:lnTo>
                    <a:pt x="13580" y="5208"/>
                  </a:lnTo>
                  <a:cubicBezTo>
                    <a:pt x="13580" y="4698"/>
                    <a:pt x="13157" y="4274"/>
                    <a:pt x="12632" y="4274"/>
                  </a:cubicBezTo>
                  <a:lnTo>
                    <a:pt x="11582" y="4274"/>
                  </a:lnTo>
                  <a:cubicBezTo>
                    <a:pt x="11465" y="4274"/>
                    <a:pt x="11363" y="4362"/>
                    <a:pt x="11363" y="4494"/>
                  </a:cubicBezTo>
                  <a:lnTo>
                    <a:pt x="11363" y="4624"/>
                  </a:lnTo>
                  <a:cubicBezTo>
                    <a:pt x="11363" y="4770"/>
                    <a:pt x="11246" y="4887"/>
                    <a:pt x="11115" y="4887"/>
                  </a:cubicBezTo>
                  <a:lnTo>
                    <a:pt x="9291" y="4887"/>
                  </a:lnTo>
                  <a:cubicBezTo>
                    <a:pt x="9145" y="4887"/>
                    <a:pt x="9029" y="4770"/>
                    <a:pt x="9029" y="4624"/>
                  </a:cubicBezTo>
                  <a:lnTo>
                    <a:pt x="9029" y="4494"/>
                  </a:lnTo>
                  <a:cubicBezTo>
                    <a:pt x="9029" y="4362"/>
                    <a:pt x="8927" y="4274"/>
                    <a:pt x="8811" y="4274"/>
                  </a:cubicBezTo>
                  <a:lnTo>
                    <a:pt x="7760" y="4274"/>
                  </a:lnTo>
                  <a:cubicBezTo>
                    <a:pt x="7235" y="4274"/>
                    <a:pt x="6812" y="4698"/>
                    <a:pt x="6812" y="5208"/>
                  </a:cubicBezTo>
                  <a:lnTo>
                    <a:pt x="6812" y="6331"/>
                  </a:lnTo>
                  <a:cubicBezTo>
                    <a:pt x="6652" y="6302"/>
                    <a:pt x="6491" y="6273"/>
                    <a:pt x="6316" y="6258"/>
                  </a:cubicBezTo>
                  <a:lnTo>
                    <a:pt x="6316" y="5208"/>
                  </a:lnTo>
                  <a:cubicBezTo>
                    <a:pt x="6316" y="4508"/>
                    <a:pt x="6827" y="3910"/>
                    <a:pt x="7512" y="3793"/>
                  </a:cubicBezTo>
                  <a:cubicBezTo>
                    <a:pt x="7599" y="3778"/>
                    <a:pt x="7673" y="3778"/>
                    <a:pt x="7760" y="3778"/>
                  </a:cubicBezTo>
                  <a:close/>
                  <a:moveTo>
                    <a:pt x="1881" y="1"/>
                  </a:moveTo>
                  <a:cubicBezTo>
                    <a:pt x="846" y="1"/>
                    <a:pt x="0" y="832"/>
                    <a:pt x="0" y="1868"/>
                  </a:cubicBezTo>
                  <a:lnTo>
                    <a:pt x="0" y="9628"/>
                  </a:lnTo>
                  <a:cubicBezTo>
                    <a:pt x="0" y="10663"/>
                    <a:pt x="846" y="11495"/>
                    <a:pt x="1881" y="11495"/>
                  </a:cubicBezTo>
                  <a:lnTo>
                    <a:pt x="5878" y="11495"/>
                  </a:lnTo>
                  <a:lnTo>
                    <a:pt x="5878" y="12968"/>
                  </a:lnTo>
                  <a:cubicBezTo>
                    <a:pt x="5878" y="14004"/>
                    <a:pt x="6724" y="14835"/>
                    <a:pt x="7760" y="14835"/>
                  </a:cubicBezTo>
                  <a:lnTo>
                    <a:pt x="12632" y="14835"/>
                  </a:lnTo>
                  <a:cubicBezTo>
                    <a:pt x="13667" y="14835"/>
                    <a:pt x="14513" y="14004"/>
                    <a:pt x="14513" y="12968"/>
                  </a:cubicBezTo>
                  <a:lnTo>
                    <a:pt x="14513" y="5208"/>
                  </a:lnTo>
                  <a:cubicBezTo>
                    <a:pt x="14513" y="4173"/>
                    <a:pt x="13667" y="3341"/>
                    <a:pt x="12632" y="3341"/>
                  </a:cubicBezTo>
                  <a:lnTo>
                    <a:pt x="8636" y="3341"/>
                  </a:lnTo>
                  <a:lnTo>
                    <a:pt x="8636" y="1868"/>
                  </a:lnTo>
                  <a:cubicBezTo>
                    <a:pt x="8636" y="832"/>
                    <a:pt x="7790" y="1"/>
                    <a:pt x="67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6501813" y="3706375"/>
              <a:ext cx="48875" cy="95575"/>
            </a:xfrm>
            <a:custGeom>
              <a:avLst/>
              <a:gdLst/>
              <a:ahLst/>
              <a:cxnLst/>
              <a:rect l="l" t="t" r="r" b="b"/>
              <a:pathLst>
                <a:path w="1955" h="3823" extrusionOk="0">
                  <a:moveTo>
                    <a:pt x="949" y="1"/>
                  </a:moveTo>
                  <a:cubicBezTo>
                    <a:pt x="832" y="1"/>
                    <a:pt x="729" y="102"/>
                    <a:pt x="729" y="219"/>
                  </a:cubicBezTo>
                  <a:lnTo>
                    <a:pt x="729" y="394"/>
                  </a:lnTo>
                  <a:cubicBezTo>
                    <a:pt x="715" y="394"/>
                    <a:pt x="686" y="409"/>
                    <a:pt x="671" y="409"/>
                  </a:cubicBezTo>
                  <a:cubicBezTo>
                    <a:pt x="394" y="497"/>
                    <a:pt x="190" y="730"/>
                    <a:pt x="132" y="1036"/>
                  </a:cubicBezTo>
                  <a:cubicBezTo>
                    <a:pt x="74" y="1298"/>
                    <a:pt x="161" y="1561"/>
                    <a:pt x="350" y="1722"/>
                  </a:cubicBezTo>
                  <a:cubicBezTo>
                    <a:pt x="525" y="1853"/>
                    <a:pt x="759" y="1969"/>
                    <a:pt x="1167" y="2101"/>
                  </a:cubicBezTo>
                  <a:cubicBezTo>
                    <a:pt x="1488" y="2218"/>
                    <a:pt x="1474" y="2495"/>
                    <a:pt x="1459" y="2582"/>
                  </a:cubicBezTo>
                  <a:cubicBezTo>
                    <a:pt x="1415" y="2786"/>
                    <a:pt x="1240" y="3006"/>
                    <a:pt x="949" y="3006"/>
                  </a:cubicBezTo>
                  <a:cubicBezTo>
                    <a:pt x="671" y="3006"/>
                    <a:pt x="583" y="2991"/>
                    <a:pt x="365" y="2860"/>
                  </a:cubicBezTo>
                  <a:cubicBezTo>
                    <a:pt x="332" y="2832"/>
                    <a:pt x="291" y="2819"/>
                    <a:pt x="249" y="2819"/>
                  </a:cubicBezTo>
                  <a:cubicBezTo>
                    <a:pt x="180" y="2819"/>
                    <a:pt x="110" y="2854"/>
                    <a:pt x="74" y="2918"/>
                  </a:cubicBezTo>
                  <a:cubicBezTo>
                    <a:pt x="0" y="3020"/>
                    <a:pt x="29" y="3152"/>
                    <a:pt x="132" y="3224"/>
                  </a:cubicBezTo>
                  <a:cubicBezTo>
                    <a:pt x="365" y="3370"/>
                    <a:pt x="525" y="3428"/>
                    <a:pt x="729" y="3443"/>
                  </a:cubicBezTo>
                  <a:lnTo>
                    <a:pt x="729" y="3603"/>
                  </a:lnTo>
                  <a:cubicBezTo>
                    <a:pt x="729" y="3735"/>
                    <a:pt x="832" y="3823"/>
                    <a:pt x="949" y="3823"/>
                  </a:cubicBezTo>
                  <a:cubicBezTo>
                    <a:pt x="1065" y="3823"/>
                    <a:pt x="1167" y="3735"/>
                    <a:pt x="1167" y="3603"/>
                  </a:cubicBezTo>
                  <a:lnTo>
                    <a:pt x="1167" y="3414"/>
                  </a:lnTo>
                  <a:cubicBezTo>
                    <a:pt x="1561" y="3327"/>
                    <a:pt x="1824" y="2991"/>
                    <a:pt x="1882" y="2656"/>
                  </a:cubicBezTo>
                  <a:cubicBezTo>
                    <a:pt x="1955" y="2218"/>
                    <a:pt x="1736" y="1839"/>
                    <a:pt x="1313" y="1693"/>
                  </a:cubicBezTo>
                  <a:cubicBezTo>
                    <a:pt x="1065" y="1605"/>
                    <a:pt x="788" y="1503"/>
                    <a:pt x="628" y="1372"/>
                  </a:cubicBezTo>
                  <a:cubicBezTo>
                    <a:pt x="554" y="1328"/>
                    <a:pt x="540" y="1226"/>
                    <a:pt x="554" y="1109"/>
                  </a:cubicBezTo>
                  <a:cubicBezTo>
                    <a:pt x="569" y="1007"/>
                    <a:pt x="642" y="876"/>
                    <a:pt x="788" y="832"/>
                  </a:cubicBezTo>
                  <a:cubicBezTo>
                    <a:pt x="863" y="808"/>
                    <a:pt x="932" y="798"/>
                    <a:pt x="993" y="798"/>
                  </a:cubicBezTo>
                  <a:cubicBezTo>
                    <a:pt x="1190" y="798"/>
                    <a:pt x="1309" y="897"/>
                    <a:pt x="1342" y="919"/>
                  </a:cubicBezTo>
                  <a:cubicBezTo>
                    <a:pt x="1380" y="951"/>
                    <a:pt x="1428" y="966"/>
                    <a:pt x="1477" y="966"/>
                  </a:cubicBezTo>
                  <a:cubicBezTo>
                    <a:pt x="1542" y="966"/>
                    <a:pt x="1607" y="940"/>
                    <a:pt x="1649" y="890"/>
                  </a:cubicBezTo>
                  <a:cubicBezTo>
                    <a:pt x="1721" y="803"/>
                    <a:pt x="1707" y="657"/>
                    <a:pt x="1620" y="584"/>
                  </a:cubicBezTo>
                  <a:cubicBezTo>
                    <a:pt x="1575" y="540"/>
                    <a:pt x="1415" y="423"/>
                    <a:pt x="1167" y="380"/>
                  </a:cubicBezTo>
                  <a:lnTo>
                    <a:pt x="1167" y="219"/>
                  </a:lnTo>
                  <a:cubicBezTo>
                    <a:pt x="1167" y="102"/>
                    <a:pt x="1065" y="1"/>
                    <a:pt x="9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/>
            <p:cNvSpPr/>
            <p:nvPr/>
          </p:nvSpPr>
          <p:spPr>
            <a:xfrm>
              <a:off x="6470438" y="3820150"/>
              <a:ext cx="110875" cy="10600"/>
            </a:xfrm>
            <a:custGeom>
              <a:avLst/>
              <a:gdLst/>
              <a:ahLst/>
              <a:cxnLst/>
              <a:rect l="l" t="t" r="r" b="b"/>
              <a:pathLst>
                <a:path w="4435" h="424" extrusionOk="0">
                  <a:moveTo>
                    <a:pt x="220" y="1"/>
                  </a:moveTo>
                  <a:cubicBezTo>
                    <a:pt x="103" y="1"/>
                    <a:pt x="1" y="88"/>
                    <a:pt x="1" y="219"/>
                  </a:cubicBezTo>
                  <a:cubicBezTo>
                    <a:pt x="1" y="336"/>
                    <a:pt x="103" y="423"/>
                    <a:pt x="220" y="423"/>
                  </a:cubicBezTo>
                  <a:lnTo>
                    <a:pt x="4217" y="423"/>
                  </a:lnTo>
                  <a:cubicBezTo>
                    <a:pt x="4347" y="423"/>
                    <a:pt x="4435" y="336"/>
                    <a:pt x="4435" y="219"/>
                  </a:cubicBezTo>
                  <a:cubicBezTo>
                    <a:pt x="4435" y="88"/>
                    <a:pt x="4347" y="1"/>
                    <a:pt x="4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/>
            <p:cNvSpPr/>
            <p:nvPr/>
          </p:nvSpPr>
          <p:spPr>
            <a:xfrm>
              <a:off x="6483563" y="3839850"/>
              <a:ext cx="84625" cy="10975"/>
            </a:xfrm>
            <a:custGeom>
              <a:avLst/>
              <a:gdLst/>
              <a:ahLst/>
              <a:cxnLst/>
              <a:rect l="l" t="t" r="r" b="b"/>
              <a:pathLst>
                <a:path w="3385" h="439" extrusionOk="0">
                  <a:moveTo>
                    <a:pt x="220" y="1"/>
                  </a:moveTo>
                  <a:cubicBezTo>
                    <a:pt x="103" y="1"/>
                    <a:pt x="1" y="102"/>
                    <a:pt x="1" y="219"/>
                  </a:cubicBezTo>
                  <a:cubicBezTo>
                    <a:pt x="1" y="335"/>
                    <a:pt x="103" y="438"/>
                    <a:pt x="220" y="438"/>
                  </a:cubicBezTo>
                  <a:lnTo>
                    <a:pt x="3167" y="438"/>
                  </a:lnTo>
                  <a:cubicBezTo>
                    <a:pt x="3283" y="438"/>
                    <a:pt x="3385" y="335"/>
                    <a:pt x="3385" y="219"/>
                  </a:cubicBezTo>
                  <a:cubicBezTo>
                    <a:pt x="3385" y="102"/>
                    <a:pt x="3283" y="1"/>
                    <a:pt x="3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39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505" name="Google Shape;505;p39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506" name="Google Shape;506;p39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</a:t>
            </a:r>
            <a:r>
              <a:rPr lang="en" i="1"/>
              <a:t>economy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512" name="Google Shape;512;p40"/>
          <p:cNvSpPr txBox="1">
            <a:spLocks noGrp="1"/>
          </p:cNvSpPr>
          <p:nvPr>
            <p:ph type="subTitle" idx="1"/>
          </p:nvPr>
        </p:nvSpPr>
        <p:spPr>
          <a:xfrm>
            <a:off x="2585050" y="1917325"/>
            <a:ext cx="190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closest planet to the Sun</a:t>
            </a:r>
            <a:endParaRPr/>
          </a:p>
        </p:txBody>
      </p:sp>
      <p:sp>
        <p:nvSpPr>
          <p:cNvPr id="513" name="Google Shape;513;p40"/>
          <p:cNvSpPr txBox="1">
            <a:spLocks noGrp="1"/>
          </p:cNvSpPr>
          <p:nvPr>
            <p:ph type="subTitle" idx="2"/>
          </p:nvPr>
        </p:nvSpPr>
        <p:spPr>
          <a:xfrm>
            <a:off x="6526817" y="1917325"/>
            <a:ext cx="190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514" name="Google Shape;514;p40"/>
          <p:cNvSpPr txBox="1">
            <a:spLocks noGrp="1"/>
          </p:cNvSpPr>
          <p:nvPr>
            <p:ph type="subTitle" idx="3"/>
          </p:nvPr>
        </p:nvSpPr>
        <p:spPr>
          <a:xfrm>
            <a:off x="2585050" y="3716940"/>
            <a:ext cx="190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515" name="Google Shape;515;p40"/>
          <p:cNvSpPr txBox="1">
            <a:spLocks noGrp="1"/>
          </p:cNvSpPr>
          <p:nvPr>
            <p:ph type="subTitle" idx="4"/>
          </p:nvPr>
        </p:nvSpPr>
        <p:spPr>
          <a:xfrm>
            <a:off x="6526817" y="3716940"/>
            <a:ext cx="190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composed of hydrogen and helium</a:t>
            </a:r>
            <a:endParaRPr/>
          </a:p>
        </p:txBody>
      </p:sp>
      <p:sp>
        <p:nvSpPr>
          <p:cNvPr id="516" name="Google Shape;516;p40"/>
          <p:cNvSpPr txBox="1">
            <a:spLocks noGrp="1"/>
          </p:cNvSpPr>
          <p:nvPr>
            <p:ph type="subTitle" idx="5"/>
          </p:nvPr>
        </p:nvSpPr>
        <p:spPr>
          <a:xfrm>
            <a:off x="2585050" y="1570500"/>
            <a:ext cx="19041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</a:t>
            </a:r>
            <a:endParaRPr/>
          </a:p>
        </p:txBody>
      </p:sp>
      <p:sp>
        <p:nvSpPr>
          <p:cNvPr id="517" name="Google Shape;517;p40"/>
          <p:cNvSpPr txBox="1">
            <a:spLocks noGrp="1"/>
          </p:cNvSpPr>
          <p:nvPr>
            <p:ph type="subTitle" idx="6"/>
          </p:nvPr>
        </p:nvSpPr>
        <p:spPr>
          <a:xfrm>
            <a:off x="6526825" y="1570500"/>
            <a:ext cx="19041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Plane</a:t>
            </a:r>
            <a:endParaRPr/>
          </a:p>
        </p:txBody>
      </p:sp>
      <p:sp>
        <p:nvSpPr>
          <p:cNvPr id="518" name="Google Shape;518;p40"/>
          <p:cNvSpPr txBox="1">
            <a:spLocks noGrp="1"/>
          </p:cNvSpPr>
          <p:nvPr>
            <p:ph type="subTitle" idx="7"/>
          </p:nvPr>
        </p:nvSpPr>
        <p:spPr>
          <a:xfrm>
            <a:off x="2585050" y="3359800"/>
            <a:ext cx="19041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</a:t>
            </a:r>
            <a:endParaRPr/>
          </a:p>
        </p:txBody>
      </p:sp>
      <p:sp>
        <p:nvSpPr>
          <p:cNvPr id="519" name="Google Shape;519;p40"/>
          <p:cNvSpPr txBox="1">
            <a:spLocks noGrp="1"/>
          </p:cNvSpPr>
          <p:nvPr>
            <p:ph type="subTitle" idx="8"/>
          </p:nvPr>
        </p:nvSpPr>
        <p:spPr>
          <a:xfrm>
            <a:off x="6526825" y="3359800"/>
            <a:ext cx="19041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Solid</a:t>
            </a:r>
            <a:endParaRPr/>
          </a:p>
        </p:txBody>
      </p:sp>
      <p:grpSp>
        <p:nvGrpSpPr>
          <p:cNvPr id="520" name="Google Shape;520;p40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521" name="Google Shape;521;p40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2" name="Google Shape;522;p40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" name="Google Shape;523;p40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4" name="Google Shape;524;p40"/>
          <p:cNvGrpSpPr/>
          <p:nvPr/>
        </p:nvGrpSpPr>
        <p:grpSpPr>
          <a:xfrm rot="10800000">
            <a:off x="3552249" y="611375"/>
            <a:ext cx="4878010" cy="240000"/>
            <a:chOff x="3552249" y="611375"/>
            <a:chExt cx="4878010" cy="240000"/>
          </a:xfrm>
        </p:grpSpPr>
        <p:cxnSp>
          <p:nvCxnSpPr>
            <p:cNvPr id="525" name="Google Shape;525;p40"/>
            <p:cNvCxnSpPr>
              <a:stCxn id="526" idx="6"/>
              <a:endCxn id="527" idx="6"/>
            </p:cNvCxnSpPr>
            <p:nvPr/>
          </p:nvCxnSpPr>
          <p:spPr>
            <a:xfrm>
              <a:off x="3630549" y="731375"/>
              <a:ext cx="4559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26" name="Google Shape;526;p40"/>
            <p:cNvSpPr/>
            <p:nvPr/>
          </p:nvSpPr>
          <p:spPr>
            <a:xfrm>
              <a:off x="35522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8" name="Google Shape;528;p40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527" name="Google Shape;527;p40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40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0" name="Google Shape;530;p40"/>
          <p:cNvGrpSpPr/>
          <p:nvPr/>
        </p:nvGrpSpPr>
        <p:grpSpPr>
          <a:xfrm>
            <a:off x="719998" y="1524531"/>
            <a:ext cx="1712649" cy="945000"/>
            <a:chOff x="1728573" y="985256"/>
            <a:chExt cx="1712649" cy="945000"/>
          </a:xfrm>
        </p:grpSpPr>
        <p:sp>
          <p:nvSpPr>
            <p:cNvPr id="531" name="Google Shape;531;p40"/>
            <p:cNvSpPr/>
            <p:nvPr/>
          </p:nvSpPr>
          <p:spPr>
            <a:xfrm rot="-816758">
              <a:off x="1875686" y="1155100"/>
              <a:ext cx="1515574" cy="605312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2" name="Google Shape;532;p40"/>
            <p:cNvGrpSpPr/>
            <p:nvPr/>
          </p:nvGrpSpPr>
          <p:grpSpPr>
            <a:xfrm>
              <a:off x="1728573" y="1438876"/>
              <a:ext cx="379965" cy="379965"/>
              <a:chOff x="2003086" y="-373829"/>
              <a:chExt cx="438000" cy="438000"/>
            </a:xfrm>
          </p:grpSpPr>
          <p:sp>
            <p:nvSpPr>
              <p:cNvPr id="533" name="Google Shape;533;p40"/>
              <p:cNvSpPr/>
              <p:nvPr/>
            </p:nvSpPr>
            <p:spPr>
              <a:xfrm>
                <a:off x="2067275" y="-309700"/>
                <a:ext cx="309600" cy="309600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40"/>
              <p:cNvSpPr/>
              <p:nvPr/>
            </p:nvSpPr>
            <p:spPr>
              <a:xfrm rot="2700000">
                <a:off x="2067229" y="-309685"/>
                <a:ext cx="309713" cy="309713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5" name="Google Shape;535;p40"/>
            <p:cNvGrpSpPr/>
            <p:nvPr/>
          </p:nvGrpSpPr>
          <p:grpSpPr>
            <a:xfrm>
              <a:off x="3251656" y="1149032"/>
              <a:ext cx="158256" cy="158256"/>
              <a:chOff x="2500450" y="1108425"/>
              <a:chExt cx="240000" cy="240000"/>
            </a:xfrm>
          </p:grpSpPr>
          <p:sp>
            <p:nvSpPr>
              <p:cNvPr id="536" name="Google Shape;536;p40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40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8" name="Google Shape;538;p40"/>
          <p:cNvGrpSpPr/>
          <p:nvPr/>
        </p:nvGrpSpPr>
        <p:grpSpPr>
          <a:xfrm>
            <a:off x="719998" y="3301731"/>
            <a:ext cx="1712649" cy="945000"/>
            <a:chOff x="1728573" y="985256"/>
            <a:chExt cx="1712649" cy="945000"/>
          </a:xfrm>
        </p:grpSpPr>
        <p:sp>
          <p:nvSpPr>
            <p:cNvPr id="539" name="Google Shape;539;p40"/>
            <p:cNvSpPr/>
            <p:nvPr/>
          </p:nvSpPr>
          <p:spPr>
            <a:xfrm rot="-816758">
              <a:off x="1875686" y="1155100"/>
              <a:ext cx="1515574" cy="605312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0" name="Google Shape;540;p40"/>
            <p:cNvGrpSpPr/>
            <p:nvPr/>
          </p:nvGrpSpPr>
          <p:grpSpPr>
            <a:xfrm>
              <a:off x="1728573" y="1438876"/>
              <a:ext cx="379965" cy="379965"/>
              <a:chOff x="2003086" y="-373829"/>
              <a:chExt cx="438000" cy="438000"/>
            </a:xfrm>
          </p:grpSpPr>
          <p:sp>
            <p:nvSpPr>
              <p:cNvPr id="541" name="Google Shape;541;p40"/>
              <p:cNvSpPr/>
              <p:nvPr/>
            </p:nvSpPr>
            <p:spPr>
              <a:xfrm>
                <a:off x="2067275" y="-309700"/>
                <a:ext cx="309600" cy="309600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40"/>
              <p:cNvSpPr/>
              <p:nvPr/>
            </p:nvSpPr>
            <p:spPr>
              <a:xfrm rot="2700000">
                <a:off x="2067229" y="-309685"/>
                <a:ext cx="309713" cy="309713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3" name="Google Shape;543;p40"/>
            <p:cNvGrpSpPr/>
            <p:nvPr/>
          </p:nvGrpSpPr>
          <p:grpSpPr>
            <a:xfrm>
              <a:off x="3251656" y="1149032"/>
              <a:ext cx="158256" cy="158256"/>
              <a:chOff x="2500450" y="1108425"/>
              <a:chExt cx="240000" cy="240000"/>
            </a:xfrm>
          </p:grpSpPr>
          <p:sp>
            <p:nvSpPr>
              <p:cNvPr id="544" name="Google Shape;544;p40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40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6" name="Google Shape;546;p40"/>
          <p:cNvGrpSpPr/>
          <p:nvPr/>
        </p:nvGrpSpPr>
        <p:grpSpPr>
          <a:xfrm>
            <a:off x="4661773" y="1524531"/>
            <a:ext cx="1712649" cy="945000"/>
            <a:chOff x="1728573" y="985256"/>
            <a:chExt cx="1712649" cy="945000"/>
          </a:xfrm>
        </p:grpSpPr>
        <p:sp>
          <p:nvSpPr>
            <p:cNvPr id="547" name="Google Shape;547;p40"/>
            <p:cNvSpPr/>
            <p:nvPr/>
          </p:nvSpPr>
          <p:spPr>
            <a:xfrm rot="-816758">
              <a:off x="1875686" y="1155100"/>
              <a:ext cx="1515574" cy="605312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8" name="Google Shape;548;p40"/>
            <p:cNvGrpSpPr/>
            <p:nvPr/>
          </p:nvGrpSpPr>
          <p:grpSpPr>
            <a:xfrm>
              <a:off x="1728573" y="1438876"/>
              <a:ext cx="379965" cy="379965"/>
              <a:chOff x="2003086" y="-373829"/>
              <a:chExt cx="438000" cy="438000"/>
            </a:xfrm>
          </p:grpSpPr>
          <p:sp>
            <p:nvSpPr>
              <p:cNvPr id="549" name="Google Shape;549;p40"/>
              <p:cNvSpPr/>
              <p:nvPr/>
            </p:nvSpPr>
            <p:spPr>
              <a:xfrm>
                <a:off x="2067275" y="-309700"/>
                <a:ext cx="309600" cy="309600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40"/>
              <p:cNvSpPr/>
              <p:nvPr/>
            </p:nvSpPr>
            <p:spPr>
              <a:xfrm rot="2700000">
                <a:off x="2067229" y="-309685"/>
                <a:ext cx="309713" cy="309713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1" name="Google Shape;551;p40"/>
            <p:cNvGrpSpPr/>
            <p:nvPr/>
          </p:nvGrpSpPr>
          <p:grpSpPr>
            <a:xfrm>
              <a:off x="3251656" y="1149032"/>
              <a:ext cx="158256" cy="158256"/>
              <a:chOff x="2500450" y="1108425"/>
              <a:chExt cx="240000" cy="240000"/>
            </a:xfrm>
          </p:grpSpPr>
          <p:sp>
            <p:nvSpPr>
              <p:cNvPr id="552" name="Google Shape;552;p40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40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4" name="Google Shape;554;p40"/>
          <p:cNvGrpSpPr/>
          <p:nvPr/>
        </p:nvGrpSpPr>
        <p:grpSpPr>
          <a:xfrm>
            <a:off x="4661773" y="3301731"/>
            <a:ext cx="1712649" cy="945000"/>
            <a:chOff x="1728573" y="985256"/>
            <a:chExt cx="1712649" cy="945000"/>
          </a:xfrm>
        </p:grpSpPr>
        <p:sp>
          <p:nvSpPr>
            <p:cNvPr id="555" name="Google Shape;555;p40"/>
            <p:cNvSpPr/>
            <p:nvPr/>
          </p:nvSpPr>
          <p:spPr>
            <a:xfrm rot="-816758">
              <a:off x="1875686" y="1155100"/>
              <a:ext cx="1515574" cy="605312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6" name="Google Shape;556;p40"/>
            <p:cNvGrpSpPr/>
            <p:nvPr/>
          </p:nvGrpSpPr>
          <p:grpSpPr>
            <a:xfrm>
              <a:off x="1728573" y="1438876"/>
              <a:ext cx="379965" cy="379965"/>
              <a:chOff x="2003086" y="-373829"/>
              <a:chExt cx="438000" cy="438000"/>
            </a:xfrm>
          </p:grpSpPr>
          <p:sp>
            <p:nvSpPr>
              <p:cNvPr id="557" name="Google Shape;557;p40"/>
              <p:cNvSpPr/>
              <p:nvPr/>
            </p:nvSpPr>
            <p:spPr>
              <a:xfrm>
                <a:off x="2067275" y="-309700"/>
                <a:ext cx="309600" cy="309600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40"/>
              <p:cNvSpPr/>
              <p:nvPr/>
            </p:nvSpPr>
            <p:spPr>
              <a:xfrm rot="2700000">
                <a:off x="2067229" y="-309685"/>
                <a:ext cx="309713" cy="309713"/>
              </a:xfrm>
              <a:prstGeom prst="star4">
                <a:avLst>
                  <a:gd name="adj" fmla="val 125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9" name="Google Shape;559;p40"/>
            <p:cNvGrpSpPr/>
            <p:nvPr/>
          </p:nvGrpSpPr>
          <p:grpSpPr>
            <a:xfrm>
              <a:off x="3251656" y="1149032"/>
              <a:ext cx="158256" cy="158256"/>
              <a:chOff x="2500450" y="1108425"/>
              <a:chExt cx="240000" cy="240000"/>
            </a:xfrm>
          </p:grpSpPr>
          <p:sp>
            <p:nvSpPr>
              <p:cNvPr id="560" name="Google Shape;560;p40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40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2" name="Google Shape;562;p40"/>
          <p:cNvGrpSpPr/>
          <p:nvPr/>
        </p:nvGrpSpPr>
        <p:grpSpPr>
          <a:xfrm>
            <a:off x="1390148" y="1831381"/>
            <a:ext cx="372350" cy="331300"/>
            <a:chOff x="1001163" y="1521150"/>
            <a:chExt cx="372350" cy="331300"/>
          </a:xfrm>
        </p:grpSpPr>
        <p:sp>
          <p:nvSpPr>
            <p:cNvPr id="563" name="Google Shape;563;p40"/>
            <p:cNvSpPr/>
            <p:nvPr/>
          </p:nvSpPr>
          <p:spPr>
            <a:xfrm>
              <a:off x="1001163" y="1521150"/>
              <a:ext cx="372350" cy="331300"/>
            </a:xfrm>
            <a:custGeom>
              <a:avLst/>
              <a:gdLst/>
              <a:ahLst/>
              <a:cxnLst/>
              <a:rect l="l" t="t" r="r" b="b"/>
              <a:pathLst>
                <a:path w="14894" h="13252" extrusionOk="0">
                  <a:moveTo>
                    <a:pt x="861" y="6075"/>
                  </a:moveTo>
                  <a:cubicBezTo>
                    <a:pt x="978" y="6075"/>
                    <a:pt x="1095" y="6118"/>
                    <a:pt x="1182" y="6192"/>
                  </a:cubicBezTo>
                  <a:lnTo>
                    <a:pt x="1737" y="6702"/>
                  </a:lnTo>
                  <a:cubicBezTo>
                    <a:pt x="1721" y="6834"/>
                    <a:pt x="1707" y="6964"/>
                    <a:pt x="1707" y="7110"/>
                  </a:cubicBezTo>
                  <a:cubicBezTo>
                    <a:pt x="1707" y="7402"/>
                    <a:pt x="1751" y="7680"/>
                    <a:pt x="1809" y="7956"/>
                  </a:cubicBezTo>
                  <a:lnTo>
                    <a:pt x="599" y="6834"/>
                  </a:lnTo>
                  <a:cubicBezTo>
                    <a:pt x="511" y="6760"/>
                    <a:pt x="453" y="6643"/>
                    <a:pt x="453" y="6527"/>
                  </a:cubicBezTo>
                  <a:cubicBezTo>
                    <a:pt x="453" y="6410"/>
                    <a:pt x="482" y="6308"/>
                    <a:pt x="570" y="6221"/>
                  </a:cubicBezTo>
                  <a:cubicBezTo>
                    <a:pt x="642" y="6133"/>
                    <a:pt x="759" y="6075"/>
                    <a:pt x="861" y="6075"/>
                  </a:cubicBezTo>
                  <a:close/>
                  <a:moveTo>
                    <a:pt x="8140" y="9401"/>
                  </a:moveTo>
                  <a:lnTo>
                    <a:pt x="8431" y="9693"/>
                  </a:lnTo>
                  <a:lnTo>
                    <a:pt x="7921" y="10202"/>
                  </a:lnTo>
                  <a:lnTo>
                    <a:pt x="7630" y="9911"/>
                  </a:lnTo>
                  <a:cubicBezTo>
                    <a:pt x="7819" y="9751"/>
                    <a:pt x="7980" y="9590"/>
                    <a:pt x="8140" y="9401"/>
                  </a:cubicBezTo>
                  <a:close/>
                  <a:moveTo>
                    <a:pt x="5339" y="3916"/>
                  </a:moveTo>
                  <a:cubicBezTo>
                    <a:pt x="7089" y="3916"/>
                    <a:pt x="8519" y="5346"/>
                    <a:pt x="8519" y="7110"/>
                  </a:cubicBezTo>
                  <a:cubicBezTo>
                    <a:pt x="8519" y="8860"/>
                    <a:pt x="7089" y="10290"/>
                    <a:pt x="5339" y="10290"/>
                  </a:cubicBezTo>
                  <a:cubicBezTo>
                    <a:pt x="3574" y="10290"/>
                    <a:pt x="2145" y="8860"/>
                    <a:pt x="2145" y="7110"/>
                  </a:cubicBezTo>
                  <a:cubicBezTo>
                    <a:pt x="2145" y="5346"/>
                    <a:pt x="3574" y="3916"/>
                    <a:pt x="5339" y="3916"/>
                  </a:cubicBezTo>
                  <a:close/>
                  <a:moveTo>
                    <a:pt x="9030" y="9823"/>
                  </a:moveTo>
                  <a:cubicBezTo>
                    <a:pt x="9117" y="9823"/>
                    <a:pt x="9205" y="9868"/>
                    <a:pt x="9263" y="9926"/>
                  </a:cubicBezTo>
                  <a:lnTo>
                    <a:pt x="10940" y="11603"/>
                  </a:lnTo>
                  <a:cubicBezTo>
                    <a:pt x="10999" y="11661"/>
                    <a:pt x="11043" y="11749"/>
                    <a:pt x="11043" y="11836"/>
                  </a:cubicBezTo>
                  <a:cubicBezTo>
                    <a:pt x="11043" y="11910"/>
                    <a:pt x="10999" y="11997"/>
                    <a:pt x="10940" y="12056"/>
                  </a:cubicBezTo>
                  <a:lnTo>
                    <a:pt x="10284" y="12711"/>
                  </a:lnTo>
                  <a:cubicBezTo>
                    <a:pt x="10226" y="12785"/>
                    <a:pt x="10139" y="12814"/>
                    <a:pt x="10065" y="12814"/>
                  </a:cubicBezTo>
                  <a:cubicBezTo>
                    <a:pt x="9977" y="12814"/>
                    <a:pt x="9890" y="12785"/>
                    <a:pt x="9832" y="12711"/>
                  </a:cubicBezTo>
                  <a:lnTo>
                    <a:pt x="8155" y="11034"/>
                  </a:lnTo>
                  <a:cubicBezTo>
                    <a:pt x="8023" y="10903"/>
                    <a:pt x="8023" y="10714"/>
                    <a:pt x="8155" y="10582"/>
                  </a:cubicBezTo>
                  <a:lnTo>
                    <a:pt x="8811" y="9926"/>
                  </a:lnTo>
                  <a:cubicBezTo>
                    <a:pt x="8869" y="9868"/>
                    <a:pt x="8956" y="9823"/>
                    <a:pt x="9030" y="9823"/>
                  </a:cubicBezTo>
                  <a:close/>
                  <a:moveTo>
                    <a:pt x="14082" y="0"/>
                  </a:moveTo>
                  <a:cubicBezTo>
                    <a:pt x="13992" y="0"/>
                    <a:pt x="13902" y="16"/>
                    <a:pt x="13814" y="50"/>
                  </a:cubicBezTo>
                  <a:lnTo>
                    <a:pt x="13027" y="328"/>
                  </a:lnTo>
                  <a:cubicBezTo>
                    <a:pt x="12924" y="357"/>
                    <a:pt x="12866" y="488"/>
                    <a:pt x="12895" y="604"/>
                  </a:cubicBezTo>
                  <a:cubicBezTo>
                    <a:pt x="12930" y="686"/>
                    <a:pt x="13021" y="749"/>
                    <a:pt x="13108" y="749"/>
                  </a:cubicBezTo>
                  <a:cubicBezTo>
                    <a:pt x="13130" y="749"/>
                    <a:pt x="13152" y="745"/>
                    <a:pt x="13173" y="736"/>
                  </a:cubicBezTo>
                  <a:lnTo>
                    <a:pt x="13960" y="459"/>
                  </a:lnTo>
                  <a:cubicBezTo>
                    <a:pt x="14002" y="443"/>
                    <a:pt x="14046" y="435"/>
                    <a:pt x="14089" y="435"/>
                  </a:cubicBezTo>
                  <a:cubicBezTo>
                    <a:pt x="14165" y="435"/>
                    <a:pt x="14239" y="461"/>
                    <a:pt x="14295" y="517"/>
                  </a:cubicBezTo>
                  <a:cubicBezTo>
                    <a:pt x="14398" y="590"/>
                    <a:pt x="14441" y="721"/>
                    <a:pt x="14412" y="838"/>
                  </a:cubicBezTo>
                  <a:lnTo>
                    <a:pt x="13974" y="3274"/>
                  </a:lnTo>
                  <a:cubicBezTo>
                    <a:pt x="13945" y="3405"/>
                    <a:pt x="13858" y="3493"/>
                    <a:pt x="13741" y="3537"/>
                  </a:cubicBezTo>
                  <a:cubicBezTo>
                    <a:pt x="13699" y="3552"/>
                    <a:pt x="13655" y="3561"/>
                    <a:pt x="13612" y="3561"/>
                  </a:cubicBezTo>
                  <a:cubicBezTo>
                    <a:pt x="13536" y="3561"/>
                    <a:pt x="13462" y="3535"/>
                    <a:pt x="13406" y="3479"/>
                  </a:cubicBezTo>
                  <a:lnTo>
                    <a:pt x="12953" y="3099"/>
                  </a:lnTo>
                  <a:cubicBezTo>
                    <a:pt x="12913" y="3066"/>
                    <a:pt x="12864" y="3047"/>
                    <a:pt x="12814" y="3047"/>
                  </a:cubicBezTo>
                  <a:cubicBezTo>
                    <a:pt x="12755" y="3047"/>
                    <a:pt x="12695" y="3073"/>
                    <a:pt x="12647" y="3129"/>
                  </a:cubicBezTo>
                  <a:lnTo>
                    <a:pt x="10722" y="5389"/>
                  </a:lnTo>
                  <a:cubicBezTo>
                    <a:pt x="10648" y="5476"/>
                    <a:pt x="10532" y="5535"/>
                    <a:pt x="10415" y="5550"/>
                  </a:cubicBezTo>
                  <a:cubicBezTo>
                    <a:pt x="10298" y="5550"/>
                    <a:pt x="10182" y="5506"/>
                    <a:pt x="10094" y="5433"/>
                  </a:cubicBezTo>
                  <a:lnTo>
                    <a:pt x="7877" y="3376"/>
                  </a:lnTo>
                  <a:cubicBezTo>
                    <a:pt x="7834" y="3333"/>
                    <a:pt x="7760" y="3318"/>
                    <a:pt x="7702" y="3318"/>
                  </a:cubicBezTo>
                  <a:cubicBezTo>
                    <a:pt x="7644" y="3333"/>
                    <a:pt x="7585" y="3362"/>
                    <a:pt x="7542" y="3420"/>
                  </a:cubicBezTo>
                  <a:lnTo>
                    <a:pt x="7177" y="3989"/>
                  </a:lnTo>
                  <a:cubicBezTo>
                    <a:pt x="6929" y="3843"/>
                    <a:pt x="6652" y="3726"/>
                    <a:pt x="6375" y="3638"/>
                  </a:cubicBezTo>
                  <a:lnTo>
                    <a:pt x="7235" y="2297"/>
                  </a:lnTo>
                  <a:cubicBezTo>
                    <a:pt x="7309" y="2180"/>
                    <a:pt x="7410" y="2107"/>
                    <a:pt x="7542" y="2092"/>
                  </a:cubicBezTo>
                  <a:cubicBezTo>
                    <a:pt x="7558" y="2091"/>
                    <a:pt x="7575" y="2090"/>
                    <a:pt x="7591" y="2090"/>
                  </a:cubicBezTo>
                  <a:cubicBezTo>
                    <a:pt x="7705" y="2090"/>
                    <a:pt x="7816" y="2132"/>
                    <a:pt x="7892" y="2209"/>
                  </a:cubicBezTo>
                  <a:lnTo>
                    <a:pt x="10182" y="4325"/>
                  </a:lnTo>
                  <a:cubicBezTo>
                    <a:pt x="10226" y="4368"/>
                    <a:pt x="10284" y="4383"/>
                    <a:pt x="10328" y="4383"/>
                  </a:cubicBezTo>
                  <a:lnTo>
                    <a:pt x="10343" y="4383"/>
                  </a:lnTo>
                  <a:cubicBezTo>
                    <a:pt x="10401" y="4383"/>
                    <a:pt x="10459" y="4354"/>
                    <a:pt x="10503" y="4309"/>
                  </a:cubicBezTo>
                  <a:lnTo>
                    <a:pt x="11990" y="2559"/>
                  </a:lnTo>
                  <a:cubicBezTo>
                    <a:pt x="12064" y="2472"/>
                    <a:pt x="12064" y="2326"/>
                    <a:pt x="11961" y="2253"/>
                  </a:cubicBezTo>
                  <a:lnTo>
                    <a:pt x="11524" y="1874"/>
                  </a:lnTo>
                  <a:cubicBezTo>
                    <a:pt x="11422" y="1787"/>
                    <a:pt x="11378" y="1670"/>
                    <a:pt x="11407" y="1553"/>
                  </a:cubicBezTo>
                  <a:cubicBezTo>
                    <a:pt x="11422" y="1421"/>
                    <a:pt x="11510" y="1320"/>
                    <a:pt x="11626" y="1275"/>
                  </a:cubicBezTo>
                  <a:lnTo>
                    <a:pt x="12356" y="1028"/>
                  </a:lnTo>
                  <a:cubicBezTo>
                    <a:pt x="12472" y="984"/>
                    <a:pt x="12531" y="853"/>
                    <a:pt x="12486" y="750"/>
                  </a:cubicBezTo>
                  <a:cubicBezTo>
                    <a:pt x="12453" y="660"/>
                    <a:pt x="12376" y="605"/>
                    <a:pt x="12288" y="605"/>
                  </a:cubicBezTo>
                  <a:cubicBezTo>
                    <a:pt x="12263" y="605"/>
                    <a:pt x="12236" y="610"/>
                    <a:pt x="12210" y="620"/>
                  </a:cubicBezTo>
                  <a:lnTo>
                    <a:pt x="11480" y="867"/>
                  </a:lnTo>
                  <a:cubicBezTo>
                    <a:pt x="11218" y="970"/>
                    <a:pt x="11028" y="1188"/>
                    <a:pt x="10969" y="1466"/>
                  </a:cubicBezTo>
                  <a:cubicBezTo>
                    <a:pt x="10926" y="1742"/>
                    <a:pt x="11028" y="2020"/>
                    <a:pt x="11232" y="2209"/>
                  </a:cubicBezTo>
                  <a:lnTo>
                    <a:pt x="11524" y="2442"/>
                  </a:lnTo>
                  <a:lnTo>
                    <a:pt x="10314" y="3858"/>
                  </a:lnTo>
                  <a:lnTo>
                    <a:pt x="8198" y="1888"/>
                  </a:lnTo>
                  <a:cubicBezTo>
                    <a:pt x="8042" y="1743"/>
                    <a:pt x="7835" y="1658"/>
                    <a:pt x="7620" y="1658"/>
                  </a:cubicBezTo>
                  <a:cubicBezTo>
                    <a:pt x="7575" y="1658"/>
                    <a:pt x="7529" y="1662"/>
                    <a:pt x="7484" y="1670"/>
                  </a:cubicBezTo>
                  <a:cubicBezTo>
                    <a:pt x="7235" y="1699"/>
                    <a:pt x="7002" y="1845"/>
                    <a:pt x="6871" y="2063"/>
                  </a:cubicBezTo>
                  <a:lnTo>
                    <a:pt x="5922" y="3537"/>
                  </a:lnTo>
                  <a:cubicBezTo>
                    <a:pt x="5733" y="3508"/>
                    <a:pt x="5529" y="3493"/>
                    <a:pt x="5339" y="3493"/>
                  </a:cubicBezTo>
                  <a:cubicBezTo>
                    <a:pt x="3647" y="3493"/>
                    <a:pt x="2233" y="4646"/>
                    <a:pt x="1824" y="6192"/>
                  </a:cubicBezTo>
                  <a:lnTo>
                    <a:pt x="1474" y="5871"/>
                  </a:lnTo>
                  <a:cubicBezTo>
                    <a:pt x="1299" y="5710"/>
                    <a:pt x="1080" y="5637"/>
                    <a:pt x="846" y="5637"/>
                  </a:cubicBezTo>
                  <a:cubicBezTo>
                    <a:pt x="613" y="5651"/>
                    <a:pt x="409" y="5754"/>
                    <a:pt x="249" y="5929"/>
                  </a:cubicBezTo>
                  <a:cubicBezTo>
                    <a:pt x="88" y="6089"/>
                    <a:pt x="0" y="6322"/>
                    <a:pt x="15" y="6556"/>
                  </a:cubicBezTo>
                  <a:cubicBezTo>
                    <a:pt x="29" y="6775"/>
                    <a:pt x="132" y="6993"/>
                    <a:pt x="307" y="7154"/>
                  </a:cubicBezTo>
                  <a:lnTo>
                    <a:pt x="2174" y="8860"/>
                  </a:lnTo>
                  <a:cubicBezTo>
                    <a:pt x="2787" y="9969"/>
                    <a:pt x="3983" y="10728"/>
                    <a:pt x="5339" y="10728"/>
                  </a:cubicBezTo>
                  <a:cubicBezTo>
                    <a:pt x="6039" y="10728"/>
                    <a:pt x="6710" y="10523"/>
                    <a:pt x="7264" y="10159"/>
                  </a:cubicBezTo>
                  <a:lnTo>
                    <a:pt x="7659" y="10553"/>
                  </a:lnTo>
                  <a:cubicBezTo>
                    <a:pt x="7571" y="10815"/>
                    <a:pt x="7630" y="11122"/>
                    <a:pt x="7848" y="11340"/>
                  </a:cubicBezTo>
                  <a:lnTo>
                    <a:pt x="9526" y="13032"/>
                  </a:lnTo>
                  <a:cubicBezTo>
                    <a:pt x="9672" y="13164"/>
                    <a:pt x="9861" y="13252"/>
                    <a:pt x="10065" y="13252"/>
                  </a:cubicBezTo>
                  <a:cubicBezTo>
                    <a:pt x="10255" y="13252"/>
                    <a:pt x="10444" y="13164"/>
                    <a:pt x="10590" y="13032"/>
                  </a:cubicBezTo>
                  <a:lnTo>
                    <a:pt x="11247" y="12361"/>
                  </a:lnTo>
                  <a:cubicBezTo>
                    <a:pt x="11393" y="12215"/>
                    <a:pt x="11465" y="12026"/>
                    <a:pt x="11465" y="11836"/>
                  </a:cubicBezTo>
                  <a:cubicBezTo>
                    <a:pt x="11465" y="11632"/>
                    <a:pt x="11393" y="11443"/>
                    <a:pt x="11247" y="11297"/>
                  </a:cubicBezTo>
                  <a:lnTo>
                    <a:pt x="9569" y="9619"/>
                  </a:lnTo>
                  <a:cubicBezTo>
                    <a:pt x="9423" y="9473"/>
                    <a:pt x="9234" y="9401"/>
                    <a:pt x="9030" y="9401"/>
                  </a:cubicBezTo>
                  <a:cubicBezTo>
                    <a:pt x="8942" y="9401"/>
                    <a:pt x="8869" y="9415"/>
                    <a:pt x="8781" y="9444"/>
                  </a:cubicBezTo>
                  <a:lnTo>
                    <a:pt x="8388" y="9051"/>
                  </a:lnTo>
                  <a:cubicBezTo>
                    <a:pt x="8752" y="8481"/>
                    <a:pt x="8956" y="7825"/>
                    <a:pt x="8956" y="7110"/>
                  </a:cubicBezTo>
                  <a:cubicBezTo>
                    <a:pt x="8956" y="5943"/>
                    <a:pt x="8402" y="4893"/>
                    <a:pt x="7542" y="4237"/>
                  </a:cubicBezTo>
                  <a:lnTo>
                    <a:pt x="7775" y="3872"/>
                  </a:lnTo>
                  <a:lnTo>
                    <a:pt x="9802" y="5754"/>
                  </a:lnTo>
                  <a:cubicBezTo>
                    <a:pt x="9963" y="5900"/>
                    <a:pt x="10168" y="5988"/>
                    <a:pt x="10386" y="5988"/>
                  </a:cubicBezTo>
                  <a:cubicBezTo>
                    <a:pt x="10401" y="5988"/>
                    <a:pt x="10415" y="5972"/>
                    <a:pt x="10444" y="5972"/>
                  </a:cubicBezTo>
                  <a:cubicBezTo>
                    <a:pt x="10678" y="5958"/>
                    <a:pt x="10897" y="5856"/>
                    <a:pt x="11043" y="5681"/>
                  </a:cubicBezTo>
                  <a:lnTo>
                    <a:pt x="12836" y="3566"/>
                  </a:lnTo>
                  <a:lnTo>
                    <a:pt x="13128" y="3814"/>
                  </a:lnTo>
                  <a:cubicBezTo>
                    <a:pt x="13265" y="3930"/>
                    <a:pt x="13440" y="3995"/>
                    <a:pt x="13619" y="3995"/>
                  </a:cubicBezTo>
                  <a:cubicBezTo>
                    <a:pt x="13709" y="3995"/>
                    <a:pt x="13799" y="3979"/>
                    <a:pt x="13887" y="3945"/>
                  </a:cubicBezTo>
                  <a:cubicBezTo>
                    <a:pt x="14164" y="3858"/>
                    <a:pt x="14339" y="3638"/>
                    <a:pt x="14398" y="3362"/>
                  </a:cubicBezTo>
                  <a:lnTo>
                    <a:pt x="14849" y="925"/>
                  </a:lnTo>
                  <a:cubicBezTo>
                    <a:pt x="14894" y="649"/>
                    <a:pt x="14806" y="371"/>
                    <a:pt x="14587" y="182"/>
                  </a:cubicBezTo>
                  <a:cubicBezTo>
                    <a:pt x="14441" y="65"/>
                    <a:pt x="14263" y="0"/>
                    <a:pt x="140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0"/>
            <p:cNvSpPr/>
            <p:nvPr/>
          </p:nvSpPr>
          <p:spPr>
            <a:xfrm>
              <a:off x="1069363" y="1633625"/>
              <a:ext cx="130200" cy="130200"/>
            </a:xfrm>
            <a:custGeom>
              <a:avLst/>
              <a:gdLst/>
              <a:ahLst/>
              <a:cxnLst/>
              <a:rect l="l" t="t" r="r" b="b"/>
              <a:pathLst>
                <a:path w="5208" h="5208" extrusionOk="0">
                  <a:moveTo>
                    <a:pt x="2611" y="1"/>
                  </a:moveTo>
                  <a:cubicBezTo>
                    <a:pt x="1167" y="1"/>
                    <a:pt x="0" y="1168"/>
                    <a:pt x="0" y="2611"/>
                  </a:cubicBezTo>
                  <a:cubicBezTo>
                    <a:pt x="0" y="3020"/>
                    <a:pt x="102" y="3428"/>
                    <a:pt x="292" y="3793"/>
                  </a:cubicBezTo>
                  <a:cubicBezTo>
                    <a:pt x="324" y="3868"/>
                    <a:pt x="404" y="3912"/>
                    <a:pt x="491" y="3912"/>
                  </a:cubicBezTo>
                  <a:cubicBezTo>
                    <a:pt x="522" y="3912"/>
                    <a:pt x="553" y="3906"/>
                    <a:pt x="584" y="3895"/>
                  </a:cubicBezTo>
                  <a:cubicBezTo>
                    <a:pt x="685" y="3836"/>
                    <a:pt x="730" y="3706"/>
                    <a:pt x="671" y="3603"/>
                  </a:cubicBezTo>
                  <a:cubicBezTo>
                    <a:pt x="510" y="3282"/>
                    <a:pt x="438" y="2961"/>
                    <a:pt x="438" y="2611"/>
                  </a:cubicBezTo>
                  <a:cubicBezTo>
                    <a:pt x="438" y="1415"/>
                    <a:pt x="1415" y="438"/>
                    <a:pt x="2611" y="438"/>
                  </a:cubicBezTo>
                  <a:cubicBezTo>
                    <a:pt x="3807" y="438"/>
                    <a:pt x="4785" y="1415"/>
                    <a:pt x="4785" y="2611"/>
                  </a:cubicBezTo>
                  <a:cubicBezTo>
                    <a:pt x="4785" y="3807"/>
                    <a:pt x="3807" y="4785"/>
                    <a:pt x="2611" y="4785"/>
                  </a:cubicBezTo>
                  <a:cubicBezTo>
                    <a:pt x="2057" y="4785"/>
                    <a:pt x="1531" y="4581"/>
                    <a:pt x="1138" y="4202"/>
                  </a:cubicBezTo>
                  <a:cubicBezTo>
                    <a:pt x="1096" y="4166"/>
                    <a:pt x="1041" y="4148"/>
                    <a:pt x="987" y="4148"/>
                  </a:cubicBezTo>
                  <a:cubicBezTo>
                    <a:pt x="928" y="4148"/>
                    <a:pt x="870" y="4170"/>
                    <a:pt x="831" y="4216"/>
                  </a:cubicBezTo>
                  <a:cubicBezTo>
                    <a:pt x="744" y="4303"/>
                    <a:pt x="759" y="4449"/>
                    <a:pt x="846" y="4523"/>
                  </a:cubicBezTo>
                  <a:cubicBezTo>
                    <a:pt x="1327" y="4974"/>
                    <a:pt x="1955" y="5208"/>
                    <a:pt x="2611" y="5208"/>
                  </a:cubicBezTo>
                  <a:cubicBezTo>
                    <a:pt x="4040" y="5208"/>
                    <a:pt x="5207" y="4041"/>
                    <a:pt x="5207" y="2611"/>
                  </a:cubicBezTo>
                  <a:cubicBezTo>
                    <a:pt x="5207" y="1168"/>
                    <a:pt x="4040" y="1"/>
                    <a:pt x="26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0"/>
            <p:cNvSpPr/>
            <p:nvPr/>
          </p:nvSpPr>
          <p:spPr>
            <a:xfrm>
              <a:off x="1113863" y="1660225"/>
              <a:ext cx="41200" cy="77725"/>
            </a:xfrm>
            <a:custGeom>
              <a:avLst/>
              <a:gdLst/>
              <a:ahLst/>
              <a:cxnLst/>
              <a:rect l="l" t="t" r="r" b="b"/>
              <a:pathLst>
                <a:path w="1648" h="3109" extrusionOk="0">
                  <a:moveTo>
                    <a:pt x="802" y="1"/>
                  </a:moveTo>
                  <a:cubicBezTo>
                    <a:pt x="671" y="1"/>
                    <a:pt x="584" y="88"/>
                    <a:pt x="584" y="220"/>
                  </a:cubicBezTo>
                  <a:lnTo>
                    <a:pt x="584" y="308"/>
                  </a:lnTo>
                  <a:lnTo>
                    <a:pt x="568" y="322"/>
                  </a:lnTo>
                  <a:cubicBezTo>
                    <a:pt x="321" y="395"/>
                    <a:pt x="146" y="600"/>
                    <a:pt x="102" y="847"/>
                  </a:cubicBezTo>
                  <a:cubicBezTo>
                    <a:pt x="58" y="1080"/>
                    <a:pt x="131" y="1300"/>
                    <a:pt x="306" y="1430"/>
                  </a:cubicBezTo>
                  <a:cubicBezTo>
                    <a:pt x="438" y="1547"/>
                    <a:pt x="627" y="1635"/>
                    <a:pt x="948" y="1751"/>
                  </a:cubicBezTo>
                  <a:cubicBezTo>
                    <a:pt x="1167" y="1825"/>
                    <a:pt x="1167" y="2000"/>
                    <a:pt x="1152" y="2072"/>
                  </a:cubicBezTo>
                  <a:cubicBezTo>
                    <a:pt x="1123" y="2218"/>
                    <a:pt x="1006" y="2379"/>
                    <a:pt x="802" y="2379"/>
                  </a:cubicBezTo>
                  <a:cubicBezTo>
                    <a:pt x="584" y="2379"/>
                    <a:pt x="525" y="2364"/>
                    <a:pt x="364" y="2262"/>
                  </a:cubicBezTo>
                  <a:cubicBezTo>
                    <a:pt x="326" y="2235"/>
                    <a:pt x="283" y="2222"/>
                    <a:pt x="241" y="2222"/>
                  </a:cubicBezTo>
                  <a:cubicBezTo>
                    <a:pt x="171" y="2222"/>
                    <a:pt x="103" y="2257"/>
                    <a:pt x="58" y="2321"/>
                  </a:cubicBezTo>
                  <a:cubicBezTo>
                    <a:pt x="0" y="2422"/>
                    <a:pt x="29" y="2554"/>
                    <a:pt x="131" y="2627"/>
                  </a:cubicBezTo>
                  <a:cubicBezTo>
                    <a:pt x="306" y="2743"/>
                    <a:pt x="422" y="2788"/>
                    <a:pt x="584" y="2802"/>
                  </a:cubicBezTo>
                  <a:lnTo>
                    <a:pt x="584" y="2889"/>
                  </a:lnTo>
                  <a:cubicBezTo>
                    <a:pt x="584" y="3021"/>
                    <a:pt x="671" y="3108"/>
                    <a:pt x="802" y="3108"/>
                  </a:cubicBezTo>
                  <a:cubicBezTo>
                    <a:pt x="918" y="3108"/>
                    <a:pt x="1021" y="3021"/>
                    <a:pt x="1021" y="2889"/>
                  </a:cubicBezTo>
                  <a:lnTo>
                    <a:pt x="1021" y="2772"/>
                  </a:lnTo>
                  <a:cubicBezTo>
                    <a:pt x="1327" y="2685"/>
                    <a:pt x="1531" y="2408"/>
                    <a:pt x="1575" y="2146"/>
                  </a:cubicBezTo>
                  <a:cubicBezTo>
                    <a:pt x="1648" y="1780"/>
                    <a:pt x="1444" y="1460"/>
                    <a:pt x="1093" y="1343"/>
                  </a:cubicBezTo>
                  <a:cubicBezTo>
                    <a:pt x="904" y="1271"/>
                    <a:pt x="685" y="1183"/>
                    <a:pt x="568" y="1096"/>
                  </a:cubicBezTo>
                  <a:cubicBezTo>
                    <a:pt x="539" y="1066"/>
                    <a:pt x="510" y="993"/>
                    <a:pt x="525" y="920"/>
                  </a:cubicBezTo>
                  <a:cubicBezTo>
                    <a:pt x="539" y="891"/>
                    <a:pt x="568" y="775"/>
                    <a:pt x="685" y="730"/>
                  </a:cubicBezTo>
                  <a:cubicBezTo>
                    <a:pt x="731" y="719"/>
                    <a:pt x="774" y="714"/>
                    <a:pt x="813" y="714"/>
                  </a:cubicBezTo>
                  <a:cubicBezTo>
                    <a:pt x="971" y="714"/>
                    <a:pt x="1067" y="792"/>
                    <a:pt x="1079" y="804"/>
                  </a:cubicBezTo>
                  <a:cubicBezTo>
                    <a:pt x="1117" y="835"/>
                    <a:pt x="1166" y="850"/>
                    <a:pt x="1215" y="850"/>
                  </a:cubicBezTo>
                  <a:cubicBezTo>
                    <a:pt x="1279" y="850"/>
                    <a:pt x="1344" y="824"/>
                    <a:pt x="1385" y="775"/>
                  </a:cubicBezTo>
                  <a:cubicBezTo>
                    <a:pt x="1459" y="672"/>
                    <a:pt x="1444" y="541"/>
                    <a:pt x="1356" y="468"/>
                  </a:cubicBezTo>
                  <a:cubicBezTo>
                    <a:pt x="1327" y="439"/>
                    <a:pt x="1196" y="337"/>
                    <a:pt x="1021" y="293"/>
                  </a:cubicBezTo>
                  <a:lnTo>
                    <a:pt x="1021" y="220"/>
                  </a:lnTo>
                  <a:cubicBezTo>
                    <a:pt x="1021" y="88"/>
                    <a:pt x="918" y="1"/>
                    <a:pt x="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0"/>
            <p:cNvSpPr/>
            <p:nvPr/>
          </p:nvSpPr>
          <p:spPr>
            <a:xfrm>
              <a:off x="1106188" y="1536975"/>
              <a:ext cx="35750" cy="48175"/>
            </a:xfrm>
            <a:custGeom>
              <a:avLst/>
              <a:gdLst/>
              <a:ahLst/>
              <a:cxnLst/>
              <a:rect l="l" t="t" r="r" b="b"/>
              <a:pathLst>
                <a:path w="1430" h="1927" extrusionOk="0">
                  <a:moveTo>
                    <a:pt x="642" y="438"/>
                  </a:moveTo>
                  <a:lnTo>
                    <a:pt x="788" y="453"/>
                  </a:lnTo>
                  <a:cubicBezTo>
                    <a:pt x="846" y="453"/>
                    <a:pt x="891" y="467"/>
                    <a:pt x="920" y="512"/>
                  </a:cubicBezTo>
                  <a:cubicBezTo>
                    <a:pt x="963" y="555"/>
                    <a:pt x="978" y="613"/>
                    <a:pt x="978" y="658"/>
                  </a:cubicBezTo>
                  <a:lnTo>
                    <a:pt x="891" y="1313"/>
                  </a:lnTo>
                  <a:cubicBezTo>
                    <a:pt x="891" y="1416"/>
                    <a:pt x="803" y="1488"/>
                    <a:pt x="700" y="1488"/>
                  </a:cubicBezTo>
                  <a:lnTo>
                    <a:pt x="628" y="1488"/>
                  </a:lnTo>
                  <a:cubicBezTo>
                    <a:pt x="540" y="1488"/>
                    <a:pt x="453" y="1401"/>
                    <a:pt x="453" y="1299"/>
                  </a:cubicBezTo>
                  <a:lnTo>
                    <a:pt x="438" y="642"/>
                  </a:lnTo>
                  <a:cubicBezTo>
                    <a:pt x="438" y="584"/>
                    <a:pt x="453" y="526"/>
                    <a:pt x="496" y="497"/>
                  </a:cubicBezTo>
                  <a:cubicBezTo>
                    <a:pt x="525" y="453"/>
                    <a:pt x="584" y="438"/>
                    <a:pt x="642" y="438"/>
                  </a:cubicBezTo>
                  <a:close/>
                  <a:moveTo>
                    <a:pt x="657" y="1"/>
                  </a:moveTo>
                  <a:cubicBezTo>
                    <a:pt x="482" y="1"/>
                    <a:pt x="307" y="59"/>
                    <a:pt x="190" y="191"/>
                  </a:cubicBezTo>
                  <a:cubicBezTo>
                    <a:pt x="74" y="308"/>
                    <a:pt x="0" y="467"/>
                    <a:pt x="0" y="642"/>
                  </a:cubicBezTo>
                  <a:lnTo>
                    <a:pt x="15" y="1313"/>
                  </a:lnTo>
                  <a:cubicBezTo>
                    <a:pt x="29" y="1634"/>
                    <a:pt x="292" y="1912"/>
                    <a:pt x="613" y="1926"/>
                  </a:cubicBezTo>
                  <a:lnTo>
                    <a:pt x="700" y="1926"/>
                  </a:lnTo>
                  <a:cubicBezTo>
                    <a:pt x="1021" y="1926"/>
                    <a:pt x="1284" y="1693"/>
                    <a:pt x="1328" y="1372"/>
                  </a:cubicBezTo>
                  <a:lnTo>
                    <a:pt x="1400" y="716"/>
                  </a:lnTo>
                  <a:cubicBezTo>
                    <a:pt x="1430" y="541"/>
                    <a:pt x="1371" y="366"/>
                    <a:pt x="1255" y="234"/>
                  </a:cubicBezTo>
                  <a:cubicBezTo>
                    <a:pt x="1138" y="103"/>
                    <a:pt x="978" y="16"/>
                    <a:pt x="803" y="16"/>
                  </a:cubicBezTo>
                  <a:lnTo>
                    <a:pt x="6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0"/>
            <p:cNvSpPr/>
            <p:nvPr/>
          </p:nvSpPr>
          <p:spPr>
            <a:xfrm>
              <a:off x="1054788" y="1548150"/>
              <a:ext cx="43775" cy="47200"/>
            </a:xfrm>
            <a:custGeom>
              <a:avLst/>
              <a:gdLst/>
              <a:ahLst/>
              <a:cxnLst/>
              <a:rect l="l" t="t" r="r" b="b"/>
              <a:pathLst>
                <a:path w="1751" h="1888" extrusionOk="0">
                  <a:moveTo>
                    <a:pt x="778" y="441"/>
                  </a:moveTo>
                  <a:cubicBezTo>
                    <a:pt x="800" y="441"/>
                    <a:pt x="822" y="446"/>
                    <a:pt x="846" y="458"/>
                  </a:cubicBezTo>
                  <a:cubicBezTo>
                    <a:pt x="889" y="473"/>
                    <a:pt x="934" y="502"/>
                    <a:pt x="963" y="561"/>
                  </a:cubicBezTo>
                  <a:lnTo>
                    <a:pt x="1225" y="1158"/>
                  </a:lnTo>
                  <a:cubicBezTo>
                    <a:pt x="1254" y="1261"/>
                    <a:pt x="1225" y="1362"/>
                    <a:pt x="1138" y="1407"/>
                  </a:cubicBezTo>
                  <a:lnTo>
                    <a:pt x="1079" y="1436"/>
                  </a:lnTo>
                  <a:cubicBezTo>
                    <a:pt x="1053" y="1449"/>
                    <a:pt x="1023" y="1456"/>
                    <a:pt x="993" y="1456"/>
                  </a:cubicBezTo>
                  <a:cubicBezTo>
                    <a:pt x="927" y="1456"/>
                    <a:pt x="862" y="1423"/>
                    <a:pt x="831" y="1362"/>
                  </a:cubicBezTo>
                  <a:lnTo>
                    <a:pt x="481" y="808"/>
                  </a:lnTo>
                  <a:cubicBezTo>
                    <a:pt x="452" y="750"/>
                    <a:pt x="452" y="707"/>
                    <a:pt x="467" y="648"/>
                  </a:cubicBezTo>
                  <a:cubicBezTo>
                    <a:pt x="481" y="604"/>
                    <a:pt x="510" y="561"/>
                    <a:pt x="554" y="532"/>
                  </a:cubicBezTo>
                  <a:lnTo>
                    <a:pt x="685" y="458"/>
                  </a:lnTo>
                  <a:cubicBezTo>
                    <a:pt x="719" y="450"/>
                    <a:pt x="748" y="441"/>
                    <a:pt x="778" y="441"/>
                  </a:cubicBezTo>
                  <a:close/>
                  <a:moveTo>
                    <a:pt x="789" y="0"/>
                  </a:moveTo>
                  <a:cubicBezTo>
                    <a:pt x="686" y="0"/>
                    <a:pt x="583" y="26"/>
                    <a:pt x="496" y="79"/>
                  </a:cubicBezTo>
                  <a:lnTo>
                    <a:pt x="364" y="152"/>
                  </a:lnTo>
                  <a:cubicBezTo>
                    <a:pt x="204" y="225"/>
                    <a:pt x="88" y="371"/>
                    <a:pt x="43" y="532"/>
                  </a:cubicBezTo>
                  <a:cubicBezTo>
                    <a:pt x="0" y="707"/>
                    <a:pt x="14" y="882"/>
                    <a:pt x="117" y="1027"/>
                  </a:cubicBezTo>
                  <a:lnTo>
                    <a:pt x="452" y="1596"/>
                  </a:lnTo>
                  <a:cubicBezTo>
                    <a:pt x="568" y="1786"/>
                    <a:pt x="773" y="1888"/>
                    <a:pt x="992" y="1888"/>
                  </a:cubicBezTo>
                  <a:cubicBezTo>
                    <a:pt x="1093" y="1888"/>
                    <a:pt x="1181" y="1874"/>
                    <a:pt x="1284" y="1829"/>
                  </a:cubicBezTo>
                  <a:lnTo>
                    <a:pt x="1327" y="1800"/>
                  </a:lnTo>
                  <a:cubicBezTo>
                    <a:pt x="1619" y="1640"/>
                    <a:pt x="1750" y="1290"/>
                    <a:pt x="1619" y="983"/>
                  </a:cubicBezTo>
                  <a:lnTo>
                    <a:pt x="1356" y="386"/>
                  </a:lnTo>
                  <a:cubicBezTo>
                    <a:pt x="1284" y="225"/>
                    <a:pt x="1152" y="94"/>
                    <a:pt x="992" y="36"/>
                  </a:cubicBezTo>
                  <a:cubicBezTo>
                    <a:pt x="927" y="12"/>
                    <a:pt x="858" y="0"/>
                    <a:pt x="7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0"/>
            <p:cNvSpPr/>
            <p:nvPr/>
          </p:nvSpPr>
          <p:spPr>
            <a:xfrm>
              <a:off x="1016113" y="1582350"/>
              <a:ext cx="49250" cy="42550"/>
            </a:xfrm>
            <a:custGeom>
              <a:avLst/>
              <a:gdLst/>
              <a:ahLst/>
              <a:cxnLst/>
              <a:rect l="l" t="t" r="r" b="b"/>
              <a:pathLst>
                <a:path w="1970" h="1702" extrusionOk="0">
                  <a:moveTo>
                    <a:pt x="739" y="441"/>
                  </a:moveTo>
                  <a:cubicBezTo>
                    <a:pt x="775" y="441"/>
                    <a:pt x="814" y="455"/>
                    <a:pt x="847" y="476"/>
                  </a:cubicBezTo>
                  <a:lnTo>
                    <a:pt x="1372" y="870"/>
                  </a:lnTo>
                  <a:cubicBezTo>
                    <a:pt x="1459" y="928"/>
                    <a:pt x="1473" y="1045"/>
                    <a:pt x="1415" y="1132"/>
                  </a:cubicBezTo>
                  <a:lnTo>
                    <a:pt x="1386" y="1176"/>
                  </a:lnTo>
                  <a:cubicBezTo>
                    <a:pt x="1356" y="1237"/>
                    <a:pt x="1292" y="1269"/>
                    <a:pt x="1226" y="1269"/>
                  </a:cubicBezTo>
                  <a:cubicBezTo>
                    <a:pt x="1196" y="1269"/>
                    <a:pt x="1166" y="1263"/>
                    <a:pt x="1139" y="1249"/>
                  </a:cubicBezTo>
                  <a:lnTo>
                    <a:pt x="555" y="928"/>
                  </a:lnTo>
                  <a:cubicBezTo>
                    <a:pt x="511" y="899"/>
                    <a:pt x="468" y="856"/>
                    <a:pt x="468" y="811"/>
                  </a:cubicBezTo>
                  <a:cubicBezTo>
                    <a:pt x="452" y="753"/>
                    <a:pt x="452" y="695"/>
                    <a:pt x="482" y="651"/>
                  </a:cubicBezTo>
                  <a:lnTo>
                    <a:pt x="569" y="520"/>
                  </a:lnTo>
                  <a:cubicBezTo>
                    <a:pt x="598" y="476"/>
                    <a:pt x="643" y="447"/>
                    <a:pt x="701" y="447"/>
                  </a:cubicBezTo>
                  <a:cubicBezTo>
                    <a:pt x="713" y="443"/>
                    <a:pt x="725" y="441"/>
                    <a:pt x="739" y="441"/>
                  </a:cubicBezTo>
                  <a:close/>
                  <a:moveTo>
                    <a:pt x="721" y="1"/>
                  </a:moveTo>
                  <a:cubicBezTo>
                    <a:pt x="685" y="1"/>
                    <a:pt x="649" y="4"/>
                    <a:pt x="613" y="10"/>
                  </a:cubicBezTo>
                  <a:cubicBezTo>
                    <a:pt x="438" y="39"/>
                    <a:pt x="293" y="140"/>
                    <a:pt x="205" y="286"/>
                  </a:cubicBezTo>
                  <a:lnTo>
                    <a:pt x="118" y="418"/>
                  </a:lnTo>
                  <a:cubicBezTo>
                    <a:pt x="30" y="564"/>
                    <a:pt x="1" y="739"/>
                    <a:pt x="44" y="914"/>
                  </a:cubicBezTo>
                  <a:cubicBezTo>
                    <a:pt x="88" y="1074"/>
                    <a:pt x="190" y="1220"/>
                    <a:pt x="351" y="1307"/>
                  </a:cubicBezTo>
                  <a:lnTo>
                    <a:pt x="919" y="1628"/>
                  </a:lnTo>
                  <a:cubicBezTo>
                    <a:pt x="1022" y="1672"/>
                    <a:pt x="1123" y="1702"/>
                    <a:pt x="1226" y="1702"/>
                  </a:cubicBezTo>
                  <a:cubicBezTo>
                    <a:pt x="1430" y="1702"/>
                    <a:pt x="1635" y="1599"/>
                    <a:pt x="1751" y="1410"/>
                  </a:cubicBezTo>
                  <a:lnTo>
                    <a:pt x="1794" y="1366"/>
                  </a:lnTo>
                  <a:cubicBezTo>
                    <a:pt x="1969" y="1089"/>
                    <a:pt x="1897" y="710"/>
                    <a:pt x="1635" y="520"/>
                  </a:cubicBezTo>
                  <a:lnTo>
                    <a:pt x="1094" y="126"/>
                  </a:lnTo>
                  <a:cubicBezTo>
                    <a:pt x="990" y="45"/>
                    <a:pt x="859" y="1"/>
                    <a:pt x="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9" name="Google Shape;569;p40"/>
          <p:cNvGrpSpPr/>
          <p:nvPr/>
        </p:nvGrpSpPr>
        <p:grpSpPr>
          <a:xfrm>
            <a:off x="5332098" y="3588969"/>
            <a:ext cx="372000" cy="370525"/>
            <a:chOff x="6266213" y="1999025"/>
            <a:chExt cx="372000" cy="370525"/>
          </a:xfrm>
        </p:grpSpPr>
        <p:sp>
          <p:nvSpPr>
            <p:cNvPr id="570" name="Google Shape;570;p40"/>
            <p:cNvSpPr/>
            <p:nvPr/>
          </p:nvSpPr>
          <p:spPr>
            <a:xfrm>
              <a:off x="6266213" y="1999025"/>
              <a:ext cx="372000" cy="370525"/>
            </a:xfrm>
            <a:custGeom>
              <a:avLst/>
              <a:gdLst/>
              <a:ahLst/>
              <a:cxnLst/>
              <a:rect l="l" t="t" r="r" b="b"/>
              <a:pathLst>
                <a:path w="14880" h="14821" extrusionOk="0">
                  <a:moveTo>
                    <a:pt x="1693" y="0"/>
                  </a:moveTo>
                  <a:cubicBezTo>
                    <a:pt x="1387" y="0"/>
                    <a:pt x="1096" y="160"/>
                    <a:pt x="935" y="438"/>
                  </a:cubicBezTo>
                  <a:lnTo>
                    <a:pt x="162" y="1794"/>
                  </a:lnTo>
                  <a:cubicBezTo>
                    <a:pt x="1" y="2072"/>
                    <a:pt x="1" y="2393"/>
                    <a:pt x="162" y="2669"/>
                  </a:cubicBezTo>
                  <a:cubicBezTo>
                    <a:pt x="293" y="2889"/>
                    <a:pt x="512" y="3048"/>
                    <a:pt x="759" y="3093"/>
                  </a:cubicBezTo>
                  <a:lnTo>
                    <a:pt x="759" y="12253"/>
                  </a:lnTo>
                  <a:cubicBezTo>
                    <a:pt x="351" y="12355"/>
                    <a:pt x="45" y="12720"/>
                    <a:pt x="45" y="13158"/>
                  </a:cubicBezTo>
                  <a:cubicBezTo>
                    <a:pt x="45" y="13405"/>
                    <a:pt x="133" y="13653"/>
                    <a:pt x="322" y="13829"/>
                  </a:cubicBezTo>
                  <a:cubicBezTo>
                    <a:pt x="439" y="13959"/>
                    <a:pt x="600" y="14047"/>
                    <a:pt x="775" y="14076"/>
                  </a:cubicBezTo>
                  <a:cubicBezTo>
                    <a:pt x="876" y="14500"/>
                    <a:pt x="1241" y="14820"/>
                    <a:pt x="1693" y="14820"/>
                  </a:cubicBezTo>
                  <a:cubicBezTo>
                    <a:pt x="1942" y="14820"/>
                    <a:pt x="2175" y="14718"/>
                    <a:pt x="2364" y="14543"/>
                  </a:cubicBezTo>
                  <a:cubicBezTo>
                    <a:pt x="2481" y="14412"/>
                    <a:pt x="2568" y="14266"/>
                    <a:pt x="2613" y="14091"/>
                  </a:cubicBezTo>
                  <a:lnTo>
                    <a:pt x="11787" y="14091"/>
                  </a:lnTo>
                  <a:cubicBezTo>
                    <a:pt x="11831" y="14354"/>
                    <a:pt x="11977" y="14572"/>
                    <a:pt x="12211" y="14704"/>
                  </a:cubicBezTo>
                  <a:cubicBezTo>
                    <a:pt x="12341" y="14776"/>
                    <a:pt x="12487" y="14820"/>
                    <a:pt x="12648" y="14820"/>
                  </a:cubicBezTo>
                  <a:cubicBezTo>
                    <a:pt x="12794" y="14820"/>
                    <a:pt x="12940" y="14776"/>
                    <a:pt x="13086" y="14704"/>
                  </a:cubicBezTo>
                  <a:lnTo>
                    <a:pt x="13246" y="14616"/>
                  </a:lnTo>
                  <a:cubicBezTo>
                    <a:pt x="13348" y="14543"/>
                    <a:pt x="13392" y="14412"/>
                    <a:pt x="13319" y="14309"/>
                  </a:cubicBezTo>
                  <a:cubicBezTo>
                    <a:pt x="13281" y="14243"/>
                    <a:pt x="13211" y="14207"/>
                    <a:pt x="13139" y="14207"/>
                  </a:cubicBezTo>
                  <a:cubicBezTo>
                    <a:pt x="13101" y="14207"/>
                    <a:pt x="13062" y="14217"/>
                    <a:pt x="13027" y="14237"/>
                  </a:cubicBezTo>
                  <a:lnTo>
                    <a:pt x="12866" y="14324"/>
                  </a:lnTo>
                  <a:cubicBezTo>
                    <a:pt x="12794" y="14368"/>
                    <a:pt x="12717" y="14390"/>
                    <a:pt x="12642" y="14390"/>
                  </a:cubicBezTo>
                  <a:cubicBezTo>
                    <a:pt x="12568" y="14390"/>
                    <a:pt x="12495" y="14368"/>
                    <a:pt x="12429" y="14324"/>
                  </a:cubicBezTo>
                  <a:cubicBezTo>
                    <a:pt x="12283" y="14251"/>
                    <a:pt x="12211" y="14105"/>
                    <a:pt x="12211" y="13945"/>
                  </a:cubicBezTo>
                  <a:lnTo>
                    <a:pt x="12211" y="13887"/>
                  </a:lnTo>
                  <a:cubicBezTo>
                    <a:pt x="12211" y="13755"/>
                    <a:pt x="12108" y="13668"/>
                    <a:pt x="11991" y="13668"/>
                  </a:cubicBezTo>
                  <a:lnTo>
                    <a:pt x="2422" y="13668"/>
                  </a:lnTo>
                  <a:cubicBezTo>
                    <a:pt x="2292" y="13668"/>
                    <a:pt x="2204" y="13755"/>
                    <a:pt x="2204" y="13887"/>
                  </a:cubicBezTo>
                  <a:cubicBezTo>
                    <a:pt x="2204" y="14018"/>
                    <a:pt x="2146" y="14134"/>
                    <a:pt x="2058" y="14237"/>
                  </a:cubicBezTo>
                  <a:cubicBezTo>
                    <a:pt x="1956" y="14324"/>
                    <a:pt x="1825" y="14383"/>
                    <a:pt x="1693" y="14383"/>
                  </a:cubicBezTo>
                  <a:cubicBezTo>
                    <a:pt x="1416" y="14383"/>
                    <a:pt x="1197" y="14163"/>
                    <a:pt x="1197" y="13887"/>
                  </a:cubicBezTo>
                  <a:cubicBezTo>
                    <a:pt x="1197" y="13755"/>
                    <a:pt x="1096" y="13668"/>
                    <a:pt x="979" y="13668"/>
                  </a:cubicBezTo>
                  <a:cubicBezTo>
                    <a:pt x="847" y="13668"/>
                    <a:pt x="716" y="13609"/>
                    <a:pt x="629" y="13522"/>
                  </a:cubicBezTo>
                  <a:cubicBezTo>
                    <a:pt x="526" y="13420"/>
                    <a:pt x="483" y="13288"/>
                    <a:pt x="483" y="13158"/>
                  </a:cubicBezTo>
                  <a:cubicBezTo>
                    <a:pt x="483" y="12880"/>
                    <a:pt x="701" y="12662"/>
                    <a:pt x="979" y="12662"/>
                  </a:cubicBezTo>
                  <a:cubicBezTo>
                    <a:pt x="1096" y="12662"/>
                    <a:pt x="1197" y="12559"/>
                    <a:pt x="1197" y="12442"/>
                  </a:cubicBezTo>
                  <a:lnTo>
                    <a:pt x="1197" y="2889"/>
                  </a:lnTo>
                  <a:cubicBezTo>
                    <a:pt x="1197" y="2772"/>
                    <a:pt x="1096" y="2669"/>
                    <a:pt x="979" y="2669"/>
                  </a:cubicBezTo>
                  <a:lnTo>
                    <a:pt x="905" y="2669"/>
                  </a:lnTo>
                  <a:cubicBezTo>
                    <a:pt x="759" y="2669"/>
                    <a:pt x="614" y="2582"/>
                    <a:pt x="526" y="2451"/>
                  </a:cubicBezTo>
                  <a:cubicBezTo>
                    <a:pt x="454" y="2305"/>
                    <a:pt x="454" y="2144"/>
                    <a:pt x="526" y="2013"/>
                  </a:cubicBezTo>
                  <a:lnTo>
                    <a:pt x="1314" y="642"/>
                  </a:lnTo>
                  <a:cubicBezTo>
                    <a:pt x="1401" y="510"/>
                    <a:pt x="1533" y="423"/>
                    <a:pt x="1693" y="423"/>
                  </a:cubicBezTo>
                  <a:cubicBezTo>
                    <a:pt x="1854" y="423"/>
                    <a:pt x="2000" y="510"/>
                    <a:pt x="2072" y="642"/>
                  </a:cubicBezTo>
                  <a:lnTo>
                    <a:pt x="2860" y="2013"/>
                  </a:lnTo>
                  <a:cubicBezTo>
                    <a:pt x="2948" y="2144"/>
                    <a:pt x="2948" y="2305"/>
                    <a:pt x="2860" y="2451"/>
                  </a:cubicBezTo>
                  <a:cubicBezTo>
                    <a:pt x="2788" y="2582"/>
                    <a:pt x="2642" y="2669"/>
                    <a:pt x="2481" y="2669"/>
                  </a:cubicBezTo>
                  <a:lnTo>
                    <a:pt x="2422" y="2669"/>
                  </a:lnTo>
                  <a:cubicBezTo>
                    <a:pt x="2292" y="2669"/>
                    <a:pt x="2204" y="2772"/>
                    <a:pt x="2204" y="2889"/>
                  </a:cubicBezTo>
                  <a:lnTo>
                    <a:pt x="2204" y="3676"/>
                  </a:lnTo>
                  <a:cubicBezTo>
                    <a:pt x="2204" y="3793"/>
                    <a:pt x="2292" y="3894"/>
                    <a:pt x="2422" y="3894"/>
                  </a:cubicBezTo>
                  <a:lnTo>
                    <a:pt x="3093" y="3894"/>
                  </a:lnTo>
                  <a:cubicBezTo>
                    <a:pt x="3152" y="3894"/>
                    <a:pt x="3210" y="3910"/>
                    <a:pt x="3254" y="3968"/>
                  </a:cubicBezTo>
                  <a:cubicBezTo>
                    <a:pt x="3298" y="4011"/>
                    <a:pt x="3327" y="4070"/>
                    <a:pt x="3327" y="4143"/>
                  </a:cubicBezTo>
                  <a:cubicBezTo>
                    <a:pt x="3313" y="4260"/>
                    <a:pt x="3210" y="4361"/>
                    <a:pt x="3079" y="4361"/>
                  </a:cubicBezTo>
                  <a:lnTo>
                    <a:pt x="2422" y="4361"/>
                  </a:lnTo>
                  <a:cubicBezTo>
                    <a:pt x="2292" y="4361"/>
                    <a:pt x="2204" y="4464"/>
                    <a:pt x="2204" y="4581"/>
                  </a:cubicBezTo>
                  <a:lnTo>
                    <a:pt x="2204" y="5703"/>
                  </a:lnTo>
                  <a:cubicBezTo>
                    <a:pt x="2204" y="5820"/>
                    <a:pt x="2292" y="5923"/>
                    <a:pt x="2422" y="5923"/>
                  </a:cubicBezTo>
                  <a:lnTo>
                    <a:pt x="3093" y="5923"/>
                  </a:lnTo>
                  <a:cubicBezTo>
                    <a:pt x="3152" y="5923"/>
                    <a:pt x="3210" y="5952"/>
                    <a:pt x="3254" y="5995"/>
                  </a:cubicBezTo>
                  <a:cubicBezTo>
                    <a:pt x="3298" y="6039"/>
                    <a:pt x="3327" y="6098"/>
                    <a:pt x="3327" y="6170"/>
                  </a:cubicBezTo>
                  <a:cubicBezTo>
                    <a:pt x="3313" y="6287"/>
                    <a:pt x="3210" y="6389"/>
                    <a:pt x="3079" y="6389"/>
                  </a:cubicBezTo>
                  <a:lnTo>
                    <a:pt x="2422" y="6389"/>
                  </a:lnTo>
                  <a:cubicBezTo>
                    <a:pt x="2292" y="6389"/>
                    <a:pt x="2204" y="6491"/>
                    <a:pt x="2204" y="6608"/>
                  </a:cubicBezTo>
                  <a:lnTo>
                    <a:pt x="2204" y="7731"/>
                  </a:lnTo>
                  <a:cubicBezTo>
                    <a:pt x="2204" y="7848"/>
                    <a:pt x="2292" y="7950"/>
                    <a:pt x="2422" y="7950"/>
                  </a:cubicBezTo>
                  <a:lnTo>
                    <a:pt x="3093" y="7950"/>
                  </a:lnTo>
                  <a:cubicBezTo>
                    <a:pt x="3152" y="7950"/>
                    <a:pt x="3210" y="7979"/>
                    <a:pt x="3254" y="8023"/>
                  </a:cubicBezTo>
                  <a:cubicBezTo>
                    <a:pt x="3298" y="8066"/>
                    <a:pt x="3327" y="8125"/>
                    <a:pt x="3327" y="8183"/>
                  </a:cubicBezTo>
                  <a:cubicBezTo>
                    <a:pt x="3327" y="8315"/>
                    <a:pt x="3225" y="8416"/>
                    <a:pt x="3093" y="8416"/>
                  </a:cubicBezTo>
                  <a:lnTo>
                    <a:pt x="2422" y="8416"/>
                  </a:lnTo>
                  <a:cubicBezTo>
                    <a:pt x="2292" y="8416"/>
                    <a:pt x="2204" y="8519"/>
                    <a:pt x="2204" y="8636"/>
                  </a:cubicBezTo>
                  <a:lnTo>
                    <a:pt x="2204" y="9758"/>
                  </a:lnTo>
                  <a:cubicBezTo>
                    <a:pt x="2204" y="9875"/>
                    <a:pt x="2292" y="9978"/>
                    <a:pt x="2422" y="9978"/>
                  </a:cubicBezTo>
                  <a:lnTo>
                    <a:pt x="3093" y="9978"/>
                  </a:lnTo>
                  <a:cubicBezTo>
                    <a:pt x="3152" y="9978"/>
                    <a:pt x="3210" y="10007"/>
                    <a:pt x="3254" y="10050"/>
                  </a:cubicBezTo>
                  <a:cubicBezTo>
                    <a:pt x="3298" y="10094"/>
                    <a:pt x="3327" y="10153"/>
                    <a:pt x="3327" y="10211"/>
                  </a:cubicBezTo>
                  <a:cubicBezTo>
                    <a:pt x="3327" y="10342"/>
                    <a:pt x="3225" y="10444"/>
                    <a:pt x="3093" y="10444"/>
                  </a:cubicBezTo>
                  <a:lnTo>
                    <a:pt x="2422" y="10444"/>
                  </a:lnTo>
                  <a:cubicBezTo>
                    <a:pt x="2292" y="10444"/>
                    <a:pt x="2204" y="10546"/>
                    <a:pt x="2204" y="10663"/>
                  </a:cubicBezTo>
                  <a:lnTo>
                    <a:pt x="2204" y="12442"/>
                  </a:lnTo>
                  <a:cubicBezTo>
                    <a:pt x="2204" y="12559"/>
                    <a:pt x="2292" y="12662"/>
                    <a:pt x="2422" y="12662"/>
                  </a:cubicBezTo>
                  <a:lnTo>
                    <a:pt x="4188" y="12662"/>
                  </a:lnTo>
                  <a:cubicBezTo>
                    <a:pt x="4319" y="12662"/>
                    <a:pt x="4406" y="12559"/>
                    <a:pt x="4406" y="12442"/>
                  </a:cubicBezTo>
                  <a:lnTo>
                    <a:pt x="4406" y="11771"/>
                  </a:lnTo>
                  <a:cubicBezTo>
                    <a:pt x="4406" y="11713"/>
                    <a:pt x="4435" y="11641"/>
                    <a:pt x="4480" y="11596"/>
                  </a:cubicBezTo>
                  <a:cubicBezTo>
                    <a:pt x="4523" y="11553"/>
                    <a:pt x="4581" y="11538"/>
                    <a:pt x="4640" y="11538"/>
                  </a:cubicBezTo>
                  <a:cubicBezTo>
                    <a:pt x="4771" y="11538"/>
                    <a:pt x="4873" y="11641"/>
                    <a:pt x="4873" y="11771"/>
                  </a:cubicBezTo>
                  <a:lnTo>
                    <a:pt x="4873" y="12442"/>
                  </a:lnTo>
                  <a:cubicBezTo>
                    <a:pt x="4873" y="12559"/>
                    <a:pt x="4976" y="12662"/>
                    <a:pt x="5092" y="12662"/>
                  </a:cubicBezTo>
                  <a:lnTo>
                    <a:pt x="6215" y="12662"/>
                  </a:lnTo>
                  <a:cubicBezTo>
                    <a:pt x="6347" y="12662"/>
                    <a:pt x="6434" y="12559"/>
                    <a:pt x="6434" y="12442"/>
                  </a:cubicBezTo>
                  <a:lnTo>
                    <a:pt x="6434" y="11771"/>
                  </a:lnTo>
                  <a:cubicBezTo>
                    <a:pt x="6434" y="11713"/>
                    <a:pt x="6463" y="11641"/>
                    <a:pt x="6507" y="11596"/>
                  </a:cubicBezTo>
                  <a:cubicBezTo>
                    <a:pt x="6551" y="11553"/>
                    <a:pt x="6609" y="11538"/>
                    <a:pt x="6668" y="11538"/>
                  </a:cubicBezTo>
                  <a:cubicBezTo>
                    <a:pt x="6798" y="11538"/>
                    <a:pt x="6915" y="11641"/>
                    <a:pt x="6915" y="11771"/>
                  </a:cubicBezTo>
                  <a:lnTo>
                    <a:pt x="6915" y="12442"/>
                  </a:lnTo>
                  <a:cubicBezTo>
                    <a:pt x="6915" y="12559"/>
                    <a:pt x="7003" y="12662"/>
                    <a:pt x="7134" y="12662"/>
                  </a:cubicBezTo>
                  <a:lnTo>
                    <a:pt x="8257" y="12662"/>
                  </a:lnTo>
                  <a:cubicBezTo>
                    <a:pt x="8374" y="12662"/>
                    <a:pt x="8461" y="12559"/>
                    <a:pt x="8461" y="12442"/>
                  </a:cubicBezTo>
                  <a:lnTo>
                    <a:pt x="8461" y="11786"/>
                  </a:lnTo>
                  <a:cubicBezTo>
                    <a:pt x="8461" y="11655"/>
                    <a:pt x="8564" y="11538"/>
                    <a:pt x="8695" y="11538"/>
                  </a:cubicBezTo>
                  <a:cubicBezTo>
                    <a:pt x="8753" y="11538"/>
                    <a:pt x="8827" y="11553"/>
                    <a:pt x="8870" y="11596"/>
                  </a:cubicBezTo>
                  <a:cubicBezTo>
                    <a:pt x="8914" y="11641"/>
                    <a:pt x="8943" y="11699"/>
                    <a:pt x="8943" y="11771"/>
                  </a:cubicBezTo>
                  <a:lnTo>
                    <a:pt x="8943" y="12442"/>
                  </a:lnTo>
                  <a:cubicBezTo>
                    <a:pt x="8943" y="12559"/>
                    <a:pt x="9031" y="12662"/>
                    <a:pt x="9161" y="12662"/>
                  </a:cubicBezTo>
                  <a:lnTo>
                    <a:pt x="10285" y="12662"/>
                  </a:lnTo>
                  <a:cubicBezTo>
                    <a:pt x="10402" y="12662"/>
                    <a:pt x="10503" y="12559"/>
                    <a:pt x="10503" y="12442"/>
                  </a:cubicBezTo>
                  <a:lnTo>
                    <a:pt x="10503" y="11786"/>
                  </a:lnTo>
                  <a:cubicBezTo>
                    <a:pt x="10503" y="11655"/>
                    <a:pt x="10591" y="11538"/>
                    <a:pt x="10723" y="11538"/>
                  </a:cubicBezTo>
                  <a:cubicBezTo>
                    <a:pt x="10733" y="11535"/>
                    <a:pt x="10743" y="11534"/>
                    <a:pt x="10754" y="11534"/>
                  </a:cubicBezTo>
                  <a:cubicBezTo>
                    <a:pt x="10805" y="11534"/>
                    <a:pt x="10861" y="11560"/>
                    <a:pt x="10898" y="11596"/>
                  </a:cubicBezTo>
                  <a:cubicBezTo>
                    <a:pt x="10941" y="11641"/>
                    <a:pt x="10970" y="11699"/>
                    <a:pt x="10970" y="11771"/>
                  </a:cubicBezTo>
                  <a:lnTo>
                    <a:pt x="10970" y="12442"/>
                  </a:lnTo>
                  <a:cubicBezTo>
                    <a:pt x="10970" y="12559"/>
                    <a:pt x="11073" y="12662"/>
                    <a:pt x="11190" y="12662"/>
                  </a:cubicBezTo>
                  <a:lnTo>
                    <a:pt x="11991" y="12662"/>
                  </a:lnTo>
                  <a:cubicBezTo>
                    <a:pt x="12108" y="12662"/>
                    <a:pt x="12211" y="12559"/>
                    <a:pt x="12211" y="12442"/>
                  </a:cubicBezTo>
                  <a:lnTo>
                    <a:pt x="12211" y="12370"/>
                  </a:lnTo>
                  <a:cubicBezTo>
                    <a:pt x="12211" y="12224"/>
                    <a:pt x="12283" y="12078"/>
                    <a:pt x="12429" y="11991"/>
                  </a:cubicBezTo>
                  <a:cubicBezTo>
                    <a:pt x="12495" y="11954"/>
                    <a:pt x="12568" y="11935"/>
                    <a:pt x="12642" y="11935"/>
                  </a:cubicBezTo>
                  <a:cubicBezTo>
                    <a:pt x="12717" y="11935"/>
                    <a:pt x="12794" y="11954"/>
                    <a:pt x="12866" y="11991"/>
                  </a:cubicBezTo>
                  <a:lnTo>
                    <a:pt x="14224" y="12778"/>
                  </a:lnTo>
                  <a:cubicBezTo>
                    <a:pt x="14354" y="12866"/>
                    <a:pt x="14442" y="12997"/>
                    <a:pt x="14442" y="13158"/>
                  </a:cubicBezTo>
                  <a:cubicBezTo>
                    <a:pt x="14442" y="13317"/>
                    <a:pt x="14354" y="13463"/>
                    <a:pt x="14224" y="13537"/>
                  </a:cubicBezTo>
                  <a:lnTo>
                    <a:pt x="13786" y="13799"/>
                  </a:lnTo>
                  <a:cubicBezTo>
                    <a:pt x="13669" y="13858"/>
                    <a:pt x="13640" y="13988"/>
                    <a:pt x="13698" y="14091"/>
                  </a:cubicBezTo>
                  <a:cubicBezTo>
                    <a:pt x="13739" y="14162"/>
                    <a:pt x="13815" y="14205"/>
                    <a:pt x="13891" y="14205"/>
                  </a:cubicBezTo>
                  <a:cubicBezTo>
                    <a:pt x="13925" y="14205"/>
                    <a:pt x="13959" y="14196"/>
                    <a:pt x="13990" y="14179"/>
                  </a:cubicBezTo>
                  <a:lnTo>
                    <a:pt x="14442" y="13916"/>
                  </a:lnTo>
                  <a:cubicBezTo>
                    <a:pt x="14720" y="13755"/>
                    <a:pt x="14879" y="13478"/>
                    <a:pt x="14879" y="13158"/>
                  </a:cubicBezTo>
                  <a:cubicBezTo>
                    <a:pt x="14879" y="12851"/>
                    <a:pt x="14720" y="12559"/>
                    <a:pt x="14442" y="12399"/>
                  </a:cubicBezTo>
                  <a:lnTo>
                    <a:pt x="13086" y="11625"/>
                  </a:lnTo>
                  <a:cubicBezTo>
                    <a:pt x="12947" y="11545"/>
                    <a:pt x="12797" y="11505"/>
                    <a:pt x="12648" y="11505"/>
                  </a:cubicBezTo>
                  <a:cubicBezTo>
                    <a:pt x="12498" y="11505"/>
                    <a:pt x="12349" y="11545"/>
                    <a:pt x="12211" y="11625"/>
                  </a:cubicBezTo>
                  <a:cubicBezTo>
                    <a:pt x="11977" y="11757"/>
                    <a:pt x="11831" y="11975"/>
                    <a:pt x="11787" y="12224"/>
                  </a:cubicBezTo>
                  <a:lnTo>
                    <a:pt x="11408" y="12224"/>
                  </a:lnTo>
                  <a:lnTo>
                    <a:pt x="11408" y="11771"/>
                  </a:lnTo>
                  <a:cubicBezTo>
                    <a:pt x="11408" y="11582"/>
                    <a:pt x="11320" y="11407"/>
                    <a:pt x="11190" y="11290"/>
                  </a:cubicBezTo>
                  <a:cubicBezTo>
                    <a:pt x="11069" y="11169"/>
                    <a:pt x="10911" y="11099"/>
                    <a:pt x="10751" y="11099"/>
                  </a:cubicBezTo>
                  <a:cubicBezTo>
                    <a:pt x="10736" y="11099"/>
                    <a:pt x="10722" y="11099"/>
                    <a:pt x="10708" y="11100"/>
                  </a:cubicBezTo>
                  <a:cubicBezTo>
                    <a:pt x="10344" y="11115"/>
                    <a:pt x="10066" y="11421"/>
                    <a:pt x="10066" y="11786"/>
                  </a:cubicBezTo>
                  <a:lnTo>
                    <a:pt x="10066" y="12224"/>
                  </a:lnTo>
                  <a:lnTo>
                    <a:pt x="9381" y="12224"/>
                  </a:lnTo>
                  <a:lnTo>
                    <a:pt x="9381" y="11771"/>
                  </a:lnTo>
                  <a:cubicBezTo>
                    <a:pt x="9381" y="11582"/>
                    <a:pt x="9293" y="11407"/>
                    <a:pt x="9161" y="11290"/>
                  </a:cubicBezTo>
                  <a:cubicBezTo>
                    <a:pt x="9041" y="11169"/>
                    <a:pt x="8884" y="11099"/>
                    <a:pt x="8712" y="11099"/>
                  </a:cubicBezTo>
                  <a:cubicBezTo>
                    <a:pt x="8697" y="11099"/>
                    <a:pt x="8681" y="11099"/>
                    <a:pt x="8665" y="11100"/>
                  </a:cubicBezTo>
                  <a:cubicBezTo>
                    <a:pt x="8315" y="11115"/>
                    <a:pt x="8039" y="11421"/>
                    <a:pt x="8039" y="11786"/>
                  </a:cubicBezTo>
                  <a:lnTo>
                    <a:pt x="8039" y="12224"/>
                  </a:lnTo>
                  <a:lnTo>
                    <a:pt x="7339" y="12224"/>
                  </a:lnTo>
                  <a:lnTo>
                    <a:pt x="7339" y="11771"/>
                  </a:lnTo>
                  <a:cubicBezTo>
                    <a:pt x="7339" y="11392"/>
                    <a:pt x="7047" y="11100"/>
                    <a:pt x="6668" y="11100"/>
                  </a:cubicBezTo>
                  <a:cubicBezTo>
                    <a:pt x="6493" y="11100"/>
                    <a:pt x="6332" y="11174"/>
                    <a:pt x="6201" y="11290"/>
                  </a:cubicBezTo>
                  <a:cubicBezTo>
                    <a:pt x="6069" y="11421"/>
                    <a:pt x="6011" y="11596"/>
                    <a:pt x="6011" y="11771"/>
                  </a:cubicBezTo>
                  <a:lnTo>
                    <a:pt x="6011" y="12224"/>
                  </a:lnTo>
                  <a:lnTo>
                    <a:pt x="5311" y="12224"/>
                  </a:lnTo>
                  <a:lnTo>
                    <a:pt x="5311" y="11771"/>
                  </a:lnTo>
                  <a:cubicBezTo>
                    <a:pt x="5311" y="11392"/>
                    <a:pt x="5019" y="11100"/>
                    <a:pt x="4640" y="11100"/>
                  </a:cubicBezTo>
                  <a:cubicBezTo>
                    <a:pt x="4465" y="11100"/>
                    <a:pt x="4305" y="11174"/>
                    <a:pt x="4173" y="11290"/>
                  </a:cubicBezTo>
                  <a:cubicBezTo>
                    <a:pt x="4042" y="11421"/>
                    <a:pt x="3969" y="11596"/>
                    <a:pt x="3969" y="11771"/>
                  </a:cubicBezTo>
                  <a:lnTo>
                    <a:pt x="3969" y="12224"/>
                  </a:lnTo>
                  <a:lnTo>
                    <a:pt x="2627" y="12224"/>
                  </a:lnTo>
                  <a:lnTo>
                    <a:pt x="2627" y="10882"/>
                  </a:lnTo>
                  <a:lnTo>
                    <a:pt x="3093" y="10882"/>
                  </a:lnTo>
                  <a:cubicBezTo>
                    <a:pt x="3459" y="10882"/>
                    <a:pt x="3764" y="10575"/>
                    <a:pt x="3764" y="10211"/>
                  </a:cubicBezTo>
                  <a:cubicBezTo>
                    <a:pt x="3764" y="10036"/>
                    <a:pt x="3692" y="9861"/>
                    <a:pt x="3560" y="9744"/>
                  </a:cubicBezTo>
                  <a:cubicBezTo>
                    <a:pt x="3429" y="9612"/>
                    <a:pt x="3268" y="9540"/>
                    <a:pt x="3093" y="9540"/>
                  </a:cubicBezTo>
                  <a:lnTo>
                    <a:pt x="2627" y="9540"/>
                  </a:lnTo>
                  <a:lnTo>
                    <a:pt x="2627" y="8854"/>
                  </a:lnTo>
                  <a:lnTo>
                    <a:pt x="3093" y="8854"/>
                  </a:lnTo>
                  <a:cubicBezTo>
                    <a:pt x="3459" y="8854"/>
                    <a:pt x="3764" y="8548"/>
                    <a:pt x="3764" y="8183"/>
                  </a:cubicBezTo>
                  <a:cubicBezTo>
                    <a:pt x="3764" y="8008"/>
                    <a:pt x="3692" y="7833"/>
                    <a:pt x="3560" y="7702"/>
                  </a:cubicBezTo>
                  <a:cubicBezTo>
                    <a:pt x="3429" y="7585"/>
                    <a:pt x="3268" y="7512"/>
                    <a:pt x="3093" y="7512"/>
                  </a:cubicBezTo>
                  <a:lnTo>
                    <a:pt x="2627" y="7512"/>
                  </a:lnTo>
                  <a:lnTo>
                    <a:pt x="2627" y="6827"/>
                  </a:lnTo>
                  <a:lnTo>
                    <a:pt x="3079" y="6827"/>
                  </a:lnTo>
                  <a:cubicBezTo>
                    <a:pt x="3443" y="6827"/>
                    <a:pt x="3735" y="6549"/>
                    <a:pt x="3764" y="6185"/>
                  </a:cubicBezTo>
                  <a:cubicBezTo>
                    <a:pt x="3764" y="5995"/>
                    <a:pt x="3706" y="5820"/>
                    <a:pt x="3575" y="5689"/>
                  </a:cubicBezTo>
                  <a:cubicBezTo>
                    <a:pt x="3443" y="5557"/>
                    <a:pt x="3268" y="5485"/>
                    <a:pt x="3093" y="5485"/>
                  </a:cubicBezTo>
                  <a:lnTo>
                    <a:pt x="2627" y="5485"/>
                  </a:lnTo>
                  <a:lnTo>
                    <a:pt x="2627" y="4799"/>
                  </a:lnTo>
                  <a:lnTo>
                    <a:pt x="3079" y="4799"/>
                  </a:lnTo>
                  <a:cubicBezTo>
                    <a:pt x="3443" y="4799"/>
                    <a:pt x="3735" y="4522"/>
                    <a:pt x="3764" y="4157"/>
                  </a:cubicBezTo>
                  <a:cubicBezTo>
                    <a:pt x="3764" y="3968"/>
                    <a:pt x="3706" y="3793"/>
                    <a:pt x="3575" y="3661"/>
                  </a:cubicBezTo>
                  <a:cubicBezTo>
                    <a:pt x="3443" y="3530"/>
                    <a:pt x="3268" y="3457"/>
                    <a:pt x="3093" y="3457"/>
                  </a:cubicBezTo>
                  <a:lnTo>
                    <a:pt x="2627" y="3457"/>
                  </a:lnTo>
                  <a:lnTo>
                    <a:pt x="2627" y="3093"/>
                  </a:lnTo>
                  <a:cubicBezTo>
                    <a:pt x="2889" y="3048"/>
                    <a:pt x="3109" y="2889"/>
                    <a:pt x="3239" y="2669"/>
                  </a:cubicBezTo>
                  <a:cubicBezTo>
                    <a:pt x="3400" y="2393"/>
                    <a:pt x="3400" y="2072"/>
                    <a:pt x="3239" y="1794"/>
                  </a:cubicBezTo>
                  <a:lnTo>
                    <a:pt x="2452" y="438"/>
                  </a:lnTo>
                  <a:cubicBezTo>
                    <a:pt x="2292" y="160"/>
                    <a:pt x="2014" y="0"/>
                    <a:pt x="1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0"/>
            <p:cNvSpPr/>
            <p:nvPr/>
          </p:nvSpPr>
          <p:spPr>
            <a:xfrm>
              <a:off x="6361038" y="2031850"/>
              <a:ext cx="256400" cy="190375"/>
            </a:xfrm>
            <a:custGeom>
              <a:avLst/>
              <a:gdLst/>
              <a:ahLst/>
              <a:cxnLst/>
              <a:rect l="l" t="t" r="r" b="b"/>
              <a:pathLst>
                <a:path w="10256" h="7615" extrusionOk="0">
                  <a:moveTo>
                    <a:pt x="891" y="0"/>
                  </a:moveTo>
                  <a:cubicBezTo>
                    <a:pt x="716" y="0"/>
                    <a:pt x="541" y="59"/>
                    <a:pt x="409" y="160"/>
                  </a:cubicBezTo>
                  <a:cubicBezTo>
                    <a:pt x="74" y="409"/>
                    <a:pt x="1" y="860"/>
                    <a:pt x="220" y="1210"/>
                  </a:cubicBezTo>
                  <a:lnTo>
                    <a:pt x="701" y="1969"/>
                  </a:lnTo>
                  <a:cubicBezTo>
                    <a:pt x="746" y="2033"/>
                    <a:pt x="814" y="2068"/>
                    <a:pt x="884" y="2068"/>
                  </a:cubicBezTo>
                  <a:cubicBezTo>
                    <a:pt x="926" y="2068"/>
                    <a:pt x="969" y="2055"/>
                    <a:pt x="1008" y="2027"/>
                  </a:cubicBezTo>
                  <a:cubicBezTo>
                    <a:pt x="1109" y="1969"/>
                    <a:pt x="1138" y="1838"/>
                    <a:pt x="1066" y="1735"/>
                  </a:cubicBezTo>
                  <a:lnTo>
                    <a:pt x="584" y="977"/>
                  </a:lnTo>
                  <a:cubicBezTo>
                    <a:pt x="482" y="817"/>
                    <a:pt x="526" y="627"/>
                    <a:pt x="672" y="510"/>
                  </a:cubicBezTo>
                  <a:cubicBezTo>
                    <a:pt x="730" y="452"/>
                    <a:pt x="803" y="438"/>
                    <a:pt x="891" y="438"/>
                  </a:cubicBezTo>
                  <a:cubicBezTo>
                    <a:pt x="1008" y="438"/>
                    <a:pt x="1124" y="496"/>
                    <a:pt x="1183" y="598"/>
                  </a:cubicBezTo>
                  <a:lnTo>
                    <a:pt x="3750" y="4594"/>
                  </a:lnTo>
                  <a:cubicBezTo>
                    <a:pt x="3793" y="4653"/>
                    <a:pt x="3851" y="4682"/>
                    <a:pt x="3910" y="4697"/>
                  </a:cubicBezTo>
                  <a:cubicBezTo>
                    <a:pt x="3920" y="4700"/>
                    <a:pt x="3930" y="4701"/>
                    <a:pt x="3941" y="4701"/>
                  </a:cubicBezTo>
                  <a:cubicBezTo>
                    <a:pt x="3993" y="4701"/>
                    <a:pt x="4049" y="4675"/>
                    <a:pt x="4085" y="4639"/>
                  </a:cubicBezTo>
                  <a:lnTo>
                    <a:pt x="6025" y="2844"/>
                  </a:lnTo>
                  <a:cubicBezTo>
                    <a:pt x="6098" y="2772"/>
                    <a:pt x="6200" y="2743"/>
                    <a:pt x="6288" y="2743"/>
                  </a:cubicBezTo>
                  <a:cubicBezTo>
                    <a:pt x="6390" y="2757"/>
                    <a:pt x="6477" y="2801"/>
                    <a:pt x="6535" y="2873"/>
                  </a:cubicBezTo>
                  <a:lnTo>
                    <a:pt x="8227" y="4857"/>
                  </a:lnTo>
                  <a:cubicBezTo>
                    <a:pt x="8272" y="4901"/>
                    <a:pt x="8330" y="4931"/>
                    <a:pt x="8388" y="4945"/>
                  </a:cubicBezTo>
                  <a:cubicBezTo>
                    <a:pt x="8447" y="4945"/>
                    <a:pt x="8490" y="4931"/>
                    <a:pt x="8534" y="4886"/>
                  </a:cubicBezTo>
                  <a:lnTo>
                    <a:pt x="8928" y="4551"/>
                  </a:lnTo>
                  <a:cubicBezTo>
                    <a:pt x="8991" y="4504"/>
                    <a:pt x="9053" y="4491"/>
                    <a:pt x="9105" y="4491"/>
                  </a:cubicBezTo>
                  <a:cubicBezTo>
                    <a:pt x="9149" y="4491"/>
                    <a:pt x="9185" y="4500"/>
                    <a:pt x="9205" y="4507"/>
                  </a:cubicBezTo>
                  <a:cubicBezTo>
                    <a:pt x="9249" y="4522"/>
                    <a:pt x="9351" y="4565"/>
                    <a:pt x="9380" y="4711"/>
                  </a:cubicBezTo>
                  <a:lnTo>
                    <a:pt x="9774" y="6856"/>
                  </a:lnTo>
                  <a:cubicBezTo>
                    <a:pt x="9803" y="6987"/>
                    <a:pt x="9715" y="7074"/>
                    <a:pt x="9686" y="7103"/>
                  </a:cubicBezTo>
                  <a:cubicBezTo>
                    <a:pt x="9654" y="7136"/>
                    <a:pt x="9588" y="7178"/>
                    <a:pt x="9503" y="7178"/>
                  </a:cubicBezTo>
                  <a:cubicBezTo>
                    <a:pt x="9474" y="7178"/>
                    <a:pt x="9442" y="7173"/>
                    <a:pt x="9410" y="7162"/>
                  </a:cubicBezTo>
                  <a:lnTo>
                    <a:pt x="7367" y="6432"/>
                  </a:lnTo>
                  <a:cubicBezTo>
                    <a:pt x="7236" y="6389"/>
                    <a:pt x="7192" y="6272"/>
                    <a:pt x="7192" y="6228"/>
                  </a:cubicBezTo>
                  <a:cubicBezTo>
                    <a:pt x="7177" y="6170"/>
                    <a:pt x="7163" y="6053"/>
                    <a:pt x="7280" y="5966"/>
                  </a:cubicBezTo>
                  <a:lnTo>
                    <a:pt x="7673" y="5631"/>
                  </a:lnTo>
                  <a:cubicBezTo>
                    <a:pt x="7761" y="5557"/>
                    <a:pt x="7776" y="5411"/>
                    <a:pt x="7688" y="5324"/>
                  </a:cubicBezTo>
                  <a:lnTo>
                    <a:pt x="6390" y="3793"/>
                  </a:lnTo>
                  <a:cubicBezTo>
                    <a:pt x="6346" y="3748"/>
                    <a:pt x="6288" y="3719"/>
                    <a:pt x="6230" y="3705"/>
                  </a:cubicBezTo>
                  <a:cubicBezTo>
                    <a:pt x="6171" y="3705"/>
                    <a:pt x="6113" y="3734"/>
                    <a:pt x="6069" y="3764"/>
                  </a:cubicBezTo>
                  <a:lnTo>
                    <a:pt x="4071" y="5631"/>
                  </a:lnTo>
                  <a:cubicBezTo>
                    <a:pt x="3997" y="5691"/>
                    <a:pt x="3914" y="5722"/>
                    <a:pt x="3828" y="5722"/>
                  </a:cubicBezTo>
                  <a:cubicBezTo>
                    <a:pt x="3812" y="5722"/>
                    <a:pt x="3796" y="5720"/>
                    <a:pt x="3779" y="5718"/>
                  </a:cubicBezTo>
                  <a:cubicBezTo>
                    <a:pt x="3676" y="5703"/>
                    <a:pt x="3589" y="5645"/>
                    <a:pt x="3531" y="5557"/>
                  </a:cubicBezTo>
                  <a:lnTo>
                    <a:pt x="1533" y="2465"/>
                  </a:lnTo>
                  <a:cubicBezTo>
                    <a:pt x="1494" y="2398"/>
                    <a:pt x="1424" y="2363"/>
                    <a:pt x="1352" y="2363"/>
                  </a:cubicBezTo>
                  <a:cubicBezTo>
                    <a:pt x="1314" y="2363"/>
                    <a:pt x="1276" y="2372"/>
                    <a:pt x="1241" y="2392"/>
                  </a:cubicBezTo>
                  <a:cubicBezTo>
                    <a:pt x="1138" y="2465"/>
                    <a:pt x="1109" y="2597"/>
                    <a:pt x="1167" y="2698"/>
                  </a:cubicBezTo>
                  <a:lnTo>
                    <a:pt x="3166" y="5791"/>
                  </a:lnTo>
                  <a:cubicBezTo>
                    <a:pt x="3283" y="5995"/>
                    <a:pt x="3487" y="6127"/>
                    <a:pt x="3721" y="6156"/>
                  </a:cubicBezTo>
                  <a:cubicBezTo>
                    <a:pt x="3754" y="6160"/>
                    <a:pt x="3788" y="6162"/>
                    <a:pt x="3821" y="6162"/>
                  </a:cubicBezTo>
                  <a:cubicBezTo>
                    <a:pt x="4020" y="6162"/>
                    <a:pt x="4213" y="6088"/>
                    <a:pt x="4363" y="5952"/>
                  </a:cubicBezTo>
                  <a:lnTo>
                    <a:pt x="6200" y="4244"/>
                  </a:lnTo>
                  <a:lnTo>
                    <a:pt x="7222" y="5440"/>
                  </a:lnTo>
                  <a:lnTo>
                    <a:pt x="7002" y="5631"/>
                  </a:lnTo>
                  <a:cubicBezTo>
                    <a:pt x="6798" y="5791"/>
                    <a:pt x="6710" y="6053"/>
                    <a:pt x="6755" y="6302"/>
                  </a:cubicBezTo>
                  <a:cubicBezTo>
                    <a:pt x="6798" y="6549"/>
                    <a:pt x="6973" y="6753"/>
                    <a:pt x="7222" y="6841"/>
                  </a:cubicBezTo>
                  <a:lnTo>
                    <a:pt x="9264" y="7570"/>
                  </a:lnTo>
                  <a:cubicBezTo>
                    <a:pt x="9351" y="7599"/>
                    <a:pt x="9424" y="7614"/>
                    <a:pt x="9511" y="7614"/>
                  </a:cubicBezTo>
                  <a:cubicBezTo>
                    <a:pt x="9672" y="7614"/>
                    <a:pt x="9832" y="7556"/>
                    <a:pt x="9964" y="7439"/>
                  </a:cubicBezTo>
                  <a:cubicBezTo>
                    <a:pt x="10168" y="7278"/>
                    <a:pt x="10256" y="7016"/>
                    <a:pt x="10197" y="6768"/>
                  </a:cubicBezTo>
                  <a:lnTo>
                    <a:pt x="9818" y="4639"/>
                  </a:lnTo>
                  <a:cubicBezTo>
                    <a:pt x="9760" y="4376"/>
                    <a:pt x="9585" y="4186"/>
                    <a:pt x="9351" y="4098"/>
                  </a:cubicBezTo>
                  <a:cubicBezTo>
                    <a:pt x="9267" y="4069"/>
                    <a:pt x="9181" y="4054"/>
                    <a:pt x="9097" y="4054"/>
                  </a:cubicBezTo>
                  <a:cubicBezTo>
                    <a:pt x="8933" y="4054"/>
                    <a:pt x="8776" y="4110"/>
                    <a:pt x="8651" y="4215"/>
                  </a:cubicBezTo>
                  <a:lnTo>
                    <a:pt x="8418" y="4419"/>
                  </a:lnTo>
                  <a:lnTo>
                    <a:pt x="6871" y="2597"/>
                  </a:lnTo>
                  <a:cubicBezTo>
                    <a:pt x="6726" y="2422"/>
                    <a:pt x="6535" y="2334"/>
                    <a:pt x="6317" y="2319"/>
                  </a:cubicBezTo>
                  <a:cubicBezTo>
                    <a:pt x="6299" y="2318"/>
                    <a:pt x="6281" y="2317"/>
                    <a:pt x="6264" y="2317"/>
                  </a:cubicBezTo>
                  <a:cubicBezTo>
                    <a:pt x="6065" y="2317"/>
                    <a:pt x="5881" y="2389"/>
                    <a:pt x="5734" y="2523"/>
                  </a:cubicBezTo>
                  <a:lnTo>
                    <a:pt x="3983" y="4143"/>
                  </a:lnTo>
                  <a:lnTo>
                    <a:pt x="1547" y="364"/>
                  </a:lnTo>
                  <a:cubicBezTo>
                    <a:pt x="1401" y="131"/>
                    <a:pt x="1153" y="0"/>
                    <a:pt x="8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0"/>
            <p:cNvSpPr/>
            <p:nvPr/>
          </p:nvSpPr>
          <p:spPr>
            <a:xfrm>
              <a:off x="6593338" y="2233150"/>
              <a:ext cx="10975" cy="36825"/>
            </a:xfrm>
            <a:custGeom>
              <a:avLst/>
              <a:gdLst/>
              <a:ahLst/>
              <a:cxnLst/>
              <a:rect l="l" t="t" r="r" b="b"/>
              <a:pathLst>
                <a:path w="439" h="1473" extrusionOk="0">
                  <a:moveTo>
                    <a:pt x="219" y="0"/>
                  </a:moveTo>
                  <a:cubicBezTo>
                    <a:pt x="102" y="0"/>
                    <a:pt x="1" y="102"/>
                    <a:pt x="1" y="218"/>
                  </a:cubicBezTo>
                  <a:lnTo>
                    <a:pt x="1" y="1254"/>
                  </a:lnTo>
                  <a:cubicBezTo>
                    <a:pt x="1" y="1371"/>
                    <a:pt x="102" y="1473"/>
                    <a:pt x="219" y="1473"/>
                  </a:cubicBezTo>
                  <a:cubicBezTo>
                    <a:pt x="336" y="1473"/>
                    <a:pt x="438" y="1371"/>
                    <a:pt x="438" y="1254"/>
                  </a:cubicBezTo>
                  <a:lnTo>
                    <a:pt x="438" y="218"/>
                  </a:lnTo>
                  <a:cubicBezTo>
                    <a:pt x="438" y="102"/>
                    <a:pt x="336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0"/>
            <p:cNvSpPr/>
            <p:nvPr/>
          </p:nvSpPr>
          <p:spPr>
            <a:xfrm>
              <a:off x="6523338" y="2207600"/>
              <a:ext cx="10950" cy="62375"/>
            </a:xfrm>
            <a:custGeom>
              <a:avLst/>
              <a:gdLst/>
              <a:ahLst/>
              <a:cxnLst/>
              <a:rect l="l" t="t" r="r" b="b"/>
              <a:pathLst>
                <a:path w="438" h="2495" extrusionOk="0">
                  <a:moveTo>
                    <a:pt x="218" y="1"/>
                  </a:moveTo>
                  <a:cubicBezTo>
                    <a:pt x="102" y="1"/>
                    <a:pt x="0" y="103"/>
                    <a:pt x="0" y="219"/>
                  </a:cubicBezTo>
                  <a:lnTo>
                    <a:pt x="0" y="2276"/>
                  </a:lnTo>
                  <a:cubicBezTo>
                    <a:pt x="0" y="2393"/>
                    <a:pt x="102" y="2495"/>
                    <a:pt x="218" y="2495"/>
                  </a:cubicBezTo>
                  <a:cubicBezTo>
                    <a:pt x="335" y="2495"/>
                    <a:pt x="438" y="2393"/>
                    <a:pt x="438" y="2276"/>
                  </a:cubicBezTo>
                  <a:lnTo>
                    <a:pt x="438" y="219"/>
                  </a:lnTo>
                  <a:cubicBezTo>
                    <a:pt x="438" y="103"/>
                    <a:pt x="335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0"/>
            <p:cNvSpPr/>
            <p:nvPr/>
          </p:nvSpPr>
          <p:spPr>
            <a:xfrm>
              <a:off x="6558338" y="2220350"/>
              <a:ext cx="10975" cy="49625"/>
            </a:xfrm>
            <a:custGeom>
              <a:avLst/>
              <a:gdLst/>
              <a:ahLst/>
              <a:cxnLst/>
              <a:rect l="l" t="t" r="r" b="b"/>
              <a:pathLst>
                <a:path w="439" h="1985" extrusionOk="0">
                  <a:moveTo>
                    <a:pt x="219" y="1"/>
                  </a:moveTo>
                  <a:cubicBezTo>
                    <a:pt x="102" y="1"/>
                    <a:pt x="1" y="104"/>
                    <a:pt x="1" y="220"/>
                  </a:cubicBezTo>
                  <a:lnTo>
                    <a:pt x="1" y="1766"/>
                  </a:lnTo>
                  <a:cubicBezTo>
                    <a:pt x="1" y="1883"/>
                    <a:pt x="102" y="1985"/>
                    <a:pt x="219" y="1985"/>
                  </a:cubicBezTo>
                  <a:cubicBezTo>
                    <a:pt x="335" y="1985"/>
                    <a:pt x="438" y="1883"/>
                    <a:pt x="438" y="1766"/>
                  </a:cubicBezTo>
                  <a:lnTo>
                    <a:pt x="438" y="220"/>
                  </a:lnTo>
                  <a:cubicBezTo>
                    <a:pt x="438" y="104"/>
                    <a:pt x="335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0"/>
            <p:cNvSpPr/>
            <p:nvPr/>
          </p:nvSpPr>
          <p:spPr>
            <a:xfrm>
              <a:off x="6488313" y="2176600"/>
              <a:ext cx="10975" cy="93375"/>
            </a:xfrm>
            <a:custGeom>
              <a:avLst/>
              <a:gdLst/>
              <a:ahLst/>
              <a:cxnLst/>
              <a:rect l="l" t="t" r="r" b="b"/>
              <a:pathLst>
                <a:path w="439" h="3735" extrusionOk="0">
                  <a:moveTo>
                    <a:pt x="219" y="1"/>
                  </a:moveTo>
                  <a:cubicBezTo>
                    <a:pt x="102" y="1"/>
                    <a:pt x="1" y="88"/>
                    <a:pt x="1" y="205"/>
                  </a:cubicBezTo>
                  <a:lnTo>
                    <a:pt x="1" y="3516"/>
                  </a:lnTo>
                  <a:cubicBezTo>
                    <a:pt x="1" y="3633"/>
                    <a:pt x="102" y="3735"/>
                    <a:pt x="219" y="3735"/>
                  </a:cubicBezTo>
                  <a:cubicBezTo>
                    <a:pt x="336" y="3735"/>
                    <a:pt x="438" y="3633"/>
                    <a:pt x="438" y="3516"/>
                  </a:cubicBezTo>
                  <a:lnTo>
                    <a:pt x="438" y="205"/>
                  </a:lnTo>
                  <a:cubicBezTo>
                    <a:pt x="438" y="88"/>
                    <a:pt x="336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0"/>
            <p:cNvSpPr/>
            <p:nvPr/>
          </p:nvSpPr>
          <p:spPr>
            <a:xfrm>
              <a:off x="6418313" y="2176600"/>
              <a:ext cx="10950" cy="93375"/>
            </a:xfrm>
            <a:custGeom>
              <a:avLst/>
              <a:gdLst/>
              <a:ahLst/>
              <a:cxnLst/>
              <a:rect l="l" t="t" r="r" b="b"/>
              <a:pathLst>
                <a:path w="438" h="3735" extrusionOk="0">
                  <a:moveTo>
                    <a:pt x="218" y="1"/>
                  </a:moveTo>
                  <a:cubicBezTo>
                    <a:pt x="102" y="1"/>
                    <a:pt x="0" y="88"/>
                    <a:pt x="0" y="205"/>
                  </a:cubicBezTo>
                  <a:lnTo>
                    <a:pt x="0" y="3516"/>
                  </a:lnTo>
                  <a:cubicBezTo>
                    <a:pt x="0" y="3633"/>
                    <a:pt x="102" y="3735"/>
                    <a:pt x="218" y="3735"/>
                  </a:cubicBezTo>
                  <a:cubicBezTo>
                    <a:pt x="335" y="3735"/>
                    <a:pt x="438" y="3633"/>
                    <a:pt x="438" y="3516"/>
                  </a:cubicBezTo>
                  <a:lnTo>
                    <a:pt x="438" y="205"/>
                  </a:lnTo>
                  <a:cubicBezTo>
                    <a:pt x="438" y="88"/>
                    <a:pt x="335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0"/>
            <p:cNvSpPr/>
            <p:nvPr/>
          </p:nvSpPr>
          <p:spPr>
            <a:xfrm>
              <a:off x="6453313" y="2197400"/>
              <a:ext cx="10975" cy="72575"/>
            </a:xfrm>
            <a:custGeom>
              <a:avLst/>
              <a:gdLst/>
              <a:ahLst/>
              <a:cxnLst/>
              <a:rect l="l" t="t" r="r" b="b"/>
              <a:pathLst>
                <a:path w="439" h="2903" extrusionOk="0">
                  <a:moveTo>
                    <a:pt x="219" y="1"/>
                  </a:moveTo>
                  <a:cubicBezTo>
                    <a:pt x="102" y="1"/>
                    <a:pt x="1" y="88"/>
                    <a:pt x="1" y="219"/>
                  </a:cubicBezTo>
                  <a:lnTo>
                    <a:pt x="1" y="2684"/>
                  </a:lnTo>
                  <a:cubicBezTo>
                    <a:pt x="1" y="2801"/>
                    <a:pt x="102" y="2903"/>
                    <a:pt x="219" y="2903"/>
                  </a:cubicBezTo>
                  <a:cubicBezTo>
                    <a:pt x="335" y="2903"/>
                    <a:pt x="438" y="2801"/>
                    <a:pt x="438" y="2684"/>
                  </a:cubicBezTo>
                  <a:lnTo>
                    <a:pt x="438" y="219"/>
                  </a:lnTo>
                  <a:cubicBezTo>
                    <a:pt x="438" y="88"/>
                    <a:pt x="335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0"/>
            <p:cNvSpPr/>
            <p:nvPr/>
          </p:nvSpPr>
          <p:spPr>
            <a:xfrm>
              <a:off x="6383288" y="2114600"/>
              <a:ext cx="10975" cy="155375"/>
            </a:xfrm>
            <a:custGeom>
              <a:avLst/>
              <a:gdLst/>
              <a:ahLst/>
              <a:cxnLst/>
              <a:rect l="l" t="t" r="r" b="b"/>
              <a:pathLst>
                <a:path w="439" h="6215" extrusionOk="0">
                  <a:moveTo>
                    <a:pt x="219" y="1"/>
                  </a:moveTo>
                  <a:cubicBezTo>
                    <a:pt x="102" y="1"/>
                    <a:pt x="1" y="88"/>
                    <a:pt x="1" y="220"/>
                  </a:cubicBezTo>
                  <a:lnTo>
                    <a:pt x="1" y="5996"/>
                  </a:lnTo>
                  <a:cubicBezTo>
                    <a:pt x="1" y="6113"/>
                    <a:pt x="102" y="6215"/>
                    <a:pt x="219" y="6215"/>
                  </a:cubicBezTo>
                  <a:cubicBezTo>
                    <a:pt x="336" y="6215"/>
                    <a:pt x="439" y="6113"/>
                    <a:pt x="439" y="5996"/>
                  </a:cubicBezTo>
                  <a:lnTo>
                    <a:pt x="439" y="220"/>
                  </a:lnTo>
                  <a:cubicBezTo>
                    <a:pt x="439" y="88"/>
                    <a:pt x="336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40"/>
          <p:cNvGrpSpPr/>
          <p:nvPr/>
        </p:nvGrpSpPr>
        <p:grpSpPr>
          <a:xfrm>
            <a:off x="5332635" y="1811569"/>
            <a:ext cx="370925" cy="370925"/>
            <a:chOff x="3258438" y="2991250"/>
            <a:chExt cx="370925" cy="370925"/>
          </a:xfrm>
        </p:grpSpPr>
        <p:sp>
          <p:nvSpPr>
            <p:cNvPr id="580" name="Google Shape;580;p40"/>
            <p:cNvSpPr/>
            <p:nvPr/>
          </p:nvSpPr>
          <p:spPr>
            <a:xfrm>
              <a:off x="3258438" y="2991250"/>
              <a:ext cx="370925" cy="370925"/>
            </a:xfrm>
            <a:custGeom>
              <a:avLst/>
              <a:gdLst/>
              <a:ahLst/>
              <a:cxnLst/>
              <a:rect l="l" t="t" r="r" b="b"/>
              <a:pathLst>
                <a:path w="14837" h="14837" extrusionOk="0">
                  <a:moveTo>
                    <a:pt x="6201" y="584"/>
                  </a:moveTo>
                  <a:lnTo>
                    <a:pt x="6201" y="584"/>
                  </a:lnTo>
                  <a:cubicBezTo>
                    <a:pt x="5938" y="891"/>
                    <a:pt x="5777" y="1300"/>
                    <a:pt x="5777" y="1737"/>
                  </a:cubicBezTo>
                  <a:lnTo>
                    <a:pt x="5777" y="3910"/>
                  </a:lnTo>
                  <a:cubicBezTo>
                    <a:pt x="5777" y="4931"/>
                    <a:pt x="4931" y="5777"/>
                    <a:pt x="3910" y="5777"/>
                  </a:cubicBezTo>
                  <a:lnTo>
                    <a:pt x="1737" y="5777"/>
                  </a:lnTo>
                  <a:cubicBezTo>
                    <a:pt x="1300" y="5777"/>
                    <a:pt x="905" y="5938"/>
                    <a:pt x="584" y="6201"/>
                  </a:cubicBezTo>
                  <a:cubicBezTo>
                    <a:pt x="716" y="5894"/>
                    <a:pt x="891" y="5617"/>
                    <a:pt x="1125" y="5384"/>
                  </a:cubicBezTo>
                  <a:lnTo>
                    <a:pt x="5384" y="1125"/>
                  </a:lnTo>
                  <a:cubicBezTo>
                    <a:pt x="5617" y="891"/>
                    <a:pt x="5909" y="716"/>
                    <a:pt x="6201" y="584"/>
                  </a:cubicBezTo>
                  <a:close/>
                  <a:moveTo>
                    <a:pt x="10518" y="425"/>
                  </a:moveTo>
                  <a:cubicBezTo>
                    <a:pt x="10941" y="425"/>
                    <a:pt x="11335" y="570"/>
                    <a:pt x="11670" y="818"/>
                  </a:cubicBezTo>
                  <a:cubicBezTo>
                    <a:pt x="10052" y="891"/>
                    <a:pt x="8753" y="2233"/>
                    <a:pt x="8753" y="3867"/>
                  </a:cubicBezTo>
                  <a:cubicBezTo>
                    <a:pt x="8753" y="5544"/>
                    <a:pt x="10110" y="6915"/>
                    <a:pt x="11787" y="6915"/>
                  </a:cubicBezTo>
                  <a:cubicBezTo>
                    <a:pt x="11991" y="6915"/>
                    <a:pt x="12195" y="6886"/>
                    <a:pt x="12386" y="6857"/>
                  </a:cubicBezTo>
                  <a:lnTo>
                    <a:pt x="12386" y="12531"/>
                  </a:lnTo>
                  <a:cubicBezTo>
                    <a:pt x="12386" y="13567"/>
                    <a:pt x="11554" y="14399"/>
                    <a:pt x="10518" y="14399"/>
                  </a:cubicBezTo>
                  <a:lnTo>
                    <a:pt x="3750" y="14399"/>
                  </a:lnTo>
                  <a:lnTo>
                    <a:pt x="5194" y="12152"/>
                  </a:lnTo>
                  <a:lnTo>
                    <a:pt x="6755" y="13596"/>
                  </a:lnTo>
                  <a:cubicBezTo>
                    <a:pt x="6901" y="13728"/>
                    <a:pt x="7105" y="13800"/>
                    <a:pt x="7294" y="13800"/>
                  </a:cubicBezTo>
                  <a:cubicBezTo>
                    <a:pt x="7498" y="13786"/>
                    <a:pt x="7689" y="13683"/>
                    <a:pt x="7819" y="13537"/>
                  </a:cubicBezTo>
                  <a:lnTo>
                    <a:pt x="9206" y="11904"/>
                  </a:lnTo>
                  <a:lnTo>
                    <a:pt x="9381" y="12065"/>
                  </a:lnTo>
                  <a:cubicBezTo>
                    <a:pt x="9511" y="12175"/>
                    <a:pt x="9669" y="12230"/>
                    <a:pt x="9826" y="12230"/>
                  </a:cubicBezTo>
                  <a:cubicBezTo>
                    <a:pt x="9897" y="12230"/>
                    <a:pt x="9968" y="12218"/>
                    <a:pt x="10037" y="12195"/>
                  </a:cubicBezTo>
                  <a:cubicBezTo>
                    <a:pt x="10270" y="12108"/>
                    <a:pt x="10431" y="11919"/>
                    <a:pt x="10474" y="11685"/>
                  </a:cubicBezTo>
                  <a:lnTo>
                    <a:pt x="10824" y="9760"/>
                  </a:lnTo>
                  <a:cubicBezTo>
                    <a:pt x="10869" y="9527"/>
                    <a:pt x="10781" y="9293"/>
                    <a:pt x="10606" y="9132"/>
                  </a:cubicBezTo>
                  <a:cubicBezTo>
                    <a:pt x="10476" y="9033"/>
                    <a:pt x="10327" y="8981"/>
                    <a:pt x="10171" y="8981"/>
                  </a:cubicBezTo>
                  <a:cubicBezTo>
                    <a:pt x="10098" y="8981"/>
                    <a:pt x="10023" y="8992"/>
                    <a:pt x="9949" y="9015"/>
                  </a:cubicBezTo>
                  <a:lnTo>
                    <a:pt x="8111" y="9672"/>
                  </a:lnTo>
                  <a:cubicBezTo>
                    <a:pt x="7878" y="9745"/>
                    <a:pt x="7718" y="9935"/>
                    <a:pt x="7673" y="10168"/>
                  </a:cubicBezTo>
                  <a:cubicBezTo>
                    <a:pt x="7630" y="10416"/>
                    <a:pt x="7718" y="10649"/>
                    <a:pt x="7893" y="10795"/>
                  </a:cubicBezTo>
                  <a:lnTo>
                    <a:pt x="8082" y="10956"/>
                  </a:lnTo>
                  <a:lnTo>
                    <a:pt x="7193" y="12006"/>
                  </a:lnTo>
                  <a:lnTo>
                    <a:pt x="5559" y="10489"/>
                  </a:lnTo>
                  <a:cubicBezTo>
                    <a:pt x="5421" y="10365"/>
                    <a:pt x="5242" y="10293"/>
                    <a:pt x="5056" y="10293"/>
                  </a:cubicBezTo>
                  <a:cubicBezTo>
                    <a:pt x="5024" y="10293"/>
                    <a:pt x="4992" y="10295"/>
                    <a:pt x="4960" y="10299"/>
                  </a:cubicBezTo>
                  <a:cubicBezTo>
                    <a:pt x="4742" y="10328"/>
                    <a:pt x="4552" y="10445"/>
                    <a:pt x="4435" y="10620"/>
                  </a:cubicBezTo>
                  <a:lnTo>
                    <a:pt x="3793" y="11641"/>
                  </a:lnTo>
                  <a:cubicBezTo>
                    <a:pt x="3721" y="11744"/>
                    <a:pt x="3750" y="11874"/>
                    <a:pt x="3852" y="11933"/>
                  </a:cubicBezTo>
                  <a:cubicBezTo>
                    <a:pt x="3891" y="11961"/>
                    <a:pt x="3933" y="11974"/>
                    <a:pt x="3976" y="11974"/>
                  </a:cubicBezTo>
                  <a:cubicBezTo>
                    <a:pt x="4045" y="11974"/>
                    <a:pt x="4113" y="11938"/>
                    <a:pt x="4159" y="11874"/>
                  </a:cubicBezTo>
                  <a:lnTo>
                    <a:pt x="4800" y="10853"/>
                  </a:lnTo>
                  <a:cubicBezTo>
                    <a:pt x="4844" y="10781"/>
                    <a:pt x="4931" y="10737"/>
                    <a:pt x="5019" y="10723"/>
                  </a:cubicBezTo>
                  <a:cubicBezTo>
                    <a:pt x="5034" y="10720"/>
                    <a:pt x="5049" y="10719"/>
                    <a:pt x="5063" y="10719"/>
                  </a:cubicBezTo>
                  <a:cubicBezTo>
                    <a:pt x="5135" y="10719"/>
                    <a:pt x="5204" y="10749"/>
                    <a:pt x="5252" y="10810"/>
                  </a:cubicBezTo>
                  <a:lnTo>
                    <a:pt x="7061" y="12473"/>
                  </a:lnTo>
                  <a:cubicBezTo>
                    <a:pt x="7105" y="12516"/>
                    <a:pt x="7164" y="12531"/>
                    <a:pt x="7222" y="12531"/>
                  </a:cubicBezTo>
                  <a:cubicBezTo>
                    <a:pt x="7280" y="12531"/>
                    <a:pt x="7339" y="12502"/>
                    <a:pt x="7382" y="12458"/>
                  </a:cubicBezTo>
                  <a:lnTo>
                    <a:pt x="8564" y="11073"/>
                  </a:lnTo>
                  <a:cubicBezTo>
                    <a:pt x="8636" y="10985"/>
                    <a:pt x="8622" y="10853"/>
                    <a:pt x="8535" y="10766"/>
                  </a:cubicBezTo>
                  <a:lnTo>
                    <a:pt x="8185" y="10474"/>
                  </a:lnTo>
                  <a:cubicBezTo>
                    <a:pt x="8097" y="10387"/>
                    <a:pt x="8097" y="10299"/>
                    <a:pt x="8111" y="10256"/>
                  </a:cubicBezTo>
                  <a:cubicBezTo>
                    <a:pt x="8111" y="10212"/>
                    <a:pt x="8140" y="10124"/>
                    <a:pt x="8257" y="10081"/>
                  </a:cubicBezTo>
                  <a:lnTo>
                    <a:pt x="10095" y="9424"/>
                  </a:lnTo>
                  <a:cubicBezTo>
                    <a:pt x="10125" y="9413"/>
                    <a:pt x="10151" y="9409"/>
                    <a:pt x="10175" y="9409"/>
                  </a:cubicBezTo>
                  <a:cubicBezTo>
                    <a:pt x="10246" y="9409"/>
                    <a:pt x="10292" y="9447"/>
                    <a:pt x="10314" y="9468"/>
                  </a:cubicBezTo>
                  <a:cubicBezTo>
                    <a:pt x="10343" y="9497"/>
                    <a:pt x="10416" y="9570"/>
                    <a:pt x="10402" y="9686"/>
                  </a:cubicBezTo>
                  <a:lnTo>
                    <a:pt x="10037" y="11612"/>
                  </a:lnTo>
                  <a:cubicBezTo>
                    <a:pt x="10023" y="11729"/>
                    <a:pt x="9935" y="11773"/>
                    <a:pt x="9891" y="11773"/>
                  </a:cubicBezTo>
                  <a:cubicBezTo>
                    <a:pt x="9876" y="11780"/>
                    <a:pt x="9843" y="11791"/>
                    <a:pt x="9803" y="11791"/>
                  </a:cubicBezTo>
                  <a:cubicBezTo>
                    <a:pt x="9763" y="11791"/>
                    <a:pt x="9716" y="11780"/>
                    <a:pt x="9672" y="11744"/>
                  </a:cubicBezTo>
                  <a:lnTo>
                    <a:pt x="9322" y="11437"/>
                  </a:lnTo>
                  <a:cubicBezTo>
                    <a:pt x="9289" y="11405"/>
                    <a:pt x="9248" y="11388"/>
                    <a:pt x="9205" y="11388"/>
                  </a:cubicBezTo>
                  <a:cubicBezTo>
                    <a:pt x="9191" y="11388"/>
                    <a:pt x="9176" y="11390"/>
                    <a:pt x="9161" y="11394"/>
                  </a:cubicBezTo>
                  <a:cubicBezTo>
                    <a:pt x="9103" y="11394"/>
                    <a:pt x="9045" y="11423"/>
                    <a:pt x="9015" y="11466"/>
                  </a:cubicBezTo>
                  <a:lnTo>
                    <a:pt x="7484" y="13261"/>
                  </a:lnTo>
                  <a:cubicBezTo>
                    <a:pt x="7426" y="13319"/>
                    <a:pt x="7353" y="13348"/>
                    <a:pt x="7280" y="13362"/>
                  </a:cubicBezTo>
                  <a:cubicBezTo>
                    <a:pt x="7193" y="13362"/>
                    <a:pt x="7119" y="13333"/>
                    <a:pt x="7047" y="13275"/>
                  </a:cubicBezTo>
                  <a:lnTo>
                    <a:pt x="5296" y="11656"/>
                  </a:lnTo>
                  <a:cubicBezTo>
                    <a:pt x="5252" y="11612"/>
                    <a:pt x="5194" y="11598"/>
                    <a:pt x="5121" y="11598"/>
                  </a:cubicBezTo>
                  <a:cubicBezTo>
                    <a:pt x="5063" y="11612"/>
                    <a:pt x="5005" y="11641"/>
                    <a:pt x="4976" y="11699"/>
                  </a:cubicBezTo>
                  <a:lnTo>
                    <a:pt x="3239" y="14399"/>
                  </a:lnTo>
                  <a:lnTo>
                    <a:pt x="2525" y="14399"/>
                  </a:lnTo>
                  <a:lnTo>
                    <a:pt x="3677" y="12604"/>
                  </a:lnTo>
                  <a:cubicBezTo>
                    <a:pt x="3750" y="12502"/>
                    <a:pt x="3721" y="12370"/>
                    <a:pt x="3618" y="12298"/>
                  </a:cubicBezTo>
                  <a:cubicBezTo>
                    <a:pt x="3583" y="12278"/>
                    <a:pt x="3545" y="12268"/>
                    <a:pt x="3507" y="12268"/>
                  </a:cubicBezTo>
                  <a:cubicBezTo>
                    <a:pt x="3433" y="12268"/>
                    <a:pt x="3360" y="12304"/>
                    <a:pt x="3313" y="12370"/>
                  </a:cubicBezTo>
                  <a:lnTo>
                    <a:pt x="2029" y="14383"/>
                  </a:lnTo>
                  <a:cubicBezTo>
                    <a:pt x="1125" y="14253"/>
                    <a:pt x="424" y="13465"/>
                    <a:pt x="424" y="12531"/>
                  </a:cubicBezTo>
                  <a:lnTo>
                    <a:pt x="424" y="7514"/>
                  </a:lnTo>
                  <a:cubicBezTo>
                    <a:pt x="438" y="6798"/>
                    <a:pt x="1022" y="6215"/>
                    <a:pt x="1737" y="6215"/>
                  </a:cubicBezTo>
                  <a:lnTo>
                    <a:pt x="3910" y="6215"/>
                  </a:lnTo>
                  <a:cubicBezTo>
                    <a:pt x="5180" y="6215"/>
                    <a:pt x="6215" y="5180"/>
                    <a:pt x="6215" y="3910"/>
                  </a:cubicBezTo>
                  <a:lnTo>
                    <a:pt x="6215" y="1737"/>
                  </a:lnTo>
                  <a:cubicBezTo>
                    <a:pt x="6215" y="1022"/>
                    <a:pt x="6798" y="425"/>
                    <a:pt x="7514" y="425"/>
                  </a:cubicBezTo>
                  <a:close/>
                  <a:moveTo>
                    <a:pt x="7076" y="1"/>
                  </a:moveTo>
                  <a:cubicBezTo>
                    <a:pt x="6317" y="1"/>
                    <a:pt x="5602" y="293"/>
                    <a:pt x="5077" y="818"/>
                  </a:cubicBezTo>
                  <a:lnTo>
                    <a:pt x="818" y="5077"/>
                  </a:lnTo>
                  <a:cubicBezTo>
                    <a:pt x="293" y="5602"/>
                    <a:pt x="1" y="6318"/>
                    <a:pt x="1" y="7076"/>
                  </a:cubicBezTo>
                  <a:lnTo>
                    <a:pt x="1" y="7514"/>
                  </a:lnTo>
                  <a:lnTo>
                    <a:pt x="1" y="12531"/>
                  </a:lnTo>
                  <a:cubicBezTo>
                    <a:pt x="1" y="13742"/>
                    <a:pt x="920" y="14733"/>
                    <a:pt x="2101" y="14821"/>
                  </a:cubicBezTo>
                  <a:cubicBezTo>
                    <a:pt x="2117" y="14836"/>
                    <a:pt x="2131" y="14836"/>
                    <a:pt x="2131" y="14836"/>
                  </a:cubicBezTo>
                  <a:lnTo>
                    <a:pt x="10518" y="14836"/>
                  </a:lnTo>
                  <a:cubicBezTo>
                    <a:pt x="11787" y="14836"/>
                    <a:pt x="12823" y="13800"/>
                    <a:pt x="12823" y="12531"/>
                  </a:cubicBezTo>
                  <a:lnTo>
                    <a:pt x="12823" y="6726"/>
                  </a:lnTo>
                  <a:cubicBezTo>
                    <a:pt x="13465" y="6507"/>
                    <a:pt x="14019" y="6055"/>
                    <a:pt x="14383" y="5456"/>
                  </a:cubicBezTo>
                  <a:cubicBezTo>
                    <a:pt x="14457" y="5355"/>
                    <a:pt x="14428" y="5223"/>
                    <a:pt x="14311" y="5165"/>
                  </a:cubicBezTo>
                  <a:cubicBezTo>
                    <a:pt x="14272" y="5137"/>
                    <a:pt x="14230" y="5125"/>
                    <a:pt x="14188" y="5125"/>
                  </a:cubicBezTo>
                  <a:cubicBezTo>
                    <a:pt x="14120" y="5125"/>
                    <a:pt x="14056" y="5160"/>
                    <a:pt x="14019" y="5223"/>
                  </a:cubicBezTo>
                  <a:cubicBezTo>
                    <a:pt x="13537" y="6011"/>
                    <a:pt x="12706" y="6477"/>
                    <a:pt x="11787" y="6477"/>
                  </a:cubicBezTo>
                  <a:cubicBezTo>
                    <a:pt x="10357" y="6477"/>
                    <a:pt x="9190" y="5310"/>
                    <a:pt x="9190" y="3867"/>
                  </a:cubicBezTo>
                  <a:cubicBezTo>
                    <a:pt x="9190" y="2422"/>
                    <a:pt x="10357" y="1255"/>
                    <a:pt x="11787" y="1255"/>
                  </a:cubicBezTo>
                  <a:cubicBezTo>
                    <a:pt x="13232" y="1255"/>
                    <a:pt x="14399" y="2422"/>
                    <a:pt x="14399" y="3867"/>
                  </a:cubicBezTo>
                  <a:cubicBezTo>
                    <a:pt x="14399" y="4071"/>
                    <a:pt x="14383" y="4289"/>
                    <a:pt x="14325" y="4494"/>
                  </a:cubicBezTo>
                  <a:cubicBezTo>
                    <a:pt x="14296" y="4610"/>
                    <a:pt x="14369" y="4727"/>
                    <a:pt x="14486" y="4756"/>
                  </a:cubicBezTo>
                  <a:cubicBezTo>
                    <a:pt x="14504" y="4761"/>
                    <a:pt x="14521" y="4763"/>
                    <a:pt x="14538" y="4763"/>
                  </a:cubicBezTo>
                  <a:cubicBezTo>
                    <a:pt x="14636" y="4763"/>
                    <a:pt x="14724" y="4696"/>
                    <a:pt x="14749" y="4596"/>
                  </a:cubicBezTo>
                  <a:cubicBezTo>
                    <a:pt x="14807" y="4363"/>
                    <a:pt x="14836" y="4114"/>
                    <a:pt x="14836" y="3867"/>
                  </a:cubicBezTo>
                  <a:cubicBezTo>
                    <a:pt x="14836" y="2364"/>
                    <a:pt x="13757" y="1125"/>
                    <a:pt x="12327" y="862"/>
                  </a:cubicBezTo>
                  <a:cubicBezTo>
                    <a:pt x="11890" y="322"/>
                    <a:pt x="11219" y="1"/>
                    <a:pt x="10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1" name="Google Shape;581;p40"/>
            <p:cNvGrpSpPr/>
            <p:nvPr/>
          </p:nvGrpSpPr>
          <p:grpSpPr>
            <a:xfrm>
              <a:off x="3287988" y="3039400"/>
              <a:ext cx="307075" cy="256400"/>
              <a:chOff x="3287988" y="3039400"/>
              <a:chExt cx="307075" cy="256400"/>
            </a:xfrm>
          </p:grpSpPr>
          <p:sp>
            <p:nvSpPr>
              <p:cNvPr id="582" name="Google Shape;582;p40"/>
              <p:cNvSpPr/>
              <p:nvPr/>
            </p:nvSpPr>
            <p:spPr>
              <a:xfrm>
                <a:off x="3531213" y="3043000"/>
                <a:ext cx="44900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1796" h="3533" extrusionOk="0">
                    <a:moveTo>
                      <a:pt x="1552" y="1"/>
                    </a:moveTo>
                    <a:cubicBezTo>
                      <a:pt x="1471" y="1"/>
                      <a:pt x="1390" y="47"/>
                      <a:pt x="1358" y="134"/>
                    </a:cubicBezTo>
                    <a:lnTo>
                      <a:pt x="59" y="3226"/>
                    </a:lnTo>
                    <a:cubicBezTo>
                      <a:pt x="1" y="3343"/>
                      <a:pt x="59" y="3460"/>
                      <a:pt x="176" y="3503"/>
                    </a:cubicBezTo>
                    <a:cubicBezTo>
                      <a:pt x="191" y="3518"/>
                      <a:pt x="220" y="3532"/>
                      <a:pt x="249" y="3532"/>
                    </a:cubicBezTo>
                    <a:cubicBezTo>
                      <a:pt x="337" y="3532"/>
                      <a:pt x="424" y="3474"/>
                      <a:pt x="453" y="3402"/>
                    </a:cubicBezTo>
                    <a:lnTo>
                      <a:pt x="1751" y="294"/>
                    </a:lnTo>
                    <a:cubicBezTo>
                      <a:pt x="1795" y="192"/>
                      <a:pt x="1751" y="61"/>
                      <a:pt x="1634" y="17"/>
                    </a:cubicBezTo>
                    <a:cubicBezTo>
                      <a:pt x="1608" y="6"/>
                      <a:pt x="1580" y="1"/>
                      <a:pt x="15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40"/>
              <p:cNvSpPr/>
              <p:nvPr/>
            </p:nvSpPr>
            <p:spPr>
              <a:xfrm>
                <a:off x="3511538" y="3039400"/>
                <a:ext cx="39775" cy="44150"/>
              </a:xfrm>
              <a:custGeom>
                <a:avLst/>
                <a:gdLst/>
                <a:ahLst/>
                <a:cxnLst/>
                <a:rect l="l" t="t" r="r" b="b"/>
                <a:pathLst>
                  <a:path w="1591" h="1766" extrusionOk="0">
                    <a:moveTo>
                      <a:pt x="788" y="438"/>
                    </a:moveTo>
                    <a:cubicBezTo>
                      <a:pt x="992" y="438"/>
                      <a:pt x="1153" y="628"/>
                      <a:pt x="1153" y="876"/>
                    </a:cubicBezTo>
                    <a:cubicBezTo>
                      <a:pt x="1153" y="1124"/>
                      <a:pt x="992" y="1328"/>
                      <a:pt x="788" y="1328"/>
                    </a:cubicBezTo>
                    <a:cubicBezTo>
                      <a:pt x="599" y="1328"/>
                      <a:pt x="438" y="1124"/>
                      <a:pt x="438" y="876"/>
                    </a:cubicBezTo>
                    <a:cubicBezTo>
                      <a:pt x="438" y="628"/>
                      <a:pt x="599" y="438"/>
                      <a:pt x="788" y="438"/>
                    </a:cubicBezTo>
                    <a:close/>
                    <a:moveTo>
                      <a:pt x="788" y="0"/>
                    </a:moveTo>
                    <a:cubicBezTo>
                      <a:pt x="350" y="0"/>
                      <a:pt x="0" y="395"/>
                      <a:pt x="0" y="876"/>
                    </a:cubicBezTo>
                    <a:cubicBezTo>
                      <a:pt x="0" y="1372"/>
                      <a:pt x="350" y="1766"/>
                      <a:pt x="788" y="1766"/>
                    </a:cubicBezTo>
                    <a:cubicBezTo>
                      <a:pt x="1225" y="1766"/>
                      <a:pt x="1591" y="1372"/>
                      <a:pt x="1591" y="876"/>
                    </a:cubicBezTo>
                    <a:cubicBezTo>
                      <a:pt x="1591" y="395"/>
                      <a:pt x="1225" y="0"/>
                      <a:pt x="7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40"/>
              <p:cNvSpPr/>
              <p:nvPr/>
            </p:nvSpPr>
            <p:spPr>
              <a:xfrm>
                <a:off x="3555288" y="3092300"/>
                <a:ext cx="397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1591" h="1765" extrusionOk="0">
                    <a:moveTo>
                      <a:pt x="803" y="438"/>
                    </a:moveTo>
                    <a:cubicBezTo>
                      <a:pt x="992" y="438"/>
                      <a:pt x="1153" y="627"/>
                      <a:pt x="1153" y="875"/>
                    </a:cubicBezTo>
                    <a:cubicBezTo>
                      <a:pt x="1153" y="1123"/>
                      <a:pt x="992" y="1327"/>
                      <a:pt x="803" y="1327"/>
                    </a:cubicBezTo>
                    <a:cubicBezTo>
                      <a:pt x="599" y="1327"/>
                      <a:pt x="438" y="1123"/>
                      <a:pt x="438" y="875"/>
                    </a:cubicBezTo>
                    <a:cubicBezTo>
                      <a:pt x="438" y="627"/>
                      <a:pt x="599" y="438"/>
                      <a:pt x="803" y="438"/>
                    </a:cubicBezTo>
                    <a:close/>
                    <a:moveTo>
                      <a:pt x="803" y="0"/>
                    </a:moveTo>
                    <a:cubicBezTo>
                      <a:pt x="366" y="0"/>
                      <a:pt x="0" y="393"/>
                      <a:pt x="0" y="875"/>
                    </a:cubicBezTo>
                    <a:cubicBezTo>
                      <a:pt x="0" y="1371"/>
                      <a:pt x="366" y="1764"/>
                      <a:pt x="803" y="1764"/>
                    </a:cubicBezTo>
                    <a:cubicBezTo>
                      <a:pt x="1241" y="1764"/>
                      <a:pt x="1591" y="1371"/>
                      <a:pt x="1591" y="875"/>
                    </a:cubicBezTo>
                    <a:cubicBezTo>
                      <a:pt x="1591" y="393"/>
                      <a:pt x="1241" y="0"/>
                      <a:pt x="8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40"/>
              <p:cNvSpPr/>
              <p:nvPr/>
            </p:nvSpPr>
            <p:spPr>
              <a:xfrm>
                <a:off x="3287988" y="3217000"/>
                <a:ext cx="41225" cy="78800"/>
              </a:xfrm>
              <a:custGeom>
                <a:avLst/>
                <a:gdLst/>
                <a:ahLst/>
                <a:cxnLst/>
                <a:rect l="l" t="t" r="r" b="b"/>
                <a:pathLst>
                  <a:path w="1649" h="3152" extrusionOk="0">
                    <a:moveTo>
                      <a:pt x="803" y="1"/>
                    </a:moveTo>
                    <a:cubicBezTo>
                      <a:pt x="686" y="1"/>
                      <a:pt x="584" y="88"/>
                      <a:pt x="584" y="219"/>
                    </a:cubicBezTo>
                    <a:lnTo>
                      <a:pt x="584" y="322"/>
                    </a:lnTo>
                    <a:lnTo>
                      <a:pt x="569" y="322"/>
                    </a:lnTo>
                    <a:cubicBezTo>
                      <a:pt x="322" y="394"/>
                      <a:pt x="147" y="598"/>
                      <a:pt x="102" y="861"/>
                    </a:cubicBezTo>
                    <a:cubicBezTo>
                      <a:pt x="59" y="1094"/>
                      <a:pt x="132" y="1313"/>
                      <a:pt x="293" y="1444"/>
                    </a:cubicBezTo>
                    <a:cubicBezTo>
                      <a:pt x="439" y="1561"/>
                      <a:pt x="628" y="1648"/>
                      <a:pt x="964" y="1765"/>
                    </a:cubicBezTo>
                    <a:cubicBezTo>
                      <a:pt x="1182" y="1853"/>
                      <a:pt x="1182" y="2028"/>
                      <a:pt x="1168" y="2101"/>
                    </a:cubicBezTo>
                    <a:cubicBezTo>
                      <a:pt x="1139" y="2247"/>
                      <a:pt x="1022" y="2407"/>
                      <a:pt x="803" y="2407"/>
                    </a:cubicBezTo>
                    <a:cubicBezTo>
                      <a:pt x="584" y="2407"/>
                      <a:pt x="526" y="2407"/>
                      <a:pt x="365" y="2290"/>
                    </a:cubicBezTo>
                    <a:cubicBezTo>
                      <a:pt x="330" y="2270"/>
                      <a:pt x="292" y="2260"/>
                      <a:pt x="254" y="2260"/>
                    </a:cubicBezTo>
                    <a:cubicBezTo>
                      <a:pt x="180" y="2260"/>
                      <a:pt x="107" y="2296"/>
                      <a:pt x="59" y="2364"/>
                    </a:cubicBezTo>
                    <a:cubicBezTo>
                      <a:pt x="1" y="2451"/>
                      <a:pt x="15" y="2597"/>
                      <a:pt x="118" y="2655"/>
                    </a:cubicBezTo>
                    <a:cubicBezTo>
                      <a:pt x="293" y="2772"/>
                      <a:pt x="423" y="2815"/>
                      <a:pt x="584" y="2830"/>
                    </a:cubicBezTo>
                    <a:lnTo>
                      <a:pt x="584" y="2932"/>
                    </a:lnTo>
                    <a:cubicBezTo>
                      <a:pt x="584" y="3064"/>
                      <a:pt x="686" y="3151"/>
                      <a:pt x="803" y="3151"/>
                    </a:cubicBezTo>
                    <a:cubicBezTo>
                      <a:pt x="919" y="3151"/>
                      <a:pt x="1022" y="3064"/>
                      <a:pt x="1022" y="2932"/>
                    </a:cubicBezTo>
                    <a:lnTo>
                      <a:pt x="1022" y="2815"/>
                    </a:lnTo>
                    <a:cubicBezTo>
                      <a:pt x="1343" y="2728"/>
                      <a:pt x="1547" y="2451"/>
                      <a:pt x="1590" y="2173"/>
                    </a:cubicBezTo>
                    <a:cubicBezTo>
                      <a:pt x="1649" y="1809"/>
                      <a:pt x="1460" y="1488"/>
                      <a:pt x="1110" y="1357"/>
                    </a:cubicBezTo>
                    <a:cubicBezTo>
                      <a:pt x="905" y="1284"/>
                      <a:pt x="686" y="1211"/>
                      <a:pt x="569" y="1109"/>
                    </a:cubicBezTo>
                    <a:cubicBezTo>
                      <a:pt x="526" y="1080"/>
                      <a:pt x="511" y="1007"/>
                      <a:pt x="526" y="934"/>
                    </a:cubicBezTo>
                    <a:cubicBezTo>
                      <a:pt x="526" y="905"/>
                      <a:pt x="569" y="773"/>
                      <a:pt x="686" y="744"/>
                    </a:cubicBezTo>
                    <a:cubicBezTo>
                      <a:pt x="740" y="727"/>
                      <a:pt x="791" y="721"/>
                      <a:pt x="837" y="721"/>
                    </a:cubicBezTo>
                    <a:cubicBezTo>
                      <a:pt x="987" y="721"/>
                      <a:pt x="1084" y="792"/>
                      <a:pt x="1094" y="802"/>
                    </a:cubicBezTo>
                    <a:cubicBezTo>
                      <a:pt x="1132" y="834"/>
                      <a:pt x="1178" y="849"/>
                      <a:pt x="1225" y="849"/>
                    </a:cubicBezTo>
                    <a:cubicBezTo>
                      <a:pt x="1287" y="849"/>
                      <a:pt x="1352" y="823"/>
                      <a:pt x="1401" y="773"/>
                    </a:cubicBezTo>
                    <a:cubicBezTo>
                      <a:pt x="1474" y="686"/>
                      <a:pt x="1460" y="540"/>
                      <a:pt x="1372" y="467"/>
                    </a:cubicBezTo>
                    <a:cubicBezTo>
                      <a:pt x="1328" y="438"/>
                      <a:pt x="1211" y="351"/>
                      <a:pt x="1022" y="306"/>
                    </a:cubicBezTo>
                    <a:lnTo>
                      <a:pt x="1022" y="219"/>
                    </a:lnTo>
                    <a:cubicBezTo>
                      <a:pt x="1022" y="88"/>
                      <a:pt x="919" y="1"/>
                      <a:pt x="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40"/>
              <p:cNvSpPr/>
              <p:nvPr/>
            </p:nvSpPr>
            <p:spPr>
              <a:xfrm>
                <a:off x="3316063" y="3171050"/>
                <a:ext cx="205350" cy="10975"/>
              </a:xfrm>
              <a:custGeom>
                <a:avLst/>
                <a:gdLst/>
                <a:ahLst/>
                <a:cxnLst/>
                <a:rect l="l" t="t" r="r" b="b"/>
                <a:pathLst>
                  <a:path w="8214" h="439" extrusionOk="0">
                    <a:moveTo>
                      <a:pt x="220" y="1"/>
                    </a:moveTo>
                    <a:cubicBezTo>
                      <a:pt x="103" y="1"/>
                      <a:pt x="1" y="102"/>
                      <a:pt x="1" y="219"/>
                    </a:cubicBezTo>
                    <a:cubicBezTo>
                      <a:pt x="1" y="351"/>
                      <a:pt x="103" y="438"/>
                      <a:pt x="220" y="438"/>
                    </a:cubicBezTo>
                    <a:lnTo>
                      <a:pt x="7994" y="438"/>
                    </a:lnTo>
                    <a:cubicBezTo>
                      <a:pt x="8111" y="438"/>
                      <a:pt x="8213" y="351"/>
                      <a:pt x="8213" y="219"/>
                    </a:cubicBezTo>
                    <a:cubicBezTo>
                      <a:pt x="8213" y="102"/>
                      <a:pt x="8111" y="1"/>
                      <a:pt x="79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40"/>
              <p:cNvSpPr/>
              <p:nvPr/>
            </p:nvSpPr>
            <p:spPr>
              <a:xfrm>
                <a:off x="3352188" y="3199125"/>
                <a:ext cx="133100" cy="10950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438" extrusionOk="0">
                    <a:moveTo>
                      <a:pt x="218" y="0"/>
                    </a:moveTo>
                    <a:cubicBezTo>
                      <a:pt x="102" y="0"/>
                      <a:pt x="0" y="103"/>
                      <a:pt x="0" y="220"/>
                    </a:cubicBezTo>
                    <a:cubicBezTo>
                      <a:pt x="0" y="336"/>
                      <a:pt x="102" y="438"/>
                      <a:pt x="218" y="438"/>
                    </a:cubicBezTo>
                    <a:lnTo>
                      <a:pt x="5106" y="438"/>
                    </a:lnTo>
                    <a:cubicBezTo>
                      <a:pt x="5222" y="438"/>
                      <a:pt x="5324" y="336"/>
                      <a:pt x="5324" y="220"/>
                    </a:cubicBezTo>
                    <a:cubicBezTo>
                      <a:pt x="5324" y="103"/>
                      <a:pt x="5222" y="0"/>
                      <a:pt x="5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8" name="Google Shape;588;p40"/>
          <p:cNvGrpSpPr/>
          <p:nvPr/>
        </p:nvGrpSpPr>
        <p:grpSpPr>
          <a:xfrm>
            <a:off x="1390685" y="3588781"/>
            <a:ext cx="371275" cy="370900"/>
            <a:chOff x="3258088" y="2507725"/>
            <a:chExt cx="371275" cy="370900"/>
          </a:xfrm>
        </p:grpSpPr>
        <p:sp>
          <p:nvSpPr>
            <p:cNvPr id="589" name="Google Shape;589;p40"/>
            <p:cNvSpPr/>
            <p:nvPr/>
          </p:nvSpPr>
          <p:spPr>
            <a:xfrm>
              <a:off x="3258088" y="2531425"/>
              <a:ext cx="347550" cy="347200"/>
            </a:xfrm>
            <a:custGeom>
              <a:avLst/>
              <a:gdLst/>
              <a:ahLst/>
              <a:cxnLst/>
              <a:rect l="l" t="t" r="r" b="b"/>
              <a:pathLst>
                <a:path w="13902" h="13888" extrusionOk="0">
                  <a:moveTo>
                    <a:pt x="7703" y="438"/>
                  </a:moveTo>
                  <a:lnTo>
                    <a:pt x="7703" y="5981"/>
                  </a:lnTo>
                  <a:cubicBezTo>
                    <a:pt x="7703" y="6098"/>
                    <a:pt x="7790" y="6200"/>
                    <a:pt x="7921" y="6200"/>
                  </a:cubicBezTo>
                  <a:lnTo>
                    <a:pt x="13464" y="6200"/>
                  </a:lnTo>
                  <a:cubicBezTo>
                    <a:pt x="13435" y="7032"/>
                    <a:pt x="13216" y="7833"/>
                    <a:pt x="12837" y="8563"/>
                  </a:cubicBezTo>
                  <a:cubicBezTo>
                    <a:pt x="12501" y="9204"/>
                    <a:pt x="12034" y="9774"/>
                    <a:pt x="11480" y="10241"/>
                  </a:cubicBezTo>
                  <a:lnTo>
                    <a:pt x="11480" y="10182"/>
                  </a:lnTo>
                  <a:cubicBezTo>
                    <a:pt x="11480" y="9511"/>
                    <a:pt x="10941" y="8971"/>
                    <a:pt x="10270" y="8971"/>
                  </a:cubicBezTo>
                  <a:lnTo>
                    <a:pt x="9453" y="8971"/>
                  </a:lnTo>
                  <a:cubicBezTo>
                    <a:pt x="8782" y="8971"/>
                    <a:pt x="8228" y="9511"/>
                    <a:pt x="8228" y="10182"/>
                  </a:cubicBezTo>
                  <a:lnTo>
                    <a:pt x="8228" y="11524"/>
                  </a:lnTo>
                  <a:cubicBezTo>
                    <a:pt x="8120" y="11530"/>
                    <a:pt x="8013" y="11533"/>
                    <a:pt x="7905" y="11533"/>
                  </a:cubicBezTo>
                  <a:cubicBezTo>
                    <a:pt x="7750" y="11533"/>
                    <a:pt x="7595" y="11526"/>
                    <a:pt x="7440" y="11509"/>
                  </a:cubicBezTo>
                  <a:lnTo>
                    <a:pt x="7440" y="7892"/>
                  </a:lnTo>
                  <a:cubicBezTo>
                    <a:pt x="7440" y="7221"/>
                    <a:pt x="6886" y="6682"/>
                    <a:pt x="6215" y="6682"/>
                  </a:cubicBezTo>
                  <a:lnTo>
                    <a:pt x="5398" y="6682"/>
                  </a:lnTo>
                  <a:cubicBezTo>
                    <a:pt x="4727" y="6682"/>
                    <a:pt x="4173" y="7221"/>
                    <a:pt x="4173" y="7892"/>
                  </a:cubicBezTo>
                  <a:lnTo>
                    <a:pt x="4173" y="10095"/>
                  </a:lnTo>
                  <a:cubicBezTo>
                    <a:pt x="3823" y="9774"/>
                    <a:pt x="3516" y="9409"/>
                    <a:pt x="3268" y="9015"/>
                  </a:cubicBezTo>
                  <a:lnTo>
                    <a:pt x="3268" y="5690"/>
                  </a:lnTo>
                  <a:cubicBezTo>
                    <a:pt x="3268" y="5194"/>
                    <a:pt x="2961" y="4770"/>
                    <a:pt x="2539" y="4581"/>
                  </a:cubicBezTo>
                  <a:cubicBezTo>
                    <a:pt x="2845" y="3443"/>
                    <a:pt x="3502" y="2407"/>
                    <a:pt x="4420" y="1664"/>
                  </a:cubicBezTo>
                  <a:cubicBezTo>
                    <a:pt x="5354" y="919"/>
                    <a:pt x="6507" y="482"/>
                    <a:pt x="7703" y="438"/>
                  </a:cubicBezTo>
                  <a:close/>
                  <a:moveTo>
                    <a:pt x="6215" y="7119"/>
                  </a:moveTo>
                  <a:cubicBezTo>
                    <a:pt x="6652" y="7119"/>
                    <a:pt x="7002" y="7469"/>
                    <a:pt x="7002" y="7892"/>
                  </a:cubicBezTo>
                  <a:lnTo>
                    <a:pt x="7002" y="12676"/>
                  </a:lnTo>
                  <a:cubicBezTo>
                    <a:pt x="7002" y="13114"/>
                    <a:pt x="6652" y="13464"/>
                    <a:pt x="6215" y="13464"/>
                  </a:cubicBezTo>
                  <a:lnTo>
                    <a:pt x="5398" y="13464"/>
                  </a:lnTo>
                  <a:cubicBezTo>
                    <a:pt x="4960" y="13464"/>
                    <a:pt x="4610" y="13114"/>
                    <a:pt x="4610" y="12676"/>
                  </a:cubicBezTo>
                  <a:lnTo>
                    <a:pt x="4610" y="7892"/>
                  </a:lnTo>
                  <a:cubicBezTo>
                    <a:pt x="4610" y="7469"/>
                    <a:pt x="4960" y="7119"/>
                    <a:pt x="5398" y="7119"/>
                  </a:cubicBezTo>
                  <a:close/>
                  <a:moveTo>
                    <a:pt x="10270" y="9395"/>
                  </a:moveTo>
                  <a:cubicBezTo>
                    <a:pt x="10708" y="9395"/>
                    <a:pt x="11058" y="9745"/>
                    <a:pt x="11058" y="10182"/>
                  </a:cubicBezTo>
                  <a:lnTo>
                    <a:pt x="11058" y="12676"/>
                  </a:lnTo>
                  <a:cubicBezTo>
                    <a:pt x="11058" y="13114"/>
                    <a:pt x="10708" y="13464"/>
                    <a:pt x="10270" y="13464"/>
                  </a:cubicBezTo>
                  <a:lnTo>
                    <a:pt x="9453" y="13464"/>
                  </a:lnTo>
                  <a:cubicBezTo>
                    <a:pt x="9015" y="13464"/>
                    <a:pt x="8665" y="13114"/>
                    <a:pt x="8665" y="12676"/>
                  </a:cubicBezTo>
                  <a:lnTo>
                    <a:pt x="8665" y="10182"/>
                  </a:lnTo>
                  <a:cubicBezTo>
                    <a:pt x="8665" y="9745"/>
                    <a:pt x="9015" y="9395"/>
                    <a:pt x="9453" y="9395"/>
                  </a:cubicBezTo>
                  <a:close/>
                  <a:moveTo>
                    <a:pt x="7921" y="1"/>
                  </a:moveTo>
                  <a:cubicBezTo>
                    <a:pt x="6550" y="1"/>
                    <a:pt x="5208" y="468"/>
                    <a:pt x="4143" y="1328"/>
                  </a:cubicBezTo>
                  <a:cubicBezTo>
                    <a:pt x="3152" y="2131"/>
                    <a:pt x="2436" y="3239"/>
                    <a:pt x="2115" y="4478"/>
                  </a:cubicBezTo>
                  <a:cubicBezTo>
                    <a:pt x="2101" y="4478"/>
                    <a:pt x="2072" y="4464"/>
                    <a:pt x="2043" y="4464"/>
                  </a:cubicBezTo>
                  <a:lnTo>
                    <a:pt x="1226" y="4464"/>
                  </a:lnTo>
                  <a:cubicBezTo>
                    <a:pt x="555" y="4464"/>
                    <a:pt x="1" y="5019"/>
                    <a:pt x="1" y="5690"/>
                  </a:cubicBezTo>
                  <a:lnTo>
                    <a:pt x="1" y="12676"/>
                  </a:lnTo>
                  <a:cubicBezTo>
                    <a:pt x="1" y="13347"/>
                    <a:pt x="555" y="13887"/>
                    <a:pt x="1226" y="13887"/>
                  </a:cubicBezTo>
                  <a:lnTo>
                    <a:pt x="2043" y="13887"/>
                  </a:lnTo>
                  <a:cubicBezTo>
                    <a:pt x="2714" y="13887"/>
                    <a:pt x="3268" y="13347"/>
                    <a:pt x="3268" y="12676"/>
                  </a:cubicBezTo>
                  <a:lnTo>
                    <a:pt x="3268" y="12151"/>
                  </a:lnTo>
                  <a:cubicBezTo>
                    <a:pt x="3268" y="12034"/>
                    <a:pt x="3166" y="11933"/>
                    <a:pt x="3049" y="11933"/>
                  </a:cubicBezTo>
                  <a:cubicBezTo>
                    <a:pt x="2932" y="11933"/>
                    <a:pt x="2831" y="12034"/>
                    <a:pt x="2831" y="12151"/>
                  </a:cubicBezTo>
                  <a:lnTo>
                    <a:pt x="2831" y="12676"/>
                  </a:lnTo>
                  <a:cubicBezTo>
                    <a:pt x="2831" y="13114"/>
                    <a:pt x="2481" y="13464"/>
                    <a:pt x="2043" y="13464"/>
                  </a:cubicBezTo>
                  <a:lnTo>
                    <a:pt x="1226" y="13464"/>
                  </a:lnTo>
                  <a:cubicBezTo>
                    <a:pt x="789" y="13464"/>
                    <a:pt x="438" y="13114"/>
                    <a:pt x="438" y="12676"/>
                  </a:cubicBezTo>
                  <a:lnTo>
                    <a:pt x="438" y="5690"/>
                  </a:lnTo>
                  <a:cubicBezTo>
                    <a:pt x="438" y="5252"/>
                    <a:pt x="789" y="4902"/>
                    <a:pt x="1226" y="4902"/>
                  </a:cubicBezTo>
                  <a:lnTo>
                    <a:pt x="2043" y="4902"/>
                  </a:lnTo>
                  <a:cubicBezTo>
                    <a:pt x="2481" y="4902"/>
                    <a:pt x="2831" y="5252"/>
                    <a:pt x="2831" y="5690"/>
                  </a:cubicBezTo>
                  <a:lnTo>
                    <a:pt x="2831" y="11276"/>
                  </a:lnTo>
                  <a:cubicBezTo>
                    <a:pt x="2831" y="11392"/>
                    <a:pt x="2932" y="11495"/>
                    <a:pt x="3049" y="11495"/>
                  </a:cubicBezTo>
                  <a:cubicBezTo>
                    <a:pt x="3166" y="11495"/>
                    <a:pt x="3268" y="11392"/>
                    <a:pt x="3268" y="11276"/>
                  </a:cubicBezTo>
                  <a:lnTo>
                    <a:pt x="3268" y="9759"/>
                  </a:lnTo>
                  <a:cubicBezTo>
                    <a:pt x="3531" y="10095"/>
                    <a:pt x="3837" y="10387"/>
                    <a:pt x="4173" y="10663"/>
                  </a:cubicBezTo>
                  <a:lnTo>
                    <a:pt x="4173" y="12676"/>
                  </a:lnTo>
                  <a:cubicBezTo>
                    <a:pt x="4173" y="13347"/>
                    <a:pt x="4727" y="13887"/>
                    <a:pt x="5398" y="13887"/>
                  </a:cubicBezTo>
                  <a:lnTo>
                    <a:pt x="6215" y="13887"/>
                  </a:lnTo>
                  <a:cubicBezTo>
                    <a:pt x="6886" y="13887"/>
                    <a:pt x="7440" y="13347"/>
                    <a:pt x="7440" y="12676"/>
                  </a:cubicBezTo>
                  <a:lnTo>
                    <a:pt x="7440" y="11947"/>
                  </a:lnTo>
                  <a:cubicBezTo>
                    <a:pt x="7600" y="11962"/>
                    <a:pt x="7761" y="11976"/>
                    <a:pt x="7921" y="11976"/>
                  </a:cubicBezTo>
                  <a:cubicBezTo>
                    <a:pt x="8024" y="11976"/>
                    <a:pt x="8125" y="11976"/>
                    <a:pt x="8228" y="11962"/>
                  </a:cubicBezTo>
                  <a:lnTo>
                    <a:pt x="8228" y="12676"/>
                  </a:lnTo>
                  <a:cubicBezTo>
                    <a:pt x="8228" y="13347"/>
                    <a:pt x="8782" y="13887"/>
                    <a:pt x="9453" y="13887"/>
                  </a:cubicBezTo>
                  <a:lnTo>
                    <a:pt x="10270" y="13887"/>
                  </a:lnTo>
                  <a:cubicBezTo>
                    <a:pt x="10941" y="13887"/>
                    <a:pt x="11480" y="13347"/>
                    <a:pt x="11480" y="12676"/>
                  </a:cubicBezTo>
                  <a:lnTo>
                    <a:pt x="11480" y="10795"/>
                  </a:lnTo>
                  <a:cubicBezTo>
                    <a:pt x="12209" y="10255"/>
                    <a:pt x="12808" y="9555"/>
                    <a:pt x="13216" y="8767"/>
                  </a:cubicBezTo>
                  <a:cubicBezTo>
                    <a:pt x="13668" y="7921"/>
                    <a:pt x="13901" y="6958"/>
                    <a:pt x="13901" y="5981"/>
                  </a:cubicBezTo>
                  <a:cubicBezTo>
                    <a:pt x="13901" y="5865"/>
                    <a:pt x="13814" y="5762"/>
                    <a:pt x="13683" y="5762"/>
                  </a:cubicBezTo>
                  <a:lnTo>
                    <a:pt x="8140" y="5762"/>
                  </a:lnTo>
                  <a:lnTo>
                    <a:pt x="8140" y="219"/>
                  </a:lnTo>
                  <a:cubicBezTo>
                    <a:pt x="8140" y="88"/>
                    <a:pt x="8038" y="1"/>
                    <a:pt x="79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0"/>
            <p:cNvSpPr/>
            <p:nvPr/>
          </p:nvSpPr>
          <p:spPr>
            <a:xfrm>
              <a:off x="3473988" y="2507725"/>
              <a:ext cx="155375" cy="155025"/>
            </a:xfrm>
            <a:custGeom>
              <a:avLst/>
              <a:gdLst/>
              <a:ahLst/>
              <a:cxnLst/>
              <a:rect l="l" t="t" r="r" b="b"/>
              <a:pathLst>
                <a:path w="6215" h="6201" extrusionOk="0">
                  <a:moveTo>
                    <a:pt x="218" y="0"/>
                  </a:moveTo>
                  <a:cubicBezTo>
                    <a:pt x="102" y="0"/>
                    <a:pt x="0" y="103"/>
                    <a:pt x="0" y="220"/>
                  </a:cubicBezTo>
                  <a:lnTo>
                    <a:pt x="0" y="5981"/>
                  </a:lnTo>
                  <a:cubicBezTo>
                    <a:pt x="0" y="6113"/>
                    <a:pt x="102" y="6200"/>
                    <a:pt x="218" y="6200"/>
                  </a:cubicBezTo>
                  <a:lnTo>
                    <a:pt x="2173" y="6200"/>
                  </a:lnTo>
                  <a:cubicBezTo>
                    <a:pt x="2305" y="6200"/>
                    <a:pt x="2392" y="6113"/>
                    <a:pt x="2392" y="5981"/>
                  </a:cubicBezTo>
                  <a:cubicBezTo>
                    <a:pt x="2392" y="5864"/>
                    <a:pt x="2305" y="5776"/>
                    <a:pt x="2173" y="5776"/>
                  </a:cubicBezTo>
                  <a:lnTo>
                    <a:pt x="438" y="5776"/>
                  </a:lnTo>
                  <a:lnTo>
                    <a:pt x="438" y="438"/>
                  </a:lnTo>
                  <a:cubicBezTo>
                    <a:pt x="3326" y="554"/>
                    <a:pt x="5660" y="2874"/>
                    <a:pt x="5777" y="5776"/>
                  </a:cubicBezTo>
                  <a:lnTo>
                    <a:pt x="3034" y="5776"/>
                  </a:lnTo>
                  <a:cubicBezTo>
                    <a:pt x="2918" y="5776"/>
                    <a:pt x="2815" y="5864"/>
                    <a:pt x="2815" y="5981"/>
                  </a:cubicBezTo>
                  <a:cubicBezTo>
                    <a:pt x="2815" y="6113"/>
                    <a:pt x="2918" y="6200"/>
                    <a:pt x="3034" y="6200"/>
                  </a:cubicBezTo>
                  <a:lnTo>
                    <a:pt x="5995" y="6200"/>
                  </a:lnTo>
                  <a:cubicBezTo>
                    <a:pt x="6111" y="6200"/>
                    <a:pt x="6214" y="6113"/>
                    <a:pt x="6214" y="5981"/>
                  </a:cubicBezTo>
                  <a:cubicBezTo>
                    <a:pt x="6214" y="2684"/>
                    <a:pt x="3530" y="0"/>
                    <a:pt x="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40"/>
            <p:cNvSpPr/>
            <p:nvPr/>
          </p:nvSpPr>
          <p:spPr>
            <a:xfrm>
              <a:off x="3379513" y="2577725"/>
              <a:ext cx="45250" cy="87925"/>
            </a:xfrm>
            <a:custGeom>
              <a:avLst/>
              <a:gdLst/>
              <a:ahLst/>
              <a:cxnLst/>
              <a:rect l="l" t="t" r="r" b="b"/>
              <a:pathLst>
                <a:path w="1810" h="3517" extrusionOk="0">
                  <a:moveTo>
                    <a:pt x="876" y="1"/>
                  </a:moveTo>
                  <a:cubicBezTo>
                    <a:pt x="759" y="1"/>
                    <a:pt x="658" y="103"/>
                    <a:pt x="658" y="220"/>
                  </a:cubicBezTo>
                  <a:lnTo>
                    <a:pt x="658" y="351"/>
                  </a:lnTo>
                  <a:cubicBezTo>
                    <a:pt x="642" y="366"/>
                    <a:pt x="628" y="366"/>
                    <a:pt x="613" y="366"/>
                  </a:cubicBezTo>
                  <a:cubicBezTo>
                    <a:pt x="351" y="454"/>
                    <a:pt x="162" y="672"/>
                    <a:pt x="103" y="949"/>
                  </a:cubicBezTo>
                  <a:cubicBezTo>
                    <a:pt x="59" y="1197"/>
                    <a:pt x="147" y="1445"/>
                    <a:pt x="322" y="1591"/>
                  </a:cubicBezTo>
                  <a:cubicBezTo>
                    <a:pt x="483" y="1708"/>
                    <a:pt x="701" y="1810"/>
                    <a:pt x="1066" y="1941"/>
                  </a:cubicBezTo>
                  <a:cubicBezTo>
                    <a:pt x="1329" y="2043"/>
                    <a:pt x="1329" y="2262"/>
                    <a:pt x="1313" y="2350"/>
                  </a:cubicBezTo>
                  <a:cubicBezTo>
                    <a:pt x="1284" y="2525"/>
                    <a:pt x="1138" y="2729"/>
                    <a:pt x="876" y="2729"/>
                  </a:cubicBezTo>
                  <a:cubicBezTo>
                    <a:pt x="628" y="2729"/>
                    <a:pt x="555" y="2714"/>
                    <a:pt x="366" y="2597"/>
                  </a:cubicBezTo>
                  <a:cubicBezTo>
                    <a:pt x="327" y="2570"/>
                    <a:pt x="285" y="2557"/>
                    <a:pt x="242" y="2557"/>
                  </a:cubicBezTo>
                  <a:cubicBezTo>
                    <a:pt x="173" y="2557"/>
                    <a:pt x="105" y="2592"/>
                    <a:pt x="59" y="2656"/>
                  </a:cubicBezTo>
                  <a:cubicBezTo>
                    <a:pt x="1" y="2758"/>
                    <a:pt x="30" y="2889"/>
                    <a:pt x="117" y="2962"/>
                  </a:cubicBezTo>
                  <a:cubicBezTo>
                    <a:pt x="337" y="3093"/>
                    <a:pt x="483" y="3137"/>
                    <a:pt x="658" y="3151"/>
                  </a:cubicBezTo>
                  <a:lnTo>
                    <a:pt x="658" y="3297"/>
                  </a:lnTo>
                  <a:cubicBezTo>
                    <a:pt x="658" y="3414"/>
                    <a:pt x="759" y="3517"/>
                    <a:pt x="876" y="3517"/>
                  </a:cubicBezTo>
                  <a:cubicBezTo>
                    <a:pt x="993" y="3517"/>
                    <a:pt x="1095" y="3414"/>
                    <a:pt x="1095" y="3297"/>
                  </a:cubicBezTo>
                  <a:lnTo>
                    <a:pt x="1095" y="3137"/>
                  </a:lnTo>
                  <a:cubicBezTo>
                    <a:pt x="1459" y="3035"/>
                    <a:pt x="1693" y="2729"/>
                    <a:pt x="1737" y="2422"/>
                  </a:cubicBezTo>
                  <a:cubicBezTo>
                    <a:pt x="1809" y="2029"/>
                    <a:pt x="1605" y="1679"/>
                    <a:pt x="1212" y="1533"/>
                  </a:cubicBezTo>
                  <a:cubicBezTo>
                    <a:pt x="979" y="1459"/>
                    <a:pt x="730" y="1358"/>
                    <a:pt x="599" y="1255"/>
                  </a:cubicBezTo>
                  <a:cubicBezTo>
                    <a:pt x="541" y="1212"/>
                    <a:pt x="526" y="1125"/>
                    <a:pt x="541" y="1022"/>
                  </a:cubicBezTo>
                  <a:cubicBezTo>
                    <a:pt x="555" y="934"/>
                    <a:pt x="613" y="818"/>
                    <a:pt x="745" y="788"/>
                  </a:cubicBezTo>
                  <a:cubicBezTo>
                    <a:pt x="808" y="768"/>
                    <a:pt x="866" y="761"/>
                    <a:pt x="918" y="761"/>
                  </a:cubicBezTo>
                  <a:cubicBezTo>
                    <a:pt x="1094" y="761"/>
                    <a:pt x="1203" y="850"/>
                    <a:pt x="1226" y="862"/>
                  </a:cubicBezTo>
                  <a:cubicBezTo>
                    <a:pt x="1264" y="893"/>
                    <a:pt x="1310" y="908"/>
                    <a:pt x="1357" y="908"/>
                  </a:cubicBezTo>
                  <a:cubicBezTo>
                    <a:pt x="1419" y="908"/>
                    <a:pt x="1483" y="882"/>
                    <a:pt x="1533" y="833"/>
                  </a:cubicBezTo>
                  <a:cubicBezTo>
                    <a:pt x="1605" y="745"/>
                    <a:pt x="1591" y="599"/>
                    <a:pt x="1504" y="526"/>
                  </a:cubicBezTo>
                  <a:cubicBezTo>
                    <a:pt x="1459" y="497"/>
                    <a:pt x="1313" y="380"/>
                    <a:pt x="1095" y="337"/>
                  </a:cubicBezTo>
                  <a:lnTo>
                    <a:pt x="1095" y="220"/>
                  </a:lnTo>
                  <a:cubicBezTo>
                    <a:pt x="1095" y="103"/>
                    <a:pt x="993" y="1"/>
                    <a:pt x="8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40"/>
            <p:cNvSpPr/>
            <p:nvPr/>
          </p:nvSpPr>
          <p:spPr>
            <a:xfrm>
              <a:off x="3502413" y="2563225"/>
              <a:ext cx="54725" cy="72150"/>
            </a:xfrm>
            <a:custGeom>
              <a:avLst/>
              <a:gdLst/>
              <a:ahLst/>
              <a:cxnLst/>
              <a:rect l="l" t="t" r="r" b="b"/>
              <a:pathLst>
                <a:path w="2189" h="2886" extrusionOk="0">
                  <a:moveTo>
                    <a:pt x="277" y="1"/>
                  </a:moveTo>
                  <a:cubicBezTo>
                    <a:pt x="235" y="1"/>
                    <a:pt x="194" y="14"/>
                    <a:pt x="161" y="42"/>
                  </a:cubicBezTo>
                  <a:cubicBezTo>
                    <a:pt x="59" y="114"/>
                    <a:pt x="30" y="246"/>
                    <a:pt x="102" y="347"/>
                  </a:cubicBezTo>
                  <a:lnTo>
                    <a:pt x="773" y="1296"/>
                  </a:lnTo>
                  <a:lnTo>
                    <a:pt x="219" y="1296"/>
                  </a:lnTo>
                  <a:cubicBezTo>
                    <a:pt x="88" y="1296"/>
                    <a:pt x="1" y="1398"/>
                    <a:pt x="1" y="1514"/>
                  </a:cubicBezTo>
                  <a:cubicBezTo>
                    <a:pt x="1" y="1646"/>
                    <a:pt x="88" y="1734"/>
                    <a:pt x="219" y="1734"/>
                  </a:cubicBezTo>
                  <a:lnTo>
                    <a:pt x="876" y="1734"/>
                  </a:lnTo>
                  <a:lnTo>
                    <a:pt x="876" y="1952"/>
                  </a:lnTo>
                  <a:lnTo>
                    <a:pt x="219" y="1952"/>
                  </a:lnTo>
                  <a:cubicBezTo>
                    <a:pt x="88" y="1952"/>
                    <a:pt x="1" y="2039"/>
                    <a:pt x="1" y="2156"/>
                  </a:cubicBezTo>
                  <a:cubicBezTo>
                    <a:pt x="1" y="2288"/>
                    <a:pt x="88" y="2376"/>
                    <a:pt x="219" y="2376"/>
                  </a:cubicBezTo>
                  <a:lnTo>
                    <a:pt x="876" y="2376"/>
                  </a:lnTo>
                  <a:lnTo>
                    <a:pt x="876" y="2667"/>
                  </a:lnTo>
                  <a:cubicBezTo>
                    <a:pt x="876" y="2784"/>
                    <a:pt x="978" y="2885"/>
                    <a:pt x="1094" y="2885"/>
                  </a:cubicBezTo>
                  <a:cubicBezTo>
                    <a:pt x="1211" y="2885"/>
                    <a:pt x="1314" y="2784"/>
                    <a:pt x="1314" y="2667"/>
                  </a:cubicBezTo>
                  <a:lnTo>
                    <a:pt x="1314" y="2376"/>
                  </a:lnTo>
                  <a:lnTo>
                    <a:pt x="1970" y="2376"/>
                  </a:lnTo>
                  <a:cubicBezTo>
                    <a:pt x="2086" y="2376"/>
                    <a:pt x="2189" y="2288"/>
                    <a:pt x="2189" y="2156"/>
                  </a:cubicBezTo>
                  <a:cubicBezTo>
                    <a:pt x="2189" y="2039"/>
                    <a:pt x="2086" y="1952"/>
                    <a:pt x="1970" y="1952"/>
                  </a:cubicBezTo>
                  <a:lnTo>
                    <a:pt x="1314" y="1952"/>
                  </a:lnTo>
                  <a:lnTo>
                    <a:pt x="1314" y="1734"/>
                  </a:lnTo>
                  <a:lnTo>
                    <a:pt x="1970" y="1734"/>
                  </a:lnTo>
                  <a:cubicBezTo>
                    <a:pt x="2086" y="1734"/>
                    <a:pt x="2189" y="1646"/>
                    <a:pt x="2189" y="1514"/>
                  </a:cubicBezTo>
                  <a:cubicBezTo>
                    <a:pt x="2189" y="1398"/>
                    <a:pt x="2086" y="1296"/>
                    <a:pt x="1970" y="1296"/>
                  </a:cubicBezTo>
                  <a:lnTo>
                    <a:pt x="1415" y="1296"/>
                  </a:lnTo>
                  <a:lnTo>
                    <a:pt x="2086" y="363"/>
                  </a:lnTo>
                  <a:cubicBezTo>
                    <a:pt x="2160" y="260"/>
                    <a:pt x="2131" y="114"/>
                    <a:pt x="2028" y="56"/>
                  </a:cubicBezTo>
                  <a:cubicBezTo>
                    <a:pt x="1988" y="28"/>
                    <a:pt x="1944" y="15"/>
                    <a:pt x="1901" y="15"/>
                  </a:cubicBezTo>
                  <a:cubicBezTo>
                    <a:pt x="1833" y="15"/>
                    <a:pt x="1766" y="46"/>
                    <a:pt x="1722" y="100"/>
                  </a:cubicBezTo>
                  <a:lnTo>
                    <a:pt x="1094" y="1004"/>
                  </a:lnTo>
                  <a:lnTo>
                    <a:pt x="453" y="100"/>
                  </a:lnTo>
                  <a:cubicBezTo>
                    <a:pt x="416" y="36"/>
                    <a:pt x="346" y="1"/>
                    <a:pt x="2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3" name="Google Shape;593;p40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594" name="Google Shape;594;p40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595" name="Google Shape;595;p40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Natural </a:t>
            </a:r>
            <a:r>
              <a:rPr lang="en" i="1"/>
              <a:t>resources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601" name="Google Shape;601;p41"/>
          <p:cNvSpPr txBox="1">
            <a:spLocks noGrp="1"/>
          </p:cNvSpPr>
          <p:nvPr>
            <p:ph type="subTitle" idx="1"/>
          </p:nvPr>
        </p:nvSpPr>
        <p:spPr>
          <a:xfrm>
            <a:off x="716612" y="2104125"/>
            <a:ext cx="1954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closest planet to the Sun</a:t>
            </a:r>
            <a:endParaRPr/>
          </a:p>
        </p:txBody>
      </p:sp>
      <p:sp>
        <p:nvSpPr>
          <p:cNvPr id="602" name="Google Shape;602;p41"/>
          <p:cNvSpPr txBox="1">
            <a:spLocks noGrp="1"/>
          </p:cNvSpPr>
          <p:nvPr>
            <p:ph type="subTitle" idx="2"/>
          </p:nvPr>
        </p:nvSpPr>
        <p:spPr>
          <a:xfrm>
            <a:off x="3594750" y="2104125"/>
            <a:ext cx="1954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603" name="Google Shape;603;p41"/>
          <p:cNvSpPr txBox="1">
            <a:spLocks noGrp="1"/>
          </p:cNvSpPr>
          <p:nvPr>
            <p:ph type="subTitle" idx="5"/>
          </p:nvPr>
        </p:nvSpPr>
        <p:spPr>
          <a:xfrm>
            <a:off x="6472888" y="2104125"/>
            <a:ext cx="1954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very cold place</a:t>
            </a:r>
            <a:endParaRPr/>
          </a:p>
        </p:txBody>
      </p:sp>
      <p:sp>
        <p:nvSpPr>
          <p:cNvPr id="604" name="Google Shape;604;p41"/>
          <p:cNvSpPr txBox="1">
            <a:spLocks noGrp="1"/>
          </p:cNvSpPr>
          <p:nvPr>
            <p:ph type="subTitle" idx="3"/>
          </p:nvPr>
        </p:nvSpPr>
        <p:spPr>
          <a:xfrm>
            <a:off x="716612" y="3893525"/>
            <a:ext cx="1954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605" name="Google Shape;605;p41"/>
          <p:cNvSpPr txBox="1">
            <a:spLocks noGrp="1"/>
          </p:cNvSpPr>
          <p:nvPr>
            <p:ph type="subTitle" idx="4"/>
          </p:nvPr>
        </p:nvSpPr>
        <p:spPr>
          <a:xfrm>
            <a:off x="3594750" y="3893525"/>
            <a:ext cx="1954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composed of hydrogen and helium</a:t>
            </a:r>
            <a:endParaRPr/>
          </a:p>
        </p:txBody>
      </p:sp>
      <p:sp>
        <p:nvSpPr>
          <p:cNvPr id="606" name="Google Shape;606;p41"/>
          <p:cNvSpPr txBox="1">
            <a:spLocks noGrp="1"/>
          </p:cNvSpPr>
          <p:nvPr>
            <p:ph type="subTitle" idx="6"/>
          </p:nvPr>
        </p:nvSpPr>
        <p:spPr>
          <a:xfrm>
            <a:off x="6472888" y="3893525"/>
            <a:ext cx="1954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farthest planet from the Sun</a:t>
            </a:r>
            <a:endParaRPr/>
          </a:p>
        </p:txBody>
      </p:sp>
      <p:sp>
        <p:nvSpPr>
          <p:cNvPr id="607" name="Google Shape;607;p41"/>
          <p:cNvSpPr txBox="1">
            <a:spLocks noGrp="1"/>
          </p:cNvSpPr>
          <p:nvPr>
            <p:ph type="subTitle" idx="7"/>
          </p:nvPr>
        </p:nvSpPr>
        <p:spPr>
          <a:xfrm>
            <a:off x="716612" y="1757300"/>
            <a:ext cx="19545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608" name="Google Shape;608;p41"/>
          <p:cNvSpPr txBox="1">
            <a:spLocks noGrp="1"/>
          </p:cNvSpPr>
          <p:nvPr>
            <p:ph type="subTitle" idx="8"/>
          </p:nvPr>
        </p:nvSpPr>
        <p:spPr>
          <a:xfrm>
            <a:off x="3594750" y="1757300"/>
            <a:ext cx="19545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609" name="Google Shape;609;p41"/>
          <p:cNvSpPr txBox="1">
            <a:spLocks noGrp="1"/>
          </p:cNvSpPr>
          <p:nvPr>
            <p:ph type="subTitle" idx="9"/>
          </p:nvPr>
        </p:nvSpPr>
        <p:spPr>
          <a:xfrm>
            <a:off x="6472888" y="1757300"/>
            <a:ext cx="19545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610" name="Google Shape;610;p41"/>
          <p:cNvSpPr txBox="1">
            <a:spLocks noGrp="1"/>
          </p:cNvSpPr>
          <p:nvPr>
            <p:ph type="subTitle" idx="13"/>
          </p:nvPr>
        </p:nvSpPr>
        <p:spPr>
          <a:xfrm>
            <a:off x="716612" y="3546600"/>
            <a:ext cx="19545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611" name="Google Shape;611;p41"/>
          <p:cNvSpPr txBox="1">
            <a:spLocks noGrp="1"/>
          </p:cNvSpPr>
          <p:nvPr>
            <p:ph type="subTitle" idx="14"/>
          </p:nvPr>
        </p:nvSpPr>
        <p:spPr>
          <a:xfrm>
            <a:off x="3594750" y="3546600"/>
            <a:ext cx="19545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612" name="Google Shape;612;p41"/>
          <p:cNvSpPr txBox="1">
            <a:spLocks noGrp="1"/>
          </p:cNvSpPr>
          <p:nvPr>
            <p:ph type="subTitle" idx="15"/>
          </p:nvPr>
        </p:nvSpPr>
        <p:spPr>
          <a:xfrm>
            <a:off x="6472888" y="3546600"/>
            <a:ext cx="19545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grpSp>
        <p:nvGrpSpPr>
          <p:cNvPr id="613" name="Google Shape;613;p41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614" name="Google Shape;614;p41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" name="Google Shape;615;p41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6" name="Google Shape;616;p41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17" name="Google Shape;617;p41"/>
          <p:cNvGrpSpPr/>
          <p:nvPr/>
        </p:nvGrpSpPr>
        <p:grpSpPr>
          <a:xfrm>
            <a:off x="3628449" y="611375"/>
            <a:ext cx="4801810" cy="240000"/>
            <a:chOff x="3628449" y="611375"/>
            <a:chExt cx="4801810" cy="240000"/>
          </a:xfrm>
        </p:grpSpPr>
        <p:cxnSp>
          <p:nvCxnSpPr>
            <p:cNvPr id="618" name="Google Shape;618;p41"/>
            <p:cNvCxnSpPr>
              <a:stCxn id="619" idx="6"/>
              <a:endCxn id="620" idx="6"/>
            </p:cNvCxnSpPr>
            <p:nvPr/>
          </p:nvCxnSpPr>
          <p:spPr>
            <a:xfrm>
              <a:off x="3706749" y="731375"/>
              <a:ext cx="448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9" name="Google Shape;619;p41"/>
            <p:cNvSpPr/>
            <p:nvPr/>
          </p:nvSpPr>
          <p:spPr>
            <a:xfrm>
              <a:off x="3628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1" name="Google Shape;621;p41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620" name="Google Shape;620;p41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41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23" name="Google Shape;623;p41"/>
          <p:cNvGrpSpPr/>
          <p:nvPr/>
        </p:nvGrpSpPr>
        <p:grpSpPr>
          <a:xfrm>
            <a:off x="4452000" y="1400654"/>
            <a:ext cx="240000" cy="240000"/>
            <a:chOff x="2500450" y="1108425"/>
            <a:chExt cx="240000" cy="240000"/>
          </a:xfrm>
        </p:grpSpPr>
        <p:sp>
          <p:nvSpPr>
            <p:cNvPr id="624" name="Google Shape;624;p41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1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6" name="Google Shape;626;p41"/>
          <p:cNvGrpSpPr/>
          <p:nvPr/>
        </p:nvGrpSpPr>
        <p:grpSpPr>
          <a:xfrm rot="10800000">
            <a:off x="4452000" y="3189954"/>
            <a:ext cx="240000" cy="240000"/>
            <a:chOff x="2500450" y="1108425"/>
            <a:chExt cx="240000" cy="240000"/>
          </a:xfrm>
        </p:grpSpPr>
        <p:sp>
          <p:nvSpPr>
            <p:cNvPr id="627" name="Google Shape;627;p41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1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41"/>
          <p:cNvGrpSpPr/>
          <p:nvPr/>
        </p:nvGrpSpPr>
        <p:grpSpPr>
          <a:xfrm rot="10800000">
            <a:off x="1573862" y="1400654"/>
            <a:ext cx="240000" cy="240000"/>
            <a:chOff x="2500450" y="1108425"/>
            <a:chExt cx="240000" cy="240000"/>
          </a:xfrm>
        </p:grpSpPr>
        <p:sp>
          <p:nvSpPr>
            <p:cNvPr id="630" name="Google Shape;630;p41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1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52317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2" name="Google Shape;632;p41"/>
          <p:cNvGrpSpPr/>
          <p:nvPr/>
        </p:nvGrpSpPr>
        <p:grpSpPr>
          <a:xfrm>
            <a:off x="1573862" y="3189954"/>
            <a:ext cx="240000" cy="240000"/>
            <a:chOff x="2500450" y="1108425"/>
            <a:chExt cx="240000" cy="240000"/>
          </a:xfrm>
        </p:grpSpPr>
        <p:sp>
          <p:nvSpPr>
            <p:cNvPr id="633" name="Google Shape;633;p41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1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5" name="Google Shape;635;p41"/>
          <p:cNvSpPr/>
          <p:nvPr/>
        </p:nvSpPr>
        <p:spPr>
          <a:xfrm>
            <a:off x="7330138" y="1400654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6" name="Google Shape;636;p41"/>
          <p:cNvGrpSpPr/>
          <p:nvPr/>
        </p:nvGrpSpPr>
        <p:grpSpPr>
          <a:xfrm rot="10800000">
            <a:off x="7330138" y="3189954"/>
            <a:ext cx="240000" cy="240000"/>
            <a:chOff x="2500450" y="1108425"/>
            <a:chExt cx="240000" cy="240000"/>
          </a:xfrm>
        </p:grpSpPr>
        <p:sp>
          <p:nvSpPr>
            <p:cNvPr id="637" name="Google Shape;637;p41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1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68772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9" name="Google Shape;639;p41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640" name="Google Shape;640;p41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641" name="Google Shape;641;p41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2"/>
          <p:cNvSpPr/>
          <p:nvPr/>
        </p:nvSpPr>
        <p:spPr>
          <a:xfrm>
            <a:off x="5946650" y="1761300"/>
            <a:ext cx="1620900" cy="162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7" name="Google Shape;647;p42"/>
          <p:cNvCxnSpPr/>
          <p:nvPr/>
        </p:nvCxnSpPr>
        <p:spPr>
          <a:xfrm>
            <a:off x="10225" y="2571750"/>
            <a:ext cx="9142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8" name="Google Shape;648;p42"/>
          <p:cNvSpPr/>
          <p:nvPr/>
        </p:nvSpPr>
        <p:spPr>
          <a:xfrm>
            <a:off x="1576800" y="1761300"/>
            <a:ext cx="1620900" cy="162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42"/>
          <p:cNvSpPr/>
          <p:nvPr/>
        </p:nvSpPr>
        <p:spPr>
          <a:xfrm>
            <a:off x="2659650" y="659400"/>
            <a:ext cx="3824700" cy="3824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2"/>
          <p:cNvSpPr/>
          <p:nvPr/>
        </p:nvSpPr>
        <p:spPr>
          <a:xfrm>
            <a:off x="7074850" y="2325450"/>
            <a:ext cx="492600" cy="492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42"/>
          <p:cNvSpPr/>
          <p:nvPr/>
        </p:nvSpPr>
        <p:spPr>
          <a:xfrm>
            <a:off x="1576800" y="2325450"/>
            <a:ext cx="492600" cy="492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2" name="Google Shape;652;p42"/>
          <p:cNvGrpSpPr/>
          <p:nvPr/>
        </p:nvGrpSpPr>
        <p:grpSpPr>
          <a:xfrm>
            <a:off x="4452000" y="4363925"/>
            <a:ext cx="240000" cy="240000"/>
            <a:chOff x="2500450" y="1108425"/>
            <a:chExt cx="240000" cy="240000"/>
          </a:xfrm>
        </p:grpSpPr>
        <p:sp>
          <p:nvSpPr>
            <p:cNvPr id="653" name="Google Shape;653;p42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2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5" name="Google Shape;655;p42"/>
          <p:cNvGrpSpPr/>
          <p:nvPr/>
        </p:nvGrpSpPr>
        <p:grpSpPr>
          <a:xfrm rot="10800000">
            <a:off x="4452000" y="539575"/>
            <a:ext cx="240000" cy="240000"/>
            <a:chOff x="2500450" y="1108425"/>
            <a:chExt cx="240000" cy="240000"/>
          </a:xfrm>
        </p:grpSpPr>
        <p:sp>
          <p:nvSpPr>
            <p:cNvPr id="656" name="Google Shape;656;p42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2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8" name="Google Shape;658;p42"/>
          <p:cNvSpPr/>
          <p:nvPr/>
        </p:nvSpPr>
        <p:spPr>
          <a:xfrm>
            <a:off x="6364025" y="2451750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42"/>
          <p:cNvSpPr/>
          <p:nvPr/>
        </p:nvSpPr>
        <p:spPr>
          <a:xfrm>
            <a:off x="2539975" y="2451750"/>
            <a:ext cx="240000" cy="2400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60" name="Google Shape;660;p42"/>
          <p:cNvCxnSpPr>
            <a:stCxn id="654" idx="2"/>
          </p:cNvCxnSpPr>
          <p:nvPr/>
        </p:nvCxnSpPr>
        <p:spPr>
          <a:xfrm>
            <a:off x="4569600" y="4601375"/>
            <a:ext cx="0" cy="63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1" name="Google Shape;661;p42"/>
          <p:cNvCxnSpPr>
            <a:stCxn id="657" idx="2"/>
          </p:cNvCxnSpPr>
          <p:nvPr/>
        </p:nvCxnSpPr>
        <p:spPr>
          <a:xfrm rot="10800000">
            <a:off x="4574400" y="-6575"/>
            <a:ext cx="0" cy="54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2" name="Google Shape;662;p42"/>
          <p:cNvSpPr txBox="1">
            <a:spLocks noGrp="1"/>
          </p:cNvSpPr>
          <p:nvPr>
            <p:ph type="title"/>
          </p:nvPr>
        </p:nvSpPr>
        <p:spPr>
          <a:xfrm>
            <a:off x="2712000" y="1628100"/>
            <a:ext cx="3720000" cy="188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</a:t>
            </a:r>
            <a:r>
              <a:rPr lang="en" i="1"/>
              <a:t>Words</a:t>
            </a:r>
            <a:endParaRPr i="1"/>
          </a:p>
        </p:txBody>
      </p:sp>
      <p:grpSp>
        <p:nvGrpSpPr>
          <p:cNvPr id="663" name="Google Shape;663;p42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664" name="Google Shape;664;p42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5" name="Google Shape;665;p42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6" name="Google Shape;666;p42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67" name="Google Shape;667;p42"/>
          <p:cNvSpPr/>
          <p:nvPr/>
        </p:nvSpPr>
        <p:spPr>
          <a:xfrm rot="-5400000">
            <a:off x="1467714" y="2309309"/>
            <a:ext cx="253800" cy="450300"/>
          </a:xfrm>
          <a:prstGeom prst="moon">
            <a:avLst>
              <a:gd name="adj" fmla="val 577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8" name="Google Shape;668;p42"/>
          <p:cNvGrpSpPr/>
          <p:nvPr/>
        </p:nvGrpSpPr>
        <p:grpSpPr>
          <a:xfrm rot="10800000">
            <a:off x="7263127" y="2283635"/>
            <a:ext cx="576189" cy="576189"/>
            <a:chOff x="2003086" y="-373829"/>
            <a:chExt cx="438000" cy="438000"/>
          </a:xfrm>
        </p:grpSpPr>
        <p:sp>
          <p:nvSpPr>
            <p:cNvPr id="669" name="Google Shape;669;p42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2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1" name="Google Shape;671;p42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672" name="Google Shape;672;p42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673" name="Google Shape;673;p42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3"/>
          <p:cNvSpPr/>
          <p:nvPr/>
        </p:nvSpPr>
        <p:spPr>
          <a:xfrm rot="-565953">
            <a:off x="1152916" y="833047"/>
            <a:ext cx="6643019" cy="3477236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43"/>
          <p:cNvSpPr txBox="1">
            <a:spLocks noGrp="1"/>
          </p:cNvSpPr>
          <p:nvPr>
            <p:ph type="title"/>
          </p:nvPr>
        </p:nvSpPr>
        <p:spPr>
          <a:xfrm>
            <a:off x="2237150" y="3510601"/>
            <a:ext cx="4474500" cy="3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</a:t>
            </a:r>
            <a:r>
              <a:rPr lang="en" i="1"/>
              <a:t>famous</a:t>
            </a:r>
            <a:endParaRPr i="1"/>
          </a:p>
        </p:txBody>
      </p:sp>
      <p:sp>
        <p:nvSpPr>
          <p:cNvPr id="680" name="Google Shape;680;p43"/>
          <p:cNvSpPr txBox="1">
            <a:spLocks noGrp="1"/>
          </p:cNvSpPr>
          <p:nvPr>
            <p:ph type="subTitle" idx="1"/>
          </p:nvPr>
        </p:nvSpPr>
        <p:spPr>
          <a:xfrm>
            <a:off x="2237150" y="1304100"/>
            <a:ext cx="4474500" cy="22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quote, words full of wisdom that someone important said and can make the reader get inspired.”</a:t>
            </a:r>
            <a:endParaRPr/>
          </a:p>
        </p:txBody>
      </p:sp>
      <p:grpSp>
        <p:nvGrpSpPr>
          <p:cNvPr id="681" name="Google Shape;681;p43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682" name="Google Shape;682;p43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3" name="Google Shape;683;p43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4" name="Google Shape;684;p43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85" name="Google Shape;685;p43"/>
          <p:cNvSpPr/>
          <p:nvPr/>
        </p:nvSpPr>
        <p:spPr>
          <a:xfrm>
            <a:off x="1055575" y="3094450"/>
            <a:ext cx="384900" cy="3849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6" name="Google Shape;686;p43"/>
          <p:cNvGrpSpPr/>
          <p:nvPr/>
        </p:nvGrpSpPr>
        <p:grpSpPr>
          <a:xfrm>
            <a:off x="7528925" y="1793750"/>
            <a:ext cx="384900" cy="384900"/>
            <a:chOff x="7528925" y="1793750"/>
            <a:chExt cx="384900" cy="384900"/>
          </a:xfrm>
        </p:grpSpPr>
        <p:sp>
          <p:nvSpPr>
            <p:cNvPr id="687" name="Google Shape;687;p43"/>
            <p:cNvSpPr/>
            <p:nvPr/>
          </p:nvSpPr>
          <p:spPr>
            <a:xfrm>
              <a:off x="7528925" y="1793750"/>
              <a:ext cx="384900" cy="3849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3"/>
            <p:cNvSpPr/>
            <p:nvPr/>
          </p:nvSpPr>
          <p:spPr>
            <a:xfrm rot="-5400000">
              <a:off x="7655828" y="1884129"/>
              <a:ext cx="114900" cy="204000"/>
            </a:xfrm>
            <a:prstGeom prst="moon">
              <a:avLst>
                <a:gd name="adj" fmla="val 57752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9" name="Google Shape;689;p43"/>
          <p:cNvGrpSpPr/>
          <p:nvPr/>
        </p:nvGrpSpPr>
        <p:grpSpPr>
          <a:xfrm rot="-5400000">
            <a:off x="-996176" y="2451750"/>
            <a:ext cx="3658810" cy="240000"/>
            <a:chOff x="4771449" y="611375"/>
            <a:chExt cx="3658810" cy="240000"/>
          </a:xfrm>
        </p:grpSpPr>
        <p:cxnSp>
          <p:nvCxnSpPr>
            <p:cNvPr id="690" name="Google Shape;690;p43"/>
            <p:cNvCxnSpPr>
              <a:stCxn id="691" idx="6"/>
              <a:endCxn id="692" idx="6"/>
            </p:cNvCxnSpPr>
            <p:nvPr/>
          </p:nvCxnSpPr>
          <p:spPr>
            <a:xfrm rot="10800000">
              <a:off x="6519999" y="-938875"/>
              <a:ext cx="0" cy="334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1" name="Google Shape;691;p43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3" name="Google Shape;693;p43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692" name="Google Shape;692;p43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43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95" name="Google Shape;695;p43"/>
          <p:cNvGrpSpPr/>
          <p:nvPr/>
        </p:nvGrpSpPr>
        <p:grpSpPr>
          <a:xfrm rot="5400000">
            <a:off x="6481374" y="2451750"/>
            <a:ext cx="3658810" cy="240000"/>
            <a:chOff x="4771449" y="611375"/>
            <a:chExt cx="3658810" cy="240000"/>
          </a:xfrm>
        </p:grpSpPr>
        <p:cxnSp>
          <p:nvCxnSpPr>
            <p:cNvPr id="696" name="Google Shape;696;p43"/>
            <p:cNvCxnSpPr>
              <a:stCxn id="697" idx="6"/>
              <a:endCxn id="698" idx="6"/>
            </p:cNvCxnSpPr>
            <p:nvPr/>
          </p:nvCxnSpPr>
          <p:spPr>
            <a:xfrm rot="10800000">
              <a:off x="6519999" y="-938875"/>
              <a:ext cx="0" cy="334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7" name="Google Shape;697;p43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9" name="Google Shape;699;p43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698" name="Google Shape;698;p43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43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01" name="Google Shape;701;p43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702" name="Google Shape;702;p43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703" name="Google Shape;703;p43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4"/>
          <p:cNvSpPr txBox="1">
            <a:spLocks noGrp="1"/>
          </p:cNvSpPr>
          <p:nvPr>
            <p:ph type="title"/>
          </p:nvPr>
        </p:nvSpPr>
        <p:spPr>
          <a:xfrm>
            <a:off x="713425" y="3482850"/>
            <a:ext cx="3398400" cy="10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</a:t>
            </a:r>
            <a:r>
              <a:rPr lang="en" i="1"/>
              <a:t>thousand words</a:t>
            </a:r>
            <a:endParaRPr i="1"/>
          </a:p>
        </p:txBody>
      </p:sp>
      <p:grpSp>
        <p:nvGrpSpPr>
          <p:cNvPr id="709" name="Google Shape;709;p44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710" name="Google Shape;710;p44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1" name="Google Shape;711;p44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2" name="Google Shape;712;p44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13" name="Google Shape;713;p44"/>
          <p:cNvGrpSpPr/>
          <p:nvPr/>
        </p:nvGrpSpPr>
        <p:grpSpPr>
          <a:xfrm>
            <a:off x="713424" y="1076925"/>
            <a:ext cx="3658810" cy="240000"/>
            <a:chOff x="4771449" y="611375"/>
            <a:chExt cx="3658810" cy="240000"/>
          </a:xfrm>
        </p:grpSpPr>
        <p:cxnSp>
          <p:nvCxnSpPr>
            <p:cNvPr id="714" name="Google Shape;714;p44"/>
            <p:cNvCxnSpPr>
              <a:stCxn id="715" idx="6"/>
              <a:endCxn id="716" idx="6"/>
            </p:cNvCxnSpPr>
            <p:nvPr/>
          </p:nvCxnSpPr>
          <p:spPr>
            <a:xfrm>
              <a:off x="4849749" y="731375"/>
              <a:ext cx="334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5" name="Google Shape;715;p44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17" name="Google Shape;717;p44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716" name="Google Shape;716;p44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44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9" name="Google Shape;719;p44"/>
          <p:cNvGrpSpPr/>
          <p:nvPr/>
        </p:nvGrpSpPr>
        <p:grpSpPr>
          <a:xfrm rot="10800000">
            <a:off x="5264899" y="3903000"/>
            <a:ext cx="3166035" cy="240000"/>
            <a:chOff x="5264224" y="611375"/>
            <a:chExt cx="3166035" cy="240000"/>
          </a:xfrm>
        </p:grpSpPr>
        <p:cxnSp>
          <p:nvCxnSpPr>
            <p:cNvPr id="720" name="Google Shape;720;p44"/>
            <p:cNvCxnSpPr>
              <a:stCxn id="721" idx="6"/>
              <a:endCxn id="722" idx="6"/>
            </p:cNvCxnSpPr>
            <p:nvPr/>
          </p:nvCxnSpPr>
          <p:spPr>
            <a:xfrm>
              <a:off x="5342524" y="731375"/>
              <a:ext cx="2847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21" name="Google Shape;721;p44"/>
            <p:cNvSpPr/>
            <p:nvPr/>
          </p:nvSpPr>
          <p:spPr>
            <a:xfrm>
              <a:off x="5264224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3" name="Google Shape;723;p44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722" name="Google Shape;722;p44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44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25" name="Google Shape;725;p44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726" name="Google Shape;726;p44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727" name="Google Shape;727;p44">
            <a:hlinkClick r:id="rId6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5"/>
          <p:cNvSpPr txBox="1">
            <a:spLocks noGrp="1"/>
          </p:cNvSpPr>
          <p:nvPr>
            <p:ph type="title"/>
          </p:nvPr>
        </p:nvSpPr>
        <p:spPr>
          <a:xfrm>
            <a:off x="1195325" y="1121775"/>
            <a:ext cx="2316000" cy="17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A picture</a:t>
            </a:r>
            <a:r>
              <a:rPr lang="en"/>
              <a:t> always reinforces the concept</a:t>
            </a:r>
            <a:endParaRPr/>
          </a:p>
        </p:txBody>
      </p:sp>
      <p:sp>
        <p:nvSpPr>
          <p:cNvPr id="733" name="Google Shape;733;p45"/>
          <p:cNvSpPr txBox="1">
            <a:spLocks noGrp="1"/>
          </p:cNvSpPr>
          <p:nvPr>
            <p:ph type="subTitle" idx="1"/>
          </p:nvPr>
        </p:nvSpPr>
        <p:spPr>
          <a:xfrm>
            <a:off x="1195325" y="2931213"/>
            <a:ext cx="2316000" cy="109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reveal large amounts of data, so remember: use an image instead of a long text. Your audience will appreciate it</a:t>
            </a:r>
            <a:endParaRPr/>
          </a:p>
        </p:txBody>
      </p:sp>
      <p:grpSp>
        <p:nvGrpSpPr>
          <p:cNvPr id="735" name="Google Shape;735;p45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736" name="Google Shape;736;p45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7" name="Google Shape;737;p45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8" name="Google Shape;738;p45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39" name="Google Shape;739;p45"/>
          <p:cNvGrpSpPr/>
          <p:nvPr/>
        </p:nvGrpSpPr>
        <p:grpSpPr>
          <a:xfrm>
            <a:off x="8101801" y="4007860"/>
            <a:ext cx="576189" cy="576189"/>
            <a:chOff x="2003086" y="-373829"/>
            <a:chExt cx="438000" cy="438000"/>
          </a:xfrm>
        </p:grpSpPr>
        <p:sp>
          <p:nvSpPr>
            <p:cNvPr id="740" name="Google Shape;740;p45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5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" name="Google Shape;742;p45"/>
          <p:cNvGrpSpPr/>
          <p:nvPr/>
        </p:nvGrpSpPr>
        <p:grpSpPr>
          <a:xfrm rot="-5400000">
            <a:off x="2517949" y="2451750"/>
            <a:ext cx="3658810" cy="240000"/>
            <a:chOff x="4771449" y="611375"/>
            <a:chExt cx="3658810" cy="240000"/>
          </a:xfrm>
        </p:grpSpPr>
        <p:cxnSp>
          <p:nvCxnSpPr>
            <p:cNvPr id="743" name="Google Shape;743;p45"/>
            <p:cNvCxnSpPr>
              <a:stCxn id="744" idx="6"/>
              <a:endCxn id="745" idx="6"/>
            </p:cNvCxnSpPr>
            <p:nvPr/>
          </p:nvCxnSpPr>
          <p:spPr>
            <a:xfrm rot="10800000">
              <a:off x="6519999" y="-938875"/>
              <a:ext cx="0" cy="334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4" name="Google Shape;744;p45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6" name="Google Shape;746;p45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745" name="Google Shape;745;p45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45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8" name="Google Shape;748;p45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749" name="Google Shape;749;p45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750" name="Google Shape;750;p45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6"/>
          <p:cNvSpPr/>
          <p:nvPr/>
        </p:nvSpPr>
        <p:spPr>
          <a:xfrm>
            <a:off x="5946650" y="1761300"/>
            <a:ext cx="1620900" cy="162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6" name="Google Shape;756;p46"/>
          <p:cNvCxnSpPr/>
          <p:nvPr/>
        </p:nvCxnSpPr>
        <p:spPr>
          <a:xfrm>
            <a:off x="10225" y="2571750"/>
            <a:ext cx="9142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7" name="Google Shape;757;p46"/>
          <p:cNvSpPr/>
          <p:nvPr/>
        </p:nvSpPr>
        <p:spPr>
          <a:xfrm>
            <a:off x="1576800" y="1761300"/>
            <a:ext cx="1620900" cy="162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46"/>
          <p:cNvSpPr/>
          <p:nvPr/>
        </p:nvSpPr>
        <p:spPr>
          <a:xfrm>
            <a:off x="2659650" y="659400"/>
            <a:ext cx="3824700" cy="3824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46"/>
          <p:cNvSpPr/>
          <p:nvPr/>
        </p:nvSpPr>
        <p:spPr>
          <a:xfrm>
            <a:off x="7074850" y="2325450"/>
            <a:ext cx="492600" cy="492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46"/>
          <p:cNvSpPr/>
          <p:nvPr/>
        </p:nvSpPr>
        <p:spPr>
          <a:xfrm>
            <a:off x="1576800" y="2325450"/>
            <a:ext cx="492600" cy="492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1" name="Google Shape;761;p46"/>
          <p:cNvGrpSpPr/>
          <p:nvPr/>
        </p:nvGrpSpPr>
        <p:grpSpPr>
          <a:xfrm>
            <a:off x="4452000" y="4363925"/>
            <a:ext cx="240000" cy="240000"/>
            <a:chOff x="2500450" y="1108425"/>
            <a:chExt cx="240000" cy="240000"/>
          </a:xfrm>
        </p:grpSpPr>
        <p:sp>
          <p:nvSpPr>
            <p:cNvPr id="762" name="Google Shape;762;p46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6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4" name="Google Shape;764;p46"/>
          <p:cNvGrpSpPr/>
          <p:nvPr/>
        </p:nvGrpSpPr>
        <p:grpSpPr>
          <a:xfrm rot="10800000">
            <a:off x="4452000" y="539575"/>
            <a:ext cx="240000" cy="240000"/>
            <a:chOff x="2500450" y="1108425"/>
            <a:chExt cx="240000" cy="240000"/>
          </a:xfrm>
        </p:grpSpPr>
        <p:sp>
          <p:nvSpPr>
            <p:cNvPr id="765" name="Google Shape;765;p46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6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7" name="Google Shape;767;p46"/>
          <p:cNvSpPr/>
          <p:nvPr/>
        </p:nvSpPr>
        <p:spPr>
          <a:xfrm>
            <a:off x="6364025" y="2451750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46"/>
          <p:cNvSpPr/>
          <p:nvPr/>
        </p:nvSpPr>
        <p:spPr>
          <a:xfrm>
            <a:off x="2539975" y="2451750"/>
            <a:ext cx="240000" cy="2400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69" name="Google Shape;769;p46"/>
          <p:cNvCxnSpPr>
            <a:stCxn id="763" idx="2"/>
          </p:cNvCxnSpPr>
          <p:nvPr/>
        </p:nvCxnSpPr>
        <p:spPr>
          <a:xfrm>
            <a:off x="4569600" y="4601375"/>
            <a:ext cx="0" cy="63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0" name="Google Shape;770;p46"/>
          <p:cNvCxnSpPr>
            <a:stCxn id="766" idx="2"/>
          </p:cNvCxnSpPr>
          <p:nvPr/>
        </p:nvCxnSpPr>
        <p:spPr>
          <a:xfrm rot="10800000">
            <a:off x="4574400" y="-6575"/>
            <a:ext cx="0" cy="54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1" name="Google Shape;771;p46"/>
          <p:cNvSpPr/>
          <p:nvPr/>
        </p:nvSpPr>
        <p:spPr>
          <a:xfrm rot="-5400000">
            <a:off x="1467714" y="2309309"/>
            <a:ext cx="253800" cy="450300"/>
          </a:xfrm>
          <a:prstGeom prst="moon">
            <a:avLst>
              <a:gd name="adj" fmla="val 577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46"/>
          <p:cNvGrpSpPr/>
          <p:nvPr/>
        </p:nvGrpSpPr>
        <p:grpSpPr>
          <a:xfrm rot="10800000">
            <a:off x="7263127" y="2283635"/>
            <a:ext cx="576189" cy="576189"/>
            <a:chOff x="2003086" y="-373829"/>
            <a:chExt cx="438000" cy="438000"/>
          </a:xfrm>
        </p:grpSpPr>
        <p:sp>
          <p:nvSpPr>
            <p:cNvPr id="773" name="Google Shape;773;p46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6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5" name="Google Shape;775;p46"/>
          <p:cNvSpPr txBox="1">
            <a:spLocks noGrp="1"/>
          </p:cNvSpPr>
          <p:nvPr>
            <p:ph type="title"/>
          </p:nvPr>
        </p:nvSpPr>
        <p:spPr>
          <a:xfrm>
            <a:off x="2951100" y="1768500"/>
            <a:ext cx="3241800" cy="11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1,988 m</a:t>
            </a:r>
            <a:r>
              <a:rPr lang="en" baseline="300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776" name="Google Shape;776;p46"/>
          <p:cNvSpPr txBox="1">
            <a:spLocks noGrp="1"/>
          </p:cNvSpPr>
          <p:nvPr>
            <p:ph type="subTitle" idx="1"/>
          </p:nvPr>
        </p:nvSpPr>
        <p:spPr>
          <a:xfrm>
            <a:off x="2951100" y="2910300"/>
            <a:ext cx="3241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Sun mass on exponential numbers</a:t>
            </a:r>
            <a:endParaRPr/>
          </a:p>
        </p:txBody>
      </p:sp>
      <p:grpSp>
        <p:nvGrpSpPr>
          <p:cNvPr id="777" name="Google Shape;777;p46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778" name="Google Shape;778;p46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9" name="Google Shape;779;p46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0" name="Google Shape;780;p46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81" name="Google Shape;781;p46"/>
          <p:cNvGrpSpPr/>
          <p:nvPr/>
        </p:nvGrpSpPr>
        <p:grpSpPr>
          <a:xfrm rot="-5400000">
            <a:off x="-996176" y="2451750"/>
            <a:ext cx="3658810" cy="240000"/>
            <a:chOff x="4771449" y="611375"/>
            <a:chExt cx="3658810" cy="240000"/>
          </a:xfrm>
        </p:grpSpPr>
        <p:cxnSp>
          <p:nvCxnSpPr>
            <p:cNvPr id="782" name="Google Shape;782;p46"/>
            <p:cNvCxnSpPr>
              <a:stCxn id="783" idx="6"/>
              <a:endCxn id="784" idx="6"/>
            </p:cNvCxnSpPr>
            <p:nvPr/>
          </p:nvCxnSpPr>
          <p:spPr>
            <a:xfrm rot="10800000">
              <a:off x="6519999" y="-938875"/>
              <a:ext cx="0" cy="334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3" name="Google Shape;783;p46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5" name="Google Shape;785;p46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784" name="Google Shape;784;p46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46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87" name="Google Shape;787;p46"/>
          <p:cNvGrpSpPr/>
          <p:nvPr/>
        </p:nvGrpSpPr>
        <p:grpSpPr>
          <a:xfrm rot="5400000">
            <a:off x="6481374" y="2451750"/>
            <a:ext cx="3658810" cy="240000"/>
            <a:chOff x="4771449" y="611375"/>
            <a:chExt cx="3658810" cy="240000"/>
          </a:xfrm>
        </p:grpSpPr>
        <p:cxnSp>
          <p:nvCxnSpPr>
            <p:cNvPr id="788" name="Google Shape;788;p46"/>
            <p:cNvCxnSpPr>
              <a:stCxn id="789" idx="6"/>
              <a:endCxn id="790" idx="6"/>
            </p:cNvCxnSpPr>
            <p:nvPr/>
          </p:nvCxnSpPr>
          <p:spPr>
            <a:xfrm rot="10800000">
              <a:off x="6519999" y="-938875"/>
              <a:ext cx="0" cy="334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9" name="Google Shape;789;p46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1" name="Google Shape;791;p46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790" name="Google Shape;790;p46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46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93" name="Google Shape;793;p46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794" name="Google Shape;794;p46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795" name="Google Shape;795;p46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7"/>
          <p:cNvSpPr txBox="1">
            <a:spLocks noGrp="1"/>
          </p:cNvSpPr>
          <p:nvPr>
            <p:ph type="title"/>
          </p:nvPr>
        </p:nvSpPr>
        <p:spPr>
          <a:xfrm>
            <a:off x="2445600" y="692400"/>
            <a:ext cx="42528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9H 55M 23S</a:t>
            </a:r>
            <a:endParaRPr/>
          </a:p>
        </p:txBody>
      </p:sp>
      <p:sp>
        <p:nvSpPr>
          <p:cNvPr id="801" name="Google Shape;801;p47"/>
          <p:cNvSpPr txBox="1">
            <a:spLocks noGrp="1"/>
          </p:cNvSpPr>
          <p:nvPr>
            <p:ph type="subTitle" idx="1"/>
          </p:nvPr>
        </p:nvSpPr>
        <p:spPr>
          <a:xfrm>
            <a:off x="2445600" y="1398427"/>
            <a:ext cx="425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Jupiter's rotation period</a:t>
            </a:r>
            <a:endParaRPr/>
          </a:p>
        </p:txBody>
      </p:sp>
      <p:sp>
        <p:nvSpPr>
          <p:cNvPr id="802" name="Google Shape;802;p47"/>
          <p:cNvSpPr txBox="1">
            <a:spLocks noGrp="1"/>
          </p:cNvSpPr>
          <p:nvPr>
            <p:ph type="title" idx="2"/>
          </p:nvPr>
        </p:nvSpPr>
        <p:spPr>
          <a:xfrm>
            <a:off x="2445600" y="1996149"/>
            <a:ext cx="42528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333,000.000</a:t>
            </a:r>
            <a:endParaRPr/>
          </a:p>
        </p:txBody>
      </p:sp>
      <p:sp>
        <p:nvSpPr>
          <p:cNvPr id="803" name="Google Shape;803;p47"/>
          <p:cNvSpPr txBox="1">
            <a:spLocks noGrp="1"/>
          </p:cNvSpPr>
          <p:nvPr>
            <p:ph type="subTitle" idx="3"/>
          </p:nvPr>
        </p:nvSpPr>
        <p:spPr>
          <a:xfrm>
            <a:off x="2445600" y="2702169"/>
            <a:ext cx="425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Earths is the Sun’s mass</a:t>
            </a:r>
            <a:endParaRPr/>
          </a:p>
        </p:txBody>
      </p:sp>
      <p:sp>
        <p:nvSpPr>
          <p:cNvPr id="804" name="Google Shape;804;p47"/>
          <p:cNvSpPr txBox="1">
            <a:spLocks noGrp="1"/>
          </p:cNvSpPr>
          <p:nvPr>
            <p:ph type="title" idx="4"/>
          </p:nvPr>
        </p:nvSpPr>
        <p:spPr>
          <a:xfrm>
            <a:off x="2445600" y="3299899"/>
            <a:ext cx="42528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386,000 KM</a:t>
            </a:r>
            <a:endParaRPr/>
          </a:p>
        </p:txBody>
      </p:sp>
      <p:sp>
        <p:nvSpPr>
          <p:cNvPr id="805" name="Google Shape;805;p47"/>
          <p:cNvSpPr txBox="1">
            <a:spLocks noGrp="1"/>
          </p:cNvSpPr>
          <p:nvPr>
            <p:ph type="subTitle" idx="5"/>
          </p:nvPr>
        </p:nvSpPr>
        <p:spPr>
          <a:xfrm>
            <a:off x="2445600" y="4005924"/>
            <a:ext cx="425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between Earth and the Moon</a:t>
            </a:r>
            <a:endParaRPr/>
          </a:p>
        </p:txBody>
      </p:sp>
      <p:grpSp>
        <p:nvGrpSpPr>
          <p:cNvPr id="806" name="Google Shape;806;p47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807" name="Google Shape;807;p47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8" name="Google Shape;808;p47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9" name="Google Shape;809;p47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10" name="Google Shape;810;p47"/>
          <p:cNvGrpSpPr/>
          <p:nvPr/>
        </p:nvGrpSpPr>
        <p:grpSpPr>
          <a:xfrm rot="10800000">
            <a:off x="-996176" y="986550"/>
            <a:ext cx="3658810" cy="240000"/>
            <a:chOff x="4771449" y="611375"/>
            <a:chExt cx="3658810" cy="240000"/>
          </a:xfrm>
        </p:grpSpPr>
        <p:cxnSp>
          <p:nvCxnSpPr>
            <p:cNvPr id="811" name="Google Shape;811;p47"/>
            <p:cNvCxnSpPr>
              <a:stCxn id="812" idx="6"/>
              <a:endCxn id="813" idx="6"/>
            </p:cNvCxnSpPr>
            <p:nvPr/>
          </p:nvCxnSpPr>
          <p:spPr>
            <a:xfrm>
              <a:off x="4849749" y="731375"/>
              <a:ext cx="334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12" name="Google Shape;812;p47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14" name="Google Shape;814;p47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813" name="Google Shape;813;p47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47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16" name="Google Shape;816;p47"/>
          <p:cNvGrpSpPr/>
          <p:nvPr/>
        </p:nvGrpSpPr>
        <p:grpSpPr>
          <a:xfrm rot="10800000">
            <a:off x="6511999" y="986550"/>
            <a:ext cx="3658810" cy="240000"/>
            <a:chOff x="4771449" y="611375"/>
            <a:chExt cx="3658810" cy="240000"/>
          </a:xfrm>
        </p:grpSpPr>
        <p:cxnSp>
          <p:nvCxnSpPr>
            <p:cNvPr id="817" name="Google Shape;817;p47"/>
            <p:cNvCxnSpPr>
              <a:stCxn id="818" idx="6"/>
              <a:endCxn id="819" idx="6"/>
            </p:cNvCxnSpPr>
            <p:nvPr/>
          </p:nvCxnSpPr>
          <p:spPr>
            <a:xfrm>
              <a:off x="4849749" y="731375"/>
              <a:ext cx="334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18" name="Google Shape;818;p47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0" name="Google Shape;820;p47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819" name="Google Shape;819;p47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47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2" name="Google Shape;822;p47"/>
          <p:cNvGrpSpPr/>
          <p:nvPr/>
        </p:nvGrpSpPr>
        <p:grpSpPr>
          <a:xfrm rot="10800000">
            <a:off x="-996176" y="3532850"/>
            <a:ext cx="3658810" cy="240000"/>
            <a:chOff x="4771449" y="611375"/>
            <a:chExt cx="3658810" cy="240000"/>
          </a:xfrm>
        </p:grpSpPr>
        <p:cxnSp>
          <p:nvCxnSpPr>
            <p:cNvPr id="823" name="Google Shape;823;p47"/>
            <p:cNvCxnSpPr>
              <a:stCxn id="824" idx="6"/>
              <a:endCxn id="825" idx="6"/>
            </p:cNvCxnSpPr>
            <p:nvPr/>
          </p:nvCxnSpPr>
          <p:spPr>
            <a:xfrm>
              <a:off x="4849749" y="731375"/>
              <a:ext cx="334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24" name="Google Shape;824;p47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6" name="Google Shape;826;p47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825" name="Google Shape;825;p47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7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8" name="Google Shape;828;p47"/>
          <p:cNvGrpSpPr/>
          <p:nvPr/>
        </p:nvGrpSpPr>
        <p:grpSpPr>
          <a:xfrm rot="10800000">
            <a:off x="6511999" y="3532850"/>
            <a:ext cx="3658810" cy="240000"/>
            <a:chOff x="4771449" y="611375"/>
            <a:chExt cx="3658810" cy="240000"/>
          </a:xfrm>
        </p:grpSpPr>
        <p:cxnSp>
          <p:nvCxnSpPr>
            <p:cNvPr id="829" name="Google Shape;829;p47"/>
            <p:cNvCxnSpPr>
              <a:stCxn id="830" idx="6"/>
              <a:endCxn id="831" idx="6"/>
            </p:cNvCxnSpPr>
            <p:nvPr/>
          </p:nvCxnSpPr>
          <p:spPr>
            <a:xfrm>
              <a:off x="4849749" y="731375"/>
              <a:ext cx="334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30" name="Google Shape;830;p47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2" name="Google Shape;832;p47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831" name="Google Shape;831;p47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34" name="Google Shape;834;p47"/>
          <p:cNvGrpSpPr/>
          <p:nvPr/>
        </p:nvGrpSpPr>
        <p:grpSpPr>
          <a:xfrm>
            <a:off x="6511999" y="2229100"/>
            <a:ext cx="3658810" cy="240000"/>
            <a:chOff x="4771449" y="611375"/>
            <a:chExt cx="3658810" cy="240000"/>
          </a:xfrm>
        </p:grpSpPr>
        <p:cxnSp>
          <p:nvCxnSpPr>
            <p:cNvPr id="835" name="Google Shape;835;p47"/>
            <p:cNvCxnSpPr>
              <a:stCxn id="836" idx="6"/>
              <a:endCxn id="837" idx="6"/>
            </p:cNvCxnSpPr>
            <p:nvPr/>
          </p:nvCxnSpPr>
          <p:spPr>
            <a:xfrm>
              <a:off x="4849749" y="731375"/>
              <a:ext cx="334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36" name="Google Shape;836;p47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8" name="Google Shape;838;p47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837" name="Google Shape;837;p47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0" name="Google Shape;840;p47"/>
          <p:cNvGrpSpPr/>
          <p:nvPr/>
        </p:nvGrpSpPr>
        <p:grpSpPr>
          <a:xfrm>
            <a:off x="-996176" y="2229100"/>
            <a:ext cx="3658810" cy="240000"/>
            <a:chOff x="4771449" y="611375"/>
            <a:chExt cx="3658810" cy="240000"/>
          </a:xfrm>
        </p:grpSpPr>
        <p:cxnSp>
          <p:nvCxnSpPr>
            <p:cNvPr id="841" name="Google Shape;841;p47"/>
            <p:cNvCxnSpPr>
              <a:stCxn id="842" idx="6"/>
              <a:endCxn id="843" idx="6"/>
            </p:cNvCxnSpPr>
            <p:nvPr/>
          </p:nvCxnSpPr>
          <p:spPr>
            <a:xfrm>
              <a:off x="4849749" y="731375"/>
              <a:ext cx="334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42" name="Google Shape;842;p47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4" name="Google Shape;844;p47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843" name="Google Shape;843;p47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46" name="Google Shape;846;p47"/>
          <p:cNvSpPr/>
          <p:nvPr/>
        </p:nvSpPr>
        <p:spPr>
          <a:xfrm>
            <a:off x="-2059900" y="659400"/>
            <a:ext cx="3824700" cy="3824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47"/>
          <p:cNvSpPr/>
          <p:nvPr/>
        </p:nvSpPr>
        <p:spPr>
          <a:xfrm>
            <a:off x="7379200" y="659400"/>
            <a:ext cx="3824700" cy="3824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47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849" name="Google Shape;849;p47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850" name="Google Shape;850;p47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8"/>
          <p:cNvSpPr/>
          <p:nvPr/>
        </p:nvSpPr>
        <p:spPr>
          <a:xfrm>
            <a:off x="1109425" y="1578804"/>
            <a:ext cx="1342500" cy="1342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48"/>
          <p:cNvSpPr txBox="1">
            <a:spLocks noGrp="1"/>
          </p:cNvSpPr>
          <p:nvPr>
            <p:ph type="title"/>
          </p:nvPr>
        </p:nvSpPr>
        <p:spPr>
          <a:xfrm>
            <a:off x="717475" y="3305976"/>
            <a:ext cx="212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13%</a:t>
            </a:r>
            <a:endParaRPr/>
          </a:p>
        </p:txBody>
      </p:sp>
      <p:sp>
        <p:nvSpPr>
          <p:cNvPr id="857" name="Google Shape;857;p48"/>
          <p:cNvSpPr txBox="1">
            <a:spLocks noGrp="1"/>
          </p:cNvSpPr>
          <p:nvPr>
            <p:ph type="subTitle" idx="1"/>
          </p:nvPr>
        </p:nvSpPr>
        <p:spPr>
          <a:xfrm>
            <a:off x="717475" y="3833573"/>
            <a:ext cx="212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858" name="Google Shape;858;p48"/>
          <p:cNvSpPr txBox="1">
            <a:spLocks noGrp="1"/>
          </p:cNvSpPr>
          <p:nvPr>
            <p:ph type="title" idx="2"/>
          </p:nvPr>
        </p:nvSpPr>
        <p:spPr>
          <a:xfrm>
            <a:off x="3508800" y="3305972"/>
            <a:ext cx="212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25%</a:t>
            </a:r>
            <a:endParaRPr/>
          </a:p>
        </p:txBody>
      </p:sp>
      <p:sp>
        <p:nvSpPr>
          <p:cNvPr id="859" name="Google Shape;859;p48"/>
          <p:cNvSpPr txBox="1">
            <a:spLocks noGrp="1"/>
          </p:cNvSpPr>
          <p:nvPr>
            <p:ph type="subTitle" idx="3"/>
          </p:nvPr>
        </p:nvSpPr>
        <p:spPr>
          <a:xfrm>
            <a:off x="3508800" y="3833566"/>
            <a:ext cx="212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860" name="Google Shape;860;p48"/>
          <p:cNvSpPr txBox="1">
            <a:spLocks noGrp="1"/>
          </p:cNvSpPr>
          <p:nvPr>
            <p:ph type="title" idx="4"/>
          </p:nvPr>
        </p:nvSpPr>
        <p:spPr>
          <a:xfrm>
            <a:off x="6300125" y="3305974"/>
            <a:ext cx="212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62%</a:t>
            </a:r>
            <a:endParaRPr/>
          </a:p>
        </p:txBody>
      </p:sp>
      <p:sp>
        <p:nvSpPr>
          <p:cNvPr id="861" name="Google Shape;861;p48"/>
          <p:cNvSpPr txBox="1">
            <a:spLocks noGrp="1"/>
          </p:cNvSpPr>
          <p:nvPr>
            <p:ph type="subTitle" idx="5"/>
          </p:nvPr>
        </p:nvSpPr>
        <p:spPr>
          <a:xfrm>
            <a:off x="6300125" y="3833571"/>
            <a:ext cx="212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very cold place</a:t>
            </a:r>
            <a:endParaRPr/>
          </a:p>
        </p:txBody>
      </p:sp>
      <p:sp>
        <p:nvSpPr>
          <p:cNvPr id="862" name="Google Shape;862;p48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Percentages</a:t>
            </a:r>
            <a:endParaRPr/>
          </a:p>
        </p:txBody>
      </p:sp>
      <p:sp>
        <p:nvSpPr>
          <p:cNvPr id="863" name="Google Shape;863;p48"/>
          <p:cNvSpPr/>
          <p:nvPr/>
        </p:nvSpPr>
        <p:spPr>
          <a:xfrm>
            <a:off x="885925" y="1355304"/>
            <a:ext cx="1789500" cy="1789500"/>
          </a:xfrm>
          <a:prstGeom prst="pie">
            <a:avLst>
              <a:gd name="adj1" fmla="val 16186841"/>
              <a:gd name="adj2" fmla="val 17961450"/>
            </a:avLst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698631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48"/>
          <p:cNvSpPr/>
          <p:nvPr/>
        </p:nvSpPr>
        <p:spPr>
          <a:xfrm>
            <a:off x="3900750" y="1578804"/>
            <a:ext cx="1342500" cy="1342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48"/>
          <p:cNvSpPr/>
          <p:nvPr/>
        </p:nvSpPr>
        <p:spPr>
          <a:xfrm>
            <a:off x="3677250" y="1355304"/>
            <a:ext cx="1789500" cy="1789500"/>
          </a:xfrm>
          <a:prstGeom prst="pie">
            <a:avLst>
              <a:gd name="adj1" fmla="val 16180054"/>
              <a:gd name="adj2" fmla="val 14034"/>
            </a:avLst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698631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48"/>
          <p:cNvSpPr/>
          <p:nvPr/>
        </p:nvSpPr>
        <p:spPr>
          <a:xfrm>
            <a:off x="6692075" y="1578804"/>
            <a:ext cx="1342500" cy="1342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48"/>
          <p:cNvSpPr/>
          <p:nvPr/>
        </p:nvSpPr>
        <p:spPr>
          <a:xfrm>
            <a:off x="6468575" y="1355304"/>
            <a:ext cx="1789500" cy="1789500"/>
          </a:xfrm>
          <a:prstGeom prst="pie">
            <a:avLst>
              <a:gd name="adj1" fmla="val 16209891"/>
              <a:gd name="adj2" fmla="val 6324553"/>
            </a:avLst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698631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8" name="Google Shape;868;p48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869" name="Google Shape;869;p48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0" name="Google Shape;870;p48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1" name="Google Shape;871;p48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72" name="Google Shape;872;p48"/>
          <p:cNvGrpSpPr/>
          <p:nvPr/>
        </p:nvGrpSpPr>
        <p:grpSpPr>
          <a:xfrm>
            <a:off x="3018849" y="611375"/>
            <a:ext cx="5411410" cy="240000"/>
            <a:chOff x="3018849" y="611375"/>
            <a:chExt cx="5411410" cy="240000"/>
          </a:xfrm>
        </p:grpSpPr>
        <p:cxnSp>
          <p:nvCxnSpPr>
            <p:cNvPr id="873" name="Google Shape;873;p48"/>
            <p:cNvCxnSpPr>
              <a:stCxn id="874" idx="6"/>
              <a:endCxn id="875" idx="6"/>
            </p:cNvCxnSpPr>
            <p:nvPr/>
          </p:nvCxnSpPr>
          <p:spPr>
            <a:xfrm>
              <a:off x="3097149" y="731375"/>
              <a:ext cx="5093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74" name="Google Shape;874;p48"/>
            <p:cNvSpPr/>
            <p:nvPr/>
          </p:nvSpPr>
          <p:spPr>
            <a:xfrm>
              <a:off x="30188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6" name="Google Shape;876;p48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875" name="Google Shape;875;p48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48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78" name="Google Shape;878;p48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879" name="Google Shape;879;p48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880" name="Google Shape;880;p48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5" name="Google Shape;885;p49"/>
          <p:cNvCxnSpPr/>
          <p:nvPr/>
        </p:nvCxnSpPr>
        <p:spPr>
          <a:xfrm>
            <a:off x="-1916000" y="2571750"/>
            <a:ext cx="1107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6" name="Google Shape;886;p49"/>
          <p:cNvSpPr/>
          <p:nvPr/>
        </p:nvSpPr>
        <p:spPr>
          <a:xfrm>
            <a:off x="733425" y="659400"/>
            <a:ext cx="3824700" cy="3824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7" name="Google Shape;887;p49"/>
          <p:cNvGrpSpPr/>
          <p:nvPr/>
        </p:nvGrpSpPr>
        <p:grpSpPr>
          <a:xfrm>
            <a:off x="2525775" y="4363925"/>
            <a:ext cx="240000" cy="240000"/>
            <a:chOff x="2500450" y="1108425"/>
            <a:chExt cx="240000" cy="240000"/>
          </a:xfrm>
        </p:grpSpPr>
        <p:sp>
          <p:nvSpPr>
            <p:cNvPr id="888" name="Google Shape;888;p49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9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" name="Google Shape;890;p49"/>
          <p:cNvGrpSpPr/>
          <p:nvPr/>
        </p:nvGrpSpPr>
        <p:grpSpPr>
          <a:xfrm rot="10800000">
            <a:off x="2525775" y="539575"/>
            <a:ext cx="240000" cy="240000"/>
            <a:chOff x="2500450" y="1108425"/>
            <a:chExt cx="240000" cy="240000"/>
          </a:xfrm>
        </p:grpSpPr>
        <p:sp>
          <p:nvSpPr>
            <p:cNvPr id="891" name="Google Shape;891;p49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9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3" name="Google Shape;893;p49"/>
          <p:cNvSpPr/>
          <p:nvPr/>
        </p:nvSpPr>
        <p:spPr>
          <a:xfrm>
            <a:off x="4437800" y="2451750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49"/>
          <p:cNvSpPr/>
          <p:nvPr/>
        </p:nvSpPr>
        <p:spPr>
          <a:xfrm>
            <a:off x="613750" y="2451750"/>
            <a:ext cx="240000" cy="2400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95" name="Google Shape;895;p49"/>
          <p:cNvCxnSpPr>
            <a:stCxn id="889" idx="2"/>
          </p:cNvCxnSpPr>
          <p:nvPr/>
        </p:nvCxnSpPr>
        <p:spPr>
          <a:xfrm>
            <a:off x="2643375" y="4601375"/>
            <a:ext cx="0" cy="63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6" name="Google Shape;896;p49"/>
          <p:cNvCxnSpPr>
            <a:stCxn id="892" idx="2"/>
          </p:cNvCxnSpPr>
          <p:nvPr/>
        </p:nvCxnSpPr>
        <p:spPr>
          <a:xfrm rot="10800000">
            <a:off x="2648175" y="-6575"/>
            <a:ext cx="0" cy="54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7" name="Google Shape;897;p49"/>
          <p:cNvSpPr txBox="1">
            <a:spLocks noGrp="1"/>
          </p:cNvSpPr>
          <p:nvPr>
            <p:ph type="title"/>
          </p:nvPr>
        </p:nvSpPr>
        <p:spPr>
          <a:xfrm>
            <a:off x="1717900" y="1606500"/>
            <a:ext cx="1875000" cy="93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 Software</a:t>
            </a:r>
            <a:endParaRPr/>
          </a:p>
        </p:txBody>
      </p:sp>
      <p:sp>
        <p:nvSpPr>
          <p:cNvPr id="898" name="Google Shape;898;p49"/>
          <p:cNvSpPr txBox="1">
            <a:spLocks noGrp="1"/>
          </p:cNvSpPr>
          <p:nvPr>
            <p:ph type="subTitle" idx="1"/>
          </p:nvPr>
        </p:nvSpPr>
        <p:spPr>
          <a:xfrm>
            <a:off x="1378309" y="2597118"/>
            <a:ext cx="2554200" cy="93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work. Just right-click on it and select “Replace image”</a:t>
            </a:r>
            <a:endParaRPr/>
          </a:p>
        </p:txBody>
      </p:sp>
      <p:grpSp>
        <p:nvGrpSpPr>
          <p:cNvPr id="899" name="Google Shape;899;p49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900" name="Google Shape;900;p49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1" name="Google Shape;901;p49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2" name="Google Shape;902;p49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03" name="Google Shape;903;p49"/>
          <p:cNvSpPr/>
          <p:nvPr/>
        </p:nvSpPr>
        <p:spPr>
          <a:xfrm>
            <a:off x="5620825" y="1166675"/>
            <a:ext cx="2810100" cy="2810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49"/>
          <p:cNvSpPr/>
          <p:nvPr/>
        </p:nvSpPr>
        <p:spPr>
          <a:xfrm>
            <a:off x="7943175" y="2325450"/>
            <a:ext cx="492600" cy="492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5" name="Google Shape;905;p49"/>
          <p:cNvGrpSpPr/>
          <p:nvPr/>
        </p:nvGrpSpPr>
        <p:grpSpPr>
          <a:xfrm rot="10800000">
            <a:off x="8131452" y="2283635"/>
            <a:ext cx="576189" cy="576189"/>
            <a:chOff x="2003086" y="-373829"/>
            <a:chExt cx="438000" cy="438000"/>
          </a:xfrm>
        </p:grpSpPr>
        <p:sp>
          <p:nvSpPr>
            <p:cNvPr id="906" name="Google Shape;906;p49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9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8" name="Google Shape;908;p49"/>
          <p:cNvGrpSpPr/>
          <p:nvPr/>
        </p:nvGrpSpPr>
        <p:grpSpPr>
          <a:xfrm>
            <a:off x="4873145" y="1606493"/>
            <a:ext cx="2943271" cy="2264757"/>
            <a:chOff x="4915626" y="1572926"/>
            <a:chExt cx="2655663" cy="2043452"/>
          </a:xfrm>
        </p:grpSpPr>
        <p:sp>
          <p:nvSpPr>
            <p:cNvPr id="909" name="Google Shape;909;p49"/>
            <p:cNvSpPr/>
            <p:nvPr/>
          </p:nvSpPr>
          <p:spPr>
            <a:xfrm>
              <a:off x="5913617" y="3204827"/>
              <a:ext cx="659680" cy="372973"/>
            </a:xfrm>
            <a:custGeom>
              <a:avLst/>
              <a:gdLst/>
              <a:ahLst/>
              <a:cxnLst/>
              <a:rect l="l" t="t" r="r" b="b"/>
              <a:pathLst>
                <a:path w="20326" h="9884" extrusionOk="0">
                  <a:moveTo>
                    <a:pt x="2967" y="0"/>
                  </a:moveTo>
                  <a:lnTo>
                    <a:pt x="0" y="9884"/>
                  </a:lnTo>
                  <a:lnTo>
                    <a:pt x="20325" y="9884"/>
                  </a:lnTo>
                  <a:lnTo>
                    <a:pt x="17359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9"/>
            <p:cNvSpPr/>
            <p:nvPr/>
          </p:nvSpPr>
          <p:spPr>
            <a:xfrm>
              <a:off x="5864140" y="3571192"/>
              <a:ext cx="758636" cy="45186"/>
            </a:xfrm>
            <a:custGeom>
              <a:avLst/>
              <a:gdLst/>
              <a:ahLst/>
              <a:cxnLst/>
              <a:rect l="l" t="t" r="r" b="b"/>
              <a:pathLst>
                <a:path w="23375" h="1541" extrusionOk="0">
                  <a:moveTo>
                    <a:pt x="492" y="0"/>
                  </a:moveTo>
                  <a:cubicBezTo>
                    <a:pt x="214" y="0"/>
                    <a:pt x="1" y="230"/>
                    <a:pt x="1" y="492"/>
                  </a:cubicBezTo>
                  <a:lnTo>
                    <a:pt x="1" y="1541"/>
                  </a:lnTo>
                  <a:lnTo>
                    <a:pt x="23375" y="1541"/>
                  </a:lnTo>
                  <a:lnTo>
                    <a:pt x="23375" y="492"/>
                  </a:lnTo>
                  <a:cubicBezTo>
                    <a:pt x="23375" y="213"/>
                    <a:pt x="23145" y="0"/>
                    <a:pt x="22883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9"/>
            <p:cNvSpPr/>
            <p:nvPr/>
          </p:nvSpPr>
          <p:spPr>
            <a:xfrm>
              <a:off x="4915626" y="1572926"/>
              <a:ext cx="2655663" cy="1636802"/>
            </a:xfrm>
            <a:custGeom>
              <a:avLst/>
              <a:gdLst/>
              <a:ahLst/>
              <a:cxnLst/>
              <a:rect l="l" t="t" r="r" b="b"/>
              <a:pathLst>
                <a:path w="81826" h="58452" extrusionOk="0">
                  <a:moveTo>
                    <a:pt x="1574" y="1"/>
                  </a:moveTo>
                  <a:cubicBezTo>
                    <a:pt x="705" y="1"/>
                    <a:pt x="0" y="689"/>
                    <a:pt x="0" y="1558"/>
                  </a:cubicBezTo>
                  <a:lnTo>
                    <a:pt x="0" y="56895"/>
                  </a:lnTo>
                  <a:cubicBezTo>
                    <a:pt x="0" y="57764"/>
                    <a:pt x="705" y="58452"/>
                    <a:pt x="1574" y="58452"/>
                  </a:cubicBezTo>
                  <a:lnTo>
                    <a:pt x="80252" y="58452"/>
                  </a:lnTo>
                  <a:cubicBezTo>
                    <a:pt x="81121" y="58452"/>
                    <a:pt x="81826" y="57764"/>
                    <a:pt x="81826" y="56895"/>
                  </a:cubicBezTo>
                  <a:lnTo>
                    <a:pt x="81826" y="1558"/>
                  </a:lnTo>
                  <a:cubicBezTo>
                    <a:pt x="81826" y="689"/>
                    <a:pt x="81121" y="1"/>
                    <a:pt x="8025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9"/>
            <p:cNvSpPr/>
            <p:nvPr/>
          </p:nvSpPr>
          <p:spPr>
            <a:xfrm>
              <a:off x="5056059" y="1722746"/>
              <a:ext cx="2374797" cy="1337165"/>
            </a:xfrm>
            <a:custGeom>
              <a:avLst/>
              <a:gdLst/>
              <a:ahLst/>
              <a:cxnLst/>
              <a:rect l="l" t="t" r="r" b="b"/>
              <a:pathLst>
                <a:path w="73172" h="45602" extrusionOk="0">
                  <a:moveTo>
                    <a:pt x="426" y="1"/>
                  </a:moveTo>
                  <a:cubicBezTo>
                    <a:pt x="197" y="1"/>
                    <a:pt x="0" y="181"/>
                    <a:pt x="0" y="411"/>
                  </a:cubicBezTo>
                  <a:lnTo>
                    <a:pt x="0" y="45175"/>
                  </a:lnTo>
                  <a:cubicBezTo>
                    <a:pt x="0" y="45405"/>
                    <a:pt x="197" y="45601"/>
                    <a:pt x="426" y="45601"/>
                  </a:cubicBezTo>
                  <a:lnTo>
                    <a:pt x="72745" y="45601"/>
                  </a:lnTo>
                  <a:cubicBezTo>
                    <a:pt x="72975" y="45601"/>
                    <a:pt x="73171" y="45405"/>
                    <a:pt x="73171" y="45175"/>
                  </a:cubicBezTo>
                  <a:lnTo>
                    <a:pt x="73171" y="411"/>
                  </a:lnTo>
                  <a:cubicBezTo>
                    <a:pt x="73171" y="181"/>
                    <a:pt x="72975" y="1"/>
                    <a:pt x="72745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698631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13" name="Google Shape;913;p49"/>
          <p:cNvPicPr preferRelativeResize="0"/>
          <p:nvPr/>
        </p:nvPicPr>
        <p:blipFill rotWithShape="1">
          <a:blip r:embed="rId3">
            <a:alphaModFix/>
          </a:blip>
          <a:srcRect l="69" r="59"/>
          <a:stretch/>
        </p:blipFill>
        <p:spPr>
          <a:xfrm>
            <a:off x="5028199" y="1774548"/>
            <a:ext cx="2632800" cy="1477800"/>
          </a:xfrm>
          <a:prstGeom prst="roundRect">
            <a:avLst>
              <a:gd name="adj" fmla="val 151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14" name="Google Shape;914;p49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915" name="Google Shape;915;p49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916" name="Google Shape;916;p49">
            <a:hlinkClick r:id="rId6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1" name="Google Shape;921;p50"/>
          <p:cNvCxnSpPr/>
          <p:nvPr/>
        </p:nvCxnSpPr>
        <p:spPr>
          <a:xfrm rot="10800000">
            <a:off x="-133350" y="2658150"/>
            <a:ext cx="1107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2" name="Google Shape;922;p50"/>
          <p:cNvSpPr/>
          <p:nvPr/>
        </p:nvSpPr>
        <p:spPr>
          <a:xfrm rot="10800000">
            <a:off x="4466725" y="745800"/>
            <a:ext cx="3824700" cy="3824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3" name="Google Shape;923;p50"/>
          <p:cNvGrpSpPr/>
          <p:nvPr/>
        </p:nvGrpSpPr>
        <p:grpSpPr>
          <a:xfrm rot="10800000">
            <a:off x="6259075" y="625975"/>
            <a:ext cx="240000" cy="240000"/>
            <a:chOff x="2500450" y="1108425"/>
            <a:chExt cx="240000" cy="240000"/>
          </a:xfrm>
        </p:grpSpPr>
        <p:sp>
          <p:nvSpPr>
            <p:cNvPr id="924" name="Google Shape;924;p50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50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" name="Google Shape;926;p50"/>
          <p:cNvGrpSpPr/>
          <p:nvPr/>
        </p:nvGrpSpPr>
        <p:grpSpPr>
          <a:xfrm>
            <a:off x="6259075" y="4450325"/>
            <a:ext cx="240000" cy="240000"/>
            <a:chOff x="2500450" y="1108425"/>
            <a:chExt cx="240000" cy="240000"/>
          </a:xfrm>
        </p:grpSpPr>
        <p:sp>
          <p:nvSpPr>
            <p:cNvPr id="927" name="Google Shape;927;p50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50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9" name="Google Shape;929;p50"/>
          <p:cNvSpPr/>
          <p:nvPr/>
        </p:nvSpPr>
        <p:spPr>
          <a:xfrm rot="10800000">
            <a:off x="4347050" y="2538150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50"/>
          <p:cNvSpPr/>
          <p:nvPr/>
        </p:nvSpPr>
        <p:spPr>
          <a:xfrm rot="10800000">
            <a:off x="8171100" y="2538150"/>
            <a:ext cx="240000" cy="2400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31" name="Google Shape;931;p50"/>
          <p:cNvCxnSpPr>
            <a:stCxn id="928" idx="2"/>
          </p:cNvCxnSpPr>
          <p:nvPr/>
        </p:nvCxnSpPr>
        <p:spPr>
          <a:xfrm>
            <a:off x="6376675" y="4687775"/>
            <a:ext cx="0" cy="54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2" name="Google Shape;932;p50"/>
          <p:cNvSpPr/>
          <p:nvPr/>
        </p:nvSpPr>
        <p:spPr>
          <a:xfrm rot="10800000">
            <a:off x="593925" y="1253125"/>
            <a:ext cx="2810100" cy="2810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50"/>
          <p:cNvSpPr/>
          <p:nvPr/>
        </p:nvSpPr>
        <p:spPr>
          <a:xfrm rot="10800000">
            <a:off x="589075" y="2411850"/>
            <a:ext cx="492600" cy="492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4" name="Google Shape;934;p50"/>
          <p:cNvGrpSpPr/>
          <p:nvPr/>
        </p:nvGrpSpPr>
        <p:grpSpPr>
          <a:xfrm>
            <a:off x="317209" y="2370076"/>
            <a:ext cx="576189" cy="576189"/>
            <a:chOff x="2003086" y="-373829"/>
            <a:chExt cx="438000" cy="438000"/>
          </a:xfrm>
        </p:grpSpPr>
        <p:sp>
          <p:nvSpPr>
            <p:cNvPr id="935" name="Google Shape;935;p50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50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7" name="Google Shape;937;p50"/>
          <p:cNvGrpSpPr/>
          <p:nvPr/>
        </p:nvGrpSpPr>
        <p:grpSpPr>
          <a:xfrm>
            <a:off x="1256621" y="1739748"/>
            <a:ext cx="2727212" cy="1664003"/>
            <a:chOff x="1224400" y="1415550"/>
            <a:chExt cx="3789900" cy="2312400"/>
          </a:xfrm>
        </p:grpSpPr>
        <p:sp>
          <p:nvSpPr>
            <p:cNvPr id="938" name="Google Shape;938;p50"/>
            <p:cNvSpPr/>
            <p:nvPr/>
          </p:nvSpPr>
          <p:spPr>
            <a:xfrm>
              <a:off x="1224400" y="1415550"/>
              <a:ext cx="3789900" cy="2312400"/>
            </a:xfrm>
            <a:prstGeom prst="roundRect">
              <a:avLst>
                <a:gd name="adj" fmla="val 3061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50"/>
            <p:cNvSpPr/>
            <p:nvPr/>
          </p:nvSpPr>
          <p:spPr>
            <a:xfrm>
              <a:off x="4219400" y="2547000"/>
              <a:ext cx="49500" cy="495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0" name="Google Shape;940;p50"/>
          <p:cNvSpPr txBox="1">
            <a:spLocks noGrp="1"/>
          </p:cNvSpPr>
          <p:nvPr>
            <p:ph type="title"/>
          </p:nvPr>
        </p:nvSpPr>
        <p:spPr>
          <a:xfrm>
            <a:off x="5615400" y="1593013"/>
            <a:ext cx="1660800" cy="9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 App</a:t>
            </a:r>
            <a:endParaRPr/>
          </a:p>
        </p:txBody>
      </p:sp>
      <p:sp>
        <p:nvSpPr>
          <p:cNvPr id="941" name="Google Shape;941;p50"/>
          <p:cNvSpPr txBox="1">
            <a:spLocks noGrp="1"/>
          </p:cNvSpPr>
          <p:nvPr>
            <p:ph type="subTitle" idx="1"/>
          </p:nvPr>
        </p:nvSpPr>
        <p:spPr>
          <a:xfrm>
            <a:off x="5168700" y="2600725"/>
            <a:ext cx="2554200" cy="93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work. Just right-click on it and select “Replace image”</a:t>
            </a:r>
            <a:endParaRPr/>
          </a:p>
        </p:txBody>
      </p:sp>
      <p:pic>
        <p:nvPicPr>
          <p:cNvPr id="942" name="Google Shape;942;p50"/>
          <p:cNvPicPr preferRelativeResize="0"/>
          <p:nvPr/>
        </p:nvPicPr>
        <p:blipFill rotWithShape="1">
          <a:blip r:embed="rId3">
            <a:alphaModFix/>
          </a:blip>
          <a:srcRect l="39" r="49"/>
          <a:stretch/>
        </p:blipFill>
        <p:spPr>
          <a:xfrm>
            <a:off x="1402529" y="1887386"/>
            <a:ext cx="2435700" cy="1368900"/>
          </a:xfrm>
          <a:prstGeom prst="roundRect">
            <a:avLst>
              <a:gd name="adj" fmla="val 233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943" name="Google Shape;943;p50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944" name="Google Shape;944;p50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5" name="Google Shape;945;p50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6" name="Google Shape;946;p50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7" name="Google Shape;947;p50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948" name="Google Shape;948;p50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949" name="Google Shape;949;p50">
            <a:hlinkClick r:id="rId6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4" name="Google Shape;954;p51"/>
          <p:cNvCxnSpPr/>
          <p:nvPr/>
        </p:nvCxnSpPr>
        <p:spPr>
          <a:xfrm>
            <a:off x="-1916000" y="2571750"/>
            <a:ext cx="1107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5" name="Google Shape;955;p51"/>
          <p:cNvSpPr/>
          <p:nvPr/>
        </p:nvSpPr>
        <p:spPr>
          <a:xfrm>
            <a:off x="733425" y="659400"/>
            <a:ext cx="3824700" cy="3824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6" name="Google Shape;956;p51"/>
          <p:cNvGrpSpPr/>
          <p:nvPr/>
        </p:nvGrpSpPr>
        <p:grpSpPr>
          <a:xfrm>
            <a:off x="2525775" y="4363925"/>
            <a:ext cx="240000" cy="240000"/>
            <a:chOff x="2500450" y="1108425"/>
            <a:chExt cx="240000" cy="240000"/>
          </a:xfrm>
        </p:grpSpPr>
        <p:sp>
          <p:nvSpPr>
            <p:cNvPr id="957" name="Google Shape;957;p51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51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9" name="Google Shape;959;p51"/>
          <p:cNvGrpSpPr/>
          <p:nvPr/>
        </p:nvGrpSpPr>
        <p:grpSpPr>
          <a:xfrm rot="10800000">
            <a:off x="2525775" y="539575"/>
            <a:ext cx="240000" cy="240000"/>
            <a:chOff x="2500450" y="1108425"/>
            <a:chExt cx="240000" cy="240000"/>
          </a:xfrm>
        </p:grpSpPr>
        <p:sp>
          <p:nvSpPr>
            <p:cNvPr id="960" name="Google Shape;960;p51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51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2" name="Google Shape;962;p51"/>
          <p:cNvSpPr/>
          <p:nvPr/>
        </p:nvSpPr>
        <p:spPr>
          <a:xfrm>
            <a:off x="4437800" y="2451750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51"/>
          <p:cNvSpPr/>
          <p:nvPr/>
        </p:nvSpPr>
        <p:spPr>
          <a:xfrm>
            <a:off x="613750" y="2451750"/>
            <a:ext cx="240000" cy="2400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4" name="Google Shape;964;p51"/>
          <p:cNvGrpSpPr/>
          <p:nvPr/>
        </p:nvGrpSpPr>
        <p:grpSpPr>
          <a:xfrm>
            <a:off x="6034344" y="1274414"/>
            <a:ext cx="1429325" cy="2594673"/>
            <a:chOff x="6034344" y="1274414"/>
            <a:chExt cx="1429325" cy="2594673"/>
          </a:xfrm>
        </p:grpSpPr>
        <p:grpSp>
          <p:nvGrpSpPr>
            <p:cNvPr id="965" name="Google Shape;965;p51"/>
            <p:cNvGrpSpPr/>
            <p:nvPr/>
          </p:nvGrpSpPr>
          <p:grpSpPr>
            <a:xfrm>
              <a:off x="6034344" y="1274414"/>
              <a:ext cx="1429325" cy="2594673"/>
              <a:chOff x="5517425" y="917075"/>
              <a:chExt cx="1806300" cy="3279000"/>
            </a:xfrm>
          </p:grpSpPr>
          <p:sp>
            <p:nvSpPr>
              <p:cNvPr id="966" name="Google Shape;966;p51"/>
              <p:cNvSpPr/>
              <p:nvPr/>
            </p:nvSpPr>
            <p:spPr>
              <a:xfrm>
                <a:off x="5517425" y="917075"/>
                <a:ext cx="1806300" cy="3279000"/>
              </a:xfrm>
              <a:prstGeom prst="roundRect">
                <a:avLst>
                  <a:gd name="adj" fmla="val 2188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51"/>
              <p:cNvSpPr/>
              <p:nvPr/>
            </p:nvSpPr>
            <p:spPr>
              <a:xfrm>
                <a:off x="6146375" y="998675"/>
                <a:ext cx="548400" cy="348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8" name="Google Shape;968;p51"/>
            <p:cNvSpPr/>
            <p:nvPr/>
          </p:nvSpPr>
          <p:spPr>
            <a:xfrm>
              <a:off x="6581275" y="3691625"/>
              <a:ext cx="335400" cy="1035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969" name="Google Shape;969;p51"/>
          <p:cNvCxnSpPr>
            <a:stCxn id="958" idx="2"/>
          </p:cNvCxnSpPr>
          <p:nvPr/>
        </p:nvCxnSpPr>
        <p:spPr>
          <a:xfrm>
            <a:off x="2643375" y="4601375"/>
            <a:ext cx="0" cy="63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0" name="Google Shape;970;p51"/>
          <p:cNvCxnSpPr>
            <a:stCxn id="961" idx="2"/>
          </p:cNvCxnSpPr>
          <p:nvPr/>
        </p:nvCxnSpPr>
        <p:spPr>
          <a:xfrm rot="10800000">
            <a:off x="2648175" y="-6575"/>
            <a:ext cx="0" cy="54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1" name="Google Shape;971;p51"/>
          <p:cNvSpPr/>
          <p:nvPr/>
        </p:nvSpPr>
        <p:spPr>
          <a:xfrm>
            <a:off x="5343950" y="1166675"/>
            <a:ext cx="2810100" cy="2810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51"/>
          <p:cNvSpPr/>
          <p:nvPr/>
        </p:nvSpPr>
        <p:spPr>
          <a:xfrm>
            <a:off x="7666300" y="2325450"/>
            <a:ext cx="492600" cy="492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3" name="Google Shape;973;p51"/>
          <p:cNvGrpSpPr/>
          <p:nvPr/>
        </p:nvGrpSpPr>
        <p:grpSpPr>
          <a:xfrm rot="10800000">
            <a:off x="7854577" y="2283635"/>
            <a:ext cx="576189" cy="576189"/>
            <a:chOff x="2003086" y="-373829"/>
            <a:chExt cx="438000" cy="438000"/>
          </a:xfrm>
        </p:grpSpPr>
        <p:sp>
          <p:nvSpPr>
            <p:cNvPr id="974" name="Google Shape;974;p51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51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6" name="Google Shape;976;p51"/>
          <p:cNvSpPr txBox="1">
            <a:spLocks noGrp="1"/>
          </p:cNvSpPr>
          <p:nvPr>
            <p:ph type="title"/>
          </p:nvPr>
        </p:nvSpPr>
        <p:spPr>
          <a:xfrm>
            <a:off x="1717900" y="1606500"/>
            <a:ext cx="1875000" cy="93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Web</a:t>
            </a:r>
            <a:endParaRPr/>
          </a:p>
        </p:txBody>
      </p:sp>
      <p:sp>
        <p:nvSpPr>
          <p:cNvPr id="977" name="Google Shape;977;p51"/>
          <p:cNvSpPr txBox="1">
            <a:spLocks noGrp="1"/>
          </p:cNvSpPr>
          <p:nvPr>
            <p:ph type="subTitle" idx="1"/>
          </p:nvPr>
        </p:nvSpPr>
        <p:spPr>
          <a:xfrm>
            <a:off x="1378309" y="2597118"/>
            <a:ext cx="2554200" cy="93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work. Just right-click on it and select “Replace image”</a:t>
            </a:r>
            <a:endParaRPr/>
          </a:p>
        </p:txBody>
      </p:sp>
      <p:pic>
        <p:nvPicPr>
          <p:cNvPr id="978" name="Google Shape;978;p51"/>
          <p:cNvPicPr preferRelativeResize="0"/>
          <p:nvPr/>
        </p:nvPicPr>
        <p:blipFill rotWithShape="1">
          <a:blip r:embed="rId3">
            <a:alphaModFix/>
          </a:blip>
          <a:srcRect l="1625" r="1625"/>
          <a:stretch/>
        </p:blipFill>
        <p:spPr>
          <a:xfrm>
            <a:off x="6129855" y="1413733"/>
            <a:ext cx="1238100" cy="2193000"/>
          </a:xfrm>
          <a:prstGeom prst="roundRect">
            <a:avLst>
              <a:gd name="adj" fmla="val 191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979" name="Google Shape;979;p51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980" name="Google Shape;980;p51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1" name="Google Shape;981;p51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2" name="Google Shape;982;p51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83" name="Google Shape;983;p51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984" name="Google Shape;984;p51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985" name="Google Shape;985;p51">
            <a:hlinkClick r:id="rId6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</a:t>
            </a:r>
            <a:r>
              <a:rPr lang="en" i="1"/>
              <a:t>team</a:t>
            </a:r>
            <a:endParaRPr i="1"/>
          </a:p>
        </p:txBody>
      </p:sp>
      <p:sp>
        <p:nvSpPr>
          <p:cNvPr id="991" name="Google Shape;991;p52"/>
          <p:cNvSpPr txBox="1">
            <a:spLocks noGrp="1"/>
          </p:cNvSpPr>
          <p:nvPr>
            <p:ph type="subTitle" idx="1"/>
          </p:nvPr>
        </p:nvSpPr>
        <p:spPr>
          <a:xfrm>
            <a:off x="5606800" y="3776875"/>
            <a:ext cx="190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992" name="Google Shape;992;p52"/>
          <p:cNvSpPr txBox="1">
            <a:spLocks noGrp="1"/>
          </p:cNvSpPr>
          <p:nvPr>
            <p:ph type="subTitle" idx="2"/>
          </p:nvPr>
        </p:nvSpPr>
        <p:spPr>
          <a:xfrm>
            <a:off x="1633100" y="3776875"/>
            <a:ext cx="190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composed of hydrogen and helium</a:t>
            </a:r>
            <a:endParaRPr/>
          </a:p>
        </p:txBody>
      </p:sp>
      <p:sp>
        <p:nvSpPr>
          <p:cNvPr id="994" name="Google Shape;994;p52"/>
          <p:cNvSpPr txBox="1">
            <a:spLocks noGrp="1"/>
          </p:cNvSpPr>
          <p:nvPr>
            <p:ph type="subTitle" idx="3"/>
          </p:nvPr>
        </p:nvSpPr>
        <p:spPr>
          <a:xfrm>
            <a:off x="1633100" y="3430050"/>
            <a:ext cx="19041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Timmy Styles</a:t>
            </a:r>
            <a:endParaRPr/>
          </a:p>
        </p:txBody>
      </p:sp>
      <p:sp>
        <p:nvSpPr>
          <p:cNvPr id="995" name="Google Shape;995;p52"/>
          <p:cNvSpPr txBox="1">
            <a:spLocks noGrp="1"/>
          </p:cNvSpPr>
          <p:nvPr>
            <p:ph type="subTitle" idx="4"/>
          </p:nvPr>
        </p:nvSpPr>
        <p:spPr>
          <a:xfrm>
            <a:off x="5606800" y="3430050"/>
            <a:ext cx="19041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Jenna Jimmy</a:t>
            </a:r>
            <a:endParaRPr/>
          </a:p>
        </p:txBody>
      </p:sp>
      <p:grpSp>
        <p:nvGrpSpPr>
          <p:cNvPr id="996" name="Google Shape;996;p52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997" name="Google Shape;997;p52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8" name="Google Shape;998;p52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9" name="Google Shape;999;p52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00" name="Google Shape;1000;p52"/>
          <p:cNvGrpSpPr/>
          <p:nvPr/>
        </p:nvGrpSpPr>
        <p:grpSpPr>
          <a:xfrm>
            <a:off x="2561649" y="611375"/>
            <a:ext cx="5868610" cy="240000"/>
            <a:chOff x="2561649" y="611375"/>
            <a:chExt cx="5868610" cy="240000"/>
          </a:xfrm>
        </p:grpSpPr>
        <p:cxnSp>
          <p:nvCxnSpPr>
            <p:cNvPr id="1001" name="Google Shape;1001;p52"/>
            <p:cNvCxnSpPr>
              <a:stCxn id="1002" idx="6"/>
              <a:endCxn id="1003" idx="6"/>
            </p:cNvCxnSpPr>
            <p:nvPr/>
          </p:nvCxnSpPr>
          <p:spPr>
            <a:xfrm>
              <a:off x="2639949" y="731375"/>
              <a:ext cx="5550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02" name="Google Shape;1002;p52"/>
            <p:cNvSpPr/>
            <p:nvPr/>
          </p:nvSpPr>
          <p:spPr>
            <a:xfrm>
              <a:off x="25616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4" name="Google Shape;1004;p52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003" name="Google Shape;1003;p52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52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06" name="Google Shape;1006;p52"/>
          <p:cNvGrpSpPr/>
          <p:nvPr/>
        </p:nvGrpSpPr>
        <p:grpSpPr>
          <a:xfrm rot="5400000">
            <a:off x="3390299" y="2594775"/>
            <a:ext cx="2363410" cy="240000"/>
            <a:chOff x="6066849" y="611375"/>
            <a:chExt cx="2363410" cy="240000"/>
          </a:xfrm>
        </p:grpSpPr>
        <p:cxnSp>
          <p:nvCxnSpPr>
            <p:cNvPr id="1007" name="Google Shape;1007;p52"/>
            <p:cNvCxnSpPr>
              <a:stCxn id="1008" idx="6"/>
              <a:endCxn id="1009" idx="6"/>
            </p:cNvCxnSpPr>
            <p:nvPr/>
          </p:nvCxnSpPr>
          <p:spPr>
            <a:xfrm rot="10800000">
              <a:off x="7167699" y="-291175"/>
              <a:ext cx="0" cy="2045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08" name="Google Shape;1008;p52"/>
            <p:cNvSpPr/>
            <p:nvPr/>
          </p:nvSpPr>
          <p:spPr>
            <a:xfrm>
              <a:off x="60668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0" name="Google Shape;1010;p52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009" name="Google Shape;1009;p52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52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13" name="Google Shape;1013;p52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014" name="Google Shape;1014;p52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015" name="Google Shape;1015;p52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</a:t>
            </a:r>
            <a:r>
              <a:rPr lang="en" i="1"/>
              <a:t>your business</a:t>
            </a:r>
            <a:endParaRPr i="1"/>
          </a:p>
        </p:txBody>
      </p:sp>
      <p:grpSp>
        <p:nvGrpSpPr>
          <p:cNvPr id="1021" name="Google Shape;1021;p53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022" name="Google Shape;1022;p53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3" name="Google Shape;1023;p53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4" name="Google Shape;1024;p53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25" name="Google Shape;1025;p53"/>
          <p:cNvGrpSpPr/>
          <p:nvPr/>
        </p:nvGrpSpPr>
        <p:grpSpPr>
          <a:xfrm rot="10800000">
            <a:off x="4085649" y="611375"/>
            <a:ext cx="4344610" cy="240000"/>
            <a:chOff x="4085649" y="611375"/>
            <a:chExt cx="4344610" cy="240000"/>
          </a:xfrm>
        </p:grpSpPr>
        <p:cxnSp>
          <p:nvCxnSpPr>
            <p:cNvPr id="1026" name="Google Shape;1026;p53"/>
            <p:cNvCxnSpPr>
              <a:stCxn id="1027" idx="6"/>
              <a:endCxn id="1028" idx="6"/>
            </p:cNvCxnSpPr>
            <p:nvPr/>
          </p:nvCxnSpPr>
          <p:spPr>
            <a:xfrm>
              <a:off x="4163949" y="731375"/>
              <a:ext cx="4026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7" name="Google Shape;1027;p53"/>
            <p:cNvSpPr/>
            <p:nvPr/>
          </p:nvSpPr>
          <p:spPr>
            <a:xfrm>
              <a:off x="40856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9" name="Google Shape;1029;p53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028" name="Google Shape;1028;p53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3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1031" name="Google Shape;1031;p53"/>
          <p:cNvGraphicFramePr/>
          <p:nvPr/>
        </p:nvGraphicFramePr>
        <p:xfrm>
          <a:off x="952500" y="172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{E3FA6EE5-0EDF-4B38-BBE1-023BEDDE903A}</a:tableStyleId>
              </a:tblPr>
              <a:tblGrid>
                <a:gridCol w="253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Item</a:t>
                      </a:r>
                      <a:endParaRPr sz="22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Quantity</a:t>
                      </a:r>
                      <a:endParaRPr sz="22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Budget</a:t>
                      </a:r>
                      <a:endParaRPr sz="22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Neptune is the closest planet to the Sun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456 €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Mars is actually a very cold place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1000€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Venus is the second planet from the Sun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2998€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32" name="Google Shape;1032;p53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033" name="Google Shape;1033;p53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034" name="Google Shape;1034;p53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our </a:t>
            </a:r>
            <a:r>
              <a:rPr lang="en" i="1"/>
              <a:t>centers</a:t>
            </a:r>
            <a:endParaRPr i="1"/>
          </a:p>
        </p:txBody>
      </p:sp>
      <p:grpSp>
        <p:nvGrpSpPr>
          <p:cNvPr id="1040" name="Google Shape;1040;p54"/>
          <p:cNvGrpSpPr/>
          <p:nvPr/>
        </p:nvGrpSpPr>
        <p:grpSpPr>
          <a:xfrm>
            <a:off x="739917" y="1665139"/>
            <a:ext cx="5006102" cy="2666933"/>
            <a:chOff x="233350" y="949250"/>
            <a:chExt cx="7137300" cy="3802300"/>
          </a:xfrm>
        </p:grpSpPr>
        <p:sp>
          <p:nvSpPr>
            <p:cNvPr id="1041" name="Google Shape;1041;p54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54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54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54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54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54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54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54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54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54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54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54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54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54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54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54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54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54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54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54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54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54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54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54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54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54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54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54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54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54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54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54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54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54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54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54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54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54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54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54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54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54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54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54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54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54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54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54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54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54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54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2" name="Google Shape;1092;p54"/>
          <p:cNvSpPr txBox="1">
            <a:spLocks noGrp="1"/>
          </p:cNvSpPr>
          <p:nvPr>
            <p:ph type="title" idx="4294967295"/>
          </p:nvPr>
        </p:nvSpPr>
        <p:spPr>
          <a:xfrm>
            <a:off x="6465772" y="1587825"/>
            <a:ext cx="19383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Mercury</a:t>
            </a:r>
            <a:endParaRPr sz="2200"/>
          </a:p>
        </p:txBody>
      </p:sp>
      <p:sp>
        <p:nvSpPr>
          <p:cNvPr id="1093" name="Google Shape;1093;p54"/>
          <p:cNvSpPr txBox="1">
            <a:spLocks noGrp="1"/>
          </p:cNvSpPr>
          <p:nvPr>
            <p:ph type="subTitle" idx="4294967295"/>
          </p:nvPr>
        </p:nvSpPr>
        <p:spPr>
          <a:xfrm>
            <a:off x="6465772" y="1939393"/>
            <a:ext cx="1938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closest planet to the Sun</a:t>
            </a:r>
            <a:endParaRPr/>
          </a:p>
        </p:txBody>
      </p:sp>
      <p:sp>
        <p:nvSpPr>
          <p:cNvPr id="1094" name="Google Shape;1094;p54"/>
          <p:cNvSpPr txBox="1">
            <a:spLocks noGrp="1"/>
          </p:cNvSpPr>
          <p:nvPr>
            <p:ph type="title" idx="4294967295"/>
          </p:nvPr>
        </p:nvSpPr>
        <p:spPr>
          <a:xfrm>
            <a:off x="6465783" y="3577760"/>
            <a:ext cx="19383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Venus</a:t>
            </a:r>
            <a:endParaRPr sz="2200"/>
          </a:p>
        </p:txBody>
      </p:sp>
      <p:sp>
        <p:nvSpPr>
          <p:cNvPr id="1095" name="Google Shape;1095;p54"/>
          <p:cNvSpPr txBox="1">
            <a:spLocks noGrp="1"/>
          </p:cNvSpPr>
          <p:nvPr>
            <p:ph type="subTitle" idx="4294967295"/>
          </p:nvPr>
        </p:nvSpPr>
        <p:spPr>
          <a:xfrm>
            <a:off x="6465783" y="3929323"/>
            <a:ext cx="1938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1096" name="Google Shape;1096;p54"/>
          <p:cNvSpPr txBox="1">
            <a:spLocks noGrp="1"/>
          </p:cNvSpPr>
          <p:nvPr>
            <p:ph type="title" idx="4294967295"/>
          </p:nvPr>
        </p:nvSpPr>
        <p:spPr>
          <a:xfrm>
            <a:off x="6465763" y="2583819"/>
            <a:ext cx="19383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Mars</a:t>
            </a:r>
            <a:endParaRPr sz="2200"/>
          </a:p>
        </p:txBody>
      </p:sp>
      <p:sp>
        <p:nvSpPr>
          <p:cNvPr id="1097" name="Google Shape;1097;p54"/>
          <p:cNvSpPr txBox="1">
            <a:spLocks noGrp="1"/>
          </p:cNvSpPr>
          <p:nvPr>
            <p:ph type="subTitle" idx="4294967295"/>
          </p:nvPr>
        </p:nvSpPr>
        <p:spPr>
          <a:xfrm>
            <a:off x="6465763" y="2935386"/>
            <a:ext cx="1938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very cold place</a:t>
            </a:r>
            <a:endParaRPr/>
          </a:p>
        </p:txBody>
      </p:sp>
      <p:grpSp>
        <p:nvGrpSpPr>
          <p:cNvPr id="1098" name="Google Shape;1098;p54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099" name="Google Shape;1099;p54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0" name="Google Shape;1100;p54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1" name="Google Shape;1101;p54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02" name="Google Shape;1102;p54"/>
          <p:cNvGrpSpPr/>
          <p:nvPr/>
        </p:nvGrpSpPr>
        <p:grpSpPr>
          <a:xfrm>
            <a:off x="3476049" y="611375"/>
            <a:ext cx="4954210" cy="240000"/>
            <a:chOff x="3476049" y="611375"/>
            <a:chExt cx="4954210" cy="240000"/>
          </a:xfrm>
        </p:grpSpPr>
        <p:cxnSp>
          <p:nvCxnSpPr>
            <p:cNvPr id="1103" name="Google Shape;1103;p54"/>
            <p:cNvCxnSpPr>
              <a:stCxn id="1104" idx="6"/>
              <a:endCxn id="1105" idx="6"/>
            </p:cNvCxnSpPr>
            <p:nvPr/>
          </p:nvCxnSpPr>
          <p:spPr>
            <a:xfrm>
              <a:off x="3554349" y="731375"/>
              <a:ext cx="4635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4" name="Google Shape;1104;p54"/>
            <p:cNvSpPr/>
            <p:nvPr/>
          </p:nvSpPr>
          <p:spPr>
            <a:xfrm>
              <a:off x="34760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6" name="Google Shape;1106;p54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105" name="Google Shape;1105;p54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54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08" name="Google Shape;1108;p54"/>
          <p:cNvGrpSpPr/>
          <p:nvPr/>
        </p:nvGrpSpPr>
        <p:grpSpPr>
          <a:xfrm>
            <a:off x="1176814" y="2482350"/>
            <a:ext cx="240000" cy="240000"/>
            <a:chOff x="2500450" y="1108425"/>
            <a:chExt cx="240000" cy="240000"/>
          </a:xfrm>
        </p:grpSpPr>
        <p:sp>
          <p:nvSpPr>
            <p:cNvPr id="1109" name="Google Shape;1109;p54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4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1" name="Google Shape;1111;p54"/>
          <p:cNvSpPr/>
          <p:nvPr/>
        </p:nvSpPr>
        <p:spPr>
          <a:xfrm>
            <a:off x="2858989" y="2211675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2" name="Google Shape;1112;p54"/>
          <p:cNvGrpSpPr/>
          <p:nvPr/>
        </p:nvGrpSpPr>
        <p:grpSpPr>
          <a:xfrm rot="10800000">
            <a:off x="4036588" y="2024475"/>
            <a:ext cx="314659" cy="314659"/>
            <a:chOff x="2003086" y="-373829"/>
            <a:chExt cx="438000" cy="438000"/>
          </a:xfrm>
        </p:grpSpPr>
        <p:sp>
          <p:nvSpPr>
            <p:cNvPr id="1113" name="Google Shape;1113;p54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4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5" name="Google Shape;1115;p54"/>
          <p:cNvGrpSpPr/>
          <p:nvPr/>
        </p:nvGrpSpPr>
        <p:grpSpPr>
          <a:xfrm rot="10800000">
            <a:off x="6151138" y="1580062"/>
            <a:ext cx="314659" cy="314659"/>
            <a:chOff x="2003086" y="-373829"/>
            <a:chExt cx="438000" cy="438000"/>
          </a:xfrm>
        </p:grpSpPr>
        <p:sp>
          <p:nvSpPr>
            <p:cNvPr id="1116" name="Google Shape;1116;p54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4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8" name="Google Shape;1118;p54"/>
          <p:cNvSpPr/>
          <p:nvPr/>
        </p:nvSpPr>
        <p:spPr>
          <a:xfrm>
            <a:off x="6188464" y="2607825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9" name="Google Shape;1119;p54"/>
          <p:cNvGrpSpPr/>
          <p:nvPr/>
        </p:nvGrpSpPr>
        <p:grpSpPr>
          <a:xfrm>
            <a:off x="6242564" y="3601750"/>
            <a:ext cx="240000" cy="240000"/>
            <a:chOff x="2500450" y="1108425"/>
            <a:chExt cx="240000" cy="240000"/>
          </a:xfrm>
        </p:grpSpPr>
        <p:sp>
          <p:nvSpPr>
            <p:cNvPr id="1120" name="Google Shape;1120;p54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4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2" name="Google Shape;1122;p54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123" name="Google Shape;1123;p54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124" name="Google Shape;1124;p54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55"/>
          <p:cNvSpPr/>
          <p:nvPr/>
        </p:nvSpPr>
        <p:spPr>
          <a:xfrm>
            <a:off x="1140212" y="2427650"/>
            <a:ext cx="963000" cy="963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rPr>
              <a:t>01</a:t>
            </a:r>
            <a:endParaRPr/>
          </a:p>
        </p:txBody>
      </p:sp>
      <p:sp>
        <p:nvSpPr>
          <p:cNvPr id="1130" name="Google Shape;1130;p55"/>
          <p:cNvSpPr/>
          <p:nvPr/>
        </p:nvSpPr>
        <p:spPr>
          <a:xfrm>
            <a:off x="7040788" y="2427650"/>
            <a:ext cx="963000" cy="963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rPr>
              <a:t>04</a:t>
            </a:r>
            <a:endParaRPr/>
          </a:p>
        </p:txBody>
      </p:sp>
      <p:sp>
        <p:nvSpPr>
          <p:cNvPr id="1131" name="Google Shape;1131;p55"/>
          <p:cNvSpPr/>
          <p:nvPr/>
        </p:nvSpPr>
        <p:spPr>
          <a:xfrm>
            <a:off x="5071421" y="2427650"/>
            <a:ext cx="963000" cy="963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rPr>
              <a:t>03</a:t>
            </a:r>
            <a:endParaRPr/>
          </a:p>
        </p:txBody>
      </p:sp>
      <p:sp>
        <p:nvSpPr>
          <p:cNvPr id="1132" name="Google Shape;1132;p55"/>
          <p:cNvSpPr/>
          <p:nvPr/>
        </p:nvSpPr>
        <p:spPr>
          <a:xfrm>
            <a:off x="3105267" y="2427650"/>
            <a:ext cx="963000" cy="963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rPr>
              <a:t>02</a:t>
            </a:r>
            <a:endParaRPr/>
          </a:p>
        </p:txBody>
      </p:sp>
      <p:sp>
        <p:nvSpPr>
          <p:cNvPr id="1133" name="Google Shape;1133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</a:t>
            </a:r>
            <a:r>
              <a:rPr lang="en" i="1"/>
              <a:t>starting process</a:t>
            </a:r>
            <a:endParaRPr i="1"/>
          </a:p>
        </p:txBody>
      </p:sp>
      <p:sp>
        <p:nvSpPr>
          <p:cNvPr id="1134" name="Google Shape;1134;p55"/>
          <p:cNvSpPr txBox="1">
            <a:spLocks noGrp="1"/>
          </p:cNvSpPr>
          <p:nvPr>
            <p:ph type="title" idx="4294967295"/>
          </p:nvPr>
        </p:nvSpPr>
        <p:spPr>
          <a:xfrm>
            <a:off x="716012" y="1443525"/>
            <a:ext cx="1811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Mercury</a:t>
            </a:r>
            <a:endParaRPr sz="2200"/>
          </a:p>
        </p:txBody>
      </p:sp>
      <p:sp>
        <p:nvSpPr>
          <p:cNvPr id="1135" name="Google Shape;1135;p55"/>
          <p:cNvSpPr txBox="1">
            <a:spLocks noGrp="1"/>
          </p:cNvSpPr>
          <p:nvPr>
            <p:ph type="subTitle" idx="4294967295"/>
          </p:nvPr>
        </p:nvSpPr>
        <p:spPr>
          <a:xfrm>
            <a:off x="716012" y="1790350"/>
            <a:ext cx="181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closest planet to the Sun</a:t>
            </a:r>
            <a:endParaRPr/>
          </a:p>
        </p:txBody>
      </p:sp>
      <p:sp>
        <p:nvSpPr>
          <p:cNvPr id="1136" name="Google Shape;1136;p55"/>
          <p:cNvSpPr txBox="1">
            <a:spLocks noGrp="1"/>
          </p:cNvSpPr>
          <p:nvPr>
            <p:ph type="title" idx="4294967295"/>
          </p:nvPr>
        </p:nvSpPr>
        <p:spPr>
          <a:xfrm>
            <a:off x="2682871" y="3484717"/>
            <a:ext cx="1811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Venus</a:t>
            </a:r>
            <a:endParaRPr sz="2200"/>
          </a:p>
        </p:txBody>
      </p:sp>
      <p:sp>
        <p:nvSpPr>
          <p:cNvPr id="1137" name="Google Shape;1137;p55"/>
          <p:cNvSpPr txBox="1">
            <a:spLocks noGrp="1"/>
          </p:cNvSpPr>
          <p:nvPr>
            <p:ph type="subTitle" idx="4294967295"/>
          </p:nvPr>
        </p:nvSpPr>
        <p:spPr>
          <a:xfrm>
            <a:off x="2682871" y="3831542"/>
            <a:ext cx="181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1138" name="Google Shape;1138;p55"/>
          <p:cNvSpPr txBox="1">
            <a:spLocks noGrp="1"/>
          </p:cNvSpPr>
          <p:nvPr>
            <p:ph type="title" idx="4294967295"/>
          </p:nvPr>
        </p:nvSpPr>
        <p:spPr>
          <a:xfrm>
            <a:off x="6616588" y="3484717"/>
            <a:ext cx="1811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Mars</a:t>
            </a:r>
            <a:endParaRPr sz="2200"/>
          </a:p>
        </p:txBody>
      </p:sp>
      <p:sp>
        <p:nvSpPr>
          <p:cNvPr id="1139" name="Google Shape;1139;p55"/>
          <p:cNvSpPr txBox="1">
            <a:spLocks noGrp="1"/>
          </p:cNvSpPr>
          <p:nvPr>
            <p:ph type="subTitle" idx="4294967295"/>
          </p:nvPr>
        </p:nvSpPr>
        <p:spPr>
          <a:xfrm>
            <a:off x="6616588" y="3831542"/>
            <a:ext cx="181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very cold place</a:t>
            </a:r>
            <a:endParaRPr/>
          </a:p>
        </p:txBody>
      </p:sp>
      <p:sp>
        <p:nvSpPr>
          <p:cNvPr id="1140" name="Google Shape;1140;p55"/>
          <p:cNvSpPr txBox="1">
            <a:spLocks noGrp="1"/>
          </p:cNvSpPr>
          <p:nvPr>
            <p:ph type="title" idx="4294967295"/>
          </p:nvPr>
        </p:nvSpPr>
        <p:spPr>
          <a:xfrm>
            <a:off x="4649729" y="1443525"/>
            <a:ext cx="1811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Neptune</a:t>
            </a:r>
            <a:endParaRPr sz="2200"/>
          </a:p>
        </p:txBody>
      </p:sp>
      <p:sp>
        <p:nvSpPr>
          <p:cNvPr id="1141" name="Google Shape;1141;p55"/>
          <p:cNvSpPr txBox="1">
            <a:spLocks noGrp="1"/>
          </p:cNvSpPr>
          <p:nvPr>
            <p:ph type="subTitle" idx="4294967295"/>
          </p:nvPr>
        </p:nvSpPr>
        <p:spPr>
          <a:xfrm>
            <a:off x="4649729" y="1790450"/>
            <a:ext cx="181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farthest planet from the Sun</a:t>
            </a:r>
            <a:endParaRPr/>
          </a:p>
        </p:txBody>
      </p:sp>
      <p:cxnSp>
        <p:nvCxnSpPr>
          <p:cNvPr id="1142" name="Google Shape;1142;p55"/>
          <p:cNvCxnSpPr>
            <a:stCxn id="1143" idx="6"/>
            <a:endCxn id="1144" idx="6"/>
          </p:cNvCxnSpPr>
          <p:nvPr/>
        </p:nvCxnSpPr>
        <p:spPr>
          <a:xfrm>
            <a:off x="2204988" y="2909150"/>
            <a:ext cx="81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5" name="Google Shape;1145;p55"/>
          <p:cNvCxnSpPr>
            <a:stCxn id="1146" idx="6"/>
            <a:endCxn id="1147" idx="2"/>
          </p:cNvCxnSpPr>
          <p:nvPr/>
        </p:nvCxnSpPr>
        <p:spPr>
          <a:xfrm>
            <a:off x="4197332" y="2909150"/>
            <a:ext cx="81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8" name="Google Shape;1148;p55"/>
          <p:cNvCxnSpPr>
            <a:stCxn id="1149" idx="1"/>
            <a:endCxn id="1150" idx="1"/>
          </p:cNvCxnSpPr>
          <p:nvPr/>
        </p:nvCxnSpPr>
        <p:spPr>
          <a:xfrm>
            <a:off x="6209498" y="2909150"/>
            <a:ext cx="717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1" name="Google Shape;1151;p55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152" name="Google Shape;1152;p55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3" name="Google Shape;1153;p55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4" name="Google Shape;1154;p55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55" name="Google Shape;1155;p55"/>
          <p:cNvGrpSpPr/>
          <p:nvPr/>
        </p:nvGrpSpPr>
        <p:grpSpPr>
          <a:xfrm rot="10800000">
            <a:off x="4771449" y="611375"/>
            <a:ext cx="3658810" cy="240000"/>
            <a:chOff x="4771449" y="611375"/>
            <a:chExt cx="3658810" cy="240000"/>
          </a:xfrm>
        </p:grpSpPr>
        <p:cxnSp>
          <p:nvCxnSpPr>
            <p:cNvPr id="1156" name="Google Shape;1156;p55"/>
            <p:cNvCxnSpPr>
              <a:stCxn id="1157" idx="6"/>
              <a:endCxn id="1158" idx="6"/>
            </p:cNvCxnSpPr>
            <p:nvPr/>
          </p:nvCxnSpPr>
          <p:spPr>
            <a:xfrm>
              <a:off x="4849749" y="731375"/>
              <a:ext cx="334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57" name="Google Shape;1157;p55"/>
            <p:cNvSpPr/>
            <p:nvPr/>
          </p:nvSpPr>
          <p:spPr>
            <a:xfrm>
              <a:off x="4771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59" name="Google Shape;1159;p55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158" name="Google Shape;1158;p55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5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1" name="Google Shape;1161;p55"/>
          <p:cNvGrpSpPr/>
          <p:nvPr/>
        </p:nvGrpSpPr>
        <p:grpSpPr>
          <a:xfrm>
            <a:off x="3957331" y="2789150"/>
            <a:ext cx="240000" cy="240000"/>
            <a:chOff x="2500450" y="1108425"/>
            <a:chExt cx="240000" cy="240000"/>
          </a:xfrm>
        </p:grpSpPr>
        <p:sp>
          <p:nvSpPr>
            <p:cNvPr id="1146" name="Google Shape;1146;p55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55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3" name="Google Shape;1163;p55"/>
          <p:cNvGrpSpPr/>
          <p:nvPr/>
        </p:nvGrpSpPr>
        <p:grpSpPr>
          <a:xfrm rot="10800000">
            <a:off x="3019875" y="2789150"/>
            <a:ext cx="240000" cy="240000"/>
            <a:chOff x="2500450" y="1108425"/>
            <a:chExt cx="240000" cy="240000"/>
          </a:xfrm>
        </p:grpSpPr>
        <p:sp>
          <p:nvSpPr>
            <p:cNvPr id="1144" name="Google Shape;1144;p55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55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7" name="Google Shape;1147;p55"/>
          <p:cNvSpPr/>
          <p:nvPr/>
        </p:nvSpPr>
        <p:spPr>
          <a:xfrm>
            <a:off x="5012200" y="2789150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55"/>
          <p:cNvSpPr/>
          <p:nvPr/>
        </p:nvSpPr>
        <p:spPr>
          <a:xfrm>
            <a:off x="1964988" y="2789150"/>
            <a:ext cx="240000" cy="2400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5" name="Google Shape;1165;p55"/>
          <p:cNvGrpSpPr/>
          <p:nvPr/>
        </p:nvGrpSpPr>
        <p:grpSpPr>
          <a:xfrm rot="10800000">
            <a:off x="5969498" y="2789150"/>
            <a:ext cx="240000" cy="240000"/>
            <a:chOff x="2500450" y="1108425"/>
            <a:chExt cx="240000" cy="240000"/>
          </a:xfrm>
        </p:grpSpPr>
        <p:sp>
          <p:nvSpPr>
            <p:cNvPr id="1166" name="Google Shape;1166;p55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55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52317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7" name="Google Shape;1167;p55"/>
          <p:cNvGrpSpPr/>
          <p:nvPr/>
        </p:nvGrpSpPr>
        <p:grpSpPr>
          <a:xfrm>
            <a:off x="6926775" y="2789150"/>
            <a:ext cx="240000" cy="240000"/>
            <a:chOff x="2500450" y="1108425"/>
            <a:chExt cx="240000" cy="240000"/>
          </a:xfrm>
        </p:grpSpPr>
        <p:sp>
          <p:nvSpPr>
            <p:cNvPr id="1168" name="Google Shape;1168;p55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55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9" name="Google Shape;1169;p55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170" name="Google Shape;1170;p55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171" name="Google Shape;1171;p55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56"/>
          <p:cNvSpPr/>
          <p:nvPr/>
        </p:nvSpPr>
        <p:spPr>
          <a:xfrm>
            <a:off x="5610880" y="1146150"/>
            <a:ext cx="752400" cy="752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rPr>
              <a:t>01</a:t>
            </a:r>
            <a:endParaRPr sz="2200"/>
          </a:p>
        </p:txBody>
      </p:sp>
      <p:sp>
        <p:nvSpPr>
          <p:cNvPr id="1177" name="Google Shape;1177;p56"/>
          <p:cNvSpPr/>
          <p:nvPr/>
        </p:nvSpPr>
        <p:spPr>
          <a:xfrm>
            <a:off x="5610880" y="1973438"/>
            <a:ext cx="752400" cy="752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rPr>
              <a:t>02</a:t>
            </a:r>
            <a:endParaRPr sz="2200"/>
          </a:p>
        </p:txBody>
      </p:sp>
      <p:sp>
        <p:nvSpPr>
          <p:cNvPr id="1178" name="Google Shape;1178;p56"/>
          <p:cNvSpPr/>
          <p:nvPr/>
        </p:nvSpPr>
        <p:spPr>
          <a:xfrm>
            <a:off x="5610880" y="2800713"/>
            <a:ext cx="752400" cy="752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rPr>
              <a:t>03</a:t>
            </a:r>
            <a:endParaRPr sz="2200"/>
          </a:p>
        </p:txBody>
      </p:sp>
      <p:sp>
        <p:nvSpPr>
          <p:cNvPr id="1179" name="Google Shape;1179;p56"/>
          <p:cNvSpPr/>
          <p:nvPr/>
        </p:nvSpPr>
        <p:spPr>
          <a:xfrm>
            <a:off x="5610880" y="3627988"/>
            <a:ext cx="752400" cy="752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rPr>
              <a:t>04</a:t>
            </a:r>
            <a:endParaRPr sz="2200"/>
          </a:p>
        </p:txBody>
      </p:sp>
      <p:sp>
        <p:nvSpPr>
          <p:cNvPr id="1180" name="Google Shape;1180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</a:t>
            </a:r>
            <a:r>
              <a:rPr lang="en" i="1"/>
              <a:t>diagram</a:t>
            </a:r>
            <a:endParaRPr i="1"/>
          </a:p>
        </p:txBody>
      </p:sp>
      <p:sp>
        <p:nvSpPr>
          <p:cNvPr id="1181" name="Google Shape;1181;p56"/>
          <p:cNvSpPr txBox="1"/>
          <p:nvPr/>
        </p:nvSpPr>
        <p:spPr>
          <a:xfrm>
            <a:off x="2991480" y="2445667"/>
            <a:ext cx="19563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composed of hydrogen and helium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2" name="Google Shape;1182;p56"/>
          <p:cNvSpPr txBox="1"/>
          <p:nvPr/>
        </p:nvSpPr>
        <p:spPr>
          <a:xfrm>
            <a:off x="739231" y="3181400"/>
            <a:ext cx="19563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ibre Caslon Display"/>
                <a:ea typeface="Libre Caslon Display"/>
                <a:cs typeface="Libre Caslon Display"/>
                <a:sym typeface="Libre Caslon Display"/>
              </a:rPr>
              <a:t>Jupiter</a:t>
            </a:r>
            <a:endParaRPr sz="2200">
              <a:solidFill>
                <a:schemeClr val="dk1"/>
              </a:solidFill>
              <a:latin typeface="Libre Caslon Display"/>
              <a:ea typeface="Libre Caslon Display"/>
              <a:cs typeface="Libre Caslon Display"/>
              <a:sym typeface="Libre Caslon Display"/>
            </a:endParaRPr>
          </a:p>
        </p:txBody>
      </p:sp>
      <p:sp>
        <p:nvSpPr>
          <p:cNvPr id="1183" name="Google Shape;1183;p56"/>
          <p:cNvSpPr txBox="1"/>
          <p:nvPr/>
        </p:nvSpPr>
        <p:spPr>
          <a:xfrm>
            <a:off x="739231" y="3614760"/>
            <a:ext cx="19563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4" name="Google Shape;1184;p56"/>
          <p:cNvSpPr txBox="1"/>
          <p:nvPr/>
        </p:nvSpPr>
        <p:spPr>
          <a:xfrm>
            <a:off x="2991480" y="4110249"/>
            <a:ext cx="19563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farthest planet from the Sun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5" name="Google Shape;1185;p56"/>
          <p:cNvSpPr txBox="1"/>
          <p:nvPr/>
        </p:nvSpPr>
        <p:spPr>
          <a:xfrm>
            <a:off x="6448469" y="1279950"/>
            <a:ext cx="1956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very cold place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6" name="Google Shape;1186;p56"/>
          <p:cNvSpPr txBox="1"/>
          <p:nvPr/>
        </p:nvSpPr>
        <p:spPr>
          <a:xfrm>
            <a:off x="6448468" y="2107229"/>
            <a:ext cx="1956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closest planet to the Sun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7" name="Google Shape;1187;p56"/>
          <p:cNvSpPr txBox="1"/>
          <p:nvPr/>
        </p:nvSpPr>
        <p:spPr>
          <a:xfrm>
            <a:off x="6448465" y="2934508"/>
            <a:ext cx="1956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8" name="Google Shape;1188;p56"/>
          <p:cNvSpPr txBox="1"/>
          <p:nvPr/>
        </p:nvSpPr>
        <p:spPr>
          <a:xfrm>
            <a:off x="6448465" y="3761788"/>
            <a:ext cx="1956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 is the place where we live 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9" name="Google Shape;1189;p56"/>
          <p:cNvCxnSpPr>
            <a:stCxn id="1190" idx="6"/>
            <a:endCxn id="1191" idx="2"/>
          </p:cNvCxnSpPr>
          <p:nvPr/>
        </p:nvCxnSpPr>
        <p:spPr>
          <a:xfrm rot="10800000" flipH="1">
            <a:off x="2093581" y="1949413"/>
            <a:ext cx="1499700" cy="831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2" name="Google Shape;1192;p56"/>
          <p:cNvCxnSpPr>
            <a:stCxn id="1190" idx="6"/>
            <a:endCxn id="1193" idx="2"/>
          </p:cNvCxnSpPr>
          <p:nvPr/>
        </p:nvCxnSpPr>
        <p:spPr>
          <a:xfrm>
            <a:off x="2093581" y="2781013"/>
            <a:ext cx="1499700" cy="8124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4" name="Google Shape;1194;p56"/>
          <p:cNvCxnSpPr>
            <a:stCxn id="1191" idx="6"/>
            <a:endCxn id="1176" idx="2"/>
          </p:cNvCxnSpPr>
          <p:nvPr/>
        </p:nvCxnSpPr>
        <p:spPr>
          <a:xfrm rot="10800000" flipH="1">
            <a:off x="4345830" y="1522450"/>
            <a:ext cx="1265100" cy="4269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5" name="Google Shape;1195;p56"/>
          <p:cNvCxnSpPr>
            <a:stCxn id="1191" idx="6"/>
            <a:endCxn id="1177" idx="2"/>
          </p:cNvCxnSpPr>
          <p:nvPr/>
        </p:nvCxnSpPr>
        <p:spPr>
          <a:xfrm>
            <a:off x="4345830" y="1949350"/>
            <a:ext cx="1265100" cy="4002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6" name="Google Shape;1196;p56"/>
          <p:cNvCxnSpPr>
            <a:stCxn id="1193" idx="6"/>
            <a:endCxn id="1178" idx="2"/>
          </p:cNvCxnSpPr>
          <p:nvPr/>
        </p:nvCxnSpPr>
        <p:spPr>
          <a:xfrm rot="10800000" flipH="1">
            <a:off x="4345830" y="3176925"/>
            <a:ext cx="1265100" cy="4164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7" name="Google Shape;1197;p56"/>
          <p:cNvCxnSpPr>
            <a:stCxn id="1193" idx="6"/>
            <a:endCxn id="1179" idx="2"/>
          </p:cNvCxnSpPr>
          <p:nvPr/>
        </p:nvCxnSpPr>
        <p:spPr>
          <a:xfrm>
            <a:off x="4345830" y="3593325"/>
            <a:ext cx="1265100" cy="4110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98" name="Google Shape;1198;p56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199" name="Google Shape;1199;p56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0" name="Google Shape;1200;p56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1" name="Google Shape;1201;p56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02" name="Google Shape;1202;p56"/>
          <p:cNvGrpSpPr/>
          <p:nvPr/>
        </p:nvGrpSpPr>
        <p:grpSpPr>
          <a:xfrm>
            <a:off x="3780849" y="611375"/>
            <a:ext cx="4649410" cy="240000"/>
            <a:chOff x="3780849" y="611375"/>
            <a:chExt cx="4649410" cy="240000"/>
          </a:xfrm>
        </p:grpSpPr>
        <p:cxnSp>
          <p:nvCxnSpPr>
            <p:cNvPr id="1203" name="Google Shape;1203;p56"/>
            <p:cNvCxnSpPr>
              <a:stCxn id="1204" idx="6"/>
              <a:endCxn id="1205" idx="6"/>
            </p:cNvCxnSpPr>
            <p:nvPr/>
          </p:nvCxnSpPr>
          <p:spPr>
            <a:xfrm>
              <a:off x="3859149" y="731375"/>
              <a:ext cx="4331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04" name="Google Shape;1204;p56"/>
            <p:cNvSpPr/>
            <p:nvPr/>
          </p:nvSpPr>
          <p:spPr>
            <a:xfrm>
              <a:off x="37808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6" name="Google Shape;1206;p56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205" name="Google Shape;1205;p56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56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91" name="Google Shape;1191;p56"/>
          <p:cNvSpPr/>
          <p:nvPr/>
        </p:nvSpPr>
        <p:spPr>
          <a:xfrm>
            <a:off x="3593430" y="1573150"/>
            <a:ext cx="752400" cy="752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p56"/>
          <p:cNvSpPr/>
          <p:nvPr/>
        </p:nvSpPr>
        <p:spPr>
          <a:xfrm>
            <a:off x="1341181" y="2404813"/>
            <a:ext cx="752400" cy="752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56"/>
          <p:cNvSpPr/>
          <p:nvPr/>
        </p:nvSpPr>
        <p:spPr>
          <a:xfrm>
            <a:off x="3593430" y="3217125"/>
            <a:ext cx="752400" cy="752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8" name="Google Shape;1208;p56"/>
          <p:cNvGrpSpPr/>
          <p:nvPr/>
        </p:nvGrpSpPr>
        <p:grpSpPr>
          <a:xfrm>
            <a:off x="1531556" y="2595851"/>
            <a:ext cx="371650" cy="370325"/>
            <a:chOff x="3257713" y="1997875"/>
            <a:chExt cx="371650" cy="370325"/>
          </a:xfrm>
        </p:grpSpPr>
        <p:sp>
          <p:nvSpPr>
            <p:cNvPr id="1209" name="Google Shape;1209;p56"/>
            <p:cNvSpPr/>
            <p:nvPr/>
          </p:nvSpPr>
          <p:spPr>
            <a:xfrm>
              <a:off x="3261363" y="1998925"/>
              <a:ext cx="255300" cy="261950"/>
            </a:xfrm>
            <a:custGeom>
              <a:avLst/>
              <a:gdLst/>
              <a:ahLst/>
              <a:cxnLst/>
              <a:rect l="l" t="t" r="r" b="b"/>
              <a:pathLst>
                <a:path w="10212" h="10478" extrusionOk="0">
                  <a:moveTo>
                    <a:pt x="5105" y="1"/>
                  </a:moveTo>
                  <a:cubicBezTo>
                    <a:pt x="4804" y="1"/>
                    <a:pt x="4501" y="26"/>
                    <a:pt x="4202" y="77"/>
                  </a:cubicBezTo>
                  <a:cubicBezTo>
                    <a:pt x="3692" y="164"/>
                    <a:pt x="3312" y="602"/>
                    <a:pt x="3312" y="1127"/>
                  </a:cubicBezTo>
                  <a:lnTo>
                    <a:pt x="3312" y="1667"/>
                  </a:lnTo>
                  <a:cubicBezTo>
                    <a:pt x="3180" y="1740"/>
                    <a:pt x="3035" y="1827"/>
                    <a:pt x="2904" y="1915"/>
                  </a:cubicBezTo>
                  <a:lnTo>
                    <a:pt x="2437" y="1638"/>
                  </a:lnTo>
                  <a:cubicBezTo>
                    <a:pt x="2269" y="1541"/>
                    <a:pt x="2085" y="1493"/>
                    <a:pt x="1903" y="1493"/>
                  </a:cubicBezTo>
                  <a:cubicBezTo>
                    <a:pt x="1594" y="1493"/>
                    <a:pt x="1291" y="1629"/>
                    <a:pt x="1080" y="1886"/>
                  </a:cubicBezTo>
                  <a:cubicBezTo>
                    <a:pt x="891" y="2105"/>
                    <a:pt x="716" y="2352"/>
                    <a:pt x="555" y="2615"/>
                  </a:cubicBezTo>
                  <a:cubicBezTo>
                    <a:pt x="409" y="2877"/>
                    <a:pt x="278" y="3155"/>
                    <a:pt x="176" y="3432"/>
                  </a:cubicBezTo>
                  <a:cubicBezTo>
                    <a:pt x="1" y="3928"/>
                    <a:pt x="191" y="4468"/>
                    <a:pt x="642" y="4731"/>
                  </a:cubicBezTo>
                  <a:lnTo>
                    <a:pt x="1124" y="5007"/>
                  </a:lnTo>
                  <a:cubicBezTo>
                    <a:pt x="1124" y="5081"/>
                    <a:pt x="1109" y="5168"/>
                    <a:pt x="1109" y="5240"/>
                  </a:cubicBezTo>
                  <a:cubicBezTo>
                    <a:pt x="1109" y="5314"/>
                    <a:pt x="1124" y="5401"/>
                    <a:pt x="1124" y="5474"/>
                  </a:cubicBezTo>
                  <a:lnTo>
                    <a:pt x="642" y="5752"/>
                  </a:lnTo>
                  <a:cubicBezTo>
                    <a:pt x="191" y="6014"/>
                    <a:pt x="1" y="6553"/>
                    <a:pt x="176" y="7049"/>
                  </a:cubicBezTo>
                  <a:cubicBezTo>
                    <a:pt x="263" y="7283"/>
                    <a:pt x="380" y="7516"/>
                    <a:pt x="497" y="7749"/>
                  </a:cubicBezTo>
                  <a:cubicBezTo>
                    <a:pt x="537" y="7821"/>
                    <a:pt x="613" y="7863"/>
                    <a:pt x="689" y="7863"/>
                  </a:cubicBezTo>
                  <a:cubicBezTo>
                    <a:pt x="723" y="7863"/>
                    <a:pt x="757" y="7855"/>
                    <a:pt x="788" y="7837"/>
                  </a:cubicBezTo>
                  <a:cubicBezTo>
                    <a:pt x="905" y="7779"/>
                    <a:pt x="934" y="7648"/>
                    <a:pt x="876" y="7545"/>
                  </a:cubicBezTo>
                  <a:cubicBezTo>
                    <a:pt x="774" y="7327"/>
                    <a:pt x="672" y="7123"/>
                    <a:pt x="584" y="6903"/>
                  </a:cubicBezTo>
                  <a:cubicBezTo>
                    <a:pt x="483" y="6612"/>
                    <a:pt x="599" y="6277"/>
                    <a:pt x="862" y="6131"/>
                  </a:cubicBezTo>
                  <a:lnTo>
                    <a:pt x="1459" y="5781"/>
                  </a:lnTo>
                  <a:cubicBezTo>
                    <a:pt x="1533" y="5736"/>
                    <a:pt x="1576" y="5664"/>
                    <a:pt x="1562" y="5577"/>
                  </a:cubicBezTo>
                  <a:cubicBezTo>
                    <a:pt x="1562" y="5460"/>
                    <a:pt x="1547" y="5357"/>
                    <a:pt x="1547" y="5240"/>
                  </a:cubicBezTo>
                  <a:cubicBezTo>
                    <a:pt x="1547" y="5124"/>
                    <a:pt x="1562" y="5007"/>
                    <a:pt x="1562" y="4906"/>
                  </a:cubicBezTo>
                  <a:cubicBezTo>
                    <a:pt x="1576" y="4818"/>
                    <a:pt x="1533" y="4731"/>
                    <a:pt x="1459" y="4686"/>
                  </a:cubicBezTo>
                  <a:lnTo>
                    <a:pt x="862" y="4351"/>
                  </a:lnTo>
                  <a:cubicBezTo>
                    <a:pt x="599" y="4190"/>
                    <a:pt x="483" y="3869"/>
                    <a:pt x="584" y="3578"/>
                  </a:cubicBezTo>
                  <a:cubicBezTo>
                    <a:pt x="687" y="3330"/>
                    <a:pt x="803" y="3082"/>
                    <a:pt x="934" y="2834"/>
                  </a:cubicBezTo>
                  <a:cubicBezTo>
                    <a:pt x="1080" y="2601"/>
                    <a:pt x="1241" y="2367"/>
                    <a:pt x="1416" y="2163"/>
                  </a:cubicBezTo>
                  <a:cubicBezTo>
                    <a:pt x="1534" y="2008"/>
                    <a:pt x="1709" y="1927"/>
                    <a:pt x="1891" y="1927"/>
                  </a:cubicBezTo>
                  <a:cubicBezTo>
                    <a:pt x="2001" y="1927"/>
                    <a:pt x="2114" y="1957"/>
                    <a:pt x="2218" y="2017"/>
                  </a:cubicBezTo>
                  <a:lnTo>
                    <a:pt x="2801" y="2352"/>
                  </a:lnTo>
                  <a:cubicBezTo>
                    <a:pt x="2835" y="2373"/>
                    <a:pt x="2876" y="2384"/>
                    <a:pt x="2916" y="2384"/>
                  </a:cubicBezTo>
                  <a:cubicBezTo>
                    <a:pt x="2963" y="2384"/>
                    <a:pt x="3010" y="2369"/>
                    <a:pt x="3050" y="2338"/>
                  </a:cubicBezTo>
                  <a:cubicBezTo>
                    <a:pt x="3225" y="2206"/>
                    <a:pt x="3429" y="2105"/>
                    <a:pt x="3633" y="2002"/>
                  </a:cubicBezTo>
                  <a:cubicBezTo>
                    <a:pt x="3706" y="1973"/>
                    <a:pt x="3750" y="1901"/>
                    <a:pt x="3750" y="1813"/>
                  </a:cubicBezTo>
                  <a:lnTo>
                    <a:pt x="3750" y="1127"/>
                  </a:lnTo>
                  <a:cubicBezTo>
                    <a:pt x="3750" y="821"/>
                    <a:pt x="3968" y="559"/>
                    <a:pt x="4275" y="500"/>
                  </a:cubicBezTo>
                  <a:cubicBezTo>
                    <a:pt x="4545" y="457"/>
                    <a:pt x="4822" y="435"/>
                    <a:pt x="5099" y="435"/>
                  </a:cubicBezTo>
                  <a:cubicBezTo>
                    <a:pt x="5376" y="435"/>
                    <a:pt x="5653" y="457"/>
                    <a:pt x="5923" y="500"/>
                  </a:cubicBezTo>
                  <a:cubicBezTo>
                    <a:pt x="6230" y="559"/>
                    <a:pt x="6448" y="821"/>
                    <a:pt x="6448" y="1127"/>
                  </a:cubicBezTo>
                  <a:lnTo>
                    <a:pt x="6448" y="1813"/>
                  </a:lnTo>
                  <a:cubicBezTo>
                    <a:pt x="6448" y="1901"/>
                    <a:pt x="6506" y="1973"/>
                    <a:pt x="6580" y="2002"/>
                  </a:cubicBezTo>
                  <a:cubicBezTo>
                    <a:pt x="6784" y="2105"/>
                    <a:pt x="6988" y="2206"/>
                    <a:pt x="7163" y="2338"/>
                  </a:cubicBezTo>
                  <a:cubicBezTo>
                    <a:pt x="7202" y="2369"/>
                    <a:pt x="7245" y="2384"/>
                    <a:pt x="7288" y="2384"/>
                  </a:cubicBezTo>
                  <a:cubicBezTo>
                    <a:pt x="7325" y="2384"/>
                    <a:pt x="7362" y="2373"/>
                    <a:pt x="7397" y="2352"/>
                  </a:cubicBezTo>
                  <a:lnTo>
                    <a:pt x="7994" y="2017"/>
                  </a:lnTo>
                  <a:cubicBezTo>
                    <a:pt x="8093" y="1957"/>
                    <a:pt x="8202" y="1927"/>
                    <a:pt x="8311" y="1927"/>
                  </a:cubicBezTo>
                  <a:cubicBezTo>
                    <a:pt x="8491" y="1927"/>
                    <a:pt x="8670" y="2008"/>
                    <a:pt x="8797" y="2163"/>
                  </a:cubicBezTo>
                  <a:cubicBezTo>
                    <a:pt x="8972" y="2367"/>
                    <a:pt x="9132" y="2601"/>
                    <a:pt x="9264" y="2834"/>
                  </a:cubicBezTo>
                  <a:cubicBezTo>
                    <a:pt x="9410" y="3068"/>
                    <a:pt x="9526" y="3330"/>
                    <a:pt x="9614" y="3578"/>
                  </a:cubicBezTo>
                  <a:cubicBezTo>
                    <a:pt x="9730" y="3869"/>
                    <a:pt x="9614" y="4190"/>
                    <a:pt x="9351" y="4351"/>
                  </a:cubicBezTo>
                  <a:lnTo>
                    <a:pt x="8753" y="4686"/>
                  </a:lnTo>
                  <a:cubicBezTo>
                    <a:pt x="8680" y="4731"/>
                    <a:pt x="8636" y="4818"/>
                    <a:pt x="8636" y="4906"/>
                  </a:cubicBezTo>
                  <a:cubicBezTo>
                    <a:pt x="8651" y="5022"/>
                    <a:pt x="8651" y="5124"/>
                    <a:pt x="8651" y="5240"/>
                  </a:cubicBezTo>
                  <a:cubicBezTo>
                    <a:pt x="8651" y="5343"/>
                    <a:pt x="8651" y="5460"/>
                    <a:pt x="8636" y="5577"/>
                  </a:cubicBezTo>
                  <a:cubicBezTo>
                    <a:pt x="8636" y="5664"/>
                    <a:pt x="8680" y="5736"/>
                    <a:pt x="8753" y="5781"/>
                  </a:cubicBezTo>
                  <a:lnTo>
                    <a:pt x="9351" y="6131"/>
                  </a:lnTo>
                  <a:cubicBezTo>
                    <a:pt x="9614" y="6277"/>
                    <a:pt x="9730" y="6612"/>
                    <a:pt x="9614" y="6903"/>
                  </a:cubicBezTo>
                  <a:cubicBezTo>
                    <a:pt x="9526" y="7152"/>
                    <a:pt x="9410" y="7399"/>
                    <a:pt x="9264" y="7648"/>
                  </a:cubicBezTo>
                  <a:cubicBezTo>
                    <a:pt x="9132" y="7881"/>
                    <a:pt x="8972" y="8115"/>
                    <a:pt x="8797" y="8319"/>
                  </a:cubicBezTo>
                  <a:cubicBezTo>
                    <a:pt x="8669" y="8473"/>
                    <a:pt x="8491" y="8554"/>
                    <a:pt x="8310" y="8554"/>
                  </a:cubicBezTo>
                  <a:cubicBezTo>
                    <a:pt x="8202" y="8554"/>
                    <a:pt x="8093" y="8525"/>
                    <a:pt x="7994" y="8465"/>
                  </a:cubicBezTo>
                  <a:lnTo>
                    <a:pt x="7397" y="8129"/>
                  </a:lnTo>
                  <a:cubicBezTo>
                    <a:pt x="7360" y="8107"/>
                    <a:pt x="7320" y="8096"/>
                    <a:pt x="7279" y="8096"/>
                  </a:cubicBezTo>
                  <a:cubicBezTo>
                    <a:pt x="7239" y="8096"/>
                    <a:pt x="7199" y="8107"/>
                    <a:pt x="7163" y="8129"/>
                  </a:cubicBezTo>
                  <a:cubicBezTo>
                    <a:pt x="6988" y="8260"/>
                    <a:pt x="6784" y="8377"/>
                    <a:pt x="6580" y="8479"/>
                  </a:cubicBezTo>
                  <a:cubicBezTo>
                    <a:pt x="6506" y="8508"/>
                    <a:pt x="6448" y="8581"/>
                    <a:pt x="6448" y="8669"/>
                  </a:cubicBezTo>
                  <a:lnTo>
                    <a:pt x="6448" y="9354"/>
                  </a:lnTo>
                  <a:cubicBezTo>
                    <a:pt x="6448" y="9661"/>
                    <a:pt x="6230" y="9923"/>
                    <a:pt x="5923" y="9982"/>
                  </a:cubicBezTo>
                  <a:cubicBezTo>
                    <a:pt x="5653" y="10025"/>
                    <a:pt x="5376" y="10047"/>
                    <a:pt x="5099" y="10047"/>
                  </a:cubicBezTo>
                  <a:cubicBezTo>
                    <a:pt x="4822" y="10047"/>
                    <a:pt x="4545" y="10025"/>
                    <a:pt x="4275" y="9982"/>
                  </a:cubicBezTo>
                  <a:cubicBezTo>
                    <a:pt x="3968" y="9923"/>
                    <a:pt x="3750" y="9661"/>
                    <a:pt x="3750" y="9354"/>
                  </a:cubicBezTo>
                  <a:lnTo>
                    <a:pt x="3750" y="8669"/>
                  </a:lnTo>
                  <a:cubicBezTo>
                    <a:pt x="3750" y="8581"/>
                    <a:pt x="3706" y="8508"/>
                    <a:pt x="3633" y="8479"/>
                  </a:cubicBezTo>
                  <a:cubicBezTo>
                    <a:pt x="3429" y="8377"/>
                    <a:pt x="3225" y="8260"/>
                    <a:pt x="3050" y="8129"/>
                  </a:cubicBezTo>
                  <a:cubicBezTo>
                    <a:pt x="3013" y="8107"/>
                    <a:pt x="2969" y="8096"/>
                    <a:pt x="2925" y="8096"/>
                  </a:cubicBezTo>
                  <a:cubicBezTo>
                    <a:pt x="2882" y="8096"/>
                    <a:pt x="2838" y="8107"/>
                    <a:pt x="2801" y="8129"/>
                  </a:cubicBezTo>
                  <a:lnTo>
                    <a:pt x="2218" y="8465"/>
                  </a:lnTo>
                  <a:cubicBezTo>
                    <a:pt x="2114" y="8525"/>
                    <a:pt x="2001" y="8554"/>
                    <a:pt x="1892" y="8554"/>
                  </a:cubicBezTo>
                  <a:cubicBezTo>
                    <a:pt x="1709" y="8554"/>
                    <a:pt x="1534" y="8473"/>
                    <a:pt x="1416" y="8319"/>
                  </a:cubicBezTo>
                  <a:cubicBezTo>
                    <a:pt x="1387" y="8290"/>
                    <a:pt x="1358" y="8260"/>
                    <a:pt x="1343" y="8231"/>
                  </a:cubicBezTo>
                  <a:cubicBezTo>
                    <a:pt x="1301" y="8182"/>
                    <a:pt x="1237" y="8155"/>
                    <a:pt x="1172" y="8155"/>
                  </a:cubicBezTo>
                  <a:cubicBezTo>
                    <a:pt x="1123" y="8155"/>
                    <a:pt x="1075" y="8170"/>
                    <a:pt x="1037" y="8202"/>
                  </a:cubicBezTo>
                  <a:cubicBezTo>
                    <a:pt x="934" y="8274"/>
                    <a:pt x="920" y="8406"/>
                    <a:pt x="992" y="8508"/>
                  </a:cubicBezTo>
                  <a:lnTo>
                    <a:pt x="1080" y="8595"/>
                  </a:lnTo>
                  <a:cubicBezTo>
                    <a:pt x="1291" y="8852"/>
                    <a:pt x="1595" y="8988"/>
                    <a:pt x="1904" y="8988"/>
                  </a:cubicBezTo>
                  <a:cubicBezTo>
                    <a:pt x="2086" y="8988"/>
                    <a:pt x="2269" y="8941"/>
                    <a:pt x="2437" y="8844"/>
                  </a:cubicBezTo>
                  <a:lnTo>
                    <a:pt x="2904" y="8566"/>
                  </a:lnTo>
                  <a:cubicBezTo>
                    <a:pt x="3035" y="8654"/>
                    <a:pt x="3180" y="8741"/>
                    <a:pt x="3312" y="8815"/>
                  </a:cubicBezTo>
                  <a:lnTo>
                    <a:pt x="3312" y="9354"/>
                  </a:lnTo>
                  <a:cubicBezTo>
                    <a:pt x="3312" y="9879"/>
                    <a:pt x="3692" y="10317"/>
                    <a:pt x="4202" y="10404"/>
                  </a:cubicBezTo>
                  <a:cubicBezTo>
                    <a:pt x="4508" y="10462"/>
                    <a:pt x="4800" y="10478"/>
                    <a:pt x="5106" y="10478"/>
                  </a:cubicBezTo>
                  <a:cubicBezTo>
                    <a:pt x="5398" y="10478"/>
                    <a:pt x="5705" y="10462"/>
                    <a:pt x="5996" y="10404"/>
                  </a:cubicBezTo>
                  <a:cubicBezTo>
                    <a:pt x="6521" y="10317"/>
                    <a:pt x="6885" y="9879"/>
                    <a:pt x="6885" y="9354"/>
                  </a:cubicBezTo>
                  <a:lnTo>
                    <a:pt x="6885" y="8815"/>
                  </a:lnTo>
                  <a:cubicBezTo>
                    <a:pt x="7031" y="8741"/>
                    <a:pt x="7163" y="8654"/>
                    <a:pt x="7294" y="8566"/>
                  </a:cubicBezTo>
                  <a:lnTo>
                    <a:pt x="7776" y="8844"/>
                  </a:lnTo>
                  <a:cubicBezTo>
                    <a:pt x="7943" y="8941"/>
                    <a:pt x="8127" y="8988"/>
                    <a:pt x="8309" y="8988"/>
                  </a:cubicBezTo>
                  <a:cubicBezTo>
                    <a:pt x="8617" y="8988"/>
                    <a:pt x="8921" y="8852"/>
                    <a:pt x="9132" y="8595"/>
                  </a:cubicBezTo>
                  <a:cubicBezTo>
                    <a:pt x="9322" y="8377"/>
                    <a:pt x="9497" y="8129"/>
                    <a:pt x="9643" y="7866"/>
                  </a:cubicBezTo>
                  <a:cubicBezTo>
                    <a:pt x="9789" y="7603"/>
                    <a:pt x="9920" y="7327"/>
                    <a:pt x="10022" y="7049"/>
                  </a:cubicBezTo>
                  <a:cubicBezTo>
                    <a:pt x="10211" y="6553"/>
                    <a:pt x="10007" y="6014"/>
                    <a:pt x="9555" y="5752"/>
                  </a:cubicBezTo>
                  <a:lnTo>
                    <a:pt x="9089" y="5474"/>
                  </a:lnTo>
                  <a:lnTo>
                    <a:pt x="9089" y="5240"/>
                  </a:lnTo>
                  <a:lnTo>
                    <a:pt x="9089" y="5007"/>
                  </a:lnTo>
                  <a:lnTo>
                    <a:pt x="9555" y="4731"/>
                  </a:lnTo>
                  <a:cubicBezTo>
                    <a:pt x="10007" y="4468"/>
                    <a:pt x="10211" y="3928"/>
                    <a:pt x="10022" y="3432"/>
                  </a:cubicBezTo>
                  <a:cubicBezTo>
                    <a:pt x="9920" y="3155"/>
                    <a:pt x="9803" y="2877"/>
                    <a:pt x="9643" y="2615"/>
                  </a:cubicBezTo>
                  <a:cubicBezTo>
                    <a:pt x="9497" y="2352"/>
                    <a:pt x="9322" y="2105"/>
                    <a:pt x="9132" y="1886"/>
                  </a:cubicBezTo>
                  <a:cubicBezTo>
                    <a:pt x="8921" y="1629"/>
                    <a:pt x="8618" y="1493"/>
                    <a:pt x="8310" y="1493"/>
                  </a:cubicBezTo>
                  <a:cubicBezTo>
                    <a:pt x="8128" y="1493"/>
                    <a:pt x="7944" y="1541"/>
                    <a:pt x="7776" y="1638"/>
                  </a:cubicBezTo>
                  <a:lnTo>
                    <a:pt x="7294" y="1915"/>
                  </a:lnTo>
                  <a:cubicBezTo>
                    <a:pt x="7163" y="1827"/>
                    <a:pt x="7031" y="1740"/>
                    <a:pt x="6885" y="1667"/>
                  </a:cubicBezTo>
                  <a:lnTo>
                    <a:pt x="6885" y="1127"/>
                  </a:lnTo>
                  <a:cubicBezTo>
                    <a:pt x="6885" y="602"/>
                    <a:pt x="6521" y="164"/>
                    <a:pt x="5996" y="77"/>
                  </a:cubicBezTo>
                  <a:cubicBezTo>
                    <a:pt x="5705" y="26"/>
                    <a:pt x="5406" y="1"/>
                    <a:pt x="51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56"/>
            <p:cNvSpPr/>
            <p:nvPr/>
          </p:nvSpPr>
          <p:spPr>
            <a:xfrm>
              <a:off x="3310613" y="2051525"/>
              <a:ext cx="156825" cy="156850"/>
            </a:xfrm>
            <a:custGeom>
              <a:avLst/>
              <a:gdLst/>
              <a:ahLst/>
              <a:cxnLst/>
              <a:rect l="l" t="t" r="r" b="b"/>
              <a:pathLst>
                <a:path w="6273" h="6274" extrusionOk="0">
                  <a:moveTo>
                    <a:pt x="3136" y="439"/>
                  </a:moveTo>
                  <a:cubicBezTo>
                    <a:pt x="4624" y="439"/>
                    <a:pt x="5835" y="1649"/>
                    <a:pt x="5835" y="3136"/>
                  </a:cubicBezTo>
                  <a:cubicBezTo>
                    <a:pt x="5835" y="4624"/>
                    <a:pt x="4624" y="5836"/>
                    <a:pt x="3136" y="5836"/>
                  </a:cubicBezTo>
                  <a:cubicBezTo>
                    <a:pt x="1648" y="5836"/>
                    <a:pt x="438" y="4624"/>
                    <a:pt x="438" y="3136"/>
                  </a:cubicBezTo>
                  <a:cubicBezTo>
                    <a:pt x="438" y="1649"/>
                    <a:pt x="1648" y="439"/>
                    <a:pt x="3136" y="439"/>
                  </a:cubicBezTo>
                  <a:close/>
                  <a:moveTo>
                    <a:pt x="3136" y="1"/>
                  </a:moveTo>
                  <a:cubicBezTo>
                    <a:pt x="1401" y="1"/>
                    <a:pt x="0" y="1401"/>
                    <a:pt x="0" y="3136"/>
                  </a:cubicBezTo>
                  <a:cubicBezTo>
                    <a:pt x="0" y="4858"/>
                    <a:pt x="1401" y="6273"/>
                    <a:pt x="3136" y="6273"/>
                  </a:cubicBezTo>
                  <a:cubicBezTo>
                    <a:pt x="4857" y="6273"/>
                    <a:pt x="6273" y="4858"/>
                    <a:pt x="6273" y="3136"/>
                  </a:cubicBezTo>
                  <a:cubicBezTo>
                    <a:pt x="6273" y="1401"/>
                    <a:pt x="4857" y="1"/>
                    <a:pt x="3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56"/>
            <p:cNvSpPr/>
            <p:nvPr/>
          </p:nvSpPr>
          <p:spPr>
            <a:xfrm>
              <a:off x="3455013" y="2209475"/>
              <a:ext cx="161950" cy="158725"/>
            </a:xfrm>
            <a:custGeom>
              <a:avLst/>
              <a:gdLst/>
              <a:ahLst/>
              <a:cxnLst/>
              <a:rect l="l" t="t" r="r" b="b"/>
              <a:pathLst>
                <a:path w="6478" h="6349" extrusionOk="0">
                  <a:moveTo>
                    <a:pt x="4245" y="433"/>
                  </a:moveTo>
                  <a:cubicBezTo>
                    <a:pt x="4300" y="433"/>
                    <a:pt x="4355" y="444"/>
                    <a:pt x="4406" y="465"/>
                  </a:cubicBezTo>
                  <a:cubicBezTo>
                    <a:pt x="4507" y="509"/>
                    <a:pt x="4581" y="582"/>
                    <a:pt x="4624" y="684"/>
                  </a:cubicBezTo>
                  <a:cubicBezTo>
                    <a:pt x="4668" y="786"/>
                    <a:pt x="4668" y="903"/>
                    <a:pt x="4624" y="1005"/>
                  </a:cubicBezTo>
                  <a:lnTo>
                    <a:pt x="4493" y="1311"/>
                  </a:lnTo>
                  <a:cubicBezTo>
                    <a:pt x="4449" y="1399"/>
                    <a:pt x="4478" y="1515"/>
                    <a:pt x="4552" y="1574"/>
                  </a:cubicBezTo>
                  <a:cubicBezTo>
                    <a:pt x="4682" y="1661"/>
                    <a:pt x="4785" y="1778"/>
                    <a:pt x="4887" y="1895"/>
                  </a:cubicBezTo>
                  <a:cubicBezTo>
                    <a:pt x="4926" y="1944"/>
                    <a:pt x="4986" y="1974"/>
                    <a:pt x="5048" y="1974"/>
                  </a:cubicBezTo>
                  <a:cubicBezTo>
                    <a:pt x="5077" y="1974"/>
                    <a:pt x="5107" y="1967"/>
                    <a:pt x="5135" y="1953"/>
                  </a:cubicBezTo>
                  <a:lnTo>
                    <a:pt x="5456" y="1822"/>
                  </a:lnTo>
                  <a:cubicBezTo>
                    <a:pt x="5500" y="1808"/>
                    <a:pt x="5551" y="1800"/>
                    <a:pt x="5604" y="1800"/>
                  </a:cubicBezTo>
                  <a:cubicBezTo>
                    <a:pt x="5657" y="1800"/>
                    <a:pt x="5711" y="1808"/>
                    <a:pt x="5762" y="1822"/>
                  </a:cubicBezTo>
                  <a:cubicBezTo>
                    <a:pt x="5865" y="1865"/>
                    <a:pt x="5937" y="1953"/>
                    <a:pt x="5981" y="2056"/>
                  </a:cubicBezTo>
                  <a:cubicBezTo>
                    <a:pt x="6024" y="2157"/>
                    <a:pt x="6024" y="2260"/>
                    <a:pt x="5981" y="2361"/>
                  </a:cubicBezTo>
                  <a:cubicBezTo>
                    <a:pt x="5937" y="2464"/>
                    <a:pt x="5865" y="2552"/>
                    <a:pt x="5762" y="2581"/>
                  </a:cubicBezTo>
                  <a:lnTo>
                    <a:pt x="5456" y="2711"/>
                  </a:lnTo>
                  <a:cubicBezTo>
                    <a:pt x="5353" y="2756"/>
                    <a:pt x="5310" y="2843"/>
                    <a:pt x="5310" y="2945"/>
                  </a:cubicBezTo>
                  <a:cubicBezTo>
                    <a:pt x="5339" y="3091"/>
                    <a:pt x="5339" y="3252"/>
                    <a:pt x="5310" y="3398"/>
                  </a:cubicBezTo>
                  <a:cubicBezTo>
                    <a:pt x="5310" y="3499"/>
                    <a:pt x="5353" y="3587"/>
                    <a:pt x="5456" y="3631"/>
                  </a:cubicBezTo>
                  <a:lnTo>
                    <a:pt x="5762" y="3762"/>
                  </a:lnTo>
                  <a:cubicBezTo>
                    <a:pt x="5865" y="3791"/>
                    <a:pt x="5937" y="3878"/>
                    <a:pt x="5981" y="3981"/>
                  </a:cubicBezTo>
                  <a:cubicBezTo>
                    <a:pt x="6024" y="4083"/>
                    <a:pt x="6024" y="4185"/>
                    <a:pt x="5981" y="4287"/>
                  </a:cubicBezTo>
                  <a:cubicBezTo>
                    <a:pt x="5937" y="4389"/>
                    <a:pt x="5865" y="4477"/>
                    <a:pt x="5762" y="4520"/>
                  </a:cubicBezTo>
                  <a:cubicBezTo>
                    <a:pt x="5711" y="4535"/>
                    <a:pt x="5657" y="4542"/>
                    <a:pt x="5604" y="4542"/>
                  </a:cubicBezTo>
                  <a:cubicBezTo>
                    <a:pt x="5551" y="4542"/>
                    <a:pt x="5500" y="4535"/>
                    <a:pt x="5456" y="4520"/>
                  </a:cubicBezTo>
                  <a:lnTo>
                    <a:pt x="5135" y="4389"/>
                  </a:lnTo>
                  <a:cubicBezTo>
                    <a:pt x="5107" y="4375"/>
                    <a:pt x="5077" y="4369"/>
                    <a:pt x="5048" y="4369"/>
                  </a:cubicBezTo>
                  <a:cubicBezTo>
                    <a:pt x="4986" y="4369"/>
                    <a:pt x="4926" y="4398"/>
                    <a:pt x="4887" y="4448"/>
                  </a:cubicBezTo>
                  <a:cubicBezTo>
                    <a:pt x="4785" y="4565"/>
                    <a:pt x="4682" y="4681"/>
                    <a:pt x="4552" y="4769"/>
                  </a:cubicBezTo>
                  <a:cubicBezTo>
                    <a:pt x="4478" y="4841"/>
                    <a:pt x="4449" y="4944"/>
                    <a:pt x="4493" y="5031"/>
                  </a:cubicBezTo>
                  <a:lnTo>
                    <a:pt x="4624" y="5337"/>
                  </a:lnTo>
                  <a:cubicBezTo>
                    <a:pt x="4668" y="5440"/>
                    <a:pt x="4668" y="5556"/>
                    <a:pt x="4624" y="5658"/>
                  </a:cubicBezTo>
                  <a:cubicBezTo>
                    <a:pt x="4581" y="5761"/>
                    <a:pt x="4507" y="5833"/>
                    <a:pt x="4406" y="5877"/>
                  </a:cubicBezTo>
                  <a:cubicBezTo>
                    <a:pt x="4352" y="5899"/>
                    <a:pt x="4298" y="5909"/>
                    <a:pt x="4245" y="5909"/>
                  </a:cubicBezTo>
                  <a:cubicBezTo>
                    <a:pt x="4081" y="5909"/>
                    <a:pt x="3932" y="5812"/>
                    <a:pt x="3866" y="5658"/>
                  </a:cubicBezTo>
                  <a:lnTo>
                    <a:pt x="3735" y="5337"/>
                  </a:lnTo>
                  <a:cubicBezTo>
                    <a:pt x="3695" y="5259"/>
                    <a:pt x="3621" y="5204"/>
                    <a:pt x="3543" y="5204"/>
                  </a:cubicBezTo>
                  <a:cubicBezTo>
                    <a:pt x="3534" y="5204"/>
                    <a:pt x="3525" y="5205"/>
                    <a:pt x="3515" y="5206"/>
                  </a:cubicBezTo>
                  <a:cubicBezTo>
                    <a:pt x="3436" y="5213"/>
                    <a:pt x="3359" y="5217"/>
                    <a:pt x="3283" y="5217"/>
                  </a:cubicBezTo>
                  <a:cubicBezTo>
                    <a:pt x="3206" y="5217"/>
                    <a:pt x="3129" y="5213"/>
                    <a:pt x="3049" y="5206"/>
                  </a:cubicBezTo>
                  <a:cubicBezTo>
                    <a:pt x="3039" y="5205"/>
                    <a:pt x="3030" y="5204"/>
                    <a:pt x="3020" y="5204"/>
                  </a:cubicBezTo>
                  <a:cubicBezTo>
                    <a:pt x="2940" y="5204"/>
                    <a:pt x="2857" y="5259"/>
                    <a:pt x="2831" y="5337"/>
                  </a:cubicBezTo>
                  <a:lnTo>
                    <a:pt x="2699" y="5658"/>
                  </a:lnTo>
                  <a:cubicBezTo>
                    <a:pt x="2655" y="5761"/>
                    <a:pt x="2568" y="5833"/>
                    <a:pt x="2480" y="5877"/>
                  </a:cubicBezTo>
                  <a:cubicBezTo>
                    <a:pt x="2429" y="5899"/>
                    <a:pt x="2374" y="5910"/>
                    <a:pt x="2320" y="5910"/>
                  </a:cubicBezTo>
                  <a:cubicBezTo>
                    <a:pt x="2265" y="5910"/>
                    <a:pt x="2210" y="5899"/>
                    <a:pt x="2160" y="5877"/>
                  </a:cubicBezTo>
                  <a:cubicBezTo>
                    <a:pt x="1955" y="5790"/>
                    <a:pt x="1853" y="5556"/>
                    <a:pt x="1940" y="5337"/>
                  </a:cubicBezTo>
                  <a:lnTo>
                    <a:pt x="2072" y="5031"/>
                  </a:lnTo>
                  <a:cubicBezTo>
                    <a:pt x="2101" y="4944"/>
                    <a:pt x="2072" y="4827"/>
                    <a:pt x="1998" y="4769"/>
                  </a:cubicBezTo>
                  <a:cubicBezTo>
                    <a:pt x="1882" y="4681"/>
                    <a:pt x="1765" y="4565"/>
                    <a:pt x="1678" y="4448"/>
                  </a:cubicBezTo>
                  <a:cubicBezTo>
                    <a:pt x="1634" y="4403"/>
                    <a:pt x="1576" y="4374"/>
                    <a:pt x="1503" y="4374"/>
                  </a:cubicBezTo>
                  <a:cubicBezTo>
                    <a:pt x="1473" y="4374"/>
                    <a:pt x="1444" y="4374"/>
                    <a:pt x="1430" y="4389"/>
                  </a:cubicBezTo>
                  <a:lnTo>
                    <a:pt x="1109" y="4520"/>
                  </a:lnTo>
                  <a:cubicBezTo>
                    <a:pt x="1058" y="4535"/>
                    <a:pt x="1007" y="4542"/>
                    <a:pt x="956" y="4542"/>
                  </a:cubicBezTo>
                  <a:cubicBezTo>
                    <a:pt x="905" y="4542"/>
                    <a:pt x="854" y="4535"/>
                    <a:pt x="802" y="4520"/>
                  </a:cubicBezTo>
                  <a:cubicBezTo>
                    <a:pt x="701" y="4477"/>
                    <a:pt x="613" y="4389"/>
                    <a:pt x="569" y="4287"/>
                  </a:cubicBezTo>
                  <a:cubicBezTo>
                    <a:pt x="526" y="4185"/>
                    <a:pt x="526" y="4083"/>
                    <a:pt x="569" y="3981"/>
                  </a:cubicBezTo>
                  <a:cubicBezTo>
                    <a:pt x="613" y="3878"/>
                    <a:pt x="701" y="3791"/>
                    <a:pt x="802" y="3762"/>
                  </a:cubicBezTo>
                  <a:lnTo>
                    <a:pt x="1109" y="3631"/>
                  </a:lnTo>
                  <a:cubicBezTo>
                    <a:pt x="1197" y="3587"/>
                    <a:pt x="1255" y="3499"/>
                    <a:pt x="1240" y="3398"/>
                  </a:cubicBezTo>
                  <a:cubicBezTo>
                    <a:pt x="1226" y="3252"/>
                    <a:pt x="1226" y="3091"/>
                    <a:pt x="1240" y="2945"/>
                  </a:cubicBezTo>
                  <a:cubicBezTo>
                    <a:pt x="1255" y="2843"/>
                    <a:pt x="1197" y="2756"/>
                    <a:pt x="1109" y="2711"/>
                  </a:cubicBezTo>
                  <a:lnTo>
                    <a:pt x="802" y="2581"/>
                  </a:lnTo>
                  <a:cubicBezTo>
                    <a:pt x="584" y="2507"/>
                    <a:pt x="481" y="2260"/>
                    <a:pt x="569" y="2056"/>
                  </a:cubicBezTo>
                  <a:cubicBezTo>
                    <a:pt x="636" y="1887"/>
                    <a:pt x="798" y="1797"/>
                    <a:pt x="962" y="1797"/>
                  </a:cubicBezTo>
                  <a:cubicBezTo>
                    <a:pt x="1012" y="1797"/>
                    <a:pt x="1062" y="1805"/>
                    <a:pt x="1109" y="1822"/>
                  </a:cubicBezTo>
                  <a:lnTo>
                    <a:pt x="1430" y="1953"/>
                  </a:lnTo>
                  <a:cubicBezTo>
                    <a:pt x="1458" y="1967"/>
                    <a:pt x="1488" y="1974"/>
                    <a:pt x="1517" y="1974"/>
                  </a:cubicBezTo>
                  <a:cubicBezTo>
                    <a:pt x="1579" y="1974"/>
                    <a:pt x="1638" y="1944"/>
                    <a:pt x="1678" y="1895"/>
                  </a:cubicBezTo>
                  <a:cubicBezTo>
                    <a:pt x="1780" y="1778"/>
                    <a:pt x="1882" y="1661"/>
                    <a:pt x="1998" y="1574"/>
                  </a:cubicBezTo>
                  <a:cubicBezTo>
                    <a:pt x="2072" y="1515"/>
                    <a:pt x="2101" y="1399"/>
                    <a:pt x="2072" y="1311"/>
                  </a:cubicBezTo>
                  <a:lnTo>
                    <a:pt x="1940" y="1005"/>
                  </a:lnTo>
                  <a:cubicBezTo>
                    <a:pt x="1897" y="903"/>
                    <a:pt x="1897" y="786"/>
                    <a:pt x="1940" y="684"/>
                  </a:cubicBezTo>
                  <a:cubicBezTo>
                    <a:pt x="1984" y="582"/>
                    <a:pt x="2057" y="509"/>
                    <a:pt x="2160" y="465"/>
                  </a:cubicBezTo>
                  <a:cubicBezTo>
                    <a:pt x="2210" y="444"/>
                    <a:pt x="2265" y="433"/>
                    <a:pt x="2320" y="433"/>
                  </a:cubicBezTo>
                  <a:cubicBezTo>
                    <a:pt x="2374" y="433"/>
                    <a:pt x="2429" y="444"/>
                    <a:pt x="2480" y="465"/>
                  </a:cubicBezTo>
                  <a:cubicBezTo>
                    <a:pt x="2568" y="509"/>
                    <a:pt x="2655" y="582"/>
                    <a:pt x="2699" y="684"/>
                  </a:cubicBezTo>
                  <a:lnTo>
                    <a:pt x="2831" y="1005"/>
                  </a:lnTo>
                  <a:cubicBezTo>
                    <a:pt x="2857" y="1084"/>
                    <a:pt x="2940" y="1138"/>
                    <a:pt x="3020" y="1138"/>
                  </a:cubicBezTo>
                  <a:cubicBezTo>
                    <a:pt x="3030" y="1138"/>
                    <a:pt x="3039" y="1138"/>
                    <a:pt x="3049" y="1136"/>
                  </a:cubicBezTo>
                  <a:cubicBezTo>
                    <a:pt x="3122" y="1129"/>
                    <a:pt x="3198" y="1126"/>
                    <a:pt x="3277" y="1126"/>
                  </a:cubicBezTo>
                  <a:cubicBezTo>
                    <a:pt x="3355" y="1126"/>
                    <a:pt x="3436" y="1129"/>
                    <a:pt x="3515" y="1136"/>
                  </a:cubicBezTo>
                  <a:cubicBezTo>
                    <a:pt x="3525" y="1138"/>
                    <a:pt x="3534" y="1138"/>
                    <a:pt x="3543" y="1138"/>
                  </a:cubicBezTo>
                  <a:cubicBezTo>
                    <a:pt x="3621" y="1138"/>
                    <a:pt x="3695" y="1084"/>
                    <a:pt x="3735" y="1005"/>
                  </a:cubicBezTo>
                  <a:lnTo>
                    <a:pt x="3866" y="684"/>
                  </a:lnTo>
                  <a:cubicBezTo>
                    <a:pt x="3910" y="582"/>
                    <a:pt x="3982" y="509"/>
                    <a:pt x="4085" y="465"/>
                  </a:cubicBezTo>
                  <a:cubicBezTo>
                    <a:pt x="4136" y="444"/>
                    <a:pt x="4190" y="433"/>
                    <a:pt x="4245" y="433"/>
                  </a:cubicBezTo>
                  <a:close/>
                  <a:moveTo>
                    <a:pt x="2329" y="1"/>
                  </a:moveTo>
                  <a:cubicBezTo>
                    <a:pt x="2219" y="1"/>
                    <a:pt x="2106" y="23"/>
                    <a:pt x="1998" y="72"/>
                  </a:cubicBezTo>
                  <a:cubicBezTo>
                    <a:pt x="1780" y="144"/>
                    <a:pt x="1619" y="319"/>
                    <a:pt x="1532" y="523"/>
                  </a:cubicBezTo>
                  <a:cubicBezTo>
                    <a:pt x="1444" y="728"/>
                    <a:pt x="1444" y="961"/>
                    <a:pt x="1532" y="1165"/>
                  </a:cubicBezTo>
                  <a:lnTo>
                    <a:pt x="1605" y="1340"/>
                  </a:lnTo>
                  <a:cubicBezTo>
                    <a:pt x="1547" y="1385"/>
                    <a:pt x="1503" y="1443"/>
                    <a:pt x="1444" y="1501"/>
                  </a:cubicBezTo>
                  <a:lnTo>
                    <a:pt x="1284" y="1428"/>
                  </a:lnTo>
                  <a:cubicBezTo>
                    <a:pt x="1178" y="1385"/>
                    <a:pt x="1068" y="1365"/>
                    <a:pt x="960" y="1365"/>
                  </a:cubicBezTo>
                  <a:cubicBezTo>
                    <a:pt x="624" y="1365"/>
                    <a:pt x="308" y="1560"/>
                    <a:pt x="176" y="1881"/>
                  </a:cubicBezTo>
                  <a:cubicBezTo>
                    <a:pt x="1" y="2318"/>
                    <a:pt x="205" y="2814"/>
                    <a:pt x="627" y="2989"/>
                  </a:cubicBezTo>
                  <a:lnTo>
                    <a:pt x="802" y="3062"/>
                  </a:lnTo>
                  <a:cubicBezTo>
                    <a:pt x="788" y="3135"/>
                    <a:pt x="788" y="3207"/>
                    <a:pt x="802" y="3281"/>
                  </a:cubicBezTo>
                  <a:lnTo>
                    <a:pt x="627" y="3353"/>
                  </a:lnTo>
                  <a:cubicBezTo>
                    <a:pt x="423" y="3441"/>
                    <a:pt x="263" y="3602"/>
                    <a:pt x="176" y="3806"/>
                  </a:cubicBezTo>
                  <a:cubicBezTo>
                    <a:pt x="88" y="4024"/>
                    <a:pt x="88" y="4244"/>
                    <a:pt x="176" y="4462"/>
                  </a:cubicBezTo>
                  <a:cubicBezTo>
                    <a:pt x="263" y="4666"/>
                    <a:pt x="423" y="4827"/>
                    <a:pt x="627" y="4915"/>
                  </a:cubicBezTo>
                  <a:cubicBezTo>
                    <a:pt x="729" y="4958"/>
                    <a:pt x="839" y="4980"/>
                    <a:pt x="950" y="4980"/>
                  </a:cubicBezTo>
                  <a:cubicBezTo>
                    <a:pt x="1061" y="4980"/>
                    <a:pt x="1175" y="4958"/>
                    <a:pt x="1284" y="4915"/>
                  </a:cubicBezTo>
                  <a:lnTo>
                    <a:pt x="1444" y="4841"/>
                  </a:lnTo>
                  <a:cubicBezTo>
                    <a:pt x="1503" y="4899"/>
                    <a:pt x="1547" y="4958"/>
                    <a:pt x="1605" y="5002"/>
                  </a:cubicBezTo>
                  <a:lnTo>
                    <a:pt x="1532" y="5177"/>
                  </a:lnTo>
                  <a:cubicBezTo>
                    <a:pt x="1357" y="5600"/>
                    <a:pt x="1561" y="6096"/>
                    <a:pt x="1998" y="6286"/>
                  </a:cubicBezTo>
                  <a:cubicBezTo>
                    <a:pt x="2101" y="6328"/>
                    <a:pt x="2208" y="6348"/>
                    <a:pt x="2313" y="6348"/>
                  </a:cubicBezTo>
                  <a:cubicBezTo>
                    <a:pt x="2643" y="6348"/>
                    <a:pt x="2960" y="6151"/>
                    <a:pt x="3093" y="5819"/>
                  </a:cubicBezTo>
                  <a:lnTo>
                    <a:pt x="3165" y="5658"/>
                  </a:lnTo>
                  <a:lnTo>
                    <a:pt x="3399" y="5658"/>
                  </a:lnTo>
                  <a:lnTo>
                    <a:pt x="3457" y="5819"/>
                  </a:lnTo>
                  <a:cubicBezTo>
                    <a:pt x="3603" y="6140"/>
                    <a:pt x="3910" y="6344"/>
                    <a:pt x="4245" y="6344"/>
                  </a:cubicBezTo>
                  <a:cubicBezTo>
                    <a:pt x="4348" y="6344"/>
                    <a:pt x="4464" y="6329"/>
                    <a:pt x="4566" y="6286"/>
                  </a:cubicBezTo>
                  <a:cubicBezTo>
                    <a:pt x="4770" y="6198"/>
                    <a:pt x="4931" y="6023"/>
                    <a:pt x="5019" y="5819"/>
                  </a:cubicBezTo>
                  <a:cubicBezTo>
                    <a:pt x="5106" y="5615"/>
                    <a:pt x="5106" y="5381"/>
                    <a:pt x="5019" y="5177"/>
                  </a:cubicBezTo>
                  <a:lnTo>
                    <a:pt x="4960" y="5002"/>
                  </a:lnTo>
                  <a:lnTo>
                    <a:pt x="5120" y="4841"/>
                  </a:lnTo>
                  <a:lnTo>
                    <a:pt x="5281" y="4915"/>
                  </a:lnTo>
                  <a:cubicBezTo>
                    <a:pt x="5383" y="4958"/>
                    <a:pt x="5493" y="4980"/>
                    <a:pt x="5602" y="4980"/>
                  </a:cubicBezTo>
                  <a:cubicBezTo>
                    <a:pt x="5711" y="4980"/>
                    <a:pt x="5821" y="4958"/>
                    <a:pt x="5923" y="4915"/>
                  </a:cubicBezTo>
                  <a:cubicBezTo>
                    <a:pt x="6141" y="4827"/>
                    <a:pt x="6302" y="4666"/>
                    <a:pt x="6390" y="4462"/>
                  </a:cubicBezTo>
                  <a:cubicBezTo>
                    <a:pt x="6477" y="4244"/>
                    <a:pt x="6477" y="4024"/>
                    <a:pt x="6390" y="3806"/>
                  </a:cubicBezTo>
                  <a:cubicBezTo>
                    <a:pt x="6302" y="3602"/>
                    <a:pt x="6141" y="3441"/>
                    <a:pt x="5923" y="3353"/>
                  </a:cubicBezTo>
                  <a:lnTo>
                    <a:pt x="5762" y="3281"/>
                  </a:lnTo>
                  <a:lnTo>
                    <a:pt x="5762" y="3062"/>
                  </a:lnTo>
                  <a:lnTo>
                    <a:pt x="5923" y="2989"/>
                  </a:lnTo>
                  <a:cubicBezTo>
                    <a:pt x="6141" y="2902"/>
                    <a:pt x="6302" y="2741"/>
                    <a:pt x="6390" y="2536"/>
                  </a:cubicBezTo>
                  <a:cubicBezTo>
                    <a:pt x="6477" y="2318"/>
                    <a:pt x="6477" y="2099"/>
                    <a:pt x="6390" y="1881"/>
                  </a:cubicBezTo>
                  <a:cubicBezTo>
                    <a:pt x="6302" y="1676"/>
                    <a:pt x="6141" y="1515"/>
                    <a:pt x="5923" y="1428"/>
                  </a:cubicBezTo>
                  <a:cubicBezTo>
                    <a:pt x="5821" y="1384"/>
                    <a:pt x="5711" y="1362"/>
                    <a:pt x="5602" y="1362"/>
                  </a:cubicBezTo>
                  <a:cubicBezTo>
                    <a:pt x="5493" y="1362"/>
                    <a:pt x="5383" y="1384"/>
                    <a:pt x="5281" y="1428"/>
                  </a:cubicBezTo>
                  <a:lnTo>
                    <a:pt x="5120" y="1501"/>
                  </a:lnTo>
                  <a:lnTo>
                    <a:pt x="4960" y="1340"/>
                  </a:lnTo>
                  <a:lnTo>
                    <a:pt x="5019" y="1165"/>
                  </a:lnTo>
                  <a:cubicBezTo>
                    <a:pt x="5106" y="961"/>
                    <a:pt x="5106" y="728"/>
                    <a:pt x="5019" y="523"/>
                  </a:cubicBezTo>
                  <a:cubicBezTo>
                    <a:pt x="4931" y="319"/>
                    <a:pt x="4770" y="144"/>
                    <a:pt x="4566" y="72"/>
                  </a:cubicBezTo>
                  <a:cubicBezTo>
                    <a:pt x="4458" y="23"/>
                    <a:pt x="4346" y="1"/>
                    <a:pt x="4235" y="1"/>
                  </a:cubicBezTo>
                  <a:cubicBezTo>
                    <a:pt x="3911" y="1"/>
                    <a:pt x="3599" y="197"/>
                    <a:pt x="3457" y="523"/>
                  </a:cubicBezTo>
                  <a:lnTo>
                    <a:pt x="3399" y="684"/>
                  </a:lnTo>
                  <a:lnTo>
                    <a:pt x="3165" y="684"/>
                  </a:lnTo>
                  <a:lnTo>
                    <a:pt x="3093" y="523"/>
                  </a:lnTo>
                  <a:cubicBezTo>
                    <a:pt x="2963" y="197"/>
                    <a:pt x="2654" y="1"/>
                    <a:pt x="2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56"/>
            <p:cNvSpPr/>
            <p:nvPr/>
          </p:nvSpPr>
          <p:spPr>
            <a:xfrm>
              <a:off x="3505338" y="2256825"/>
              <a:ext cx="63475" cy="63850"/>
            </a:xfrm>
            <a:custGeom>
              <a:avLst/>
              <a:gdLst/>
              <a:ahLst/>
              <a:cxnLst/>
              <a:rect l="l" t="t" r="r" b="b"/>
              <a:pathLst>
                <a:path w="2539" h="2554" extrusionOk="0">
                  <a:moveTo>
                    <a:pt x="1269" y="438"/>
                  </a:moveTo>
                  <a:cubicBezTo>
                    <a:pt x="1722" y="438"/>
                    <a:pt x="2101" y="817"/>
                    <a:pt x="2101" y="1284"/>
                  </a:cubicBezTo>
                  <a:cubicBezTo>
                    <a:pt x="2101" y="1737"/>
                    <a:pt x="1722" y="2116"/>
                    <a:pt x="1269" y="2116"/>
                  </a:cubicBezTo>
                  <a:cubicBezTo>
                    <a:pt x="802" y="2116"/>
                    <a:pt x="423" y="1737"/>
                    <a:pt x="423" y="1284"/>
                  </a:cubicBezTo>
                  <a:cubicBezTo>
                    <a:pt x="423" y="817"/>
                    <a:pt x="802" y="438"/>
                    <a:pt x="1269" y="438"/>
                  </a:cubicBezTo>
                  <a:close/>
                  <a:moveTo>
                    <a:pt x="1269" y="1"/>
                  </a:moveTo>
                  <a:cubicBezTo>
                    <a:pt x="569" y="1"/>
                    <a:pt x="1" y="570"/>
                    <a:pt x="1" y="1284"/>
                  </a:cubicBezTo>
                  <a:cubicBezTo>
                    <a:pt x="1" y="1984"/>
                    <a:pt x="569" y="2554"/>
                    <a:pt x="1269" y="2554"/>
                  </a:cubicBezTo>
                  <a:cubicBezTo>
                    <a:pt x="1969" y="2554"/>
                    <a:pt x="2539" y="1984"/>
                    <a:pt x="2539" y="1284"/>
                  </a:cubicBezTo>
                  <a:cubicBezTo>
                    <a:pt x="2539" y="570"/>
                    <a:pt x="1969" y="1"/>
                    <a:pt x="1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56"/>
            <p:cNvSpPr/>
            <p:nvPr/>
          </p:nvSpPr>
          <p:spPr>
            <a:xfrm>
              <a:off x="3514438" y="2083250"/>
              <a:ext cx="114925" cy="121475"/>
            </a:xfrm>
            <a:custGeom>
              <a:avLst/>
              <a:gdLst/>
              <a:ahLst/>
              <a:cxnLst/>
              <a:rect l="l" t="t" r="r" b="b"/>
              <a:pathLst>
                <a:path w="4597" h="4859" extrusionOk="0">
                  <a:moveTo>
                    <a:pt x="2350" y="438"/>
                  </a:moveTo>
                  <a:cubicBezTo>
                    <a:pt x="2597" y="438"/>
                    <a:pt x="2817" y="642"/>
                    <a:pt x="2817" y="905"/>
                  </a:cubicBezTo>
                  <a:lnTo>
                    <a:pt x="2817" y="1051"/>
                  </a:lnTo>
                  <a:cubicBezTo>
                    <a:pt x="2817" y="1124"/>
                    <a:pt x="2860" y="1196"/>
                    <a:pt x="2933" y="1241"/>
                  </a:cubicBezTo>
                  <a:cubicBezTo>
                    <a:pt x="2992" y="1270"/>
                    <a:pt x="3035" y="1299"/>
                    <a:pt x="3079" y="1328"/>
                  </a:cubicBezTo>
                  <a:cubicBezTo>
                    <a:pt x="3115" y="1350"/>
                    <a:pt x="3155" y="1361"/>
                    <a:pt x="3195" y="1361"/>
                  </a:cubicBezTo>
                  <a:cubicBezTo>
                    <a:pt x="3235" y="1361"/>
                    <a:pt x="3276" y="1350"/>
                    <a:pt x="3312" y="1328"/>
                  </a:cubicBezTo>
                  <a:lnTo>
                    <a:pt x="3429" y="1255"/>
                  </a:lnTo>
                  <a:cubicBezTo>
                    <a:pt x="3507" y="1216"/>
                    <a:pt x="3584" y="1197"/>
                    <a:pt x="3666" y="1197"/>
                  </a:cubicBezTo>
                  <a:cubicBezTo>
                    <a:pt x="3707" y="1197"/>
                    <a:pt x="3749" y="1202"/>
                    <a:pt x="3793" y="1212"/>
                  </a:cubicBezTo>
                  <a:cubicBezTo>
                    <a:pt x="3910" y="1241"/>
                    <a:pt x="4013" y="1328"/>
                    <a:pt x="4071" y="1430"/>
                  </a:cubicBezTo>
                  <a:cubicBezTo>
                    <a:pt x="4129" y="1547"/>
                    <a:pt x="4143" y="1663"/>
                    <a:pt x="4114" y="1780"/>
                  </a:cubicBezTo>
                  <a:cubicBezTo>
                    <a:pt x="4085" y="1912"/>
                    <a:pt x="4013" y="2013"/>
                    <a:pt x="3896" y="2072"/>
                  </a:cubicBezTo>
                  <a:lnTo>
                    <a:pt x="3779" y="2145"/>
                  </a:lnTo>
                  <a:cubicBezTo>
                    <a:pt x="3706" y="2188"/>
                    <a:pt x="3663" y="2262"/>
                    <a:pt x="3677" y="2349"/>
                  </a:cubicBezTo>
                  <a:lnTo>
                    <a:pt x="3677" y="2422"/>
                  </a:lnTo>
                  <a:lnTo>
                    <a:pt x="3677" y="2509"/>
                  </a:lnTo>
                  <a:cubicBezTo>
                    <a:pt x="3663" y="2597"/>
                    <a:pt x="3706" y="2670"/>
                    <a:pt x="3779" y="2713"/>
                  </a:cubicBezTo>
                  <a:lnTo>
                    <a:pt x="3896" y="2787"/>
                  </a:lnTo>
                  <a:cubicBezTo>
                    <a:pt x="4013" y="2845"/>
                    <a:pt x="4085" y="2947"/>
                    <a:pt x="4114" y="3064"/>
                  </a:cubicBezTo>
                  <a:cubicBezTo>
                    <a:pt x="4143" y="3195"/>
                    <a:pt x="4129" y="3312"/>
                    <a:pt x="4071" y="3429"/>
                  </a:cubicBezTo>
                  <a:cubicBezTo>
                    <a:pt x="4013" y="3530"/>
                    <a:pt x="3910" y="3604"/>
                    <a:pt x="3793" y="3647"/>
                  </a:cubicBezTo>
                  <a:cubicBezTo>
                    <a:pt x="3752" y="3656"/>
                    <a:pt x="3711" y="3661"/>
                    <a:pt x="3672" y="3661"/>
                  </a:cubicBezTo>
                  <a:cubicBezTo>
                    <a:pt x="3588" y="3661"/>
                    <a:pt x="3509" y="3639"/>
                    <a:pt x="3429" y="3589"/>
                  </a:cubicBezTo>
                  <a:lnTo>
                    <a:pt x="3312" y="3530"/>
                  </a:lnTo>
                  <a:cubicBezTo>
                    <a:pt x="3276" y="3509"/>
                    <a:pt x="3235" y="3498"/>
                    <a:pt x="3195" y="3498"/>
                  </a:cubicBezTo>
                  <a:cubicBezTo>
                    <a:pt x="3155" y="3498"/>
                    <a:pt x="3115" y="3509"/>
                    <a:pt x="3079" y="3530"/>
                  </a:cubicBezTo>
                  <a:cubicBezTo>
                    <a:pt x="3035" y="3559"/>
                    <a:pt x="2992" y="3589"/>
                    <a:pt x="2933" y="3618"/>
                  </a:cubicBezTo>
                  <a:cubicBezTo>
                    <a:pt x="2860" y="3647"/>
                    <a:pt x="2817" y="3735"/>
                    <a:pt x="2817" y="3808"/>
                  </a:cubicBezTo>
                  <a:lnTo>
                    <a:pt x="2817" y="3954"/>
                  </a:lnTo>
                  <a:cubicBezTo>
                    <a:pt x="2817" y="4216"/>
                    <a:pt x="2597" y="4421"/>
                    <a:pt x="2350" y="4421"/>
                  </a:cubicBezTo>
                  <a:cubicBezTo>
                    <a:pt x="2087" y="4421"/>
                    <a:pt x="1883" y="4216"/>
                    <a:pt x="1883" y="3954"/>
                  </a:cubicBezTo>
                  <a:lnTo>
                    <a:pt x="1883" y="3808"/>
                  </a:lnTo>
                  <a:cubicBezTo>
                    <a:pt x="1883" y="3735"/>
                    <a:pt x="1839" y="3647"/>
                    <a:pt x="1766" y="3618"/>
                  </a:cubicBezTo>
                  <a:cubicBezTo>
                    <a:pt x="1708" y="3589"/>
                    <a:pt x="1664" y="3559"/>
                    <a:pt x="1605" y="3530"/>
                  </a:cubicBezTo>
                  <a:cubicBezTo>
                    <a:pt x="1576" y="3501"/>
                    <a:pt x="1533" y="3501"/>
                    <a:pt x="1489" y="3501"/>
                  </a:cubicBezTo>
                  <a:cubicBezTo>
                    <a:pt x="1459" y="3501"/>
                    <a:pt x="1416" y="3501"/>
                    <a:pt x="1387" y="3530"/>
                  </a:cubicBezTo>
                  <a:lnTo>
                    <a:pt x="1255" y="3589"/>
                  </a:lnTo>
                  <a:cubicBezTo>
                    <a:pt x="1186" y="3639"/>
                    <a:pt x="1103" y="3661"/>
                    <a:pt x="1020" y="3661"/>
                  </a:cubicBezTo>
                  <a:cubicBezTo>
                    <a:pt x="981" y="3661"/>
                    <a:pt x="942" y="3656"/>
                    <a:pt x="905" y="3647"/>
                  </a:cubicBezTo>
                  <a:cubicBezTo>
                    <a:pt x="788" y="3604"/>
                    <a:pt x="687" y="3530"/>
                    <a:pt x="629" y="3429"/>
                  </a:cubicBezTo>
                  <a:cubicBezTo>
                    <a:pt x="555" y="3312"/>
                    <a:pt x="541" y="3195"/>
                    <a:pt x="570" y="3064"/>
                  </a:cubicBezTo>
                  <a:cubicBezTo>
                    <a:pt x="613" y="2947"/>
                    <a:pt x="687" y="2845"/>
                    <a:pt x="788" y="2787"/>
                  </a:cubicBezTo>
                  <a:lnTo>
                    <a:pt x="920" y="2713"/>
                  </a:lnTo>
                  <a:cubicBezTo>
                    <a:pt x="993" y="2670"/>
                    <a:pt x="1022" y="2597"/>
                    <a:pt x="1022" y="2509"/>
                  </a:cubicBezTo>
                  <a:lnTo>
                    <a:pt x="1022" y="2422"/>
                  </a:lnTo>
                  <a:lnTo>
                    <a:pt x="1022" y="2349"/>
                  </a:lnTo>
                  <a:cubicBezTo>
                    <a:pt x="1022" y="2262"/>
                    <a:pt x="993" y="2188"/>
                    <a:pt x="920" y="2145"/>
                  </a:cubicBezTo>
                  <a:lnTo>
                    <a:pt x="788" y="2072"/>
                  </a:lnTo>
                  <a:cubicBezTo>
                    <a:pt x="687" y="2013"/>
                    <a:pt x="613" y="1912"/>
                    <a:pt x="570" y="1780"/>
                  </a:cubicBezTo>
                  <a:cubicBezTo>
                    <a:pt x="541" y="1663"/>
                    <a:pt x="555" y="1547"/>
                    <a:pt x="629" y="1430"/>
                  </a:cubicBezTo>
                  <a:cubicBezTo>
                    <a:pt x="687" y="1328"/>
                    <a:pt x="788" y="1241"/>
                    <a:pt x="905" y="1212"/>
                  </a:cubicBezTo>
                  <a:cubicBezTo>
                    <a:pt x="944" y="1202"/>
                    <a:pt x="985" y="1197"/>
                    <a:pt x="1026" y="1197"/>
                  </a:cubicBezTo>
                  <a:cubicBezTo>
                    <a:pt x="1107" y="1197"/>
                    <a:pt x="1188" y="1216"/>
                    <a:pt x="1255" y="1255"/>
                  </a:cubicBezTo>
                  <a:lnTo>
                    <a:pt x="1387" y="1328"/>
                  </a:lnTo>
                  <a:cubicBezTo>
                    <a:pt x="1423" y="1350"/>
                    <a:pt x="1463" y="1361"/>
                    <a:pt x="1501" y="1361"/>
                  </a:cubicBezTo>
                  <a:cubicBezTo>
                    <a:pt x="1540" y="1361"/>
                    <a:pt x="1576" y="1350"/>
                    <a:pt x="1605" y="1328"/>
                  </a:cubicBezTo>
                  <a:cubicBezTo>
                    <a:pt x="1664" y="1299"/>
                    <a:pt x="1708" y="1270"/>
                    <a:pt x="1766" y="1241"/>
                  </a:cubicBezTo>
                  <a:cubicBezTo>
                    <a:pt x="1839" y="1196"/>
                    <a:pt x="1883" y="1124"/>
                    <a:pt x="1883" y="1051"/>
                  </a:cubicBezTo>
                  <a:lnTo>
                    <a:pt x="1883" y="905"/>
                  </a:lnTo>
                  <a:cubicBezTo>
                    <a:pt x="1883" y="642"/>
                    <a:pt x="2087" y="438"/>
                    <a:pt x="2350" y="438"/>
                  </a:cubicBezTo>
                  <a:close/>
                  <a:moveTo>
                    <a:pt x="2350" y="0"/>
                  </a:moveTo>
                  <a:cubicBezTo>
                    <a:pt x="1868" y="0"/>
                    <a:pt x="1459" y="395"/>
                    <a:pt x="1445" y="862"/>
                  </a:cubicBezTo>
                  <a:cubicBezTo>
                    <a:pt x="1311" y="794"/>
                    <a:pt x="1164" y="758"/>
                    <a:pt x="1017" y="758"/>
                  </a:cubicBezTo>
                  <a:cubicBezTo>
                    <a:pt x="940" y="758"/>
                    <a:pt x="864" y="768"/>
                    <a:pt x="788" y="788"/>
                  </a:cubicBezTo>
                  <a:cubicBezTo>
                    <a:pt x="555" y="862"/>
                    <a:pt x="366" y="1007"/>
                    <a:pt x="249" y="1212"/>
                  </a:cubicBezTo>
                  <a:cubicBezTo>
                    <a:pt x="1" y="1634"/>
                    <a:pt x="133" y="2174"/>
                    <a:pt x="541" y="2422"/>
                  </a:cubicBezTo>
                  <a:cubicBezTo>
                    <a:pt x="133" y="2684"/>
                    <a:pt x="1" y="3225"/>
                    <a:pt x="249" y="3647"/>
                  </a:cubicBezTo>
                  <a:cubicBezTo>
                    <a:pt x="366" y="3851"/>
                    <a:pt x="555" y="3997"/>
                    <a:pt x="788" y="4055"/>
                  </a:cubicBezTo>
                  <a:cubicBezTo>
                    <a:pt x="870" y="4077"/>
                    <a:pt x="954" y="4089"/>
                    <a:pt x="1038" y="4089"/>
                  </a:cubicBezTo>
                  <a:cubicBezTo>
                    <a:pt x="1178" y="4089"/>
                    <a:pt x="1318" y="4056"/>
                    <a:pt x="1445" y="3983"/>
                  </a:cubicBezTo>
                  <a:cubicBezTo>
                    <a:pt x="1459" y="4464"/>
                    <a:pt x="1868" y="4858"/>
                    <a:pt x="2350" y="4858"/>
                  </a:cubicBezTo>
                  <a:cubicBezTo>
                    <a:pt x="2831" y="4858"/>
                    <a:pt x="3225" y="4464"/>
                    <a:pt x="3254" y="3983"/>
                  </a:cubicBezTo>
                  <a:cubicBezTo>
                    <a:pt x="3373" y="4056"/>
                    <a:pt x="3508" y="4089"/>
                    <a:pt x="3647" y="4089"/>
                  </a:cubicBezTo>
                  <a:cubicBezTo>
                    <a:pt x="3730" y="4089"/>
                    <a:pt x="3814" y="4077"/>
                    <a:pt x="3896" y="4055"/>
                  </a:cubicBezTo>
                  <a:cubicBezTo>
                    <a:pt x="4129" y="3997"/>
                    <a:pt x="4334" y="3851"/>
                    <a:pt x="4450" y="3647"/>
                  </a:cubicBezTo>
                  <a:cubicBezTo>
                    <a:pt x="4567" y="3429"/>
                    <a:pt x="4596" y="3195"/>
                    <a:pt x="4538" y="2962"/>
                  </a:cubicBezTo>
                  <a:cubicBezTo>
                    <a:pt x="4479" y="2743"/>
                    <a:pt x="4348" y="2554"/>
                    <a:pt x="4143" y="2422"/>
                  </a:cubicBezTo>
                  <a:cubicBezTo>
                    <a:pt x="4348" y="2305"/>
                    <a:pt x="4479" y="2116"/>
                    <a:pt x="4538" y="1897"/>
                  </a:cubicBezTo>
                  <a:cubicBezTo>
                    <a:pt x="4596" y="1663"/>
                    <a:pt x="4567" y="1430"/>
                    <a:pt x="4450" y="1212"/>
                  </a:cubicBezTo>
                  <a:cubicBezTo>
                    <a:pt x="4334" y="1007"/>
                    <a:pt x="4129" y="862"/>
                    <a:pt x="3896" y="788"/>
                  </a:cubicBezTo>
                  <a:cubicBezTo>
                    <a:pt x="3821" y="768"/>
                    <a:pt x="3744" y="758"/>
                    <a:pt x="3668" y="758"/>
                  </a:cubicBezTo>
                  <a:cubicBezTo>
                    <a:pt x="3522" y="758"/>
                    <a:pt x="3378" y="794"/>
                    <a:pt x="3254" y="862"/>
                  </a:cubicBezTo>
                  <a:cubicBezTo>
                    <a:pt x="3225" y="395"/>
                    <a:pt x="2831" y="0"/>
                    <a:pt x="2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56"/>
            <p:cNvSpPr/>
            <p:nvPr/>
          </p:nvSpPr>
          <p:spPr>
            <a:xfrm>
              <a:off x="3547988" y="2118975"/>
              <a:ext cx="50350" cy="50000"/>
            </a:xfrm>
            <a:custGeom>
              <a:avLst/>
              <a:gdLst/>
              <a:ahLst/>
              <a:cxnLst/>
              <a:rect l="l" t="t" r="r" b="b"/>
              <a:pathLst>
                <a:path w="2014" h="2000" extrusionOk="0">
                  <a:moveTo>
                    <a:pt x="1008" y="424"/>
                  </a:moveTo>
                  <a:cubicBezTo>
                    <a:pt x="1314" y="424"/>
                    <a:pt x="1576" y="687"/>
                    <a:pt x="1576" y="993"/>
                  </a:cubicBezTo>
                  <a:cubicBezTo>
                    <a:pt x="1576" y="1314"/>
                    <a:pt x="1314" y="1576"/>
                    <a:pt x="1008" y="1576"/>
                  </a:cubicBezTo>
                  <a:cubicBezTo>
                    <a:pt x="687" y="1576"/>
                    <a:pt x="438" y="1314"/>
                    <a:pt x="438" y="993"/>
                  </a:cubicBezTo>
                  <a:cubicBezTo>
                    <a:pt x="438" y="687"/>
                    <a:pt x="687" y="424"/>
                    <a:pt x="1008" y="424"/>
                  </a:cubicBezTo>
                  <a:close/>
                  <a:moveTo>
                    <a:pt x="1008" y="1"/>
                  </a:moveTo>
                  <a:cubicBezTo>
                    <a:pt x="453" y="1"/>
                    <a:pt x="1" y="438"/>
                    <a:pt x="1" y="993"/>
                  </a:cubicBezTo>
                  <a:cubicBezTo>
                    <a:pt x="1" y="1547"/>
                    <a:pt x="453" y="2000"/>
                    <a:pt x="1008" y="2000"/>
                  </a:cubicBezTo>
                  <a:cubicBezTo>
                    <a:pt x="1562" y="2000"/>
                    <a:pt x="2014" y="1547"/>
                    <a:pt x="2014" y="993"/>
                  </a:cubicBezTo>
                  <a:cubicBezTo>
                    <a:pt x="2014" y="438"/>
                    <a:pt x="1562" y="1"/>
                    <a:pt x="10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56"/>
            <p:cNvSpPr/>
            <p:nvPr/>
          </p:nvSpPr>
          <p:spPr>
            <a:xfrm>
              <a:off x="3257713" y="2252450"/>
              <a:ext cx="121100" cy="111275"/>
            </a:xfrm>
            <a:custGeom>
              <a:avLst/>
              <a:gdLst/>
              <a:ahLst/>
              <a:cxnLst/>
              <a:rect l="l" t="t" r="r" b="b"/>
              <a:pathLst>
                <a:path w="4844" h="4451" extrusionOk="0">
                  <a:moveTo>
                    <a:pt x="3180" y="432"/>
                  </a:moveTo>
                  <a:cubicBezTo>
                    <a:pt x="3260" y="432"/>
                    <a:pt x="3341" y="453"/>
                    <a:pt x="3414" y="496"/>
                  </a:cubicBezTo>
                  <a:cubicBezTo>
                    <a:pt x="3531" y="555"/>
                    <a:pt x="3604" y="658"/>
                    <a:pt x="3633" y="774"/>
                  </a:cubicBezTo>
                  <a:cubicBezTo>
                    <a:pt x="3663" y="905"/>
                    <a:pt x="3647" y="1022"/>
                    <a:pt x="3589" y="1138"/>
                  </a:cubicBezTo>
                  <a:lnTo>
                    <a:pt x="3517" y="1255"/>
                  </a:lnTo>
                  <a:cubicBezTo>
                    <a:pt x="3472" y="1329"/>
                    <a:pt x="3472" y="1416"/>
                    <a:pt x="3531" y="1488"/>
                  </a:cubicBezTo>
                  <a:cubicBezTo>
                    <a:pt x="3560" y="1533"/>
                    <a:pt x="3589" y="1576"/>
                    <a:pt x="3604" y="1634"/>
                  </a:cubicBezTo>
                  <a:cubicBezTo>
                    <a:pt x="3647" y="1708"/>
                    <a:pt x="3721" y="1751"/>
                    <a:pt x="3808" y="1751"/>
                  </a:cubicBezTo>
                  <a:lnTo>
                    <a:pt x="3939" y="1751"/>
                  </a:lnTo>
                  <a:cubicBezTo>
                    <a:pt x="4202" y="1751"/>
                    <a:pt x="4406" y="1970"/>
                    <a:pt x="4406" y="2218"/>
                  </a:cubicBezTo>
                  <a:cubicBezTo>
                    <a:pt x="4406" y="2480"/>
                    <a:pt x="4202" y="2684"/>
                    <a:pt x="3939" y="2684"/>
                  </a:cubicBezTo>
                  <a:lnTo>
                    <a:pt x="3808" y="2684"/>
                  </a:lnTo>
                  <a:cubicBezTo>
                    <a:pt x="3721" y="2684"/>
                    <a:pt x="3647" y="2729"/>
                    <a:pt x="3604" y="2816"/>
                  </a:cubicBezTo>
                  <a:cubicBezTo>
                    <a:pt x="3589" y="2860"/>
                    <a:pt x="3560" y="2904"/>
                    <a:pt x="3531" y="2962"/>
                  </a:cubicBezTo>
                  <a:cubicBezTo>
                    <a:pt x="3472" y="3021"/>
                    <a:pt x="3472" y="3122"/>
                    <a:pt x="3517" y="3180"/>
                  </a:cubicBezTo>
                  <a:lnTo>
                    <a:pt x="3589" y="3312"/>
                  </a:lnTo>
                  <a:cubicBezTo>
                    <a:pt x="3721" y="3531"/>
                    <a:pt x="3633" y="3822"/>
                    <a:pt x="3414" y="3939"/>
                  </a:cubicBezTo>
                  <a:cubicBezTo>
                    <a:pt x="3340" y="3983"/>
                    <a:pt x="3258" y="4005"/>
                    <a:pt x="3177" y="4005"/>
                  </a:cubicBezTo>
                  <a:cubicBezTo>
                    <a:pt x="3017" y="4005"/>
                    <a:pt x="2859" y="3924"/>
                    <a:pt x="2772" y="3779"/>
                  </a:cubicBezTo>
                  <a:lnTo>
                    <a:pt x="2714" y="3647"/>
                  </a:lnTo>
                  <a:cubicBezTo>
                    <a:pt x="2671" y="3575"/>
                    <a:pt x="2583" y="3546"/>
                    <a:pt x="2510" y="3546"/>
                  </a:cubicBezTo>
                  <a:lnTo>
                    <a:pt x="2335" y="3546"/>
                  </a:lnTo>
                  <a:cubicBezTo>
                    <a:pt x="2247" y="3546"/>
                    <a:pt x="2175" y="3575"/>
                    <a:pt x="2130" y="3647"/>
                  </a:cubicBezTo>
                  <a:lnTo>
                    <a:pt x="2058" y="3779"/>
                  </a:lnTo>
                  <a:cubicBezTo>
                    <a:pt x="2000" y="3881"/>
                    <a:pt x="1897" y="3954"/>
                    <a:pt x="1780" y="3997"/>
                  </a:cubicBezTo>
                  <a:cubicBezTo>
                    <a:pt x="1743" y="4007"/>
                    <a:pt x="1704" y="4011"/>
                    <a:pt x="1666" y="4011"/>
                  </a:cubicBezTo>
                  <a:cubicBezTo>
                    <a:pt x="1583" y="4011"/>
                    <a:pt x="1500" y="3989"/>
                    <a:pt x="1430" y="3939"/>
                  </a:cubicBezTo>
                  <a:cubicBezTo>
                    <a:pt x="1197" y="3822"/>
                    <a:pt x="1124" y="3531"/>
                    <a:pt x="1255" y="3312"/>
                  </a:cubicBezTo>
                  <a:lnTo>
                    <a:pt x="1329" y="3180"/>
                  </a:lnTo>
                  <a:cubicBezTo>
                    <a:pt x="1372" y="3122"/>
                    <a:pt x="1358" y="3021"/>
                    <a:pt x="1313" y="2962"/>
                  </a:cubicBezTo>
                  <a:cubicBezTo>
                    <a:pt x="1284" y="2904"/>
                    <a:pt x="1255" y="2860"/>
                    <a:pt x="1226" y="2816"/>
                  </a:cubicBezTo>
                  <a:cubicBezTo>
                    <a:pt x="1197" y="2729"/>
                    <a:pt x="1124" y="2684"/>
                    <a:pt x="1037" y="2684"/>
                  </a:cubicBezTo>
                  <a:lnTo>
                    <a:pt x="891" y="2684"/>
                  </a:lnTo>
                  <a:cubicBezTo>
                    <a:pt x="643" y="2684"/>
                    <a:pt x="424" y="2480"/>
                    <a:pt x="424" y="2218"/>
                  </a:cubicBezTo>
                  <a:cubicBezTo>
                    <a:pt x="424" y="1970"/>
                    <a:pt x="643" y="1751"/>
                    <a:pt x="891" y="1751"/>
                  </a:cubicBezTo>
                  <a:lnTo>
                    <a:pt x="1037" y="1751"/>
                  </a:lnTo>
                  <a:cubicBezTo>
                    <a:pt x="1124" y="1751"/>
                    <a:pt x="1197" y="1708"/>
                    <a:pt x="1226" y="1634"/>
                  </a:cubicBezTo>
                  <a:cubicBezTo>
                    <a:pt x="1255" y="1576"/>
                    <a:pt x="1284" y="1533"/>
                    <a:pt x="1313" y="1488"/>
                  </a:cubicBezTo>
                  <a:cubicBezTo>
                    <a:pt x="1358" y="1416"/>
                    <a:pt x="1372" y="1329"/>
                    <a:pt x="1329" y="1255"/>
                  </a:cubicBezTo>
                  <a:lnTo>
                    <a:pt x="1255" y="1138"/>
                  </a:lnTo>
                  <a:cubicBezTo>
                    <a:pt x="1197" y="1022"/>
                    <a:pt x="1183" y="905"/>
                    <a:pt x="1212" y="774"/>
                  </a:cubicBezTo>
                  <a:cubicBezTo>
                    <a:pt x="1241" y="658"/>
                    <a:pt x="1313" y="555"/>
                    <a:pt x="1430" y="496"/>
                  </a:cubicBezTo>
                  <a:cubicBezTo>
                    <a:pt x="1498" y="458"/>
                    <a:pt x="1579" y="439"/>
                    <a:pt x="1659" y="439"/>
                  </a:cubicBezTo>
                  <a:cubicBezTo>
                    <a:pt x="1700" y="439"/>
                    <a:pt x="1741" y="444"/>
                    <a:pt x="1780" y="453"/>
                  </a:cubicBezTo>
                  <a:cubicBezTo>
                    <a:pt x="1897" y="482"/>
                    <a:pt x="2000" y="555"/>
                    <a:pt x="2058" y="672"/>
                  </a:cubicBezTo>
                  <a:lnTo>
                    <a:pt x="2130" y="788"/>
                  </a:lnTo>
                  <a:cubicBezTo>
                    <a:pt x="2175" y="862"/>
                    <a:pt x="2247" y="905"/>
                    <a:pt x="2335" y="905"/>
                  </a:cubicBezTo>
                  <a:cubicBezTo>
                    <a:pt x="2371" y="898"/>
                    <a:pt x="2397" y="894"/>
                    <a:pt x="2423" y="894"/>
                  </a:cubicBezTo>
                  <a:cubicBezTo>
                    <a:pt x="2448" y="894"/>
                    <a:pt x="2473" y="898"/>
                    <a:pt x="2510" y="905"/>
                  </a:cubicBezTo>
                  <a:cubicBezTo>
                    <a:pt x="2583" y="905"/>
                    <a:pt x="2671" y="862"/>
                    <a:pt x="2714" y="788"/>
                  </a:cubicBezTo>
                  <a:lnTo>
                    <a:pt x="2772" y="672"/>
                  </a:lnTo>
                  <a:cubicBezTo>
                    <a:pt x="2860" y="516"/>
                    <a:pt x="3019" y="432"/>
                    <a:pt x="3180" y="432"/>
                  </a:cubicBezTo>
                  <a:close/>
                  <a:moveTo>
                    <a:pt x="1661" y="1"/>
                  </a:moveTo>
                  <a:cubicBezTo>
                    <a:pt x="1503" y="1"/>
                    <a:pt x="1348" y="39"/>
                    <a:pt x="1212" y="117"/>
                  </a:cubicBezTo>
                  <a:cubicBezTo>
                    <a:pt x="788" y="366"/>
                    <a:pt x="643" y="891"/>
                    <a:pt x="862" y="1313"/>
                  </a:cubicBezTo>
                  <a:cubicBezTo>
                    <a:pt x="380" y="1343"/>
                    <a:pt x="1" y="1737"/>
                    <a:pt x="1" y="2218"/>
                  </a:cubicBezTo>
                  <a:cubicBezTo>
                    <a:pt x="1" y="2714"/>
                    <a:pt x="380" y="3108"/>
                    <a:pt x="862" y="3122"/>
                  </a:cubicBezTo>
                  <a:cubicBezTo>
                    <a:pt x="643" y="3546"/>
                    <a:pt x="788" y="4085"/>
                    <a:pt x="1212" y="4318"/>
                  </a:cubicBezTo>
                  <a:cubicBezTo>
                    <a:pt x="1343" y="4406"/>
                    <a:pt x="1504" y="4450"/>
                    <a:pt x="1664" y="4450"/>
                  </a:cubicBezTo>
                  <a:cubicBezTo>
                    <a:pt x="1955" y="4450"/>
                    <a:pt x="2247" y="4289"/>
                    <a:pt x="2422" y="4026"/>
                  </a:cubicBezTo>
                  <a:cubicBezTo>
                    <a:pt x="2595" y="4295"/>
                    <a:pt x="2881" y="4444"/>
                    <a:pt x="3177" y="4444"/>
                  </a:cubicBezTo>
                  <a:cubicBezTo>
                    <a:pt x="3331" y="4444"/>
                    <a:pt x="3488" y="4403"/>
                    <a:pt x="3633" y="4318"/>
                  </a:cubicBezTo>
                  <a:cubicBezTo>
                    <a:pt x="4056" y="4085"/>
                    <a:pt x="4202" y="3546"/>
                    <a:pt x="3983" y="3122"/>
                  </a:cubicBezTo>
                  <a:cubicBezTo>
                    <a:pt x="4464" y="3108"/>
                    <a:pt x="4843" y="2714"/>
                    <a:pt x="4843" y="2218"/>
                  </a:cubicBezTo>
                  <a:cubicBezTo>
                    <a:pt x="4843" y="1737"/>
                    <a:pt x="4464" y="1343"/>
                    <a:pt x="3983" y="1313"/>
                  </a:cubicBezTo>
                  <a:cubicBezTo>
                    <a:pt x="4085" y="1124"/>
                    <a:pt x="4114" y="891"/>
                    <a:pt x="4056" y="672"/>
                  </a:cubicBezTo>
                  <a:cubicBezTo>
                    <a:pt x="3997" y="438"/>
                    <a:pt x="3838" y="234"/>
                    <a:pt x="3633" y="117"/>
                  </a:cubicBezTo>
                  <a:cubicBezTo>
                    <a:pt x="3492" y="40"/>
                    <a:pt x="3340" y="2"/>
                    <a:pt x="3190" y="2"/>
                  </a:cubicBezTo>
                  <a:cubicBezTo>
                    <a:pt x="2889" y="2"/>
                    <a:pt x="2597" y="152"/>
                    <a:pt x="2422" y="424"/>
                  </a:cubicBezTo>
                  <a:cubicBezTo>
                    <a:pt x="2305" y="234"/>
                    <a:pt x="2116" y="88"/>
                    <a:pt x="1897" y="30"/>
                  </a:cubicBezTo>
                  <a:cubicBezTo>
                    <a:pt x="1819" y="10"/>
                    <a:pt x="1740" y="1"/>
                    <a:pt x="16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56"/>
            <p:cNvSpPr/>
            <p:nvPr/>
          </p:nvSpPr>
          <p:spPr>
            <a:xfrm>
              <a:off x="3293113" y="2282725"/>
              <a:ext cx="50350" cy="50350"/>
            </a:xfrm>
            <a:custGeom>
              <a:avLst/>
              <a:gdLst/>
              <a:ahLst/>
              <a:cxnLst/>
              <a:rect l="l" t="t" r="r" b="b"/>
              <a:pathLst>
                <a:path w="2014" h="2014" extrusionOk="0">
                  <a:moveTo>
                    <a:pt x="1006" y="438"/>
                  </a:moveTo>
                  <a:cubicBezTo>
                    <a:pt x="1313" y="438"/>
                    <a:pt x="1576" y="701"/>
                    <a:pt x="1576" y="1007"/>
                  </a:cubicBezTo>
                  <a:cubicBezTo>
                    <a:pt x="1576" y="1328"/>
                    <a:pt x="1313" y="1576"/>
                    <a:pt x="1006" y="1576"/>
                  </a:cubicBezTo>
                  <a:cubicBezTo>
                    <a:pt x="685" y="1576"/>
                    <a:pt x="438" y="1328"/>
                    <a:pt x="438" y="1007"/>
                  </a:cubicBezTo>
                  <a:cubicBezTo>
                    <a:pt x="438" y="701"/>
                    <a:pt x="685" y="438"/>
                    <a:pt x="1006" y="438"/>
                  </a:cubicBezTo>
                  <a:close/>
                  <a:moveTo>
                    <a:pt x="1006" y="1"/>
                  </a:moveTo>
                  <a:cubicBezTo>
                    <a:pt x="452" y="1"/>
                    <a:pt x="0" y="452"/>
                    <a:pt x="0" y="1007"/>
                  </a:cubicBezTo>
                  <a:cubicBezTo>
                    <a:pt x="0" y="1561"/>
                    <a:pt x="452" y="2014"/>
                    <a:pt x="1006" y="2014"/>
                  </a:cubicBezTo>
                  <a:cubicBezTo>
                    <a:pt x="1560" y="2014"/>
                    <a:pt x="2013" y="1561"/>
                    <a:pt x="2013" y="1007"/>
                  </a:cubicBezTo>
                  <a:cubicBezTo>
                    <a:pt x="2013" y="452"/>
                    <a:pt x="1560" y="1"/>
                    <a:pt x="10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56"/>
            <p:cNvSpPr/>
            <p:nvPr/>
          </p:nvSpPr>
          <p:spPr>
            <a:xfrm>
              <a:off x="3352538" y="2093075"/>
              <a:ext cx="72600" cy="73725"/>
            </a:xfrm>
            <a:custGeom>
              <a:avLst/>
              <a:gdLst/>
              <a:ahLst/>
              <a:cxnLst/>
              <a:rect l="l" t="t" r="r" b="b"/>
              <a:pathLst>
                <a:path w="2904" h="2949" extrusionOk="0">
                  <a:moveTo>
                    <a:pt x="1005" y="0"/>
                  </a:moveTo>
                  <a:cubicBezTo>
                    <a:pt x="996" y="0"/>
                    <a:pt x="987" y="1"/>
                    <a:pt x="978" y="2"/>
                  </a:cubicBezTo>
                  <a:cubicBezTo>
                    <a:pt x="920" y="2"/>
                    <a:pt x="716" y="31"/>
                    <a:pt x="511" y="177"/>
                  </a:cubicBezTo>
                  <a:lnTo>
                    <a:pt x="395" y="60"/>
                  </a:lnTo>
                  <a:cubicBezTo>
                    <a:pt x="351" y="23"/>
                    <a:pt x="296" y="5"/>
                    <a:pt x="241" y="5"/>
                  </a:cubicBezTo>
                  <a:cubicBezTo>
                    <a:pt x="186" y="5"/>
                    <a:pt x="132" y="23"/>
                    <a:pt x="88" y="60"/>
                  </a:cubicBezTo>
                  <a:cubicBezTo>
                    <a:pt x="0" y="148"/>
                    <a:pt x="0" y="294"/>
                    <a:pt x="88" y="366"/>
                  </a:cubicBezTo>
                  <a:lnTo>
                    <a:pt x="220" y="498"/>
                  </a:lnTo>
                  <a:cubicBezTo>
                    <a:pt x="204" y="512"/>
                    <a:pt x="190" y="541"/>
                    <a:pt x="175" y="556"/>
                  </a:cubicBezTo>
                  <a:cubicBezTo>
                    <a:pt x="45" y="819"/>
                    <a:pt x="59" y="1124"/>
                    <a:pt x="234" y="1387"/>
                  </a:cubicBezTo>
                  <a:cubicBezTo>
                    <a:pt x="378" y="1597"/>
                    <a:pt x="593" y="1712"/>
                    <a:pt x="815" y="1712"/>
                  </a:cubicBezTo>
                  <a:cubicBezTo>
                    <a:pt x="840" y="1712"/>
                    <a:pt x="865" y="1711"/>
                    <a:pt x="891" y="1708"/>
                  </a:cubicBezTo>
                  <a:cubicBezTo>
                    <a:pt x="1109" y="1679"/>
                    <a:pt x="1357" y="1591"/>
                    <a:pt x="1751" y="1416"/>
                  </a:cubicBezTo>
                  <a:cubicBezTo>
                    <a:pt x="1830" y="1375"/>
                    <a:pt x="1901" y="1359"/>
                    <a:pt x="1964" y="1359"/>
                  </a:cubicBezTo>
                  <a:cubicBezTo>
                    <a:pt x="2145" y="1359"/>
                    <a:pt x="2258" y="1493"/>
                    <a:pt x="2291" y="1548"/>
                  </a:cubicBezTo>
                  <a:cubicBezTo>
                    <a:pt x="2422" y="1708"/>
                    <a:pt x="2451" y="2000"/>
                    <a:pt x="2233" y="2219"/>
                  </a:cubicBezTo>
                  <a:cubicBezTo>
                    <a:pt x="2042" y="2408"/>
                    <a:pt x="1970" y="2466"/>
                    <a:pt x="1721" y="2525"/>
                  </a:cubicBezTo>
                  <a:cubicBezTo>
                    <a:pt x="1605" y="2540"/>
                    <a:pt x="1517" y="2657"/>
                    <a:pt x="1546" y="2773"/>
                  </a:cubicBezTo>
                  <a:cubicBezTo>
                    <a:pt x="1576" y="2875"/>
                    <a:pt x="1663" y="2948"/>
                    <a:pt x="1766" y="2948"/>
                  </a:cubicBezTo>
                  <a:lnTo>
                    <a:pt x="1809" y="2948"/>
                  </a:lnTo>
                  <a:cubicBezTo>
                    <a:pt x="2087" y="2890"/>
                    <a:pt x="2233" y="2802"/>
                    <a:pt x="2392" y="2671"/>
                  </a:cubicBezTo>
                  <a:lnTo>
                    <a:pt x="2509" y="2802"/>
                  </a:lnTo>
                  <a:cubicBezTo>
                    <a:pt x="2553" y="2846"/>
                    <a:pt x="2612" y="2861"/>
                    <a:pt x="2670" y="2861"/>
                  </a:cubicBezTo>
                  <a:cubicBezTo>
                    <a:pt x="2729" y="2861"/>
                    <a:pt x="2787" y="2846"/>
                    <a:pt x="2830" y="2802"/>
                  </a:cubicBezTo>
                  <a:cubicBezTo>
                    <a:pt x="2904" y="2715"/>
                    <a:pt x="2904" y="2583"/>
                    <a:pt x="2830" y="2496"/>
                  </a:cubicBezTo>
                  <a:lnTo>
                    <a:pt x="2684" y="2350"/>
                  </a:lnTo>
                  <a:cubicBezTo>
                    <a:pt x="2904" y="2000"/>
                    <a:pt x="2845" y="1562"/>
                    <a:pt x="2655" y="1285"/>
                  </a:cubicBezTo>
                  <a:cubicBezTo>
                    <a:pt x="2480" y="1052"/>
                    <a:pt x="2234" y="922"/>
                    <a:pt x="1968" y="922"/>
                  </a:cubicBezTo>
                  <a:cubicBezTo>
                    <a:pt x="1835" y="922"/>
                    <a:pt x="1698" y="955"/>
                    <a:pt x="1562" y="1023"/>
                  </a:cubicBezTo>
                  <a:cubicBezTo>
                    <a:pt x="1313" y="1140"/>
                    <a:pt x="1036" y="1256"/>
                    <a:pt x="832" y="1285"/>
                  </a:cubicBezTo>
                  <a:cubicBezTo>
                    <a:pt x="759" y="1285"/>
                    <a:pt x="657" y="1241"/>
                    <a:pt x="599" y="1140"/>
                  </a:cubicBezTo>
                  <a:cubicBezTo>
                    <a:pt x="525" y="1052"/>
                    <a:pt x="482" y="891"/>
                    <a:pt x="555" y="760"/>
                  </a:cubicBezTo>
                  <a:cubicBezTo>
                    <a:pt x="716" y="469"/>
                    <a:pt x="978" y="439"/>
                    <a:pt x="1021" y="424"/>
                  </a:cubicBezTo>
                  <a:cubicBezTo>
                    <a:pt x="1138" y="424"/>
                    <a:pt x="1226" y="308"/>
                    <a:pt x="1212" y="191"/>
                  </a:cubicBezTo>
                  <a:cubicBezTo>
                    <a:pt x="1212" y="83"/>
                    <a:pt x="1112" y="0"/>
                    <a:pt x="10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56"/>
            <p:cNvSpPr/>
            <p:nvPr/>
          </p:nvSpPr>
          <p:spPr>
            <a:xfrm>
              <a:off x="3401038" y="2269600"/>
              <a:ext cx="62750" cy="93375"/>
            </a:xfrm>
            <a:custGeom>
              <a:avLst/>
              <a:gdLst/>
              <a:ahLst/>
              <a:cxnLst/>
              <a:rect l="l" t="t" r="r" b="b"/>
              <a:pathLst>
                <a:path w="2510" h="3735" extrusionOk="0">
                  <a:moveTo>
                    <a:pt x="1007" y="438"/>
                  </a:moveTo>
                  <a:cubicBezTo>
                    <a:pt x="1022" y="438"/>
                    <a:pt x="1065" y="438"/>
                    <a:pt x="1080" y="467"/>
                  </a:cubicBezTo>
                  <a:lnTo>
                    <a:pt x="1678" y="1372"/>
                  </a:lnTo>
                  <a:cubicBezTo>
                    <a:pt x="1693" y="1401"/>
                    <a:pt x="1693" y="1430"/>
                    <a:pt x="1678" y="1444"/>
                  </a:cubicBezTo>
                  <a:cubicBezTo>
                    <a:pt x="1678" y="1459"/>
                    <a:pt x="1649" y="1489"/>
                    <a:pt x="1619" y="1489"/>
                  </a:cubicBezTo>
                  <a:lnTo>
                    <a:pt x="1474" y="1503"/>
                  </a:lnTo>
                  <a:cubicBezTo>
                    <a:pt x="1415" y="1503"/>
                    <a:pt x="1357" y="1532"/>
                    <a:pt x="1314" y="1590"/>
                  </a:cubicBezTo>
                  <a:cubicBezTo>
                    <a:pt x="1269" y="1648"/>
                    <a:pt x="1269" y="1722"/>
                    <a:pt x="1284" y="1780"/>
                  </a:cubicBezTo>
                  <a:cubicBezTo>
                    <a:pt x="1430" y="2247"/>
                    <a:pt x="1664" y="2669"/>
                    <a:pt x="1955" y="3049"/>
                  </a:cubicBezTo>
                  <a:cubicBezTo>
                    <a:pt x="2014" y="3107"/>
                    <a:pt x="1999" y="3210"/>
                    <a:pt x="1926" y="3268"/>
                  </a:cubicBezTo>
                  <a:cubicBezTo>
                    <a:pt x="1897" y="3297"/>
                    <a:pt x="1868" y="3297"/>
                    <a:pt x="1839" y="3297"/>
                  </a:cubicBezTo>
                  <a:cubicBezTo>
                    <a:pt x="1780" y="3297"/>
                    <a:pt x="1736" y="3282"/>
                    <a:pt x="1707" y="3239"/>
                  </a:cubicBezTo>
                  <a:cubicBezTo>
                    <a:pt x="1357" y="2786"/>
                    <a:pt x="1094" y="2261"/>
                    <a:pt x="934" y="1707"/>
                  </a:cubicBezTo>
                  <a:cubicBezTo>
                    <a:pt x="905" y="1605"/>
                    <a:pt x="818" y="1547"/>
                    <a:pt x="730" y="1547"/>
                  </a:cubicBezTo>
                  <a:lnTo>
                    <a:pt x="715" y="1547"/>
                  </a:lnTo>
                  <a:lnTo>
                    <a:pt x="540" y="1561"/>
                  </a:lnTo>
                  <a:cubicBezTo>
                    <a:pt x="497" y="1561"/>
                    <a:pt x="482" y="1532"/>
                    <a:pt x="468" y="1518"/>
                  </a:cubicBezTo>
                  <a:cubicBezTo>
                    <a:pt x="468" y="1503"/>
                    <a:pt x="452" y="1473"/>
                    <a:pt x="468" y="1444"/>
                  </a:cubicBezTo>
                  <a:lnTo>
                    <a:pt x="948" y="481"/>
                  </a:lnTo>
                  <a:cubicBezTo>
                    <a:pt x="964" y="452"/>
                    <a:pt x="993" y="438"/>
                    <a:pt x="1007" y="438"/>
                  </a:cubicBezTo>
                  <a:close/>
                  <a:moveTo>
                    <a:pt x="978" y="1"/>
                  </a:moveTo>
                  <a:cubicBezTo>
                    <a:pt x="803" y="15"/>
                    <a:pt x="643" y="117"/>
                    <a:pt x="555" y="292"/>
                  </a:cubicBezTo>
                  <a:lnTo>
                    <a:pt x="73" y="1255"/>
                  </a:lnTo>
                  <a:cubicBezTo>
                    <a:pt x="1" y="1415"/>
                    <a:pt x="15" y="1605"/>
                    <a:pt x="118" y="1765"/>
                  </a:cubicBezTo>
                  <a:cubicBezTo>
                    <a:pt x="212" y="1901"/>
                    <a:pt x="358" y="1986"/>
                    <a:pt x="530" y="1986"/>
                  </a:cubicBezTo>
                  <a:cubicBezTo>
                    <a:pt x="543" y="1986"/>
                    <a:pt x="556" y="1985"/>
                    <a:pt x="569" y="1984"/>
                  </a:cubicBezTo>
                  <a:cubicBezTo>
                    <a:pt x="744" y="2539"/>
                    <a:pt x="1022" y="3064"/>
                    <a:pt x="1372" y="3515"/>
                  </a:cubicBezTo>
                  <a:cubicBezTo>
                    <a:pt x="1489" y="3647"/>
                    <a:pt x="1649" y="3735"/>
                    <a:pt x="1839" y="3735"/>
                  </a:cubicBezTo>
                  <a:cubicBezTo>
                    <a:pt x="1969" y="3735"/>
                    <a:pt x="2101" y="3691"/>
                    <a:pt x="2203" y="3603"/>
                  </a:cubicBezTo>
                  <a:cubicBezTo>
                    <a:pt x="2465" y="3399"/>
                    <a:pt x="2510" y="3035"/>
                    <a:pt x="2306" y="2772"/>
                  </a:cubicBezTo>
                  <a:cubicBezTo>
                    <a:pt x="2086" y="2510"/>
                    <a:pt x="1911" y="2203"/>
                    <a:pt x="1794" y="1897"/>
                  </a:cubicBezTo>
                  <a:cubicBezTo>
                    <a:pt x="1911" y="1853"/>
                    <a:pt x="2014" y="1765"/>
                    <a:pt x="2072" y="1634"/>
                  </a:cubicBezTo>
                  <a:cubicBezTo>
                    <a:pt x="2145" y="1473"/>
                    <a:pt x="2145" y="1284"/>
                    <a:pt x="2043" y="1123"/>
                  </a:cubicBezTo>
                  <a:lnTo>
                    <a:pt x="1444" y="234"/>
                  </a:lnTo>
                  <a:cubicBezTo>
                    <a:pt x="1343" y="73"/>
                    <a:pt x="1168" y="1"/>
                    <a:pt x="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56"/>
            <p:cNvSpPr/>
            <p:nvPr/>
          </p:nvSpPr>
          <p:spPr>
            <a:xfrm>
              <a:off x="3501313" y="1997875"/>
              <a:ext cx="65325" cy="90875"/>
            </a:xfrm>
            <a:custGeom>
              <a:avLst/>
              <a:gdLst/>
              <a:ahLst/>
              <a:cxnLst/>
              <a:rect l="l" t="t" r="r" b="b"/>
              <a:pathLst>
                <a:path w="2613" h="3635" extrusionOk="0">
                  <a:moveTo>
                    <a:pt x="581" y="0"/>
                  </a:moveTo>
                  <a:cubicBezTo>
                    <a:pt x="562" y="0"/>
                    <a:pt x="544" y="1"/>
                    <a:pt x="526" y="2"/>
                  </a:cubicBezTo>
                  <a:cubicBezTo>
                    <a:pt x="395" y="17"/>
                    <a:pt x="278" y="76"/>
                    <a:pt x="176" y="177"/>
                  </a:cubicBezTo>
                  <a:cubicBezTo>
                    <a:pt x="59" y="280"/>
                    <a:pt x="1" y="426"/>
                    <a:pt x="1" y="586"/>
                  </a:cubicBezTo>
                  <a:cubicBezTo>
                    <a:pt x="1" y="747"/>
                    <a:pt x="59" y="892"/>
                    <a:pt x="176" y="1009"/>
                  </a:cubicBezTo>
                  <a:cubicBezTo>
                    <a:pt x="409" y="1257"/>
                    <a:pt x="613" y="1534"/>
                    <a:pt x="774" y="1840"/>
                  </a:cubicBezTo>
                  <a:cubicBezTo>
                    <a:pt x="658" y="1898"/>
                    <a:pt x="570" y="1986"/>
                    <a:pt x="526" y="2118"/>
                  </a:cubicBezTo>
                  <a:cubicBezTo>
                    <a:pt x="467" y="2293"/>
                    <a:pt x="497" y="2482"/>
                    <a:pt x="613" y="2628"/>
                  </a:cubicBezTo>
                  <a:lnTo>
                    <a:pt x="1299" y="3445"/>
                  </a:lnTo>
                  <a:cubicBezTo>
                    <a:pt x="1401" y="3561"/>
                    <a:pt x="1533" y="3635"/>
                    <a:pt x="1693" y="3635"/>
                  </a:cubicBezTo>
                  <a:cubicBezTo>
                    <a:pt x="1722" y="3635"/>
                    <a:pt x="1751" y="3635"/>
                    <a:pt x="1780" y="3620"/>
                  </a:cubicBezTo>
                  <a:cubicBezTo>
                    <a:pt x="1955" y="3590"/>
                    <a:pt x="2101" y="3474"/>
                    <a:pt x="2175" y="3299"/>
                  </a:cubicBezTo>
                  <a:lnTo>
                    <a:pt x="2539" y="2293"/>
                  </a:lnTo>
                  <a:cubicBezTo>
                    <a:pt x="2612" y="2118"/>
                    <a:pt x="2568" y="1928"/>
                    <a:pt x="2451" y="1782"/>
                  </a:cubicBezTo>
                  <a:cubicBezTo>
                    <a:pt x="2354" y="1660"/>
                    <a:pt x="2216" y="1599"/>
                    <a:pt x="2072" y="1599"/>
                  </a:cubicBezTo>
                  <a:cubicBezTo>
                    <a:pt x="2043" y="1599"/>
                    <a:pt x="2014" y="1602"/>
                    <a:pt x="1984" y="1607"/>
                  </a:cubicBezTo>
                  <a:cubicBezTo>
                    <a:pt x="1926" y="1476"/>
                    <a:pt x="1854" y="1344"/>
                    <a:pt x="1780" y="1213"/>
                  </a:cubicBezTo>
                  <a:cubicBezTo>
                    <a:pt x="1742" y="1146"/>
                    <a:pt x="1672" y="1110"/>
                    <a:pt x="1600" y="1110"/>
                  </a:cubicBezTo>
                  <a:cubicBezTo>
                    <a:pt x="1562" y="1110"/>
                    <a:pt x="1524" y="1120"/>
                    <a:pt x="1488" y="1140"/>
                  </a:cubicBezTo>
                  <a:cubicBezTo>
                    <a:pt x="1387" y="1198"/>
                    <a:pt x="1343" y="1330"/>
                    <a:pt x="1401" y="1432"/>
                  </a:cubicBezTo>
                  <a:cubicBezTo>
                    <a:pt x="1488" y="1593"/>
                    <a:pt x="1576" y="1753"/>
                    <a:pt x="1649" y="1928"/>
                  </a:cubicBezTo>
                  <a:cubicBezTo>
                    <a:pt x="1674" y="2012"/>
                    <a:pt x="1747" y="2067"/>
                    <a:pt x="1830" y="2067"/>
                  </a:cubicBezTo>
                  <a:cubicBezTo>
                    <a:pt x="1847" y="2067"/>
                    <a:pt x="1865" y="2064"/>
                    <a:pt x="1883" y="2059"/>
                  </a:cubicBezTo>
                  <a:lnTo>
                    <a:pt x="2043" y="2030"/>
                  </a:lnTo>
                  <a:cubicBezTo>
                    <a:pt x="2087" y="2030"/>
                    <a:pt x="2116" y="2044"/>
                    <a:pt x="2116" y="2059"/>
                  </a:cubicBezTo>
                  <a:cubicBezTo>
                    <a:pt x="2130" y="2073"/>
                    <a:pt x="2145" y="2103"/>
                    <a:pt x="2130" y="2132"/>
                  </a:cubicBezTo>
                  <a:lnTo>
                    <a:pt x="1766" y="3139"/>
                  </a:lnTo>
                  <a:cubicBezTo>
                    <a:pt x="1751" y="3182"/>
                    <a:pt x="1722" y="3197"/>
                    <a:pt x="1708" y="3197"/>
                  </a:cubicBezTo>
                  <a:cubicBezTo>
                    <a:pt x="1693" y="3197"/>
                    <a:pt x="1663" y="3197"/>
                    <a:pt x="1634" y="3168"/>
                  </a:cubicBezTo>
                  <a:lnTo>
                    <a:pt x="949" y="2336"/>
                  </a:lnTo>
                  <a:cubicBezTo>
                    <a:pt x="920" y="2307"/>
                    <a:pt x="920" y="2278"/>
                    <a:pt x="934" y="2264"/>
                  </a:cubicBezTo>
                  <a:cubicBezTo>
                    <a:pt x="934" y="2248"/>
                    <a:pt x="949" y="2219"/>
                    <a:pt x="993" y="2219"/>
                  </a:cubicBezTo>
                  <a:lnTo>
                    <a:pt x="1124" y="2190"/>
                  </a:lnTo>
                  <a:cubicBezTo>
                    <a:pt x="1197" y="2190"/>
                    <a:pt x="1241" y="2147"/>
                    <a:pt x="1284" y="2089"/>
                  </a:cubicBezTo>
                  <a:cubicBezTo>
                    <a:pt x="1313" y="2030"/>
                    <a:pt x="1313" y="1957"/>
                    <a:pt x="1284" y="1898"/>
                  </a:cubicBezTo>
                  <a:cubicBezTo>
                    <a:pt x="1095" y="1447"/>
                    <a:pt x="817" y="1052"/>
                    <a:pt x="483" y="702"/>
                  </a:cubicBezTo>
                  <a:cubicBezTo>
                    <a:pt x="453" y="673"/>
                    <a:pt x="438" y="644"/>
                    <a:pt x="438" y="601"/>
                  </a:cubicBezTo>
                  <a:cubicBezTo>
                    <a:pt x="438" y="556"/>
                    <a:pt x="453" y="513"/>
                    <a:pt x="483" y="484"/>
                  </a:cubicBezTo>
                  <a:cubicBezTo>
                    <a:pt x="512" y="455"/>
                    <a:pt x="555" y="440"/>
                    <a:pt x="570" y="440"/>
                  </a:cubicBezTo>
                  <a:cubicBezTo>
                    <a:pt x="628" y="440"/>
                    <a:pt x="672" y="455"/>
                    <a:pt x="701" y="484"/>
                  </a:cubicBezTo>
                  <a:cubicBezTo>
                    <a:pt x="788" y="572"/>
                    <a:pt x="862" y="659"/>
                    <a:pt x="934" y="747"/>
                  </a:cubicBezTo>
                  <a:cubicBezTo>
                    <a:pt x="984" y="796"/>
                    <a:pt x="1048" y="822"/>
                    <a:pt x="1110" y="822"/>
                  </a:cubicBezTo>
                  <a:cubicBezTo>
                    <a:pt x="1157" y="822"/>
                    <a:pt x="1203" y="807"/>
                    <a:pt x="1241" y="776"/>
                  </a:cubicBezTo>
                  <a:cubicBezTo>
                    <a:pt x="1343" y="702"/>
                    <a:pt x="1343" y="556"/>
                    <a:pt x="1270" y="469"/>
                  </a:cubicBezTo>
                  <a:cubicBezTo>
                    <a:pt x="1197" y="367"/>
                    <a:pt x="1109" y="280"/>
                    <a:pt x="1022" y="177"/>
                  </a:cubicBezTo>
                  <a:cubicBezTo>
                    <a:pt x="904" y="59"/>
                    <a:pt x="749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56"/>
          <p:cNvGrpSpPr/>
          <p:nvPr/>
        </p:nvGrpSpPr>
        <p:grpSpPr>
          <a:xfrm>
            <a:off x="3784367" y="3407688"/>
            <a:ext cx="370525" cy="371275"/>
            <a:chOff x="4762713" y="1976025"/>
            <a:chExt cx="370525" cy="371275"/>
          </a:xfrm>
        </p:grpSpPr>
        <p:sp>
          <p:nvSpPr>
            <p:cNvPr id="1221" name="Google Shape;1221;p56"/>
            <p:cNvSpPr/>
            <p:nvPr/>
          </p:nvSpPr>
          <p:spPr>
            <a:xfrm>
              <a:off x="4762713" y="1976025"/>
              <a:ext cx="370525" cy="370175"/>
            </a:xfrm>
            <a:custGeom>
              <a:avLst/>
              <a:gdLst/>
              <a:ahLst/>
              <a:cxnLst/>
              <a:rect l="l" t="t" r="r" b="b"/>
              <a:pathLst>
                <a:path w="14821" h="14807" extrusionOk="0">
                  <a:moveTo>
                    <a:pt x="7411" y="439"/>
                  </a:moveTo>
                  <a:cubicBezTo>
                    <a:pt x="7527" y="439"/>
                    <a:pt x="7629" y="526"/>
                    <a:pt x="7629" y="658"/>
                  </a:cubicBezTo>
                  <a:lnTo>
                    <a:pt x="7629" y="818"/>
                  </a:lnTo>
                  <a:lnTo>
                    <a:pt x="7191" y="818"/>
                  </a:lnTo>
                  <a:lnTo>
                    <a:pt x="7191" y="658"/>
                  </a:lnTo>
                  <a:cubicBezTo>
                    <a:pt x="7191" y="526"/>
                    <a:pt x="7294" y="439"/>
                    <a:pt x="7411" y="439"/>
                  </a:cubicBezTo>
                  <a:close/>
                  <a:moveTo>
                    <a:pt x="6360" y="1329"/>
                  </a:moveTo>
                  <a:lnTo>
                    <a:pt x="6360" y="1329"/>
                  </a:lnTo>
                  <a:cubicBezTo>
                    <a:pt x="5981" y="1708"/>
                    <a:pt x="5616" y="2292"/>
                    <a:pt x="5295" y="3050"/>
                  </a:cubicBezTo>
                  <a:cubicBezTo>
                    <a:pt x="4741" y="4377"/>
                    <a:pt x="4420" y="6026"/>
                    <a:pt x="4361" y="7747"/>
                  </a:cubicBezTo>
                  <a:cubicBezTo>
                    <a:pt x="3764" y="7265"/>
                    <a:pt x="3093" y="7018"/>
                    <a:pt x="2393" y="7018"/>
                  </a:cubicBezTo>
                  <a:cubicBezTo>
                    <a:pt x="1707" y="7018"/>
                    <a:pt x="1051" y="7265"/>
                    <a:pt x="452" y="7732"/>
                  </a:cubicBezTo>
                  <a:cubicBezTo>
                    <a:pt x="569" y="6055"/>
                    <a:pt x="1269" y="4494"/>
                    <a:pt x="2480" y="3297"/>
                  </a:cubicBezTo>
                  <a:cubicBezTo>
                    <a:pt x="3545" y="2218"/>
                    <a:pt x="4902" y="1547"/>
                    <a:pt x="6360" y="1329"/>
                  </a:cubicBezTo>
                  <a:close/>
                  <a:moveTo>
                    <a:pt x="7411" y="1255"/>
                  </a:moveTo>
                  <a:cubicBezTo>
                    <a:pt x="7950" y="1255"/>
                    <a:pt x="8607" y="2000"/>
                    <a:pt x="9117" y="3225"/>
                  </a:cubicBezTo>
                  <a:cubicBezTo>
                    <a:pt x="9657" y="4494"/>
                    <a:pt x="9963" y="6098"/>
                    <a:pt x="10007" y="7761"/>
                  </a:cubicBezTo>
                  <a:cubicBezTo>
                    <a:pt x="9350" y="7280"/>
                    <a:pt x="8403" y="7018"/>
                    <a:pt x="7411" y="7018"/>
                  </a:cubicBezTo>
                  <a:cubicBezTo>
                    <a:pt x="6404" y="7018"/>
                    <a:pt x="5470" y="7280"/>
                    <a:pt x="4799" y="7761"/>
                  </a:cubicBezTo>
                  <a:cubicBezTo>
                    <a:pt x="4843" y="6098"/>
                    <a:pt x="5164" y="4494"/>
                    <a:pt x="5689" y="3225"/>
                  </a:cubicBezTo>
                  <a:cubicBezTo>
                    <a:pt x="6199" y="2000"/>
                    <a:pt x="6856" y="1255"/>
                    <a:pt x="7411" y="1255"/>
                  </a:cubicBezTo>
                  <a:close/>
                  <a:moveTo>
                    <a:pt x="7629" y="7455"/>
                  </a:moveTo>
                  <a:lnTo>
                    <a:pt x="7629" y="10431"/>
                  </a:lnTo>
                  <a:cubicBezTo>
                    <a:pt x="7557" y="10416"/>
                    <a:pt x="7483" y="10402"/>
                    <a:pt x="7411" y="10402"/>
                  </a:cubicBezTo>
                  <a:cubicBezTo>
                    <a:pt x="7337" y="10402"/>
                    <a:pt x="7265" y="10416"/>
                    <a:pt x="7191" y="10431"/>
                  </a:cubicBezTo>
                  <a:lnTo>
                    <a:pt x="7191" y="7455"/>
                  </a:lnTo>
                  <a:close/>
                  <a:moveTo>
                    <a:pt x="7411" y="1"/>
                  </a:moveTo>
                  <a:cubicBezTo>
                    <a:pt x="7045" y="1"/>
                    <a:pt x="6754" y="293"/>
                    <a:pt x="6754" y="658"/>
                  </a:cubicBezTo>
                  <a:lnTo>
                    <a:pt x="6754" y="847"/>
                  </a:lnTo>
                  <a:cubicBezTo>
                    <a:pt x="5018" y="993"/>
                    <a:pt x="3414" y="1737"/>
                    <a:pt x="2173" y="2992"/>
                  </a:cubicBezTo>
                  <a:cubicBezTo>
                    <a:pt x="773" y="4377"/>
                    <a:pt x="1" y="6244"/>
                    <a:pt x="1" y="8228"/>
                  </a:cubicBezTo>
                  <a:cubicBezTo>
                    <a:pt x="1" y="8315"/>
                    <a:pt x="44" y="8389"/>
                    <a:pt x="131" y="8432"/>
                  </a:cubicBezTo>
                  <a:cubicBezTo>
                    <a:pt x="159" y="8441"/>
                    <a:pt x="187" y="8446"/>
                    <a:pt x="214" y="8446"/>
                  </a:cubicBezTo>
                  <a:cubicBezTo>
                    <a:pt x="272" y="8446"/>
                    <a:pt x="325" y="8424"/>
                    <a:pt x="365" y="8374"/>
                  </a:cubicBezTo>
                  <a:cubicBezTo>
                    <a:pt x="977" y="7776"/>
                    <a:pt x="1677" y="7455"/>
                    <a:pt x="2393" y="7455"/>
                  </a:cubicBezTo>
                  <a:cubicBezTo>
                    <a:pt x="3107" y="7455"/>
                    <a:pt x="3807" y="7776"/>
                    <a:pt x="4420" y="8374"/>
                  </a:cubicBezTo>
                  <a:cubicBezTo>
                    <a:pt x="4464" y="8417"/>
                    <a:pt x="4518" y="8439"/>
                    <a:pt x="4573" y="8439"/>
                  </a:cubicBezTo>
                  <a:cubicBezTo>
                    <a:pt x="4628" y="8439"/>
                    <a:pt x="4683" y="8417"/>
                    <a:pt x="4727" y="8374"/>
                  </a:cubicBezTo>
                  <a:cubicBezTo>
                    <a:pt x="5193" y="7907"/>
                    <a:pt x="5923" y="7601"/>
                    <a:pt x="6754" y="7484"/>
                  </a:cubicBezTo>
                  <a:lnTo>
                    <a:pt x="6754" y="10664"/>
                  </a:lnTo>
                  <a:cubicBezTo>
                    <a:pt x="6579" y="10839"/>
                    <a:pt x="6462" y="11073"/>
                    <a:pt x="6462" y="11335"/>
                  </a:cubicBezTo>
                  <a:lnTo>
                    <a:pt x="6462" y="12794"/>
                  </a:lnTo>
                  <a:cubicBezTo>
                    <a:pt x="6462" y="12866"/>
                    <a:pt x="6404" y="12925"/>
                    <a:pt x="6331" y="12925"/>
                  </a:cubicBezTo>
                  <a:cubicBezTo>
                    <a:pt x="6273" y="12925"/>
                    <a:pt x="6215" y="12866"/>
                    <a:pt x="6215" y="12794"/>
                  </a:cubicBezTo>
                  <a:cubicBezTo>
                    <a:pt x="6215" y="12269"/>
                    <a:pt x="5791" y="11845"/>
                    <a:pt x="5266" y="11845"/>
                  </a:cubicBezTo>
                  <a:cubicBezTo>
                    <a:pt x="4756" y="11845"/>
                    <a:pt x="4332" y="12269"/>
                    <a:pt x="4332" y="12794"/>
                  </a:cubicBezTo>
                  <a:cubicBezTo>
                    <a:pt x="4332" y="13187"/>
                    <a:pt x="4449" y="13582"/>
                    <a:pt x="4668" y="13917"/>
                  </a:cubicBezTo>
                  <a:cubicBezTo>
                    <a:pt x="4713" y="13980"/>
                    <a:pt x="4781" y="14016"/>
                    <a:pt x="4851" y="14016"/>
                  </a:cubicBezTo>
                  <a:cubicBezTo>
                    <a:pt x="4893" y="14016"/>
                    <a:pt x="4936" y="14003"/>
                    <a:pt x="4974" y="13975"/>
                  </a:cubicBezTo>
                  <a:cubicBezTo>
                    <a:pt x="5077" y="13903"/>
                    <a:pt x="5106" y="13771"/>
                    <a:pt x="5032" y="13669"/>
                  </a:cubicBezTo>
                  <a:cubicBezTo>
                    <a:pt x="4857" y="13407"/>
                    <a:pt x="4756" y="13100"/>
                    <a:pt x="4756" y="12794"/>
                  </a:cubicBezTo>
                  <a:cubicBezTo>
                    <a:pt x="4756" y="12516"/>
                    <a:pt x="4989" y="12283"/>
                    <a:pt x="5266" y="12283"/>
                  </a:cubicBezTo>
                  <a:cubicBezTo>
                    <a:pt x="5544" y="12283"/>
                    <a:pt x="5777" y="12516"/>
                    <a:pt x="5777" y="12794"/>
                  </a:cubicBezTo>
                  <a:cubicBezTo>
                    <a:pt x="5777" y="13100"/>
                    <a:pt x="6024" y="13348"/>
                    <a:pt x="6331" y="13348"/>
                  </a:cubicBezTo>
                  <a:cubicBezTo>
                    <a:pt x="6652" y="13348"/>
                    <a:pt x="6900" y="13100"/>
                    <a:pt x="6900" y="12794"/>
                  </a:cubicBezTo>
                  <a:lnTo>
                    <a:pt x="6900" y="11335"/>
                  </a:lnTo>
                  <a:cubicBezTo>
                    <a:pt x="6900" y="11058"/>
                    <a:pt x="7133" y="10839"/>
                    <a:pt x="7411" y="10839"/>
                  </a:cubicBezTo>
                  <a:cubicBezTo>
                    <a:pt x="7687" y="10839"/>
                    <a:pt x="7907" y="11058"/>
                    <a:pt x="7907" y="11335"/>
                  </a:cubicBezTo>
                  <a:lnTo>
                    <a:pt x="7907" y="12794"/>
                  </a:lnTo>
                  <a:cubicBezTo>
                    <a:pt x="7907" y="13654"/>
                    <a:pt x="7206" y="14369"/>
                    <a:pt x="6331" y="14369"/>
                  </a:cubicBezTo>
                  <a:cubicBezTo>
                    <a:pt x="6069" y="14369"/>
                    <a:pt x="5820" y="14296"/>
                    <a:pt x="5587" y="14179"/>
                  </a:cubicBezTo>
                  <a:cubicBezTo>
                    <a:pt x="5553" y="14160"/>
                    <a:pt x="5516" y="14150"/>
                    <a:pt x="5479" y="14150"/>
                  </a:cubicBezTo>
                  <a:cubicBezTo>
                    <a:pt x="5405" y="14150"/>
                    <a:pt x="5334" y="14189"/>
                    <a:pt x="5295" y="14267"/>
                  </a:cubicBezTo>
                  <a:cubicBezTo>
                    <a:pt x="5237" y="14369"/>
                    <a:pt x="5266" y="14500"/>
                    <a:pt x="5383" y="14558"/>
                  </a:cubicBezTo>
                  <a:cubicBezTo>
                    <a:pt x="5674" y="14719"/>
                    <a:pt x="5995" y="14807"/>
                    <a:pt x="6331" y="14807"/>
                  </a:cubicBezTo>
                  <a:cubicBezTo>
                    <a:pt x="7440" y="14807"/>
                    <a:pt x="8344" y="13903"/>
                    <a:pt x="8344" y="12794"/>
                  </a:cubicBezTo>
                  <a:lnTo>
                    <a:pt x="8344" y="11335"/>
                  </a:lnTo>
                  <a:cubicBezTo>
                    <a:pt x="8344" y="11073"/>
                    <a:pt x="8242" y="10839"/>
                    <a:pt x="8052" y="10664"/>
                  </a:cubicBezTo>
                  <a:lnTo>
                    <a:pt x="8052" y="7484"/>
                  </a:lnTo>
                  <a:cubicBezTo>
                    <a:pt x="8883" y="7601"/>
                    <a:pt x="9628" y="7907"/>
                    <a:pt x="10079" y="8374"/>
                  </a:cubicBezTo>
                  <a:cubicBezTo>
                    <a:pt x="10123" y="8417"/>
                    <a:pt x="10182" y="8439"/>
                    <a:pt x="10238" y="8439"/>
                  </a:cubicBezTo>
                  <a:cubicBezTo>
                    <a:pt x="10295" y="8439"/>
                    <a:pt x="10350" y="8417"/>
                    <a:pt x="10386" y="8374"/>
                  </a:cubicBezTo>
                  <a:cubicBezTo>
                    <a:pt x="10999" y="7776"/>
                    <a:pt x="11699" y="7455"/>
                    <a:pt x="12413" y="7455"/>
                  </a:cubicBezTo>
                  <a:cubicBezTo>
                    <a:pt x="13143" y="7455"/>
                    <a:pt x="13843" y="7776"/>
                    <a:pt x="14441" y="8374"/>
                  </a:cubicBezTo>
                  <a:cubicBezTo>
                    <a:pt x="14485" y="8418"/>
                    <a:pt x="14543" y="8447"/>
                    <a:pt x="14601" y="8447"/>
                  </a:cubicBezTo>
                  <a:cubicBezTo>
                    <a:pt x="14630" y="8447"/>
                    <a:pt x="14660" y="8432"/>
                    <a:pt x="14689" y="8432"/>
                  </a:cubicBezTo>
                  <a:cubicBezTo>
                    <a:pt x="14762" y="8389"/>
                    <a:pt x="14821" y="8315"/>
                    <a:pt x="14821" y="8228"/>
                  </a:cubicBezTo>
                  <a:cubicBezTo>
                    <a:pt x="14821" y="6405"/>
                    <a:pt x="14150" y="4655"/>
                    <a:pt x="12938" y="3297"/>
                  </a:cubicBezTo>
                  <a:cubicBezTo>
                    <a:pt x="12899" y="3250"/>
                    <a:pt x="12839" y="3224"/>
                    <a:pt x="12778" y="3224"/>
                  </a:cubicBezTo>
                  <a:cubicBezTo>
                    <a:pt x="12726" y="3224"/>
                    <a:pt x="12673" y="3243"/>
                    <a:pt x="12633" y="3283"/>
                  </a:cubicBezTo>
                  <a:cubicBezTo>
                    <a:pt x="12545" y="3356"/>
                    <a:pt x="12545" y="3502"/>
                    <a:pt x="12618" y="3589"/>
                  </a:cubicBezTo>
                  <a:cubicBezTo>
                    <a:pt x="13639" y="4742"/>
                    <a:pt x="14251" y="6201"/>
                    <a:pt x="14368" y="7732"/>
                  </a:cubicBezTo>
                  <a:cubicBezTo>
                    <a:pt x="13770" y="7265"/>
                    <a:pt x="13099" y="7018"/>
                    <a:pt x="12413" y="7018"/>
                  </a:cubicBezTo>
                  <a:cubicBezTo>
                    <a:pt x="11728" y="7018"/>
                    <a:pt x="11057" y="7265"/>
                    <a:pt x="10445" y="7747"/>
                  </a:cubicBezTo>
                  <a:cubicBezTo>
                    <a:pt x="10400" y="6026"/>
                    <a:pt x="10065" y="4377"/>
                    <a:pt x="9525" y="3050"/>
                  </a:cubicBezTo>
                  <a:cubicBezTo>
                    <a:pt x="9204" y="2292"/>
                    <a:pt x="8840" y="1708"/>
                    <a:pt x="8446" y="1329"/>
                  </a:cubicBezTo>
                  <a:lnTo>
                    <a:pt x="8446" y="1329"/>
                  </a:lnTo>
                  <a:cubicBezTo>
                    <a:pt x="9774" y="1533"/>
                    <a:pt x="11013" y="2101"/>
                    <a:pt x="12034" y="3006"/>
                  </a:cubicBezTo>
                  <a:cubicBezTo>
                    <a:pt x="12072" y="3037"/>
                    <a:pt x="12118" y="3053"/>
                    <a:pt x="12165" y="3053"/>
                  </a:cubicBezTo>
                  <a:cubicBezTo>
                    <a:pt x="12227" y="3053"/>
                    <a:pt x="12291" y="3026"/>
                    <a:pt x="12341" y="2977"/>
                  </a:cubicBezTo>
                  <a:cubicBezTo>
                    <a:pt x="12413" y="2889"/>
                    <a:pt x="12413" y="2758"/>
                    <a:pt x="12312" y="2671"/>
                  </a:cubicBezTo>
                  <a:cubicBezTo>
                    <a:pt x="11130" y="1621"/>
                    <a:pt x="9628" y="979"/>
                    <a:pt x="8052" y="847"/>
                  </a:cubicBezTo>
                  <a:lnTo>
                    <a:pt x="8052" y="658"/>
                  </a:lnTo>
                  <a:cubicBezTo>
                    <a:pt x="8052" y="293"/>
                    <a:pt x="7761" y="1"/>
                    <a:pt x="7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56"/>
            <p:cNvSpPr/>
            <p:nvPr/>
          </p:nvSpPr>
          <p:spPr>
            <a:xfrm>
              <a:off x="4993538" y="2191575"/>
              <a:ext cx="90450" cy="155725"/>
            </a:xfrm>
            <a:custGeom>
              <a:avLst/>
              <a:gdLst/>
              <a:ahLst/>
              <a:cxnLst/>
              <a:rect l="l" t="t" r="r" b="b"/>
              <a:pathLst>
                <a:path w="3618" h="6229" extrusionOk="0">
                  <a:moveTo>
                    <a:pt x="1751" y="438"/>
                  </a:moveTo>
                  <a:cubicBezTo>
                    <a:pt x="1912" y="438"/>
                    <a:pt x="2058" y="568"/>
                    <a:pt x="2058" y="744"/>
                  </a:cubicBezTo>
                  <a:lnTo>
                    <a:pt x="2058" y="788"/>
                  </a:lnTo>
                  <a:cubicBezTo>
                    <a:pt x="2058" y="875"/>
                    <a:pt x="2116" y="963"/>
                    <a:pt x="2204" y="992"/>
                  </a:cubicBezTo>
                  <a:cubicBezTo>
                    <a:pt x="2393" y="1050"/>
                    <a:pt x="2554" y="1138"/>
                    <a:pt x="2684" y="1239"/>
                  </a:cubicBezTo>
                  <a:cubicBezTo>
                    <a:pt x="2816" y="1342"/>
                    <a:pt x="2830" y="1546"/>
                    <a:pt x="2729" y="1663"/>
                  </a:cubicBezTo>
                  <a:cubicBezTo>
                    <a:pt x="2670" y="1738"/>
                    <a:pt x="2578" y="1779"/>
                    <a:pt x="2486" y="1779"/>
                  </a:cubicBezTo>
                  <a:cubicBezTo>
                    <a:pt x="2416" y="1779"/>
                    <a:pt x="2347" y="1756"/>
                    <a:pt x="2291" y="1706"/>
                  </a:cubicBezTo>
                  <a:cubicBezTo>
                    <a:pt x="2257" y="1673"/>
                    <a:pt x="2079" y="1546"/>
                    <a:pt x="1809" y="1546"/>
                  </a:cubicBezTo>
                  <a:cubicBezTo>
                    <a:pt x="1725" y="1546"/>
                    <a:pt x="1633" y="1559"/>
                    <a:pt x="1533" y="1590"/>
                  </a:cubicBezTo>
                  <a:cubicBezTo>
                    <a:pt x="1358" y="1634"/>
                    <a:pt x="1226" y="1780"/>
                    <a:pt x="1197" y="1984"/>
                  </a:cubicBezTo>
                  <a:cubicBezTo>
                    <a:pt x="1167" y="2159"/>
                    <a:pt x="1226" y="2276"/>
                    <a:pt x="1241" y="2305"/>
                  </a:cubicBezTo>
                  <a:cubicBezTo>
                    <a:pt x="1387" y="2523"/>
                    <a:pt x="1722" y="2626"/>
                    <a:pt x="2043" y="2727"/>
                  </a:cubicBezTo>
                  <a:cubicBezTo>
                    <a:pt x="2116" y="2756"/>
                    <a:pt x="2188" y="2772"/>
                    <a:pt x="2247" y="2801"/>
                  </a:cubicBezTo>
                  <a:cubicBezTo>
                    <a:pt x="2830" y="3005"/>
                    <a:pt x="3151" y="3544"/>
                    <a:pt x="3050" y="4143"/>
                  </a:cubicBezTo>
                  <a:cubicBezTo>
                    <a:pt x="2976" y="4610"/>
                    <a:pt x="2641" y="5003"/>
                    <a:pt x="2188" y="5164"/>
                  </a:cubicBezTo>
                  <a:cubicBezTo>
                    <a:pt x="2116" y="5193"/>
                    <a:pt x="2058" y="5281"/>
                    <a:pt x="2058" y="5368"/>
                  </a:cubicBezTo>
                  <a:lnTo>
                    <a:pt x="2058" y="5485"/>
                  </a:lnTo>
                  <a:cubicBezTo>
                    <a:pt x="2058" y="5645"/>
                    <a:pt x="1912" y="5790"/>
                    <a:pt x="1751" y="5790"/>
                  </a:cubicBezTo>
                  <a:cubicBezTo>
                    <a:pt x="1576" y="5790"/>
                    <a:pt x="1445" y="5645"/>
                    <a:pt x="1445" y="5485"/>
                  </a:cubicBezTo>
                  <a:lnTo>
                    <a:pt x="1445" y="5426"/>
                  </a:lnTo>
                  <a:cubicBezTo>
                    <a:pt x="1445" y="5324"/>
                    <a:pt x="1372" y="5236"/>
                    <a:pt x="1255" y="5222"/>
                  </a:cubicBezTo>
                  <a:cubicBezTo>
                    <a:pt x="1051" y="5178"/>
                    <a:pt x="846" y="5090"/>
                    <a:pt x="599" y="4930"/>
                  </a:cubicBezTo>
                  <a:cubicBezTo>
                    <a:pt x="541" y="4886"/>
                    <a:pt x="496" y="4828"/>
                    <a:pt x="467" y="4740"/>
                  </a:cubicBezTo>
                  <a:cubicBezTo>
                    <a:pt x="453" y="4668"/>
                    <a:pt x="467" y="4580"/>
                    <a:pt x="512" y="4507"/>
                  </a:cubicBezTo>
                  <a:cubicBezTo>
                    <a:pt x="555" y="4448"/>
                    <a:pt x="628" y="4405"/>
                    <a:pt x="716" y="4376"/>
                  </a:cubicBezTo>
                  <a:lnTo>
                    <a:pt x="774" y="4376"/>
                  </a:lnTo>
                  <a:cubicBezTo>
                    <a:pt x="832" y="4376"/>
                    <a:pt x="891" y="4390"/>
                    <a:pt x="934" y="4419"/>
                  </a:cubicBezTo>
                  <a:cubicBezTo>
                    <a:pt x="1241" y="4624"/>
                    <a:pt x="1372" y="4639"/>
                    <a:pt x="1751" y="4639"/>
                  </a:cubicBezTo>
                  <a:cubicBezTo>
                    <a:pt x="2159" y="4639"/>
                    <a:pt x="2408" y="4318"/>
                    <a:pt x="2451" y="4040"/>
                  </a:cubicBezTo>
                  <a:cubicBezTo>
                    <a:pt x="2509" y="3734"/>
                    <a:pt x="2349" y="3486"/>
                    <a:pt x="2043" y="3384"/>
                  </a:cubicBezTo>
                  <a:cubicBezTo>
                    <a:pt x="1634" y="3223"/>
                    <a:pt x="1212" y="3063"/>
                    <a:pt x="920" y="2830"/>
                  </a:cubicBezTo>
                  <a:cubicBezTo>
                    <a:pt x="642" y="2626"/>
                    <a:pt x="526" y="2247"/>
                    <a:pt x="599" y="1867"/>
                  </a:cubicBezTo>
                  <a:cubicBezTo>
                    <a:pt x="671" y="1473"/>
                    <a:pt x="934" y="1152"/>
                    <a:pt x="1299" y="1021"/>
                  </a:cubicBezTo>
                  <a:cubicBezTo>
                    <a:pt x="1387" y="992"/>
                    <a:pt x="1445" y="905"/>
                    <a:pt x="1445" y="817"/>
                  </a:cubicBezTo>
                  <a:lnTo>
                    <a:pt x="1445" y="744"/>
                  </a:lnTo>
                  <a:cubicBezTo>
                    <a:pt x="1445" y="568"/>
                    <a:pt x="1576" y="438"/>
                    <a:pt x="1751" y="438"/>
                  </a:cubicBezTo>
                  <a:close/>
                  <a:moveTo>
                    <a:pt x="1751" y="0"/>
                  </a:moveTo>
                  <a:cubicBezTo>
                    <a:pt x="1358" y="0"/>
                    <a:pt x="1051" y="292"/>
                    <a:pt x="1007" y="671"/>
                  </a:cubicBezTo>
                  <a:cubicBezTo>
                    <a:pt x="570" y="875"/>
                    <a:pt x="263" y="1284"/>
                    <a:pt x="161" y="1794"/>
                  </a:cubicBezTo>
                  <a:cubicBezTo>
                    <a:pt x="59" y="2334"/>
                    <a:pt x="249" y="2859"/>
                    <a:pt x="642" y="3180"/>
                  </a:cubicBezTo>
                  <a:cubicBezTo>
                    <a:pt x="992" y="3443"/>
                    <a:pt x="1459" y="3632"/>
                    <a:pt x="1912" y="3793"/>
                  </a:cubicBezTo>
                  <a:cubicBezTo>
                    <a:pt x="2029" y="3836"/>
                    <a:pt x="2043" y="3880"/>
                    <a:pt x="2029" y="3968"/>
                  </a:cubicBezTo>
                  <a:cubicBezTo>
                    <a:pt x="2013" y="3997"/>
                    <a:pt x="1970" y="4201"/>
                    <a:pt x="1737" y="4201"/>
                  </a:cubicBezTo>
                  <a:cubicBezTo>
                    <a:pt x="1416" y="4201"/>
                    <a:pt x="1387" y="4201"/>
                    <a:pt x="1183" y="4055"/>
                  </a:cubicBezTo>
                  <a:cubicBezTo>
                    <a:pt x="1053" y="3979"/>
                    <a:pt x="915" y="3936"/>
                    <a:pt x="770" y="3936"/>
                  </a:cubicBezTo>
                  <a:cubicBezTo>
                    <a:pt x="719" y="3936"/>
                    <a:pt x="666" y="3941"/>
                    <a:pt x="613" y="3953"/>
                  </a:cubicBezTo>
                  <a:cubicBezTo>
                    <a:pt x="424" y="3997"/>
                    <a:pt x="263" y="4114"/>
                    <a:pt x="146" y="4273"/>
                  </a:cubicBezTo>
                  <a:cubicBezTo>
                    <a:pt x="45" y="4434"/>
                    <a:pt x="0" y="4639"/>
                    <a:pt x="45" y="4828"/>
                  </a:cubicBezTo>
                  <a:cubicBezTo>
                    <a:pt x="88" y="5032"/>
                    <a:pt x="205" y="5193"/>
                    <a:pt x="366" y="5295"/>
                  </a:cubicBezTo>
                  <a:cubicBezTo>
                    <a:pt x="599" y="5456"/>
                    <a:pt x="803" y="5557"/>
                    <a:pt x="1021" y="5615"/>
                  </a:cubicBezTo>
                  <a:cubicBezTo>
                    <a:pt x="1080" y="5951"/>
                    <a:pt x="1387" y="6228"/>
                    <a:pt x="1751" y="6228"/>
                  </a:cubicBezTo>
                  <a:cubicBezTo>
                    <a:pt x="2145" y="6228"/>
                    <a:pt x="2466" y="5907"/>
                    <a:pt x="2480" y="5514"/>
                  </a:cubicBezTo>
                  <a:cubicBezTo>
                    <a:pt x="3005" y="5281"/>
                    <a:pt x="3385" y="4785"/>
                    <a:pt x="3487" y="4215"/>
                  </a:cubicBezTo>
                  <a:cubicBezTo>
                    <a:pt x="3618" y="3398"/>
                    <a:pt x="3180" y="2669"/>
                    <a:pt x="2393" y="2392"/>
                  </a:cubicBezTo>
                  <a:cubicBezTo>
                    <a:pt x="2320" y="2363"/>
                    <a:pt x="2247" y="2348"/>
                    <a:pt x="2174" y="2319"/>
                  </a:cubicBezTo>
                  <a:cubicBezTo>
                    <a:pt x="1984" y="2261"/>
                    <a:pt x="1692" y="2159"/>
                    <a:pt x="1620" y="2085"/>
                  </a:cubicBezTo>
                  <a:lnTo>
                    <a:pt x="1620" y="2056"/>
                  </a:lnTo>
                  <a:cubicBezTo>
                    <a:pt x="1620" y="2042"/>
                    <a:pt x="1634" y="2013"/>
                    <a:pt x="1649" y="1998"/>
                  </a:cubicBezTo>
                  <a:cubicBezTo>
                    <a:pt x="1701" y="1985"/>
                    <a:pt x="1748" y="1980"/>
                    <a:pt x="1789" y="1980"/>
                  </a:cubicBezTo>
                  <a:cubicBezTo>
                    <a:pt x="1934" y="1980"/>
                    <a:pt x="2013" y="2042"/>
                    <a:pt x="2013" y="2042"/>
                  </a:cubicBezTo>
                  <a:cubicBezTo>
                    <a:pt x="2155" y="2158"/>
                    <a:pt x="2326" y="2215"/>
                    <a:pt x="2494" y="2215"/>
                  </a:cubicBezTo>
                  <a:cubicBezTo>
                    <a:pt x="2707" y="2215"/>
                    <a:pt x="2917" y="2125"/>
                    <a:pt x="3064" y="1955"/>
                  </a:cubicBezTo>
                  <a:cubicBezTo>
                    <a:pt x="3326" y="1634"/>
                    <a:pt x="3283" y="1167"/>
                    <a:pt x="2962" y="905"/>
                  </a:cubicBezTo>
                  <a:cubicBezTo>
                    <a:pt x="2830" y="788"/>
                    <a:pt x="2655" y="700"/>
                    <a:pt x="2480" y="627"/>
                  </a:cubicBezTo>
                  <a:cubicBezTo>
                    <a:pt x="2422" y="277"/>
                    <a:pt x="2116" y="0"/>
                    <a:pt x="17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3" name="Google Shape;1223;p56"/>
          <p:cNvGrpSpPr/>
          <p:nvPr/>
        </p:nvGrpSpPr>
        <p:grpSpPr>
          <a:xfrm>
            <a:off x="3784005" y="1763725"/>
            <a:ext cx="371250" cy="371250"/>
            <a:chOff x="1753838" y="1500525"/>
            <a:chExt cx="371250" cy="371250"/>
          </a:xfrm>
        </p:grpSpPr>
        <p:sp>
          <p:nvSpPr>
            <p:cNvPr id="1224" name="Google Shape;1224;p56"/>
            <p:cNvSpPr/>
            <p:nvPr/>
          </p:nvSpPr>
          <p:spPr>
            <a:xfrm>
              <a:off x="1858513" y="1500525"/>
              <a:ext cx="78775" cy="111600"/>
            </a:xfrm>
            <a:custGeom>
              <a:avLst/>
              <a:gdLst/>
              <a:ahLst/>
              <a:cxnLst/>
              <a:rect l="l" t="t" r="r" b="b"/>
              <a:pathLst>
                <a:path w="3151" h="4464" extrusionOk="0">
                  <a:moveTo>
                    <a:pt x="1575" y="0"/>
                  </a:moveTo>
                  <a:cubicBezTo>
                    <a:pt x="1313" y="0"/>
                    <a:pt x="1080" y="132"/>
                    <a:pt x="948" y="365"/>
                  </a:cubicBezTo>
                  <a:lnTo>
                    <a:pt x="671" y="832"/>
                  </a:lnTo>
                  <a:cubicBezTo>
                    <a:pt x="613" y="934"/>
                    <a:pt x="656" y="1065"/>
                    <a:pt x="759" y="1138"/>
                  </a:cubicBezTo>
                  <a:cubicBezTo>
                    <a:pt x="790" y="1156"/>
                    <a:pt x="824" y="1164"/>
                    <a:pt x="858" y="1164"/>
                  </a:cubicBezTo>
                  <a:cubicBezTo>
                    <a:pt x="934" y="1164"/>
                    <a:pt x="1010" y="1121"/>
                    <a:pt x="1050" y="1050"/>
                  </a:cubicBezTo>
                  <a:lnTo>
                    <a:pt x="1327" y="583"/>
                  </a:lnTo>
                  <a:cubicBezTo>
                    <a:pt x="1371" y="496"/>
                    <a:pt x="1473" y="438"/>
                    <a:pt x="1575" y="438"/>
                  </a:cubicBezTo>
                  <a:cubicBezTo>
                    <a:pt x="1692" y="438"/>
                    <a:pt x="1780" y="496"/>
                    <a:pt x="1838" y="583"/>
                  </a:cubicBezTo>
                  <a:lnTo>
                    <a:pt x="2640" y="1984"/>
                  </a:lnTo>
                  <a:cubicBezTo>
                    <a:pt x="2698" y="2071"/>
                    <a:pt x="2698" y="2188"/>
                    <a:pt x="2640" y="2276"/>
                  </a:cubicBezTo>
                  <a:cubicBezTo>
                    <a:pt x="2581" y="2363"/>
                    <a:pt x="2494" y="2421"/>
                    <a:pt x="2392" y="2421"/>
                  </a:cubicBezTo>
                  <a:lnTo>
                    <a:pt x="2276" y="2421"/>
                  </a:lnTo>
                  <a:cubicBezTo>
                    <a:pt x="2159" y="2421"/>
                    <a:pt x="2056" y="2524"/>
                    <a:pt x="2056" y="2641"/>
                  </a:cubicBezTo>
                  <a:lnTo>
                    <a:pt x="2056" y="3545"/>
                  </a:lnTo>
                  <a:cubicBezTo>
                    <a:pt x="2056" y="3808"/>
                    <a:pt x="1852" y="4026"/>
                    <a:pt x="1575" y="4026"/>
                  </a:cubicBezTo>
                  <a:cubicBezTo>
                    <a:pt x="1313" y="4026"/>
                    <a:pt x="1094" y="3808"/>
                    <a:pt x="1094" y="3545"/>
                  </a:cubicBezTo>
                  <a:lnTo>
                    <a:pt x="1094" y="2641"/>
                  </a:lnTo>
                  <a:cubicBezTo>
                    <a:pt x="1094" y="2524"/>
                    <a:pt x="992" y="2421"/>
                    <a:pt x="875" y="2421"/>
                  </a:cubicBezTo>
                  <a:lnTo>
                    <a:pt x="773" y="2421"/>
                  </a:lnTo>
                  <a:cubicBezTo>
                    <a:pt x="671" y="2421"/>
                    <a:pt x="568" y="2363"/>
                    <a:pt x="510" y="2276"/>
                  </a:cubicBezTo>
                  <a:cubicBezTo>
                    <a:pt x="467" y="2188"/>
                    <a:pt x="467" y="2071"/>
                    <a:pt x="510" y="1984"/>
                  </a:cubicBezTo>
                  <a:lnTo>
                    <a:pt x="613" y="1809"/>
                  </a:lnTo>
                  <a:cubicBezTo>
                    <a:pt x="671" y="1707"/>
                    <a:pt x="642" y="1561"/>
                    <a:pt x="539" y="1503"/>
                  </a:cubicBezTo>
                  <a:cubicBezTo>
                    <a:pt x="508" y="1485"/>
                    <a:pt x="474" y="1477"/>
                    <a:pt x="440" y="1477"/>
                  </a:cubicBezTo>
                  <a:cubicBezTo>
                    <a:pt x="362" y="1477"/>
                    <a:pt x="284" y="1519"/>
                    <a:pt x="233" y="1591"/>
                  </a:cubicBezTo>
                  <a:lnTo>
                    <a:pt x="146" y="1766"/>
                  </a:lnTo>
                  <a:cubicBezTo>
                    <a:pt x="0" y="1999"/>
                    <a:pt x="0" y="2262"/>
                    <a:pt x="146" y="2495"/>
                  </a:cubicBezTo>
                  <a:cubicBezTo>
                    <a:pt x="247" y="2684"/>
                    <a:pt x="438" y="2816"/>
                    <a:pt x="656" y="2845"/>
                  </a:cubicBezTo>
                  <a:lnTo>
                    <a:pt x="656" y="3545"/>
                  </a:lnTo>
                  <a:cubicBezTo>
                    <a:pt x="656" y="4055"/>
                    <a:pt x="1080" y="4463"/>
                    <a:pt x="1575" y="4463"/>
                  </a:cubicBezTo>
                  <a:cubicBezTo>
                    <a:pt x="2085" y="4463"/>
                    <a:pt x="2494" y="4055"/>
                    <a:pt x="2494" y="3545"/>
                  </a:cubicBezTo>
                  <a:lnTo>
                    <a:pt x="2494" y="2845"/>
                  </a:lnTo>
                  <a:cubicBezTo>
                    <a:pt x="2713" y="2816"/>
                    <a:pt x="2902" y="2684"/>
                    <a:pt x="3019" y="2495"/>
                  </a:cubicBezTo>
                  <a:cubicBezTo>
                    <a:pt x="3151" y="2262"/>
                    <a:pt x="3151" y="1999"/>
                    <a:pt x="3019" y="1766"/>
                  </a:cubicBezTo>
                  <a:lnTo>
                    <a:pt x="2217" y="365"/>
                  </a:lnTo>
                  <a:cubicBezTo>
                    <a:pt x="2085" y="132"/>
                    <a:pt x="1838" y="0"/>
                    <a:pt x="1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56"/>
            <p:cNvSpPr/>
            <p:nvPr/>
          </p:nvSpPr>
          <p:spPr>
            <a:xfrm>
              <a:off x="1941263" y="1500525"/>
              <a:ext cx="78800" cy="111600"/>
            </a:xfrm>
            <a:custGeom>
              <a:avLst/>
              <a:gdLst/>
              <a:ahLst/>
              <a:cxnLst/>
              <a:rect l="l" t="t" r="r" b="b"/>
              <a:pathLst>
                <a:path w="3152" h="4464" extrusionOk="0">
                  <a:moveTo>
                    <a:pt x="1576" y="438"/>
                  </a:moveTo>
                  <a:cubicBezTo>
                    <a:pt x="1693" y="438"/>
                    <a:pt x="1780" y="496"/>
                    <a:pt x="1839" y="583"/>
                  </a:cubicBezTo>
                  <a:lnTo>
                    <a:pt x="2641" y="1984"/>
                  </a:lnTo>
                  <a:cubicBezTo>
                    <a:pt x="2700" y="2071"/>
                    <a:pt x="2700" y="2188"/>
                    <a:pt x="2641" y="2276"/>
                  </a:cubicBezTo>
                  <a:cubicBezTo>
                    <a:pt x="2583" y="2363"/>
                    <a:pt x="2496" y="2421"/>
                    <a:pt x="2393" y="2421"/>
                  </a:cubicBezTo>
                  <a:lnTo>
                    <a:pt x="2276" y="2421"/>
                  </a:lnTo>
                  <a:cubicBezTo>
                    <a:pt x="2160" y="2421"/>
                    <a:pt x="2058" y="2524"/>
                    <a:pt x="2058" y="2641"/>
                  </a:cubicBezTo>
                  <a:lnTo>
                    <a:pt x="2058" y="3545"/>
                  </a:lnTo>
                  <a:cubicBezTo>
                    <a:pt x="2058" y="3808"/>
                    <a:pt x="1854" y="4026"/>
                    <a:pt x="1576" y="4026"/>
                  </a:cubicBezTo>
                  <a:cubicBezTo>
                    <a:pt x="1313" y="4026"/>
                    <a:pt x="1095" y="3808"/>
                    <a:pt x="1095" y="3545"/>
                  </a:cubicBezTo>
                  <a:lnTo>
                    <a:pt x="1095" y="2641"/>
                  </a:lnTo>
                  <a:cubicBezTo>
                    <a:pt x="1095" y="2524"/>
                    <a:pt x="993" y="2421"/>
                    <a:pt x="876" y="2421"/>
                  </a:cubicBezTo>
                  <a:lnTo>
                    <a:pt x="774" y="2421"/>
                  </a:lnTo>
                  <a:cubicBezTo>
                    <a:pt x="672" y="2421"/>
                    <a:pt x="570" y="2363"/>
                    <a:pt x="512" y="2276"/>
                  </a:cubicBezTo>
                  <a:cubicBezTo>
                    <a:pt x="467" y="2188"/>
                    <a:pt x="467" y="2071"/>
                    <a:pt x="512" y="1984"/>
                  </a:cubicBezTo>
                  <a:lnTo>
                    <a:pt x="1329" y="583"/>
                  </a:lnTo>
                  <a:cubicBezTo>
                    <a:pt x="1372" y="496"/>
                    <a:pt x="1475" y="438"/>
                    <a:pt x="1576" y="438"/>
                  </a:cubicBezTo>
                  <a:close/>
                  <a:moveTo>
                    <a:pt x="1576" y="0"/>
                  </a:moveTo>
                  <a:cubicBezTo>
                    <a:pt x="1313" y="0"/>
                    <a:pt x="1080" y="132"/>
                    <a:pt x="949" y="365"/>
                  </a:cubicBezTo>
                  <a:lnTo>
                    <a:pt x="147" y="1766"/>
                  </a:lnTo>
                  <a:cubicBezTo>
                    <a:pt x="1" y="1999"/>
                    <a:pt x="1" y="2262"/>
                    <a:pt x="147" y="2495"/>
                  </a:cubicBezTo>
                  <a:cubicBezTo>
                    <a:pt x="249" y="2684"/>
                    <a:pt x="438" y="2816"/>
                    <a:pt x="658" y="2845"/>
                  </a:cubicBezTo>
                  <a:lnTo>
                    <a:pt x="658" y="3545"/>
                  </a:lnTo>
                  <a:cubicBezTo>
                    <a:pt x="658" y="4055"/>
                    <a:pt x="1080" y="4463"/>
                    <a:pt x="1576" y="4463"/>
                  </a:cubicBezTo>
                  <a:cubicBezTo>
                    <a:pt x="2087" y="4463"/>
                    <a:pt x="2496" y="4055"/>
                    <a:pt x="2496" y="3545"/>
                  </a:cubicBezTo>
                  <a:lnTo>
                    <a:pt x="2496" y="2845"/>
                  </a:lnTo>
                  <a:cubicBezTo>
                    <a:pt x="2714" y="2816"/>
                    <a:pt x="2904" y="2684"/>
                    <a:pt x="3021" y="2495"/>
                  </a:cubicBezTo>
                  <a:cubicBezTo>
                    <a:pt x="3151" y="2262"/>
                    <a:pt x="3151" y="1999"/>
                    <a:pt x="3021" y="1766"/>
                  </a:cubicBezTo>
                  <a:lnTo>
                    <a:pt x="2218" y="365"/>
                  </a:lnTo>
                  <a:cubicBezTo>
                    <a:pt x="2087" y="132"/>
                    <a:pt x="1839" y="0"/>
                    <a:pt x="15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56"/>
            <p:cNvSpPr/>
            <p:nvPr/>
          </p:nvSpPr>
          <p:spPr>
            <a:xfrm>
              <a:off x="1900063" y="1760150"/>
              <a:ext cx="78425" cy="111625"/>
            </a:xfrm>
            <a:custGeom>
              <a:avLst/>
              <a:gdLst/>
              <a:ahLst/>
              <a:cxnLst/>
              <a:rect l="l" t="t" r="r" b="b"/>
              <a:pathLst>
                <a:path w="3137" h="4465" extrusionOk="0">
                  <a:moveTo>
                    <a:pt x="1576" y="424"/>
                  </a:moveTo>
                  <a:cubicBezTo>
                    <a:pt x="1839" y="424"/>
                    <a:pt x="2057" y="642"/>
                    <a:pt x="2057" y="920"/>
                  </a:cubicBezTo>
                  <a:lnTo>
                    <a:pt x="2057" y="1809"/>
                  </a:lnTo>
                  <a:cubicBezTo>
                    <a:pt x="2057" y="1941"/>
                    <a:pt x="2160" y="2029"/>
                    <a:pt x="2277" y="2029"/>
                  </a:cubicBezTo>
                  <a:lnTo>
                    <a:pt x="2378" y="2029"/>
                  </a:lnTo>
                  <a:cubicBezTo>
                    <a:pt x="2481" y="2029"/>
                    <a:pt x="2582" y="2087"/>
                    <a:pt x="2641" y="2189"/>
                  </a:cubicBezTo>
                  <a:cubicBezTo>
                    <a:pt x="2685" y="2276"/>
                    <a:pt x="2685" y="2393"/>
                    <a:pt x="2641" y="2480"/>
                  </a:cubicBezTo>
                  <a:lnTo>
                    <a:pt x="1824" y="3881"/>
                  </a:lnTo>
                  <a:cubicBezTo>
                    <a:pt x="1781" y="3968"/>
                    <a:pt x="1678" y="4027"/>
                    <a:pt x="1576" y="4027"/>
                  </a:cubicBezTo>
                  <a:cubicBezTo>
                    <a:pt x="1460" y="4027"/>
                    <a:pt x="1372" y="3968"/>
                    <a:pt x="1314" y="3881"/>
                  </a:cubicBezTo>
                  <a:lnTo>
                    <a:pt x="511" y="2480"/>
                  </a:lnTo>
                  <a:cubicBezTo>
                    <a:pt x="453" y="2393"/>
                    <a:pt x="453" y="2276"/>
                    <a:pt x="511" y="2189"/>
                  </a:cubicBezTo>
                  <a:cubicBezTo>
                    <a:pt x="569" y="2087"/>
                    <a:pt x="657" y="2029"/>
                    <a:pt x="759" y="2029"/>
                  </a:cubicBezTo>
                  <a:lnTo>
                    <a:pt x="876" y="2029"/>
                  </a:lnTo>
                  <a:cubicBezTo>
                    <a:pt x="993" y="2029"/>
                    <a:pt x="1094" y="1941"/>
                    <a:pt x="1094" y="1809"/>
                  </a:cubicBezTo>
                  <a:lnTo>
                    <a:pt x="1094" y="920"/>
                  </a:lnTo>
                  <a:cubicBezTo>
                    <a:pt x="1094" y="642"/>
                    <a:pt x="1299" y="424"/>
                    <a:pt x="1576" y="424"/>
                  </a:cubicBezTo>
                  <a:close/>
                  <a:moveTo>
                    <a:pt x="1576" y="1"/>
                  </a:moveTo>
                  <a:cubicBezTo>
                    <a:pt x="1065" y="1"/>
                    <a:pt x="657" y="409"/>
                    <a:pt x="657" y="920"/>
                  </a:cubicBezTo>
                  <a:lnTo>
                    <a:pt x="657" y="1605"/>
                  </a:lnTo>
                  <a:cubicBezTo>
                    <a:pt x="439" y="1634"/>
                    <a:pt x="248" y="1766"/>
                    <a:pt x="132" y="1970"/>
                  </a:cubicBezTo>
                  <a:cubicBezTo>
                    <a:pt x="1" y="2189"/>
                    <a:pt x="1" y="2466"/>
                    <a:pt x="132" y="2700"/>
                  </a:cubicBezTo>
                  <a:lnTo>
                    <a:pt x="935" y="4100"/>
                  </a:lnTo>
                  <a:cubicBezTo>
                    <a:pt x="1065" y="4318"/>
                    <a:pt x="1314" y="4464"/>
                    <a:pt x="1576" y="4464"/>
                  </a:cubicBezTo>
                  <a:cubicBezTo>
                    <a:pt x="1839" y="4464"/>
                    <a:pt x="2072" y="4318"/>
                    <a:pt x="2203" y="4100"/>
                  </a:cubicBezTo>
                  <a:lnTo>
                    <a:pt x="3006" y="2700"/>
                  </a:lnTo>
                  <a:cubicBezTo>
                    <a:pt x="3137" y="2466"/>
                    <a:pt x="3137" y="2189"/>
                    <a:pt x="3006" y="1970"/>
                  </a:cubicBezTo>
                  <a:cubicBezTo>
                    <a:pt x="2903" y="1766"/>
                    <a:pt x="2714" y="1634"/>
                    <a:pt x="2495" y="1605"/>
                  </a:cubicBezTo>
                  <a:lnTo>
                    <a:pt x="2495" y="920"/>
                  </a:lnTo>
                  <a:cubicBezTo>
                    <a:pt x="2495" y="409"/>
                    <a:pt x="2072" y="1"/>
                    <a:pt x="1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56"/>
            <p:cNvSpPr/>
            <p:nvPr/>
          </p:nvSpPr>
          <p:spPr>
            <a:xfrm>
              <a:off x="1753838" y="1689150"/>
              <a:ext cx="111600" cy="76875"/>
            </a:xfrm>
            <a:custGeom>
              <a:avLst/>
              <a:gdLst/>
              <a:ahLst/>
              <a:cxnLst/>
              <a:rect l="l" t="t" r="r" b="b"/>
              <a:pathLst>
                <a:path w="4464" h="3075" extrusionOk="0">
                  <a:moveTo>
                    <a:pt x="2130" y="434"/>
                  </a:moveTo>
                  <a:cubicBezTo>
                    <a:pt x="2174" y="434"/>
                    <a:pt x="2232" y="448"/>
                    <a:pt x="2276" y="464"/>
                  </a:cubicBezTo>
                  <a:cubicBezTo>
                    <a:pt x="2363" y="522"/>
                    <a:pt x="2422" y="623"/>
                    <a:pt x="2422" y="726"/>
                  </a:cubicBezTo>
                  <a:lnTo>
                    <a:pt x="2422" y="828"/>
                  </a:lnTo>
                  <a:cubicBezTo>
                    <a:pt x="2422" y="960"/>
                    <a:pt x="2524" y="1047"/>
                    <a:pt x="2641" y="1047"/>
                  </a:cubicBezTo>
                  <a:lnTo>
                    <a:pt x="3545" y="1047"/>
                  </a:lnTo>
                  <a:cubicBezTo>
                    <a:pt x="3808" y="1047"/>
                    <a:pt x="4026" y="1265"/>
                    <a:pt x="4026" y="1528"/>
                  </a:cubicBezTo>
                  <a:cubicBezTo>
                    <a:pt x="4026" y="1806"/>
                    <a:pt x="3808" y="2010"/>
                    <a:pt x="3545" y="2010"/>
                  </a:cubicBezTo>
                  <a:lnTo>
                    <a:pt x="2641" y="2010"/>
                  </a:lnTo>
                  <a:cubicBezTo>
                    <a:pt x="2524" y="2010"/>
                    <a:pt x="2422" y="2111"/>
                    <a:pt x="2422" y="2228"/>
                  </a:cubicBezTo>
                  <a:lnTo>
                    <a:pt x="2422" y="2345"/>
                  </a:lnTo>
                  <a:cubicBezTo>
                    <a:pt x="2422" y="2447"/>
                    <a:pt x="2363" y="2535"/>
                    <a:pt x="2276" y="2593"/>
                  </a:cubicBezTo>
                  <a:cubicBezTo>
                    <a:pt x="2232" y="2622"/>
                    <a:pt x="2181" y="2637"/>
                    <a:pt x="2130" y="2637"/>
                  </a:cubicBezTo>
                  <a:cubicBezTo>
                    <a:pt x="2079" y="2637"/>
                    <a:pt x="2028" y="2622"/>
                    <a:pt x="1984" y="2593"/>
                  </a:cubicBezTo>
                  <a:lnTo>
                    <a:pt x="584" y="1790"/>
                  </a:lnTo>
                  <a:cubicBezTo>
                    <a:pt x="496" y="1732"/>
                    <a:pt x="438" y="1645"/>
                    <a:pt x="438" y="1528"/>
                  </a:cubicBezTo>
                  <a:cubicBezTo>
                    <a:pt x="438" y="1426"/>
                    <a:pt x="496" y="1324"/>
                    <a:pt x="584" y="1280"/>
                  </a:cubicBezTo>
                  <a:lnTo>
                    <a:pt x="1984" y="464"/>
                  </a:lnTo>
                  <a:cubicBezTo>
                    <a:pt x="2028" y="448"/>
                    <a:pt x="2071" y="434"/>
                    <a:pt x="2130" y="434"/>
                  </a:cubicBezTo>
                  <a:close/>
                  <a:moveTo>
                    <a:pt x="2125" y="0"/>
                  </a:moveTo>
                  <a:cubicBezTo>
                    <a:pt x="1999" y="0"/>
                    <a:pt x="1875" y="33"/>
                    <a:pt x="1766" y="98"/>
                  </a:cubicBezTo>
                  <a:lnTo>
                    <a:pt x="365" y="901"/>
                  </a:lnTo>
                  <a:cubicBezTo>
                    <a:pt x="132" y="1032"/>
                    <a:pt x="0" y="1265"/>
                    <a:pt x="0" y="1528"/>
                  </a:cubicBezTo>
                  <a:cubicBezTo>
                    <a:pt x="0" y="1790"/>
                    <a:pt x="132" y="2039"/>
                    <a:pt x="365" y="2170"/>
                  </a:cubicBezTo>
                  <a:lnTo>
                    <a:pt x="1766" y="2973"/>
                  </a:lnTo>
                  <a:cubicBezTo>
                    <a:pt x="1882" y="3045"/>
                    <a:pt x="1999" y="3074"/>
                    <a:pt x="2130" y="3074"/>
                  </a:cubicBezTo>
                  <a:cubicBezTo>
                    <a:pt x="2246" y="3074"/>
                    <a:pt x="2378" y="3045"/>
                    <a:pt x="2495" y="2973"/>
                  </a:cubicBezTo>
                  <a:cubicBezTo>
                    <a:pt x="2684" y="2856"/>
                    <a:pt x="2816" y="2666"/>
                    <a:pt x="2845" y="2447"/>
                  </a:cubicBezTo>
                  <a:lnTo>
                    <a:pt x="3545" y="2447"/>
                  </a:lnTo>
                  <a:cubicBezTo>
                    <a:pt x="4055" y="2447"/>
                    <a:pt x="4464" y="2039"/>
                    <a:pt x="4464" y="1528"/>
                  </a:cubicBezTo>
                  <a:cubicBezTo>
                    <a:pt x="4464" y="1032"/>
                    <a:pt x="4055" y="609"/>
                    <a:pt x="3545" y="609"/>
                  </a:cubicBezTo>
                  <a:lnTo>
                    <a:pt x="2845" y="609"/>
                  </a:lnTo>
                  <a:cubicBezTo>
                    <a:pt x="2816" y="390"/>
                    <a:pt x="2684" y="201"/>
                    <a:pt x="2495" y="98"/>
                  </a:cubicBezTo>
                  <a:cubicBezTo>
                    <a:pt x="2378" y="33"/>
                    <a:pt x="2251" y="0"/>
                    <a:pt x="2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56"/>
            <p:cNvSpPr/>
            <p:nvPr/>
          </p:nvSpPr>
          <p:spPr>
            <a:xfrm>
              <a:off x="1753838" y="1606350"/>
              <a:ext cx="111600" cy="76900"/>
            </a:xfrm>
            <a:custGeom>
              <a:avLst/>
              <a:gdLst/>
              <a:ahLst/>
              <a:cxnLst/>
              <a:rect l="l" t="t" r="r" b="b"/>
              <a:pathLst>
                <a:path w="4464" h="3076" extrusionOk="0">
                  <a:moveTo>
                    <a:pt x="2130" y="435"/>
                  </a:moveTo>
                  <a:cubicBezTo>
                    <a:pt x="2174" y="435"/>
                    <a:pt x="2232" y="450"/>
                    <a:pt x="2276" y="464"/>
                  </a:cubicBezTo>
                  <a:cubicBezTo>
                    <a:pt x="2363" y="522"/>
                    <a:pt x="2422" y="625"/>
                    <a:pt x="2422" y="726"/>
                  </a:cubicBezTo>
                  <a:lnTo>
                    <a:pt x="2422" y="829"/>
                  </a:lnTo>
                  <a:cubicBezTo>
                    <a:pt x="2422" y="960"/>
                    <a:pt x="2524" y="1047"/>
                    <a:pt x="2641" y="1047"/>
                  </a:cubicBezTo>
                  <a:lnTo>
                    <a:pt x="3545" y="1047"/>
                  </a:lnTo>
                  <a:cubicBezTo>
                    <a:pt x="3808" y="1047"/>
                    <a:pt x="4026" y="1267"/>
                    <a:pt x="4026" y="1529"/>
                  </a:cubicBezTo>
                  <a:cubicBezTo>
                    <a:pt x="4026" y="1806"/>
                    <a:pt x="3808" y="2010"/>
                    <a:pt x="3545" y="2010"/>
                  </a:cubicBezTo>
                  <a:lnTo>
                    <a:pt x="2641" y="2010"/>
                  </a:lnTo>
                  <a:cubicBezTo>
                    <a:pt x="2524" y="2010"/>
                    <a:pt x="2422" y="2113"/>
                    <a:pt x="2422" y="2229"/>
                  </a:cubicBezTo>
                  <a:lnTo>
                    <a:pt x="2422" y="2346"/>
                  </a:lnTo>
                  <a:cubicBezTo>
                    <a:pt x="2422" y="2448"/>
                    <a:pt x="2363" y="2535"/>
                    <a:pt x="2276" y="2594"/>
                  </a:cubicBezTo>
                  <a:cubicBezTo>
                    <a:pt x="2232" y="2623"/>
                    <a:pt x="2181" y="2637"/>
                    <a:pt x="2130" y="2637"/>
                  </a:cubicBezTo>
                  <a:cubicBezTo>
                    <a:pt x="2079" y="2637"/>
                    <a:pt x="2028" y="2623"/>
                    <a:pt x="1984" y="2594"/>
                  </a:cubicBezTo>
                  <a:lnTo>
                    <a:pt x="584" y="1792"/>
                  </a:lnTo>
                  <a:cubicBezTo>
                    <a:pt x="496" y="1734"/>
                    <a:pt x="438" y="1646"/>
                    <a:pt x="438" y="1529"/>
                  </a:cubicBezTo>
                  <a:cubicBezTo>
                    <a:pt x="438" y="1427"/>
                    <a:pt x="496" y="1325"/>
                    <a:pt x="584" y="1281"/>
                  </a:cubicBezTo>
                  <a:lnTo>
                    <a:pt x="1984" y="464"/>
                  </a:lnTo>
                  <a:cubicBezTo>
                    <a:pt x="2028" y="450"/>
                    <a:pt x="2071" y="435"/>
                    <a:pt x="2130" y="435"/>
                  </a:cubicBezTo>
                  <a:close/>
                  <a:moveTo>
                    <a:pt x="2125" y="1"/>
                  </a:moveTo>
                  <a:cubicBezTo>
                    <a:pt x="1999" y="1"/>
                    <a:pt x="1875" y="34"/>
                    <a:pt x="1766" y="100"/>
                  </a:cubicBezTo>
                  <a:lnTo>
                    <a:pt x="365" y="901"/>
                  </a:lnTo>
                  <a:cubicBezTo>
                    <a:pt x="132" y="1033"/>
                    <a:pt x="0" y="1267"/>
                    <a:pt x="0" y="1529"/>
                  </a:cubicBezTo>
                  <a:cubicBezTo>
                    <a:pt x="0" y="1792"/>
                    <a:pt x="132" y="2039"/>
                    <a:pt x="365" y="2171"/>
                  </a:cubicBezTo>
                  <a:lnTo>
                    <a:pt x="1766" y="2973"/>
                  </a:lnTo>
                  <a:cubicBezTo>
                    <a:pt x="1882" y="3046"/>
                    <a:pt x="1999" y="3075"/>
                    <a:pt x="2130" y="3075"/>
                  </a:cubicBezTo>
                  <a:cubicBezTo>
                    <a:pt x="2246" y="3075"/>
                    <a:pt x="2378" y="3046"/>
                    <a:pt x="2495" y="2973"/>
                  </a:cubicBezTo>
                  <a:cubicBezTo>
                    <a:pt x="2684" y="2856"/>
                    <a:pt x="2816" y="2667"/>
                    <a:pt x="2845" y="2448"/>
                  </a:cubicBezTo>
                  <a:lnTo>
                    <a:pt x="3545" y="2448"/>
                  </a:lnTo>
                  <a:cubicBezTo>
                    <a:pt x="4055" y="2448"/>
                    <a:pt x="4464" y="2039"/>
                    <a:pt x="4464" y="1529"/>
                  </a:cubicBezTo>
                  <a:cubicBezTo>
                    <a:pt x="4464" y="1033"/>
                    <a:pt x="4055" y="610"/>
                    <a:pt x="3545" y="610"/>
                  </a:cubicBezTo>
                  <a:lnTo>
                    <a:pt x="2845" y="610"/>
                  </a:lnTo>
                  <a:cubicBezTo>
                    <a:pt x="2816" y="392"/>
                    <a:pt x="2684" y="201"/>
                    <a:pt x="2495" y="100"/>
                  </a:cubicBezTo>
                  <a:cubicBezTo>
                    <a:pt x="2378" y="34"/>
                    <a:pt x="2251" y="1"/>
                    <a:pt x="2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56"/>
            <p:cNvSpPr/>
            <p:nvPr/>
          </p:nvSpPr>
          <p:spPr>
            <a:xfrm>
              <a:off x="2013463" y="1647575"/>
              <a:ext cx="111625" cy="76875"/>
            </a:xfrm>
            <a:custGeom>
              <a:avLst/>
              <a:gdLst/>
              <a:ahLst/>
              <a:cxnLst/>
              <a:rect l="l" t="t" r="r" b="b"/>
              <a:pathLst>
                <a:path w="4465" h="3075" extrusionOk="0">
                  <a:moveTo>
                    <a:pt x="2328" y="434"/>
                  </a:moveTo>
                  <a:cubicBezTo>
                    <a:pt x="2379" y="434"/>
                    <a:pt x="2430" y="449"/>
                    <a:pt x="2481" y="478"/>
                  </a:cubicBezTo>
                  <a:lnTo>
                    <a:pt x="3881" y="1281"/>
                  </a:lnTo>
                  <a:cubicBezTo>
                    <a:pt x="3968" y="1339"/>
                    <a:pt x="4027" y="1426"/>
                    <a:pt x="4027" y="1543"/>
                  </a:cubicBezTo>
                  <a:cubicBezTo>
                    <a:pt x="4027" y="1645"/>
                    <a:pt x="3968" y="1747"/>
                    <a:pt x="3881" y="1791"/>
                  </a:cubicBezTo>
                  <a:lnTo>
                    <a:pt x="2481" y="2607"/>
                  </a:lnTo>
                  <a:cubicBezTo>
                    <a:pt x="2430" y="2630"/>
                    <a:pt x="2379" y="2641"/>
                    <a:pt x="2328" y="2641"/>
                  </a:cubicBezTo>
                  <a:cubicBezTo>
                    <a:pt x="2277" y="2641"/>
                    <a:pt x="2226" y="2630"/>
                    <a:pt x="2175" y="2607"/>
                  </a:cubicBezTo>
                  <a:cubicBezTo>
                    <a:pt x="2087" y="2549"/>
                    <a:pt x="2029" y="2448"/>
                    <a:pt x="2029" y="2345"/>
                  </a:cubicBezTo>
                  <a:lnTo>
                    <a:pt x="2029" y="2243"/>
                  </a:lnTo>
                  <a:cubicBezTo>
                    <a:pt x="2029" y="2127"/>
                    <a:pt x="1941" y="2024"/>
                    <a:pt x="1810" y="2024"/>
                  </a:cubicBezTo>
                  <a:lnTo>
                    <a:pt x="905" y="2024"/>
                  </a:lnTo>
                  <a:cubicBezTo>
                    <a:pt x="643" y="2024"/>
                    <a:pt x="424" y="1806"/>
                    <a:pt x="424" y="1543"/>
                  </a:cubicBezTo>
                  <a:cubicBezTo>
                    <a:pt x="424" y="1281"/>
                    <a:pt x="643" y="1061"/>
                    <a:pt x="905" y="1061"/>
                  </a:cubicBezTo>
                  <a:lnTo>
                    <a:pt x="1810" y="1061"/>
                  </a:lnTo>
                  <a:cubicBezTo>
                    <a:pt x="1941" y="1061"/>
                    <a:pt x="2029" y="960"/>
                    <a:pt x="2029" y="843"/>
                  </a:cubicBezTo>
                  <a:lnTo>
                    <a:pt x="2029" y="740"/>
                  </a:lnTo>
                  <a:cubicBezTo>
                    <a:pt x="2029" y="624"/>
                    <a:pt x="2087" y="536"/>
                    <a:pt x="2175" y="478"/>
                  </a:cubicBezTo>
                  <a:cubicBezTo>
                    <a:pt x="2226" y="449"/>
                    <a:pt x="2277" y="434"/>
                    <a:pt x="2328" y="434"/>
                  </a:cubicBezTo>
                  <a:close/>
                  <a:moveTo>
                    <a:pt x="2330" y="0"/>
                  </a:moveTo>
                  <a:cubicBezTo>
                    <a:pt x="2204" y="0"/>
                    <a:pt x="2080" y="33"/>
                    <a:pt x="1971" y="99"/>
                  </a:cubicBezTo>
                  <a:cubicBezTo>
                    <a:pt x="1766" y="215"/>
                    <a:pt x="1635" y="405"/>
                    <a:pt x="1605" y="624"/>
                  </a:cubicBezTo>
                  <a:lnTo>
                    <a:pt x="905" y="624"/>
                  </a:lnTo>
                  <a:cubicBezTo>
                    <a:pt x="409" y="624"/>
                    <a:pt x="1" y="1032"/>
                    <a:pt x="1" y="1543"/>
                  </a:cubicBezTo>
                  <a:cubicBezTo>
                    <a:pt x="1" y="2053"/>
                    <a:pt x="409" y="2462"/>
                    <a:pt x="905" y="2462"/>
                  </a:cubicBezTo>
                  <a:lnTo>
                    <a:pt x="1605" y="2462"/>
                  </a:lnTo>
                  <a:cubicBezTo>
                    <a:pt x="1635" y="2681"/>
                    <a:pt x="1766" y="2870"/>
                    <a:pt x="1971" y="2973"/>
                  </a:cubicBezTo>
                  <a:cubicBezTo>
                    <a:pt x="2072" y="3045"/>
                    <a:pt x="2204" y="3074"/>
                    <a:pt x="2335" y="3074"/>
                  </a:cubicBezTo>
                  <a:cubicBezTo>
                    <a:pt x="2451" y="3074"/>
                    <a:pt x="2583" y="3045"/>
                    <a:pt x="2700" y="2973"/>
                  </a:cubicBezTo>
                  <a:lnTo>
                    <a:pt x="4085" y="2170"/>
                  </a:lnTo>
                  <a:cubicBezTo>
                    <a:pt x="4319" y="2039"/>
                    <a:pt x="4464" y="1806"/>
                    <a:pt x="4464" y="1543"/>
                  </a:cubicBezTo>
                  <a:cubicBezTo>
                    <a:pt x="4464" y="1281"/>
                    <a:pt x="4319" y="1032"/>
                    <a:pt x="4085" y="901"/>
                  </a:cubicBezTo>
                  <a:lnTo>
                    <a:pt x="2700" y="99"/>
                  </a:lnTo>
                  <a:cubicBezTo>
                    <a:pt x="2583" y="33"/>
                    <a:pt x="2456" y="0"/>
                    <a:pt x="23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56"/>
            <p:cNvSpPr/>
            <p:nvPr/>
          </p:nvSpPr>
          <p:spPr>
            <a:xfrm>
              <a:off x="1868713" y="1615750"/>
              <a:ext cx="141125" cy="140775"/>
            </a:xfrm>
            <a:custGeom>
              <a:avLst/>
              <a:gdLst/>
              <a:ahLst/>
              <a:cxnLst/>
              <a:rect l="l" t="t" r="r" b="b"/>
              <a:pathLst>
                <a:path w="5645" h="5631" extrusionOk="0">
                  <a:moveTo>
                    <a:pt x="2830" y="0"/>
                  </a:moveTo>
                  <a:cubicBezTo>
                    <a:pt x="1269" y="0"/>
                    <a:pt x="1" y="1255"/>
                    <a:pt x="1" y="2816"/>
                  </a:cubicBezTo>
                  <a:cubicBezTo>
                    <a:pt x="1" y="4362"/>
                    <a:pt x="1269" y="5631"/>
                    <a:pt x="2830" y="5631"/>
                  </a:cubicBezTo>
                  <a:cubicBezTo>
                    <a:pt x="3165" y="5631"/>
                    <a:pt x="3501" y="5572"/>
                    <a:pt x="3822" y="5456"/>
                  </a:cubicBezTo>
                  <a:cubicBezTo>
                    <a:pt x="3924" y="5413"/>
                    <a:pt x="3982" y="5281"/>
                    <a:pt x="3939" y="5179"/>
                  </a:cubicBezTo>
                  <a:cubicBezTo>
                    <a:pt x="3904" y="5089"/>
                    <a:pt x="3826" y="5033"/>
                    <a:pt x="3739" y="5033"/>
                  </a:cubicBezTo>
                  <a:cubicBezTo>
                    <a:pt x="3713" y="5033"/>
                    <a:pt x="3687" y="5038"/>
                    <a:pt x="3661" y="5047"/>
                  </a:cubicBezTo>
                  <a:cubicBezTo>
                    <a:pt x="3399" y="5150"/>
                    <a:pt x="3122" y="5193"/>
                    <a:pt x="2830" y="5193"/>
                  </a:cubicBezTo>
                  <a:cubicBezTo>
                    <a:pt x="1518" y="5193"/>
                    <a:pt x="438" y="4129"/>
                    <a:pt x="438" y="2816"/>
                  </a:cubicBezTo>
                  <a:cubicBezTo>
                    <a:pt x="438" y="1503"/>
                    <a:pt x="1518" y="424"/>
                    <a:pt x="2830" y="424"/>
                  </a:cubicBezTo>
                  <a:cubicBezTo>
                    <a:pt x="4143" y="424"/>
                    <a:pt x="5207" y="1503"/>
                    <a:pt x="5207" y="2816"/>
                  </a:cubicBezTo>
                  <a:cubicBezTo>
                    <a:pt x="5207" y="3530"/>
                    <a:pt x="4902" y="4201"/>
                    <a:pt x="4347" y="4654"/>
                  </a:cubicBezTo>
                  <a:cubicBezTo>
                    <a:pt x="4260" y="4726"/>
                    <a:pt x="4245" y="4858"/>
                    <a:pt x="4318" y="4960"/>
                  </a:cubicBezTo>
                  <a:cubicBezTo>
                    <a:pt x="4359" y="5010"/>
                    <a:pt x="4420" y="5036"/>
                    <a:pt x="4483" y="5036"/>
                  </a:cubicBezTo>
                  <a:cubicBezTo>
                    <a:pt x="4531" y="5036"/>
                    <a:pt x="4580" y="5021"/>
                    <a:pt x="4624" y="4989"/>
                  </a:cubicBezTo>
                  <a:cubicBezTo>
                    <a:pt x="5266" y="4450"/>
                    <a:pt x="5645" y="3662"/>
                    <a:pt x="5645" y="2816"/>
                  </a:cubicBezTo>
                  <a:cubicBezTo>
                    <a:pt x="5645" y="1255"/>
                    <a:pt x="4377" y="0"/>
                    <a:pt x="28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56"/>
            <p:cNvSpPr/>
            <p:nvPr/>
          </p:nvSpPr>
          <p:spPr>
            <a:xfrm>
              <a:off x="1915388" y="1638350"/>
              <a:ext cx="48900" cy="95575"/>
            </a:xfrm>
            <a:custGeom>
              <a:avLst/>
              <a:gdLst/>
              <a:ahLst/>
              <a:cxnLst/>
              <a:rect l="l" t="t" r="r" b="b"/>
              <a:pathLst>
                <a:path w="1956" h="3823" extrusionOk="0">
                  <a:moveTo>
                    <a:pt x="948" y="1"/>
                  </a:moveTo>
                  <a:cubicBezTo>
                    <a:pt x="817" y="1"/>
                    <a:pt x="730" y="103"/>
                    <a:pt x="730" y="220"/>
                  </a:cubicBezTo>
                  <a:lnTo>
                    <a:pt x="730" y="380"/>
                  </a:lnTo>
                  <a:cubicBezTo>
                    <a:pt x="701" y="395"/>
                    <a:pt x="686" y="395"/>
                    <a:pt x="656" y="409"/>
                  </a:cubicBezTo>
                  <a:cubicBezTo>
                    <a:pt x="380" y="483"/>
                    <a:pt x="176" y="730"/>
                    <a:pt x="117" y="1022"/>
                  </a:cubicBezTo>
                  <a:cubicBezTo>
                    <a:pt x="73" y="1300"/>
                    <a:pt x="160" y="1562"/>
                    <a:pt x="351" y="1708"/>
                  </a:cubicBezTo>
                  <a:cubicBezTo>
                    <a:pt x="526" y="1839"/>
                    <a:pt x="759" y="1955"/>
                    <a:pt x="1152" y="2101"/>
                  </a:cubicBezTo>
                  <a:cubicBezTo>
                    <a:pt x="1488" y="2218"/>
                    <a:pt x="1459" y="2480"/>
                    <a:pt x="1444" y="2568"/>
                  </a:cubicBezTo>
                  <a:cubicBezTo>
                    <a:pt x="1415" y="2772"/>
                    <a:pt x="1240" y="2992"/>
                    <a:pt x="934" y="3006"/>
                  </a:cubicBezTo>
                  <a:cubicBezTo>
                    <a:pt x="672" y="3006"/>
                    <a:pt x="584" y="2992"/>
                    <a:pt x="365" y="2846"/>
                  </a:cubicBezTo>
                  <a:cubicBezTo>
                    <a:pt x="329" y="2825"/>
                    <a:pt x="289" y="2815"/>
                    <a:pt x="249" y="2815"/>
                  </a:cubicBezTo>
                  <a:cubicBezTo>
                    <a:pt x="177" y="2815"/>
                    <a:pt x="106" y="2848"/>
                    <a:pt x="59" y="2904"/>
                  </a:cubicBezTo>
                  <a:cubicBezTo>
                    <a:pt x="1" y="3006"/>
                    <a:pt x="30" y="3151"/>
                    <a:pt x="131" y="3210"/>
                  </a:cubicBezTo>
                  <a:cubicBezTo>
                    <a:pt x="365" y="3371"/>
                    <a:pt x="526" y="3414"/>
                    <a:pt x="730" y="3429"/>
                  </a:cubicBezTo>
                  <a:lnTo>
                    <a:pt x="730" y="3604"/>
                  </a:lnTo>
                  <a:cubicBezTo>
                    <a:pt x="730" y="3721"/>
                    <a:pt x="817" y="3822"/>
                    <a:pt x="948" y="3822"/>
                  </a:cubicBezTo>
                  <a:cubicBezTo>
                    <a:pt x="1065" y="3822"/>
                    <a:pt x="1168" y="3721"/>
                    <a:pt x="1168" y="3604"/>
                  </a:cubicBezTo>
                  <a:lnTo>
                    <a:pt x="1168" y="3414"/>
                  </a:lnTo>
                  <a:cubicBezTo>
                    <a:pt x="1561" y="3312"/>
                    <a:pt x="1823" y="2976"/>
                    <a:pt x="1882" y="2641"/>
                  </a:cubicBezTo>
                  <a:cubicBezTo>
                    <a:pt x="1955" y="2204"/>
                    <a:pt x="1722" y="1839"/>
                    <a:pt x="1298" y="1693"/>
                  </a:cubicBezTo>
                  <a:cubicBezTo>
                    <a:pt x="1051" y="1605"/>
                    <a:pt x="773" y="1489"/>
                    <a:pt x="613" y="1372"/>
                  </a:cubicBezTo>
                  <a:cubicBezTo>
                    <a:pt x="555" y="1314"/>
                    <a:pt x="526" y="1212"/>
                    <a:pt x="555" y="1109"/>
                  </a:cubicBezTo>
                  <a:cubicBezTo>
                    <a:pt x="569" y="993"/>
                    <a:pt x="642" y="862"/>
                    <a:pt x="788" y="818"/>
                  </a:cubicBezTo>
                  <a:cubicBezTo>
                    <a:pt x="857" y="798"/>
                    <a:pt x="921" y="790"/>
                    <a:pt x="979" y="790"/>
                  </a:cubicBezTo>
                  <a:cubicBezTo>
                    <a:pt x="1178" y="790"/>
                    <a:pt x="1308" y="883"/>
                    <a:pt x="1343" y="905"/>
                  </a:cubicBezTo>
                  <a:cubicBezTo>
                    <a:pt x="1383" y="939"/>
                    <a:pt x="1432" y="957"/>
                    <a:pt x="1482" y="957"/>
                  </a:cubicBezTo>
                  <a:cubicBezTo>
                    <a:pt x="1541" y="957"/>
                    <a:pt x="1601" y="932"/>
                    <a:pt x="1648" y="876"/>
                  </a:cubicBezTo>
                  <a:cubicBezTo>
                    <a:pt x="1722" y="788"/>
                    <a:pt x="1707" y="658"/>
                    <a:pt x="1619" y="570"/>
                  </a:cubicBezTo>
                  <a:cubicBezTo>
                    <a:pt x="1576" y="541"/>
                    <a:pt x="1415" y="409"/>
                    <a:pt x="1168" y="366"/>
                  </a:cubicBezTo>
                  <a:lnTo>
                    <a:pt x="1168" y="220"/>
                  </a:lnTo>
                  <a:cubicBezTo>
                    <a:pt x="1168" y="103"/>
                    <a:pt x="1065" y="1"/>
                    <a:pt x="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2" name="Google Shape;1232;p56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233" name="Google Shape;1233;p56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234" name="Google Shape;1234;p56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Effectiveness </a:t>
            </a:r>
            <a:r>
              <a:rPr lang="en" i="1"/>
              <a:t>of this method</a:t>
            </a:r>
            <a:endParaRPr i="1"/>
          </a:p>
        </p:txBody>
      </p:sp>
      <p:sp>
        <p:nvSpPr>
          <p:cNvPr id="1240" name="Google Shape;1240;p57"/>
          <p:cNvSpPr txBox="1">
            <a:spLocks noGrp="1"/>
          </p:cNvSpPr>
          <p:nvPr>
            <p:ph type="title" idx="4294967295"/>
          </p:nvPr>
        </p:nvSpPr>
        <p:spPr>
          <a:xfrm>
            <a:off x="1670165" y="1595527"/>
            <a:ext cx="17892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Mercury</a:t>
            </a:r>
            <a:endParaRPr sz="2200"/>
          </a:p>
        </p:txBody>
      </p:sp>
      <p:sp>
        <p:nvSpPr>
          <p:cNvPr id="1241" name="Google Shape;1241;p57"/>
          <p:cNvSpPr txBox="1">
            <a:spLocks noGrp="1"/>
          </p:cNvSpPr>
          <p:nvPr>
            <p:ph type="subTitle" idx="4294967295"/>
          </p:nvPr>
        </p:nvSpPr>
        <p:spPr>
          <a:xfrm>
            <a:off x="1670165" y="1942352"/>
            <a:ext cx="178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closest planet to the Sun</a:t>
            </a:r>
            <a:endParaRPr/>
          </a:p>
        </p:txBody>
      </p:sp>
      <p:sp>
        <p:nvSpPr>
          <p:cNvPr id="1242" name="Google Shape;1242;p57"/>
          <p:cNvSpPr txBox="1">
            <a:spLocks noGrp="1"/>
          </p:cNvSpPr>
          <p:nvPr>
            <p:ph type="title" idx="4294967295"/>
          </p:nvPr>
        </p:nvSpPr>
        <p:spPr>
          <a:xfrm>
            <a:off x="1670157" y="2916139"/>
            <a:ext cx="17892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Mars</a:t>
            </a:r>
            <a:endParaRPr sz="2200"/>
          </a:p>
        </p:txBody>
      </p:sp>
      <p:sp>
        <p:nvSpPr>
          <p:cNvPr id="1243" name="Google Shape;1243;p57"/>
          <p:cNvSpPr txBox="1">
            <a:spLocks noGrp="1"/>
          </p:cNvSpPr>
          <p:nvPr>
            <p:ph type="subTitle" idx="4294967295"/>
          </p:nvPr>
        </p:nvSpPr>
        <p:spPr>
          <a:xfrm>
            <a:off x="1670157" y="3262964"/>
            <a:ext cx="178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very cold place</a:t>
            </a:r>
            <a:endParaRPr/>
          </a:p>
        </p:txBody>
      </p:sp>
      <p:sp>
        <p:nvSpPr>
          <p:cNvPr id="1244" name="Google Shape;1244;p57"/>
          <p:cNvSpPr txBox="1"/>
          <p:nvPr/>
        </p:nvSpPr>
        <p:spPr>
          <a:xfrm>
            <a:off x="773100" y="4296650"/>
            <a:ext cx="7597800" cy="3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45" name="Google Shape;1245;p57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246" name="Google Shape;1246;p57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7" name="Google Shape;1247;p57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8" name="Google Shape;1248;p57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49" name="Google Shape;1249;p57"/>
          <p:cNvGrpSpPr/>
          <p:nvPr/>
        </p:nvGrpSpPr>
        <p:grpSpPr>
          <a:xfrm rot="10800000">
            <a:off x="5381049" y="611375"/>
            <a:ext cx="3049210" cy="240000"/>
            <a:chOff x="5381049" y="611375"/>
            <a:chExt cx="3049210" cy="240000"/>
          </a:xfrm>
        </p:grpSpPr>
        <p:cxnSp>
          <p:nvCxnSpPr>
            <p:cNvPr id="1250" name="Google Shape;1250;p57"/>
            <p:cNvCxnSpPr>
              <a:stCxn id="1251" idx="6"/>
              <a:endCxn id="1252" idx="6"/>
            </p:cNvCxnSpPr>
            <p:nvPr/>
          </p:nvCxnSpPr>
          <p:spPr>
            <a:xfrm>
              <a:off x="5459349" y="731375"/>
              <a:ext cx="2730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51" name="Google Shape;1251;p57"/>
            <p:cNvSpPr/>
            <p:nvPr/>
          </p:nvSpPr>
          <p:spPr>
            <a:xfrm>
              <a:off x="53810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53" name="Google Shape;1253;p57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252" name="Google Shape;1252;p57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57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255" name="Google Shape;1255;p57" title="Chart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4490" y="1474600"/>
            <a:ext cx="3775749" cy="2334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6" name="Google Shape;1256;p57"/>
          <p:cNvCxnSpPr/>
          <p:nvPr/>
        </p:nvCxnSpPr>
        <p:spPr>
          <a:xfrm>
            <a:off x="4523143" y="3539875"/>
            <a:ext cx="2913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7" name="Google Shape;1257;p57"/>
          <p:cNvSpPr/>
          <p:nvPr/>
        </p:nvSpPr>
        <p:spPr>
          <a:xfrm rot="10800000">
            <a:off x="1373761" y="1619527"/>
            <a:ext cx="240000" cy="240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57"/>
          <p:cNvSpPr/>
          <p:nvPr/>
        </p:nvSpPr>
        <p:spPr>
          <a:xfrm rot="10800000">
            <a:off x="1373761" y="2940139"/>
            <a:ext cx="240000" cy="240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57">
            <a:hlinkClick r:id="rId6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260" name="Google Shape;1260;p57">
            <a:hlinkClick r:id="rId7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261" name="Google Shape;1261;p57">
            <a:hlinkClick r:id="rId8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</a:t>
            </a:r>
            <a:r>
              <a:rPr lang="en" i="1"/>
              <a:t>system</a:t>
            </a:r>
            <a:endParaRPr i="1"/>
          </a:p>
        </p:txBody>
      </p:sp>
      <p:grpSp>
        <p:nvGrpSpPr>
          <p:cNvPr id="1267" name="Google Shape;1267;p58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268" name="Google Shape;1268;p58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9" name="Google Shape;1269;p58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0" name="Google Shape;1270;p58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71" name="Google Shape;1271;p58"/>
          <p:cNvGrpSpPr/>
          <p:nvPr/>
        </p:nvGrpSpPr>
        <p:grpSpPr>
          <a:xfrm>
            <a:off x="3552249" y="611375"/>
            <a:ext cx="4878010" cy="240000"/>
            <a:chOff x="3552249" y="611375"/>
            <a:chExt cx="4878010" cy="240000"/>
          </a:xfrm>
        </p:grpSpPr>
        <p:cxnSp>
          <p:nvCxnSpPr>
            <p:cNvPr id="1272" name="Google Shape;1272;p58"/>
            <p:cNvCxnSpPr>
              <a:stCxn id="1273" idx="6"/>
              <a:endCxn id="1274" idx="6"/>
            </p:cNvCxnSpPr>
            <p:nvPr/>
          </p:nvCxnSpPr>
          <p:spPr>
            <a:xfrm>
              <a:off x="3630549" y="731375"/>
              <a:ext cx="4559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73" name="Google Shape;1273;p58"/>
            <p:cNvSpPr/>
            <p:nvPr/>
          </p:nvSpPr>
          <p:spPr>
            <a:xfrm>
              <a:off x="35522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75" name="Google Shape;1275;p58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274" name="Google Shape;1274;p58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58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1277" name="Google Shape;1277;p58"/>
          <p:cNvGraphicFramePr/>
          <p:nvPr/>
        </p:nvGraphicFramePr>
        <p:xfrm>
          <a:off x="952500" y="13361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{E3FA6EE5-0EDF-4B38-BBE1-023BEDDE903A}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Ownership</a:t>
                      </a:r>
                      <a:endParaRPr sz="22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Private</a:t>
                      </a:r>
                      <a:endParaRPr sz="22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Mixed</a:t>
                      </a:r>
                      <a:endParaRPr sz="22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Public</a:t>
                      </a:r>
                      <a:endParaRPr sz="22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Market</a:t>
                      </a:r>
                      <a:endParaRPr sz="2200"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Market-Private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Market-Mixed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Market-Public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Mixed</a:t>
                      </a:r>
                      <a:endParaRPr sz="2200"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Mixed-Private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Mixed-Mixed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Mixed-Public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Command</a:t>
                      </a:r>
                      <a:endParaRPr sz="2200"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Command-Private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Command-Mixed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Command-Public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78" name="Google Shape;1278;p58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279" name="Google Shape;1279;p58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280" name="Google Shape;1280;p58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5" name="Google Shape;1285;p59"/>
          <p:cNvCxnSpPr/>
          <p:nvPr/>
        </p:nvCxnSpPr>
        <p:spPr>
          <a:xfrm>
            <a:off x="2911500" y="4065625"/>
            <a:ext cx="3230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6" name="Google Shape;1286;p59"/>
          <p:cNvCxnSpPr/>
          <p:nvPr/>
        </p:nvCxnSpPr>
        <p:spPr>
          <a:xfrm>
            <a:off x="2911500" y="3429806"/>
            <a:ext cx="3230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7" name="Google Shape;1287;p59"/>
          <p:cNvCxnSpPr/>
          <p:nvPr/>
        </p:nvCxnSpPr>
        <p:spPr>
          <a:xfrm>
            <a:off x="2911500" y="2793988"/>
            <a:ext cx="3230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8" name="Google Shape;1288;p59"/>
          <p:cNvCxnSpPr/>
          <p:nvPr/>
        </p:nvCxnSpPr>
        <p:spPr>
          <a:xfrm>
            <a:off x="2911500" y="2158169"/>
            <a:ext cx="3230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9" name="Google Shape;1289;p59"/>
          <p:cNvCxnSpPr/>
          <p:nvPr/>
        </p:nvCxnSpPr>
        <p:spPr>
          <a:xfrm>
            <a:off x="2911500" y="1522350"/>
            <a:ext cx="3230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0" name="Google Shape;1290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Goals: </a:t>
            </a:r>
            <a:r>
              <a:rPr lang="en" i="1"/>
              <a:t>growth</a:t>
            </a:r>
            <a:endParaRPr i="1"/>
          </a:p>
        </p:txBody>
      </p:sp>
      <p:grpSp>
        <p:nvGrpSpPr>
          <p:cNvPr id="1291" name="Google Shape;1291;p59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292" name="Google Shape;1292;p59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3" name="Google Shape;1293;p59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4" name="Google Shape;1294;p59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95" name="Google Shape;1295;p59"/>
          <p:cNvGrpSpPr/>
          <p:nvPr/>
        </p:nvGrpSpPr>
        <p:grpSpPr>
          <a:xfrm rot="10800000">
            <a:off x="3095049" y="611375"/>
            <a:ext cx="5335210" cy="240000"/>
            <a:chOff x="3095049" y="611375"/>
            <a:chExt cx="5335210" cy="240000"/>
          </a:xfrm>
        </p:grpSpPr>
        <p:cxnSp>
          <p:nvCxnSpPr>
            <p:cNvPr id="1296" name="Google Shape;1296;p59"/>
            <p:cNvCxnSpPr>
              <a:stCxn id="1297" idx="6"/>
              <a:endCxn id="1298" idx="6"/>
            </p:cNvCxnSpPr>
            <p:nvPr/>
          </p:nvCxnSpPr>
          <p:spPr>
            <a:xfrm>
              <a:off x="3173349" y="731375"/>
              <a:ext cx="5016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97" name="Google Shape;1297;p59"/>
            <p:cNvSpPr/>
            <p:nvPr/>
          </p:nvSpPr>
          <p:spPr>
            <a:xfrm>
              <a:off x="30950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99" name="Google Shape;1299;p59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298" name="Google Shape;1298;p59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59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01" name="Google Shape;1301;p59"/>
          <p:cNvSpPr txBox="1"/>
          <p:nvPr/>
        </p:nvSpPr>
        <p:spPr>
          <a:xfrm>
            <a:off x="6474475" y="3187406"/>
            <a:ext cx="1956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2" name="Google Shape;1302;p59"/>
          <p:cNvSpPr txBox="1"/>
          <p:nvPr/>
        </p:nvSpPr>
        <p:spPr>
          <a:xfrm>
            <a:off x="6474470" y="1279950"/>
            <a:ext cx="1956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very cold place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3" name="Google Shape;1303;p59"/>
          <p:cNvSpPr txBox="1"/>
          <p:nvPr/>
        </p:nvSpPr>
        <p:spPr>
          <a:xfrm>
            <a:off x="6474470" y="1915769"/>
            <a:ext cx="1956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closest planet to the Sun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4" name="Google Shape;1304;p59"/>
          <p:cNvSpPr txBox="1"/>
          <p:nvPr/>
        </p:nvSpPr>
        <p:spPr>
          <a:xfrm>
            <a:off x="6474470" y="2551588"/>
            <a:ext cx="1956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5" name="Google Shape;1305;p59"/>
          <p:cNvSpPr txBox="1"/>
          <p:nvPr/>
        </p:nvSpPr>
        <p:spPr>
          <a:xfrm>
            <a:off x="6474470" y="3823225"/>
            <a:ext cx="1956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 is the place where we live 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6" name="Google Shape;1306;p59"/>
          <p:cNvSpPr txBox="1">
            <a:spLocks noGrp="1"/>
          </p:cNvSpPr>
          <p:nvPr>
            <p:ph type="title"/>
          </p:nvPr>
        </p:nvSpPr>
        <p:spPr>
          <a:xfrm>
            <a:off x="1826825" y="1279950"/>
            <a:ext cx="75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89% </a:t>
            </a:r>
            <a:endParaRPr sz="2200"/>
          </a:p>
        </p:txBody>
      </p:sp>
      <p:sp>
        <p:nvSpPr>
          <p:cNvPr id="1307" name="Google Shape;1307;p59"/>
          <p:cNvSpPr txBox="1">
            <a:spLocks noGrp="1"/>
          </p:cNvSpPr>
          <p:nvPr>
            <p:ph type="title"/>
          </p:nvPr>
        </p:nvSpPr>
        <p:spPr>
          <a:xfrm>
            <a:off x="1826825" y="1915769"/>
            <a:ext cx="75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34% </a:t>
            </a:r>
            <a:endParaRPr sz="2200"/>
          </a:p>
        </p:txBody>
      </p:sp>
      <p:sp>
        <p:nvSpPr>
          <p:cNvPr id="1308" name="Google Shape;1308;p59"/>
          <p:cNvSpPr txBox="1">
            <a:spLocks noGrp="1"/>
          </p:cNvSpPr>
          <p:nvPr>
            <p:ph type="title"/>
          </p:nvPr>
        </p:nvSpPr>
        <p:spPr>
          <a:xfrm>
            <a:off x="1826825" y="2551588"/>
            <a:ext cx="75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67% </a:t>
            </a:r>
            <a:endParaRPr sz="2200"/>
          </a:p>
        </p:txBody>
      </p:sp>
      <p:sp>
        <p:nvSpPr>
          <p:cNvPr id="1309" name="Google Shape;1309;p59"/>
          <p:cNvSpPr txBox="1">
            <a:spLocks noGrp="1"/>
          </p:cNvSpPr>
          <p:nvPr>
            <p:ph type="title"/>
          </p:nvPr>
        </p:nvSpPr>
        <p:spPr>
          <a:xfrm>
            <a:off x="1826825" y="3187406"/>
            <a:ext cx="75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77% </a:t>
            </a:r>
            <a:endParaRPr sz="2200"/>
          </a:p>
        </p:txBody>
      </p:sp>
      <p:sp>
        <p:nvSpPr>
          <p:cNvPr id="1310" name="Google Shape;1310;p59"/>
          <p:cNvSpPr txBox="1">
            <a:spLocks noGrp="1"/>
          </p:cNvSpPr>
          <p:nvPr>
            <p:ph type="title"/>
          </p:nvPr>
        </p:nvSpPr>
        <p:spPr>
          <a:xfrm>
            <a:off x="1826825" y="3823225"/>
            <a:ext cx="752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53% </a:t>
            </a:r>
            <a:endParaRPr sz="2200"/>
          </a:p>
        </p:txBody>
      </p:sp>
      <p:sp>
        <p:nvSpPr>
          <p:cNvPr id="1311" name="Google Shape;1311;p59"/>
          <p:cNvSpPr txBox="1">
            <a:spLocks noGrp="1"/>
          </p:cNvSpPr>
          <p:nvPr>
            <p:ph type="title"/>
          </p:nvPr>
        </p:nvSpPr>
        <p:spPr>
          <a:xfrm>
            <a:off x="713425" y="1279950"/>
            <a:ext cx="1102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Mars </a:t>
            </a:r>
            <a:endParaRPr sz="2200"/>
          </a:p>
        </p:txBody>
      </p:sp>
      <p:sp>
        <p:nvSpPr>
          <p:cNvPr id="1312" name="Google Shape;1312;p59"/>
          <p:cNvSpPr txBox="1">
            <a:spLocks noGrp="1"/>
          </p:cNvSpPr>
          <p:nvPr>
            <p:ph type="title"/>
          </p:nvPr>
        </p:nvSpPr>
        <p:spPr>
          <a:xfrm>
            <a:off x="713425" y="1915769"/>
            <a:ext cx="1102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Neptune </a:t>
            </a:r>
            <a:endParaRPr sz="2200"/>
          </a:p>
        </p:txBody>
      </p:sp>
      <p:sp>
        <p:nvSpPr>
          <p:cNvPr id="1313" name="Google Shape;1313;p59"/>
          <p:cNvSpPr txBox="1">
            <a:spLocks noGrp="1"/>
          </p:cNvSpPr>
          <p:nvPr>
            <p:ph type="title"/>
          </p:nvPr>
        </p:nvSpPr>
        <p:spPr>
          <a:xfrm>
            <a:off x="713425" y="2551588"/>
            <a:ext cx="1102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Venus </a:t>
            </a:r>
            <a:endParaRPr sz="2200"/>
          </a:p>
        </p:txBody>
      </p:sp>
      <p:sp>
        <p:nvSpPr>
          <p:cNvPr id="1314" name="Google Shape;1314;p59"/>
          <p:cNvSpPr txBox="1">
            <a:spLocks noGrp="1"/>
          </p:cNvSpPr>
          <p:nvPr>
            <p:ph type="title"/>
          </p:nvPr>
        </p:nvSpPr>
        <p:spPr>
          <a:xfrm>
            <a:off x="713425" y="3187406"/>
            <a:ext cx="1102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Jupiter </a:t>
            </a:r>
            <a:endParaRPr sz="2200"/>
          </a:p>
        </p:txBody>
      </p:sp>
      <p:sp>
        <p:nvSpPr>
          <p:cNvPr id="1315" name="Google Shape;1315;p59"/>
          <p:cNvSpPr txBox="1">
            <a:spLocks noGrp="1"/>
          </p:cNvSpPr>
          <p:nvPr>
            <p:ph type="title"/>
          </p:nvPr>
        </p:nvSpPr>
        <p:spPr>
          <a:xfrm>
            <a:off x="713425" y="3823225"/>
            <a:ext cx="1102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Earth </a:t>
            </a:r>
            <a:endParaRPr sz="2200"/>
          </a:p>
        </p:txBody>
      </p:sp>
      <p:grpSp>
        <p:nvGrpSpPr>
          <p:cNvPr id="1316" name="Google Shape;1316;p59"/>
          <p:cNvGrpSpPr/>
          <p:nvPr/>
        </p:nvGrpSpPr>
        <p:grpSpPr>
          <a:xfrm>
            <a:off x="5151294" y="3309825"/>
            <a:ext cx="240000" cy="240000"/>
            <a:chOff x="2500450" y="1108425"/>
            <a:chExt cx="240000" cy="240000"/>
          </a:xfrm>
        </p:grpSpPr>
        <p:sp>
          <p:nvSpPr>
            <p:cNvPr id="1317" name="Google Shape;1317;p59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59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9" name="Google Shape;1319;p59"/>
          <p:cNvGrpSpPr/>
          <p:nvPr/>
        </p:nvGrpSpPr>
        <p:grpSpPr>
          <a:xfrm rot="10800000">
            <a:off x="4880875" y="2674000"/>
            <a:ext cx="240000" cy="240000"/>
            <a:chOff x="2500450" y="1108425"/>
            <a:chExt cx="240000" cy="240000"/>
          </a:xfrm>
        </p:grpSpPr>
        <p:sp>
          <p:nvSpPr>
            <p:cNvPr id="1320" name="Google Shape;1320;p59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59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2" name="Google Shape;1322;p59"/>
          <p:cNvSpPr/>
          <p:nvPr/>
        </p:nvSpPr>
        <p:spPr>
          <a:xfrm>
            <a:off x="4519263" y="3945625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3" name="Google Shape;1323;p59"/>
          <p:cNvGrpSpPr/>
          <p:nvPr/>
        </p:nvGrpSpPr>
        <p:grpSpPr>
          <a:xfrm rot="10800000">
            <a:off x="5561760" y="1402350"/>
            <a:ext cx="240000" cy="240000"/>
            <a:chOff x="2500450" y="1108425"/>
            <a:chExt cx="240000" cy="240000"/>
          </a:xfrm>
        </p:grpSpPr>
        <p:sp>
          <p:nvSpPr>
            <p:cNvPr id="1324" name="Google Shape;1324;p59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59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52317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6" name="Google Shape;1326;p59"/>
          <p:cNvSpPr/>
          <p:nvPr/>
        </p:nvSpPr>
        <p:spPr>
          <a:xfrm>
            <a:off x="3486663" y="2038175"/>
            <a:ext cx="240000" cy="2400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59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328" name="Google Shape;1328;p59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329" name="Google Shape;1329;p59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</a:t>
            </a:r>
            <a:r>
              <a:rPr lang="en" i="1"/>
              <a:t>government</a:t>
            </a:r>
            <a:endParaRPr i="1"/>
          </a:p>
        </p:txBody>
      </p:sp>
      <p:grpSp>
        <p:nvGrpSpPr>
          <p:cNvPr id="1335" name="Google Shape;1335;p60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336" name="Google Shape;1336;p60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7" name="Google Shape;1337;p60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8" name="Google Shape;1338;p60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39" name="Google Shape;1339;p60"/>
          <p:cNvGrpSpPr/>
          <p:nvPr/>
        </p:nvGrpSpPr>
        <p:grpSpPr>
          <a:xfrm>
            <a:off x="3933249" y="611375"/>
            <a:ext cx="4497010" cy="240000"/>
            <a:chOff x="3933249" y="611375"/>
            <a:chExt cx="4497010" cy="240000"/>
          </a:xfrm>
        </p:grpSpPr>
        <p:cxnSp>
          <p:nvCxnSpPr>
            <p:cNvPr id="1340" name="Google Shape;1340;p60"/>
            <p:cNvCxnSpPr>
              <a:stCxn id="1341" idx="6"/>
              <a:endCxn id="1342" idx="6"/>
            </p:cNvCxnSpPr>
            <p:nvPr/>
          </p:nvCxnSpPr>
          <p:spPr>
            <a:xfrm>
              <a:off x="4011549" y="731375"/>
              <a:ext cx="4178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41" name="Google Shape;1341;p60"/>
            <p:cNvSpPr/>
            <p:nvPr/>
          </p:nvSpPr>
          <p:spPr>
            <a:xfrm>
              <a:off x="39332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3" name="Google Shape;1343;p60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342" name="Google Shape;1342;p60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60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45" name="Google Shape;1345;p60"/>
          <p:cNvSpPr/>
          <p:nvPr/>
        </p:nvSpPr>
        <p:spPr>
          <a:xfrm>
            <a:off x="2799000" y="1117725"/>
            <a:ext cx="3546000" cy="30981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46" name="Google Shape;1346;p60"/>
          <p:cNvCxnSpPr>
            <a:stCxn id="1345" idx="1"/>
            <a:endCxn id="1345" idx="5"/>
          </p:cNvCxnSpPr>
          <p:nvPr/>
        </p:nvCxnSpPr>
        <p:spPr>
          <a:xfrm>
            <a:off x="3685500" y="2666775"/>
            <a:ext cx="177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7" name="Google Shape;1347;p60"/>
          <p:cNvCxnSpPr/>
          <p:nvPr/>
        </p:nvCxnSpPr>
        <p:spPr>
          <a:xfrm>
            <a:off x="4083550" y="1980850"/>
            <a:ext cx="980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8" name="Google Shape;1348;p60"/>
          <p:cNvCxnSpPr/>
          <p:nvPr/>
        </p:nvCxnSpPr>
        <p:spPr>
          <a:xfrm>
            <a:off x="3224651" y="3465825"/>
            <a:ext cx="2698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49" name="Google Shape;1349;p60"/>
          <p:cNvGrpSpPr/>
          <p:nvPr/>
        </p:nvGrpSpPr>
        <p:grpSpPr>
          <a:xfrm>
            <a:off x="4453869" y="2975231"/>
            <a:ext cx="240000" cy="240000"/>
            <a:chOff x="2500450" y="1108425"/>
            <a:chExt cx="240000" cy="240000"/>
          </a:xfrm>
        </p:grpSpPr>
        <p:sp>
          <p:nvSpPr>
            <p:cNvPr id="1350" name="Google Shape;1350;p60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60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2" name="Google Shape;1352;p60"/>
          <p:cNvGrpSpPr/>
          <p:nvPr/>
        </p:nvGrpSpPr>
        <p:grpSpPr>
          <a:xfrm rot="10800000">
            <a:off x="4453869" y="2237238"/>
            <a:ext cx="240000" cy="240000"/>
            <a:chOff x="2500450" y="1108425"/>
            <a:chExt cx="240000" cy="240000"/>
          </a:xfrm>
        </p:grpSpPr>
        <p:sp>
          <p:nvSpPr>
            <p:cNvPr id="1353" name="Google Shape;1353;p60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60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87500"/>
              </a:avLst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5" name="Google Shape;1355;p60"/>
          <p:cNvSpPr/>
          <p:nvPr/>
        </p:nvSpPr>
        <p:spPr>
          <a:xfrm>
            <a:off x="4453869" y="3713225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6" name="Google Shape;1356;p60"/>
          <p:cNvGrpSpPr/>
          <p:nvPr/>
        </p:nvGrpSpPr>
        <p:grpSpPr>
          <a:xfrm rot="10800000">
            <a:off x="4453869" y="1499244"/>
            <a:ext cx="240000" cy="240000"/>
            <a:chOff x="2500450" y="1108425"/>
            <a:chExt cx="240000" cy="240000"/>
          </a:xfrm>
        </p:grpSpPr>
        <p:sp>
          <p:nvSpPr>
            <p:cNvPr id="1357" name="Google Shape;1357;p60"/>
            <p:cNvSpPr/>
            <p:nvPr/>
          </p:nvSpPr>
          <p:spPr>
            <a:xfrm>
              <a:off x="2500450" y="1108425"/>
              <a:ext cx="240000" cy="2400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chemeClr val="lt1"/>
                </a:gs>
                <a:gs pos="100000">
                  <a:schemeClr val="dk2"/>
                </a:gs>
              </a:gsLst>
              <a:lin ang="2700006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60"/>
            <p:cNvSpPr/>
            <p:nvPr/>
          </p:nvSpPr>
          <p:spPr>
            <a:xfrm>
              <a:off x="2500450" y="1110975"/>
              <a:ext cx="117600" cy="234900"/>
            </a:xfrm>
            <a:prstGeom prst="moon">
              <a:avLst>
                <a:gd name="adj" fmla="val 52317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60"/>
          <p:cNvCxnSpPr>
            <a:stCxn id="1358" idx="1"/>
            <a:endCxn id="1360" idx="1"/>
          </p:cNvCxnSpPr>
          <p:nvPr/>
        </p:nvCxnSpPr>
        <p:spPr>
          <a:xfrm>
            <a:off x="4693869" y="1619244"/>
            <a:ext cx="1736100" cy="1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61" name="Google Shape;1361;p60"/>
          <p:cNvCxnSpPr>
            <a:stCxn id="1353" idx="6"/>
            <a:endCxn id="1362" idx="3"/>
          </p:cNvCxnSpPr>
          <p:nvPr/>
        </p:nvCxnSpPr>
        <p:spPr>
          <a:xfrm flipH="1">
            <a:off x="2714169" y="2357238"/>
            <a:ext cx="1739700" cy="8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63" name="Google Shape;1363;p60"/>
          <p:cNvCxnSpPr>
            <a:stCxn id="1350" idx="6"/>
            <a:endCxn id="1364" idx="1"/>
          </p:cNvCxnSpPr>
          <p:nvPr/>
        </p:nvCxnSpPr>
        <p:spPr>
          <a:xfrm>
            <a:off x="4693869" y="3095231"/>
            <a:ext cx="1736100" cy="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65" name="Google Shape;1365;p60"/>
          <p:cNvCxnSpPr>
            <a:stCxn id="1355" idx="2"/>
            <a:endCxn id="1366" idx="3"/>
          </p:cNvCxnSpPr>
          <p:nvPr/>
        </p:nvCxnSpPr>
        <p:spPr>
          <a:xfrm rot="10800000">
            <a:off x="2714169" y="3830825"/>
            <a:ext cx="1739700" cy="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60" name="Google Shape;1360;p60"/>
          <p:cNvSpPr txBox="1">
            <a:spLocks noGrp="1"/>
          </p:cNvSpPr>
          <p:nvPr>
            <p:ph type="title" idx="4294967295"/>
          </p:nvPr>
        </p:nvSpPr>
        <p:spPr>
          <a:xfrm>
            <a:off x="6429900" y="1488647"/>
            <a:ext cx="1811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Mercury</a:t>
            </a:r>
            <a:endParaRPr sz="2200"/>
          </a:p>
        </p:txBody>
      </p:sp>
      <p:sp>
        <p:nvSpPr>
          <p:cNvPr id="1367" name="Google Shape;1367;p60"/>
          <p:cNvSpPr txBox="1">
            <a:spLocks noGrp="1"/>
          </p:cNvSpPr>
          <p:nvPr>
            <p:ph type="subTitle" idx="4294967295"/>
          </p:nvPr>
        </p:nvSpPr>
        <p:spPr>
          <a:xfrm>
            <a:off x="6429900" y="1835472"/>
            <a:ext cx="181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closest planet to the Sun</a:t>
            </a:r>
            <a:endParaRPr/>
          </a:p>
        </p:txBody>
      </p:sp>
      <p:sp>
        <p:nvSpPr>
          <p:cNvPr id="1364" name="Google Shape;1364;p60"/>
          <p:cNvSpPr txBox="1">
            <a:spLocks noGrp="1"/>
          </p:cNvSpPr>
          <p:nvPr>
            <p:ph type="title" idx="4294967295"/>
          </p:nvPr>
        </p:nvSpPr>
        <p:spPr>
          <a:xfrm>
            <a:off x="6429900" y="2954045"/>
            <a:ext cx="1811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Venus</a:t>
            </a:r>
            <a:endParaRPr sz="2200"/>
          </a:p>
        </p:txBody>
      </p:sp>
      <p:sp>
        <p:nvSpPr>
          <p:cNvPr id="1368" name="Google Shape;1368;p60"/>
          <p:cNvSpPr txBox="1">
            <a:spLocks noGrp="1"/>
          </p:cNvSpPr>
          <p:nvPr>
            <p:ph type="subTitle" idx="4294967295"/>
          </p:nvPr>
        </p:nvSpPr>
        <p:spPr>
          <a:xfrm>
            <a:off x="6429900" y="3300870"/>
            <a:ext cx="181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1366" name="Google Shape;1366;p60"/>
          <p:cNvSpPr txBox="1">
            <a:spLocks noGrp="1"/>
          </p:cNvSpPr>
          <p:nvPr>
            <p:ph type="title" idx="4294967295"/>
          </p:nvPr>
        </p:nvSpPr>
        <p:spPr>
          <a:xfrm>
            <a:off x="902700" y="3686743"/>
            <a:ext cx="1811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Mars</a:t>
            </a:r>
            <a:endParaRPr sz="2200"/>
          </a:p>
        </p:txBody>
      </p:sp>
      <p:sp>
        <p:nvSpPr>
          <p:cNvPr id="1369" name="Google Shape;1369;p60"/>
          <p:cNvSpPr txBox="1">
            <a:spLocks noGrp="1"/>
          </p:cNvSpPr>
          <p:nvPr>
            <p:ph type="subTitle" idx="4294967295"/>
          </p:nvPr>
        </p:nvSpPr>
        <p:spPr>
          <a:xfrm>
            <a:off x="902700" y="4033568"/>
            <a:ext cx="181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very cold place</a:t>
            </a:r>
            <a:endParaRPr/>
          </a:p>
        </p:txBody>
      </p:sp>
      <p:sp>
        <p:nvSpPr>
          <p:cNvPr id="1362" name="Google Shape;1362;p60"/>
          <p:cNvSpPr txBox="1">
            <a:spLocks noGrp="1"/>
          </p:cNvSpPr>
          <p:nvPr>
            <p:ph type="title" idx="4294967295"/>
          </p:nvPr>
        </p:nvSpPr>
        <p:spPr>
          <a:xfrm>
            <a:off x="902700" y="2221346"/>
            <a:ext cx="1811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Neptune</a:t>
            </a:r>
            <a:endParaRPr sz="2200"/>
          </a:p>
        </p:txBody>
      </p:sp>
      <p:sp>
        <p:nvSpPr>
          <p:cNvPr id="1370" name="Google Shape;1370;p60"/>
          <p:cNvSpPr txBox="1">
            <a:spLocks noGrp="1"/>
          </p:cNvSpPr>
          <p:nvPr>
            <p:ph type="subTitle" idx="4294967295"/>
          </p:nvPr>
        </p:nvSpPr>
        <p:spPr>
          <a:xfrm>
            <a:off x="902700" y="2568171"/>
            <a:ext cx="181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farthest planet from the Sun</a:t>
            </a:r>
            <a:endParaRPr/>
          </a:p>
        </p:txBody>
      </p:sp>
      <p:sp>
        <p:nvSpPr>
          <p:cNvPr id="1371" name="Google Shape;1371;p60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372" name="Google Shape;1372;p60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373" name="Google Shape;1373;p60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Redistribution </a:t>
            </a:r>
            <a:r>
              <a:rPr lang="en" i="1"/>
              <a:t>of income</a:t>
            </a:r>
            <a:endParaRPr i="1"/>
          </a:p>
        </p:txBody>
      </p:sp>
      <p:grpSp>
        <p:nvGrpSpPr>
          <p:cNvPr id="1379" name="Google Shape;1379;p61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380" name="Google Shape;1380;p61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1" name="Google Shape;1381;p61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2" name="Google Shape;1382;p61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83" name="Google Shape;1383;p61"/>
          <p:cNvGrpSpPr/>
          <p:nvPr/>
        </p:nvGrpSpPr>
        <p:grpSpPr>
          <a:xfrm rot="10800000">
            <a:off x="4695249" y="611375"/>
            <a:ext cx="3735010" cy="240000"/>
            <a:chOff x="3095049" y="611375"/>
            <a:chExt cx="3735010" cy="240000"/>
          </a:xfrm>
        </p:grpSpPr>
        <p:cxnSp>
          <p:nvCxnSpPr>
            <p:cNvPr id="1384" name="Google Shape;1384;p61"/>
            <p:cNvCxnSpPr>
              <a:stCxn id="1385" idx="6"/>
              <a:endCxn id="1386" idx="6"/>
            </p:cNvCxnSpPr>
            <p:nvPr/>
          </p:nvCxnSpPr>
          <p:spPr>
            <a:xfrm>
              <a:off x="3173349" y="731375"/>
              <a:ext cx="3416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85" name="Google Shape;1385;p61"/>
            <p:cNvSpPr/>
            <p:nvPr/>
          </p:nvSpPr>
          <p:spPr>
            <a:xfrm>
              <a:off x="30950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87" name="Google Shape;1387;p61"/>
            <p:cNvGrpSpPr/>
            <p:nvPr/>
          </p:nvGrpSpPr>
          <p:grpSpPr>
            <a:xfrm rot="10800000">
              <a:off x="6590059" y="611375"/>
              <a:ext cx="240000" cy="240000"/>
              <a:chOff x="4100650" y="1108425"/>
              <a:chExt cx="240000" cy="240000"/>
            </a:xfrm>
          </p:grpSpPr>
          <p:sp>
            <p:nvSpPr>
              <p:cNvPr id="1386" name="Google Shape;1386;p61"/>
              <p:cNvSpPr/>
              <p:nvPr/>
            </p:nvSpPr>
            <p:spPr>
              <a:xfrm>
                <a:off x="41006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61"/>
              <p:cNvSpPr/>
              <p:nvPr/>
            </p:nvSpPr>
            <p:spPr>
              <a:xfrm>
                <a:off x="41006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89" name="Google Shape;1389;p61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950" y="1397550"/>
            <a:ext cx="3922149" cy="2425210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61"/>
          <p:cNvSpPr txBox="1">
            <a:spLocks noGrp="1"/>
          </p:cNvSpPr>
          <p:nvPr>
            <p:ph type="title" idx="4294967295"/>
          </p:nvPr>
        </p:nvSpPr>
        <p:spPr>
          <a:xfrm>
            <a:off x="6271850" y="1549930"/>
            <a:ext cx="17892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Private income</a:t>
            </a:r>
            <a:endParaRPr sz="2200"/>
          </a:p>
        </p:txBody>
      </p:sp>
      <p:sp>
        <p:nvSpPr>
          <p:cNvPr id="1391" name="Google Shape;1391;p61"/>
          <p:cNvSpPr txBox="1">
            <a:spLocks noGrp="1"/>
          </p:cNvSpPr>
          <p:nvPr>
            <p:ph type="subTitle" idx="4294967295"/>
          </p:nvPr>
        </p:nvSpPr>
        <p:spPr>
          <a:xfrm>
            <a:off x="6271850" y="1896755"/>
            <a:ext cx="178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closest planet to the Sun</a:t>
            </a:r>
            <a:endParaRPr/>
          </a:p>
        </p:txBody>
      </p:sp>
      <p:sp>
        <p:nvSpPr>
          <p:cNvPr id="1392" name="Google Shape;1392;p61"/>
          <p:cNvSpPr txBox="1">
            <a:spLocks noGrp="1"/>
          </p:cNvSpPr>
          <p:nvPr>
            <p:ph type="title" idx="4294967295"/>
          </p:nvPr>
        </p:nvSpPr>
        <p:spPr>
          <a:xfrm>
            <a:off x="6271842" y="2929310"/>
            <a:ext cx="17892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Taxes </a:t>
            </a:r>
            <a:endParaRPr sz="2200"/>
          </a:p>
        </p:txBody>
      </p:sp>
      <p:sp>
        <p:nvSpPr>
          <p:cNvPr id="1393" name="Google Shape;1393;p61"/>
          <p:cNvSpPr txBox="1">
            <a:spLocks noGrp="1"/>
          </p:cNvSpPr>
          <p:nvPr>
            <p:ph type="subTitle" idx="4294967295"/>
          </p:nvPr>
        </p:nvSpPr>
        <p:spPr>
          <a:xfrm>
            <a:off x="6271842" y="3276135"/>
            <a:ext cx="178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very cold place</a:t>
            </a:r>
            <a:endParaRPr/>
          </a:p>
        </p:txBody>
      </p:sp>
      <p:sp>
        <p:nvSpPr>
          <p:cNvPr id="1394" name="Google Shape;1394;p61"/>
          <p:cNvSpPr txBox="1"/>
          <p:nvPr/>
        </p:nvSpPr>
        <p:spPr>
          <a:xfrm>
            <a:off x="773100" y="4296650"/>
            <a:ext cx="7597800" cy="3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5" name="Google Shape;1395;p61"/>
          <p:cNvSpPr/>
          <p:nvPr/>
        </p:nvSpPr>
        <p:spPr>
          <a:xfrm rot="10800000">
            <a:off x="5975446" y="1573930"/>
            <a:ext cx="240000" cy="240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p61"/>
          <p:cNvSpPr/>
          <p:nvPr/>
        </p:nvSpPr>
        <p:spPr>
          <a:xfrm rot="10800000">
            <a:off x="5975446" y="2953320"/>
            <a:ext cx="240000" cy="240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97" name="Google Shape;1397;p61"/>
          <p:cNvCxnSpPr/>
          <p:nvPr/>
        </p:nvCxnSpPr>
        <p:spPr>
          <a:xfrm rot="10800000">
            <a:off x="1568000" y="3460673"/>
            <a:ext cx="343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8" name="Google Shape;1398;p61"/>
          <p:cNvCxnSpPr/>
          <p:nvPr/>
        </p:nvCxnSpPr>
        <p:spPr>
          <a:xfrm>
            <a:off x="1571852" y="1539961"/>
            <a:ext cx="0" cy="19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9" name="Google Shape;1399;p61">
            <a:hlinkClick r:id="rId6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400" name="Google Shape;1400;p61">
            <a:hlinkClick r:id="rId7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401" name="Google Shape;1401;p61">
            <a:hlinkClick r:id="rId8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6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Factors of </a:t>
            </a:r>
            <a:r>
              <a:rPr lang="en" i="1"/>
              <a:t>production</a:t>
            </a:r>
            <a:endParaRPr i="1"/>
          </a:p>
        </p:txBody>
      </p:sp>
      <p:grpSp>
        <p:nvGrpSpPr>
          <p:cNvPr id="1407" name="Google Shape;1407;p62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408" name="Google Shape;1408;p62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9" name="Google Shape;1409;p62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0" name="Google Shape;1410;p62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11" name="Google Shape;1411;p62"/>
          <p:cNvGrpSpPr/>
          <p:nvPr/>
        </p:nvGrpSpPr>
        <p:grpSpPr>
          <a:xfrm>
            <a:off x="4390449" y="611375"/>
            <a:ext cx="4039810" cy="240000"/>
            <a:chOff x="4390449" y="611375"/>
            <a:chExt cx="4039810" cy="240000"/>
          </a:xfrm>
        </p:grpSpPr>
        <p:cxnSp>
          <p:nvCxnSpPr>
            <p:cNvPr id="1412" name="Google Shape;1412;p62"/>
            <p:cNvCxnSpPr>
              <a:stCxn id="1413" idx="6"/>
              <a:endCxn id="1414" idx="6"/>
            </p:cNvCxnSpPr>
            <p:nvPr/>
          </p:nvCxnSpPr>
          <p:spPr>
            <a:xfrm>
              <a:off x="4468749" y="731375"/>
              <a:ext cx="3721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13" name="Google Shape;1413;p62"/>
            <p:cNvSpPr/>
            <p:nvPr/>
          </p:nvSpPr>
          <p:spPr>
            <a:xfrm>
              <a:off x="4390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5" name="Google Shape;1415;p62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414" name="Google Shape;1414;p62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62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1417" name="Google Shape;1417;p62"/>
          <p:cNvGraphicFramePr/>
          <p:nvPr/>
        </p:nvGraphicFramePr>
        <p:xfrm>
          <a:off x="836250" y="14123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{E3FA6EE5-0EDF-4B38-BBE1-023BEDDE903A}</a:tableStyleId>
              </a:tblPr>
              <a:tblGrid>
                <a:gridCol w="218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Factor</a:t>
                      </a:r>
                      <a:endParaRPr sz="22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Human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18" name="Google Shape;1418;p62"/>
          <p:cNvGraphicFramePr/>
          <p:nvPr/>
        </p:nvGraphicFramePr>
        <p:xfrm>
          <a:off x="836250" y="29706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{E3FA6EE5-0EDF-4B38-BBE1-023BEDDE903A}</a:tableStyleId>
              </a:tblPr>
              <a:tblGrid>
                <a:gridCol w="218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Factor</a:t>
                      </a:r>
                      <a:endParaRPr sz="22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Natural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19" name="Google Shape;1419;p62"/>
          <p:cNvGraphicFramePr/>
          <p:nvPr/>
        </p:nvGraphicFramePr>
        <p:xfrm>
          <a:off x="5042425" y="14123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{E3FA6EE5-0EDF-4B38-BBE1-023BEDDE903A}</a:tableStyleId>
              </a:tblPr>
              <a:tblGrid>
                <a:gridCol w="217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Factor</a:t>
                      </a:r>
                      <a:endParaRPr sz="22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Capital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20" name="Google Shape;1420;p62"/>
          <p:cNvGraphicFramePr/>
          <p:nvPr/>
        </p:nvGraphicFramePr>
        <p:xfrm>
          <a:off x="5042425" y="29706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{E3FA6EE5-0EDF-4B38-BBE1-023BEDDE903A}</a:tableStyleId>
              </a:tblPr>
              <a:tblGrid>
                <a:gridCol w="217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6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Factor</a:t>
                      </a:r>
                      <a:endParaRPr sz="22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Entrepreneurial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421" name="Google Shape;1421;p62"/>
          <p:cNvGrpSpPr/>
          <p:nvPr/>
        </p:nvGrpSpPr>
        <p:grpSpPr>
          <a:xfrm>
            <a:off x="3383075" y="1846975"/>
            <a:ext cx="360325" cy="371250"/>
            <a:chOff x="7026188" y="1998650"/>
            <a:chExt cx="360325" cy="371250"/>
          </a:xfrm>
        </p:grpSpPr>
        <p:sp>
          <p:nvSpPr>
            <p:cNvPr id="1422" name="Google Shape;1422;p62"/>
            <p:cNvSpPr/>
            <p:nvPr/>
          </p:nvSpPr>
          <p:spPr>
            <a:xfrm>
              <a:off x="7026188" y="2250650"/>
              <a:ext cx="99225" cy="113800"/>
            </a:xfrm>
            <a:custGeom>
              <a:avLst/>
              <a:gdLst/>
              <a:ahLst/>
              <a:cxnLst/>
              <a:rect l="l" t="t" r="r" b="b"/>
              <a:pathLst>
                <a:path w="3969" h="4552" extrusionOk="0">
                  <a:moveTo>
                    <a:pt x="1984" y="438"/>
                  </a:moveTo>
                  <a:cubicBezTo>
                    <a:pt x="2408" y="438"/>
                    <a:pt x="2772" y="671"/>
                    <a:pt x="2947" y="1035"/>
                  </a:cubicBezTo>
                  <a:cubicBezTo>
                    <a:pt x="2801" y="1109"/>
                    <a:pt x="2641" y="1152"/>
                    <a:pt x="2466" y="1152"/>
                  </a:cubicBezTo>
                  <a:cubicBezTo>
                    <a:pt x="2058" y="1152"/>
                    <a:pt x="1679" y="919"/>
                    <a:pt x="1504" y="554"/>
                  </a:cubicBezTo>
                  <a:cubicBezTo>
                    <a:pt x="1650" y="481"/>
                    <a:pt x="1809" y="438"/>
                    <a:pt x="1984" y="438"/>
                  </a:cubicBezTo>
                  <a:close/>
                  <a:moveTo>
                    <a:pt x="1154" y="831"/>
                  </a:moveTo>
                  <a:cubicBezTo>
                    <a:pt x="1416" y="1284"/>
                    <a:pt x="1912" y="1590"/>
                    <a:pt x="2466" y="1590"/>
                  </a:cubicBezTo>
                  <a:cubicBezTo>
                    <a:pt x="2671" y="1590"/>
                    <a:pt x="2875" y="1546"/>
                    <a:pt x="3064" y="1459"/>
                  </a:cubicBezTo>
                  <a:lnTo>
                    <a:pt x="3064" y="1517"/>
                  </a:lnTo>
                  <a:cubicBezTo>
                    <a:pt x="3064" y="2101"/>
                    <a:pt x="2583" y="2581"/>
                    <a:pt x="1984" y="2581"/>
                  </a:cubicBezTo>
                  <a:cubicBezTo>
                    <a:pt x="1401" y="2581"/>
                    <a:pt x="905" y="2101"/>
                    <a:pt x="905" y="1517"/>
                  </a:cubicBezTo>
                  <a:cubicBezTo>
                    <a:pt x="905" y="1255"/>
                    <a:pt x="1008" y="1021"/>
                    <a:pt x="1154" y="831"/>
                  </a:cubicBezTo>
                  <a:close/>
                  <a:moveTo>
                    <a:pt x="2583" y="2902"/>
                  </a:moveTo>
                  <a:cubicBezTo>
                    <a:pt x="3093" y="3122"/>
                    <a:pt x="3443" y="3573"/>
                    <a:pt x="3517" y="4114"/>
                  </a:cubicBezTo>
                  <a:lnTo>
                    <a:pt x="453" y="4114"/>
                  </a:lnTo>
                  <a:cubicBezTo>
                    <a:pt x="526" y="3573"/>
                    <a:pt x="891" y="3122"/>
                    <a:pt x="1401" y="2902"/>
                  </a:cubicBezTo>
                  <a:cubicBezTo>
                    <a:pt x="1576" y="2976"/>
                    <a:pt x="1780" y="3019"/>
                    <a:pt x="1984" y="3019"/>
                  </a:cubicBezTo>
                  <a:cubicBezTo>
                    <a:pt x="2204" y="3019"/>
                    <a:pt x="2393" y="2976"/>
                    <a:pt x="2583" y="2902"/>
                  </a:cubicBezTo>
                  <a:close/>
                  <a:moveTo>
                    <a:pt x="1984" y="0"/>
                  </a:moveTo>
                  <a:cubicBezTo>
                    <a:pt x="1154" y="0"/>
                    <a:pt x="483" y="671"/>
                    <a:pt x="483" y="1517"/>
                  </a:cubicBezTo>
                  <a:cubicBezTo>
                    <a:pt x="483" y="1955"/>
                    <a:pt x="672" y="2363"/>
                    <a:pt x="979" y="2626"/>
                  </a:cubicBezTo>
                  <a:cubicBezTo>
                    <a:pt x="380" y="2990"/>
                    <a:pt x="1" y="3632"/>
                    <a:pt x="1" y="4332"/>
                  </a:cubicBezTo>
                  <a:cubicBezTo>
                    <a:pt x="1" y="4464"/>
                    <a:pt x="103" y="4551"/>
                    <a:pt x="220" y="4551"/>
                  </a:cubicBezTo>
                  <a:lnTo>
                    <a:pt x="3750" y="4551"/>
                  </a:lnTo>
                  <a:cubicBezTo>
                    <a:pt x="3867" y="4551"/>
                    <a:pt x="3968" y="4464"/>
                    <a:pt x="3968" y="4332"/>
                  </a:cubicBezTo>
                  <a:cubicBezTo>
                    <a:pt x="3968" y="3632"/>
                    <a:pt x="3589" y="2990"/>
                    <a:pt x="3006" y="2626"/>
                  </a:cubicBezTo>
                  <a:cubicBezTo>
                    <a:pt x="3312" y="2363"/>
                    <a:pt x="3501" y="1955"/>
                    <a:pt x="3501" y="1517"/>
                  </a:cubicBezTo>
                  <a:cubicBezTo>
                    <a:pt x="3501" y="671"/>
                    <a:pt x="2816" y="0"/>
                    <a:pt x="1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62"/>
            <p:cNvSpPr/>
            <p:nvPr/>
          </p:nvSpPr>
          <p:spPr>
            <a:xfrm>
              <a:off x="7293138" y="2208700"/>
              <a:ext cx="93375" cy="161200"/>
            </a:xfrm>
            <a:custGeom>
              <a:avLst/>
              <a:gdLst/>
              <a:ahLst/>
              <a:cxnLst/>
              <a:rect l="l" t="t" r="r" b="b"/>
              <a:pathLst>
                <a:path w="3735" h="6448" extrusionOk="0">
                  <a:moveTo>
                    <a:pt x="1809" y="438"/>
                  </a:moveTo>
                  <a:cubicBezTo>
                    <a:pt x="1984" y="438"/>
                    <a:pt x="2130" y="584"/>
                    <a:pt x="2130" y="759"/>
                  </a:cubicBezTo>
                  <a:lnTo>
                    <a:pt x="2130" y="803"/>
                  </a:lnTo>
                  <a:cubicBezTo>
                    <a:pt x="2130" y="905"/>
                    <a:pt x="2188" y="992"/>
                    <a:pt x="2291" y="1007"/>
                  </a:cubicBezTo>
                  <a:cubicBezTo>
                    <a:pt x="2466" y="1066"/>
                    <a:pt x="2655" y="1167"/>
                    <a:pt x="2787" y="1270"/>
                  </a:cubicBezTo>
                  <a:cubicBezTo>
                    <a:pt x="2917" y="1386"/>
                    <a:pt x="2947" y="1591"/>
                    <a:pt x="2830" y="1737"/>
                  </a:cubicBezTo>
                  <a:cubicBezTo>
                    <a:pt x="2766" y="1808"/>
                    <a:pt x="2677" y="1845"/>
                    <a:pt x="2585" y="1845"/>
                  </a:cubicBezTo>
                  <a:cubicBezTo>
                    <a:pt x="2508" y="1845"/>
                    <a:pt x="2430" y="1819"/>
                    <a:pt x="2363" y="1766"/>
                  </a:cubicBezTo>
                  <a:cubicBezTo>
                    <a:pt x="2330" y="1732"/>
                    <a:pt x="2153" y="1605"/>
                    <a:pt x="1870" y="1605"/>
                  </a:cubicBezTo>
                  <a:cubicBezTo>
                    <a:pt x="1782" y="1605"/>
                    <a:pt x="1683" y="1618"/>
                    <a:pt x="1576" y="1649"/>
                  </a:cubicBezTo>
                  <a:cubicBezTo>
                    <a:pt x="1313" y="1721"/>
                    <a:pt x="1255" y="1970"/>
                    <a:pt x="1241" y="2057"/>
                  </a:cubicBezTo>
                  <a:cubicBezTo>
                    <a:pt x="1211" y="2232"/>
                    <a:pt x="1270" y="2349"/>
                    <a:pt x="1284" y="2378"/>
                  </a:cubicBezTo>
                  <a:cubicBezTo>
                    <a:pt x="1430" y="2612"/>
                    <a:pt x="1780" y="2713"/>
                    <a:pt x="2101" y="2816"/>
                  </a:cubicBezTo>
                  <a:cubicBezTo>
                    <a:pt x="2188" y="2845"/>
                    <a:pt x="2262" y="2874"/>
                    <a:pt x="2334" y="2888"/>
                  </a:cubicBezTo>
                  <a:cubicBezTo>
                    <a:pt x="2933" y="3108"/>
                    <a:pt x="3268" y="3662"/>
                    <a:pt x="3166" y="4289"/>
                  </a:cubicBezTo>
                  <a:cubicBezTo>
                    <a:pt x="3079" y="4785"/>
                    <a:pt x="2742" y="5193"/>
                    <a:pt x="2276" y="5368"/>
                  </a:cubicBezTo>
                  <a:cubicBezTo>
                    <a:pt x="2188" y="5397"/>
                    <a:pt x="2130" y="5485"/>
                    <a:pt x="2130" y="5572"/>
                  </a:cubicBezTo>
                  <a:lnTo>
                    <a:pt x="2130" y="5689"/>
                  </a:lnTo>
                  <a:cubicBezTo>
                    <a:pt x="2130" y="5864"/>
                    <a:pt x="1984" y="6010"/>
                    <a:pt x="1809" y="6010"/>
                  </a:cubicBezTo>
                  <a:cubicBezTo>
                    <a:pt x="1620" y="6010"/>
                    <a:pt x="1474" y="5864"/>
                    <a:pt x="1474" y="5689"/>
                  </a:cubicBezTo>
                  <a:lnTo>
                    <a:pt x="1474" y="5631"/>
                  </a:lnTo>
                  <a:cubicBezTo>
                    <a:pt x="1474" y="5529"/>
                    <a:pt x="1400" y="5442"/>
                    <a:pt x="1299" y="5412"/>
                  </a:cubicBezTo>
                  <a:cubicBezTo>
                    <a:pt x="1066" y="5383"/>
                    <a:pt x="861" y="5296"/>
                    <a:pt x="613" y="5121"/>
                  </a:cubicBezTo>
                  <a:cubicBezTo>
                    <a:pt x="540" y="5076"/>
                    <a:pt x="496" y="5004"/>
                    <a:pt x="467" y="4916"/>
                  </a:cubicBezTo>
                  <a:cubicBezTo>
                    <a:pt x="453" y="4829"/>
                    <a:pt x="467" y="4741"/>
                    <a:pt x="511" y="4668"/>
                  </a:cubicBezTo>
                  <a:cubicBezTo>
                    <a:pt x="570" y="4596"/>
                    <a:pt x="642" y="4551"/>
                    <a:pt x="729" y="4537"/>
                  </a:cubicBezTo>
                  <a:cubicBezTo>
                    <a:pt x="745" y="4522"/>
                    <a:pt x="774" y="4522"/>
                    <a:pt x="788" y="4522"/>
                  </a:cubicBezTo>
                  <a:cubicBezTo>
                    <a:pt x="846" y="4522"/>
                    <a:pt x="920" y="4537"/>
                    <a:pt x="963" y="4580"/>
                  </a:cubicBezTo>
                  <a:cubicBezTo>
                    <a:pt x="1270" y="4785"/>
                    <a:pt x="1400" y="4800"/>
                    <a:pt x="1795" y="4800"/>
                  </a:cubicBezTo>
                  <a:cubicBezTo>
                    <a:pt x="2233" y="4800"/>
                    <a:pt x="2480" y="4479"/>
                    <a:pt x="2524" y="4172"/>
                  </a:cubicBezTo>
                  <a:cubicBezTo>
                    <a:pt x="2583" y="3866"/>
                    <a:pt x="2422" y="3618"/>
                    <a:pt x="2116" y="3501"/>
                  </a:cubicBezTo>
                  <a:cubicBezTo>
                    <a:pt x="1678" y="3355"/>
                    <a:pt x="1241" y="3180"/>
                    <a:pt x="934" y="2947"/>
                  </a:cubicBezTo>
                  <a:cubicBezTo>
                    <a:pt x="657" y="2713"/>
                    <a:pt x="525" y="2334"/>
                    <a:pt x="599" y="1926"/>
                  </a:cubicBezTo>
                  <a:cubicBezTo>
                    <a:pt x="671" y="1517"/>
                    <a:pt x="949" y="1182"/>
                    <a:pt x="1328" y="1036"/>
                  </a:cubicBezTo>
                  <a:cubicBezTo>
                    <a:pt x="1416" y="1007"/>
                    <a:pt x="1474" y="934"/>
                    <a:pt x="1474" y="832"/>
                  </a:cubicBezTo>
                  <a:lnTo>
                    <a:pt x="1474" y="759"/>
                  </a:lnTo>
                  <a:cubicBezTo>
                    <a:pt x="1474" y="584"/>
                    <a:pt x="1620" y="438"/>
                    <a:pt x="1809" y="438"/>
                  </a:cubicBezTo>
                  <a:close/>
                  <a:moveTo>
                    <a:pt x="1809" y="0"/>
                  </a:moveTo>
                  <a:cubicBezTo>
                    <a:pt x="1400" y="0"/>
                    <a:pt x="1080" y="307"/>
                    <a:pt x="1050" y="686"/>
                  </a:cubicBezTo>
                  <a:cubicBezTo>
                    <a:pt x="584" y="905"/>
                    <a:pt x="263" y="1328"/>
                    <a:pt x="175" y="1853"/>
                  </a:cubicBezTo>
                  <a:cubicBezTo>
                    <a:pt x="58" y="2408"/>
                    <a:pt x="263" y="2962"/>
                    <a:pt x="671" y="3283"/>
                  </a:cubicBezTo>
                  <a:cubicBezTo>
                    <a:pt x="1021" y="3559"/>
                    <a:pt x="1503" y="3749"/>
                    <a:pt x="1970" y="3909"/>
                  </a:cubicBezTo>
                  <a:cubicBezTo>
                    <a:pt x="2101" y="3968"/>
                    <a:pt x="2116" y="4012"/>
                    <a:pt x="2101" y="4114"/>
                  </a:cubicBezTo>
                  <a:cubicBezTo>
                    <a:pt x="2087" y="4143"/>
                    <a:pt x="2042" y="4362"/>
                    <a:pt x="1795" y="4362"/>
                  </a:cubicBezTo>
                  <a:cubicBezTo>
                    <a:pt x="1459" y="4362"/>
                    <a:pt x="1416" y="4362"/>
                    <a:pt x="1211" y="4216"/>
                  </a:cubicBezTo>
                  <a:cubicBezTo>
                    <a:pt x="1087" y="4133"/>
                    <a:pt x="948" y="4095"/>
                    <a:pt x="805" y="4095"/>
                  </a:cubicBezTo>
                  <a:cubicBezTo>
                    <a:pt x="746" y="4095"/>
                    <a:pt x="687" y="4101"/>
                    <a:pt x="628" y="4114"/>
                  </a:cubicBezTo>
                  <a:cubicBezTo>
                    <a:pt x="438" y="4143"/>
                    <a:pt x="263" y="4259"/>
                    <a:pt x="161" y="4434"/>
                  </a:cubicBezTo>
                  <a:cubicBezTo>
                    <a:pt x="44" y="4610"/>
                    <a:pt x="0" y="4814"/>
                    <a:pt x="44" y="5004"/>
                  </a:cubicBezTo>
                  <a:cubicBezTo>
                    <a:pt x="88" y="5208"/>
                    <a:pt x="204" y="5383"/>
                    <a:pt x="379" y="5485"/>
                  </a:cubicBezTo>
                  <a:cubicBezTo>
                    <a:pt x="613" y="5646"/>
                    <a:pt x="832" y="5747"/>
                    <a:pt x="1050" y="5806"/>
                  </a:cubicBezTo>
                  <a:cubicBezTo>
                    <a:pt x="1109" y="6171"/>
                    <a:pt x="1430" y="6447"/>
                    <a:pt x="1809" y="6447"/>
                  </a:cubicBezTo>
                  <a:cubicBezTo>
                    <a:pt x="2203" y="6447"/>
                    <a:pt x="2538" y="6113"/>
                    <a:pt x="2567" y="5718"/>
                  </a:cubicBezTo>
                  <a:cubicBezTo>
                    <a:pt x="3108" y="5471"/>
                    <a:pt x="3501" y="4960"/>
                    <a:pt x="3604" y="4362"/>
                  </a:cubicBezTo>
                  <a:cubicBezTo>
                    <a:pt x="3734" y="3530"/>
                    <a:pt x="3283" y="2772"/>
                    <a:pt x="2480" y="2480"/>
                  </a:cubicBezTo>
                  <a:cubicBezTo>
                    <a:pt x="2392" y="2451"/>
                    <a:pt x="2320" y="2437"/>
                    <a:pt x="2233" y="2408"/>
                  </a:cubicBezTo>
                  <a:cubicBezTo>
                    <a:pt x="2042" y="2334"/>
                    <a:pt x="1737" y="2246"/>
                    <a:pt x="1663" y="2159"/>
                  </a:cubicBezTo>
                  <a:lnTo>
                    <a:pt x="1663" y="2130"/>
                  </a:lnTo>
                  <a:cubicBezTo>
                    <a:pt x="1663" y="2116"/>
                    <a:pt x="1678" y="2071"/>
                    <a:pt x="1707" y="2057"/>
                  </a:cubicBezTo>
                  <a:cubicBezTo>
                    <a:pt x="1763" y="2040"/>
                    <a:pt x="1814" y="2033"/>
                    <a:pt x="1859" y="2033"/>
                  </a:cubicBezTo>
                  <a:cubicBezTo>
                    <a:pt x="2002" y="2033"/>
                    <a:pt x="2087" y="2101"/>
                    <a:pt x="2087" y="2101"/>
                  </a:cubicBezTo>
                  <a:cubicBezTo>
                    <a:pt x="2229" y="2224"/>
                    <a:pt x="2404" y="2284"/>
                    <a:pt x="2578" y="2284"/>
                  </a:cubicBezTo>
                  <a:cubicBezTo>
                    <a:pt x="2795" y="2284"/>
                    <a:pt x="3012" y="2191"/>
                    <a:pt x="3166" y="2013"/>
                  </a:cubicBezTo>
                  <a:cubicBezTo>
                    <a:pt x="3429" y="1692"/>
                    <a:pt x="3384" y="1211"/>
                    <a:pt x="3063" y="934"/>
                  </a:cubicBezTo>
                  <a:cubicBezTo>
                    <a:pt x="2917" y="817"/>
                    <a:pt x="2742" y="715"/>
                    <a:pt x="2553" y="642"/>
                  </a:cubicBezTo>
                  <a:cubicBezTo>
                    <a:pt x="2495" y="278"/>
                    <a:pt x="2188" y="0"/>
                    <a:pt x="18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62"/>
            <p:cNvSpPr/>
            <p:nvPr/>
          </p:nvSpPr>
          <p:spPr>
            <a:xfrm>
              <a:off x="7065588" y="1998650"/>
              <a:ext cx="272050" cy="161575"/>
            </a:xfrm>
            <a:custGeom>
              <a:avLst/>
              <a:gdLst/>
              <a:ahLst/>
              <a:cxnLst/>
              <a:rect l="l" t="t" r="r" b="b"/>
              <a:pathLst>
                <a:path w="10882" h="6463" extrusionOk="0">
                  <a:moveTo>
                    <a:pt x="5441" y="438"/>
                  </a:moveTo>
                  <a:cubicBezTo>
                    <a:pt x="6477" y="438"/>
                    <a:pt x="7498" y="716"/>
                    <a:pt x="8388" y="1241"/>
                  </a:cubicBezTo>
                  <a:cubicBezTo>
                    <a:pt x="9219" y="1722"/>
                    <a:pt x="9905" y="2408"/>
                    <a:pt x="10415" y="3239"/>
                  </a:cubicBezTo>
                  <a:cubicBezTo>
                    <a:pt x="9905" y="4055"/>
                    <a:pt x="9219" y="4742"/>
                    <a:pt x="8388" y="5222"/>
                  </a:cubicBezTo>
                  <a:cubicBezTo>
                    <a:pt x="7994" y="5456"/>
                    <a:pt x="7585" y="5646"/>
                    <a:pt x="7148" y="5777"/>
                  </a:cubicBezTo>
                  <a:cubicBezTo>
                    <a:pt x="7614" y="5325"/>
                    <a:pt x="7906" y="4697"/>
                    <a:pt x="7906" y="3997"/>
                  </a:cubicBezTo>
                  <a:cubicBezTo>
                    <a:pt x="7906" y="3530"/>
                    <a:pt x="7775" y="3079"/>
                    <a:pt x="7527" y="2684"/>
                  </a:cubicBezTo>
                  <a:cubicBezTo>
                    <a:pt x="7488" y="2618"/>
                    <a:pt x="7412" y="2582"/>
                    <a:pt x="7336" y="2582"/>
                  </a:cubicBezTo>
                  <a:cubicBezTo>
                    <a:pt x="7296" y="2582"/>
                    <a:pt x="7256" y="2592"/>
                    <a:pt x="7221" y="2612"/>
                  </a:cubicBezTo>
                  <a:cubicBezTo>
                    <a:pt x="7134" y="2684"/>
                    <a:pt x="7089" y="2816"/>
                    <a:pt x="7163" y="2918"/>
                  </a:cubicBezTo>
                  <a:cubicBezTo>
                    <a:pt x="7367" y="3239"/>
                    <a:pt x="7468" y="3618"/>
                    <a:pt x="7468" y="3997"/>
                  </a:cubicBezTo>
                  <a:cubicBezTo>
                    <a:pt x="7468" y="5121"/>
                    <a:pt x="6564" y="6025"/>
                    <a:pt x="5441" y="6025"/>
                  </a:cubicBezTo>
                  <a:cubicBezTo>
                    <a:pt x="4318" y="6025"/>
                    <a:pt x="3413" y="5121"/>
                    <a:pt x="3413" y="3997"/>
                  </a:cubicBezTo>
                  <a:cubicBezTo>
                    <a:pt x="3413" y="2874"/>
                    <a:pt x="4318" y="1970"/>
                    <a:pt x="5441" y="1970"/>
                  </a:cubicBezTo>
                  <a:cubicBezTo>
                    <a:pt x="5864" y="1970"/>
                    <a:pt x="6272" y="2101"/>
                    <a:pt x="6622" y="2349"/>
                  </a:cubicBezTo>
                  <a:cubicBezTo>
                    <a:pt x="6662" y="2372"/>
                    <a:pt x="6705" y="2383"/>
                    <a:pt x="6748" y="2383"/>
                  </a:cubicBezTo>
                  <a:cubicBezTo>
                    <a:pt x="6817" y="2383"/>
                    <a:pt x="6884" y="2354"/>
                    <a:pt x="6929" y="2291"/>
                  </a:cubicBezTo>
                  <a:cubicBezTo>
                    <a:pt x="6988" y="2203"/>
                    <a:pt x="6972" y="2058"/>
                    <a:pt x="6871" y="1984"/>
                  </a:cubicBezTo>
                  <a:cubicBezTo>
                    <a:pt x="6447" y="1692"/>
                    <a:pt x="5967" y="1532"/>
                    <a:pt x="5441" y="1532"/>
                  </a:cubicBezTo>
                  <a:cubicBezTo>
                    <a:pt x="4084" y="1532"/>
                    <a:pt x="2976" y="2641"/>
                    <a:pt x="2976" y="3997"/>
                  </a:cubicBezTo>
                  <a:cubicBezTo>
                    <a:pt x="2976" y="4697"/>
                    <a:pt x="3267" y="5325"/>
                    <a:pt x="3734" y="5777"/>
                  </a:cubicBezTo>
                  <a:cubicBezTo>
                    <a:pt x="3297" y="5646"/>
                    <a:pt x="2888" y="5456"/>
                    <a:pt x="2495" y="5222"/>
                  </a:cubicBezTo>
                  <a:cubicBezTo>
                    <a:pt x="1678" y="4742"/>
                    <a:pt x="978" y="4055"/>
                    <a:pt x="482" y="3239"/>
                  </a:cubicBezTo>
                  <a:cubicBezTo>
                    <a:pt x="978" y="2408"/>
                    <a:pt x="1678" y="1722"/>
                    <a:pt x="2495" y="1241"/>
                  </a:cubicBezTo>
                  <a:cubicBezTo>
                    <a:pt x="3384" y="716"/>
                    <a:pt x="4405" y="438"/>
                    <a:pt x="5441" y="438"/>
                  </a:cubicBezTo>
                  <a:close/>
                  <a:moveTo>
                    <a:pt x="5441" y="0"/>
                  </a:moveTo>
                  <a:cubicBezTo>
                    <a:pt x="4333" y="0"/>
                    <a:pt x="3238" y="307"/>
                    <a:pt x="2276" y="861"/>
                  </a:cubicBezTo>
                  <a:cubicBezTo>
                    <a:pt x="1342" y="1416"/>
                    <a:pt x="570" y="2188"/>
                    <a:pt x="29" y="3122"/>
                  </a:cubicBezTo>
                  <a:cubicBezTo>
                    <a:pt x="0" y="3195"/>
                    <a:pt x="0" y="3268"/>
                    <a:pt x="29" y="3341"/>
                  </a:cubicBezTo>
                  <a:cubicBezTo>
                    <a:pt x="570" y="4275"/>
                    <a:pt x="1342" y="5047"/>
                    <a:pt x="2276" y="5602"/>
                  </a:cubicBezTo>
                  <a:cubicBezTo>
                    <a:pt x="3238" y="6171"/>
                    <a:pt x="4333" y="6463"/>
                    <a:pt x="5441" y="6463"/>
                  </a:cubicBezTo>
                  <a:cubicBezTo>
                    <a:pt x="6564" y="6463"/>
                    <a:pt x="7659" y="6171"/>
                    <a:pt x="8606" y="5602"/>
                  </a:cubicBezTo>
                  <a:cubicBezTo>
                    <a:pt x="9540" y="5047"/>
                    <a:pt x="10313" y="4275"/>
                    <a:pt x="10853" y="3341"/>
                  </a:cubicBezTo>
                  <a:cubicBezTo>
                    <a:pt x="10882" y="3268"/>
                    <a:pt x="10882" y="3195"/>
                    <a:pt x="10853" y="3122"/>
                  </a:cubicBezTo>
                  <a:cubicBezTo>
                    <a:pt x="10313" y="2188"/>
                    <a:pt x="9540" y="1416"/>
                    <a:pt x="8606" y="861"/>
                  </a:cubicBezTo>
                  <a:cubicBezTo>
                    <a:pt x="7659" y="307"/>
                    <a:pt x="6564" y="0"/>
                    <a:pt x="5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62"/>
            <p:cNvSpPr/>
            <p:nvPr/>
          </p:nvSpPr>
          <p:spPr>
            <a:xfrm>
              <a:off x="7168413" y="2065400"/>
              <a:ext cx="66400" cy="66375"/>
            </a:xfrm>
            <a:custGeom>
              <a:avLst/>
              <a:gdLst/>
              <a:ahLst/>
              <a:cxnLst/>
              <a:rect l="l" t="t" r="r" b="b"/>
              <a:pathLst>
                <a:path w="2656" h="2655" extrusionOk="0">
                  <a:moveTo>
                    <a:pt x="1328" y="438"/>
                  </a:moveTo>
                  <a:cubicBezTo>
                    <a:pt x="1824" y="438"/>
                    <a:pt x="2218" y="831"/>
                    <a:pt x="2218" y="1327"/>
                  </a:cubicBezTo>
                  <a:cubicBezTo>
                    <a:pt x="2218" y="1823"/>
                    <a:pt x="1824" y="2217"/>
                    <a:pt x="1328" y="2217"/>
                  </a:cubicBezTo>
                  <a:cubicBezTo>
                    <a:pt x="833" y="2217"/>
                    <a:pt x="438" y="1823"/>
                    <a:pt x="438" y="1327"/>
                  </a:cubicBezTo>
                  <a:cubicBezTo>
                    <a:pt x="438" y="831"/>
                    <a:pt x="833" y="438"/>
                    <a:pt x="1328" y="438"/>
                  </a:cubicBezTo>
                  <a:close/>
                  <a:moveTo>
                    <a:pt x="1328" y="0"/>
                  </a:moveTo>
                  <a:cubicBezTo>
                    <a:pt x="599" y="0"/>
                    <a:pt x="0" y="598"/>
                    <a:pt x="0" y="1327"/>
                  </a:cubicBezTo>
                  <a:cubicBezTo>
                    <a:pt x="0" y="2056"/>
                    <a:pt x="599" y="2655"/>
                    <a:pt x="1328" y="2655"/>
                  </a:cubicBezTo>
                  <a:cubicBezTo>
                    <a:pt x="2058" y="2655"/>
                    <a:pt x="2655" y="2056"/>
                    <a:pt x="2655" y="1327"/>
                  </a:cubicBezTo>
                  <a:cubicBezTo>
                    <a:pt x="2655" y="598"/>
                    <a:pt x="2058" y="0"/>
                    <a:pt x="13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62"/>
            <p:cNvSpPr/>
            <p:nvPr/>
          </p:nvSpPr>
          <p:spPr>
            <a:xfrm>
              <a:off x="7148713" y="2249175"/>
              <a:ext cx="121475" cy="120725"/>
            </a:xfrm>
            <a:custGeom>
              <a:avLst/>
              <a:gdLst/>
              <a:ahLst/>
              <a:cxnLst/>
              <a:rect l="l" t="t" r="r" b="b"/>
              <a:pathLst>
                <a:path w="4859" h="4829" extrusionOk="0">
                  <a:moveTo>
                    <a:pt x="2976" y="438"/>
                  </a:moveTo>
                  <a:cubicBezTo>
                    <a:pt x="3035" y="438"/>
                    <a:pt x="3079" y="482"/>
                    <a:pt x="3079" y="540"/>
                  </a:cubicBezTo>
                  <a:lnTo>
                    <a:pt x="3079" y="964"/>
                  </a:lnTo>
                  <a:lnTo>
                    <a:pt x="1766" y="964"/>
                  </a:lnTo>
                  <a:lnTo>
                    <a:pt x="1766" y="540"/>
                  </a:lnTo>
                  <a:cubicBezTo>
                    <a:pt x="1766" y="482"/>
                    <a:pt x="1825" y="438"/>
                    <a:pt x="1883" y="438"/>
                  </a:cubicBezTo>
                  <a:close/>
                  <a:moveTo>
                    <a:pt x="3531" y="1401"/>
                  </a:moveTo>
                  <a:cubicBezTo>
                    <a:pt x="4013" y="1401"/>
                    <a:pt x="4406" y="1780"/>
                    <a:pt x="4421" y="2276"/>
                  </a:cubicBezTo>
                  <a:cubicBezTo>
                    <a:pt x="4406" y="2743"/>
                    <a:pt x="4013" y="3136"/>
                    <a:pt x="3531" y="3136"/>
                  </a:cubicBezTo>
                  <a:lnTo>
                    <a:pt x="1329" y="3136"/>
                  </a:lnTo>
                  <a:cubicBezTo>
                    <a:pt x="847" y="3136"/>
                    <a:pt x="454" y="2757"/>
                    <a:pt x="438" y="2261"/>
                  </a:cubicBezTo>
                  <a:cubicBezTo>
                    <a:pt x="454" y="1780"/>
                    <a:pt x="847" y="1401"/>
                    <a:pt x="1329" y="1401"/>
                  </a:cubicBezTo>
                  <a:close/>
                  <a:moveTo>
                    <a:pt x="1883" y="1"/>
                  </a:moveTo>
                  <a:cubicBezTo>
                    <a:pt x="1576" y="1"/>
                    <a:pt x="1343" y="248"/>
                    <a:pt x="1343" y="540"/>
                  </a:cubicBezTo>
                  <a:lnTo>
                    <a:pt x="1343" y="964"/>
                  </a:lnTo>
                  <a:lnTo>
                    <a:pt x="1329" y="964"/>
                  </a:lnTo>
                  <a:cubicBezTo>
                    <a:pt x="599" y="964"/>
                    <a:pt x="16" y="1547"/>
                    <a:pt x="1" y="2261"/>
                  </a:cubicBezTo>
                  <a:lnTo>
                    <a:pt x="1" y="2276"/>
                  </a:lnTo>
                  <a:lnTo>
                    <a:pt x="1" y="2290"/>
                  </a:lnTo>
                  <a:lnTo>
                    <a:pt x="1" y="3486"/>
                  </a:lnTo>
                  <a:cubicBezTo>
                    <a:pt x="1" y="3837"/>
                    <a:pt x="133" y="4143"/>
                    <a:pt x="351" y="4391"/>
                  </a:cubicBezTo>
                  <a:cubicBezTo>
                    <a:pt x="398" y="4438"/>
                    <a:pt x="459" y="4465"/>
                    <a:pt x="518" y="4465"/>
                  </a:cubicBezTo>
                  <a:cubicBezTo>
                    <a:pt x="569" y="4465"/>
                    <a:pt x="618" y="4446"/>
                    <a:pt x="658" y="4406"/>
                  </a:cubicBezTo>
                  <a:cubicBezTo>
                    <a:pt x="745" y="4332"/>
                    <a:pt x="759" y="4187"/>
                    <a:pt x="672" y="4099"/>
                  </a:cubicBezTo>
                  <a:cubicBezTo>
                    <a:pt x="526" y="3939"/>
                    <a:pt x="438" y="3720"/>
                    <a:pt x="438" y="3486"/>
                  </a:cubicBezTo>
                  <a:lnTo>
                    <a:pt x="438" y="3224"/>
                  </a:lnTo>
                  <a:cubicBezTo>
                    <a:pt x="687" y="3443"/>
                    <a:pt x="993" y="3560"/>
                    <a:pt x="1329" y="3560"/>
                  </a:cubicBezTo>
                  <a:lnTo>
                    <a:pt x="3531" y="3560"/>
                  </a:lnTo>
                  <a:cubicBezTo>
                    <a:pt x="3867" y="3560"/>
                    <a:pt x="4173" y="3443"/>
                    <a:pt x="4421" y="3224"/>
                  </a:cubicBezTo>
                  <a:lnTo>
                    <a:pt x="4421" y="3486"/>
                  </a:lnTo>
                  <a:cubicBezTo>
                    <a:pt x="4421" y="3982"/>
                    <a:pt x="4027" y="4391"/>
                    <a:pt x="3531" y="4391"/>
                  </a:cubicBezTo>
                  <a:lnTo>
                    <a:pt x="1300" y="4391"/>
                  </a:lnTo>
                  <a:cubicBezTo>
                    <a:pt x="1292" y="4390"/>
                    <a:pt x="1285" y="4390"/>
                    <a:pt x="1278" y="4390"/>
                  </a:cubicBezTo>
                  <a:cubicBezTo>
                    <a:pt x="1170" y="4390"/>
                    <a:pt x="1079" y="4486"/>
                    <a:pt x="1066" y="4595"/>
                  </a:cubicBezTo>
                  <a:cubicBezTo>
                    <a:pt x="1066" y="4712"/>
                    <a:pt x="1168" y="4814"/>
                    <a:pt x="1284" y="4828"/>
                  </a:cubicBezTo>
                  <a:lnTo>
                    <a:pt x="3531" y="4828"/>
                  </a:lnTo>
                  <a:cubicBezTo>
                    <a:pt x="4260" y="4828"/>
                    <a:pt x="4859" y="4231"/>
                    <a:pt x="4859" y="3486"/>
                  </a:cubicBezTo>
                  <a:lnTo>
                    <a:pt x="4859" y="2290"/>
                  </a:lnTo>
                  <a:lnTo>
                    <a:pt x="4859" y="2276"/>
                  </a:lnTo>
                  <a:lnTo>
                    <a:pt x="4859" y="2261"/>
                  </a:lnTo>
                  <a:cubicBezTo>
                    <a:pt x="4844" y="1547"/>
                    <a:pt x="4246" y="964"/>
                    <a:pt x="3531" y="964"/>
                  </a:cubicBezTo>
                  <a:lnTo>
                    <a:pt x="3517" y="964"/>
                  </a:lnTo>
                  <a:lnTo>
                    <a:pt x="3517" y="540"/>
                  </a:lnTo>
                  <a:cubicBezTo>
                    <a:pt x="3517" y="248"/>
                    <a:pt x="3283" y="1"/>
                    <a:pt x="29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62"/>
            <p:cNvSpPr/>
            <p:nvPr/>
          </p:nvSpPr>
          <p:spPr>
            <a:xfrm>
              <a:off x="7111913" y="2161200"/>
              <a:ext cx="55450" cy="58825"/>
            </a:xfrm>
            <a:custGeom>
              <a:avLst/>
              <a:gdLst/>
              <a:ahLst/>
              <a:cxnLst/>
              <a:rect l="l" t="t" r="r" b="b"/>
              <a:pathLst>
                <a:path w="2218" h="2353" extrusionOk="0">
                  <a:moveTo>
                    <a:pt x="1284" y="427"/>
                  </a:moveTo>
                  <a:cubicBezTo>
                    <a:pt x="1342" y="427"/>
                    <a:pt x="1400" y="441"/>
                    <a:pt x="1459" y="471"/>
                  </a:cubicBezTo>
                  <a:lnTo>
                    <a:pt x="1531" y="515"/>
                  </a:lnTo>
                  <a:cubicBezTo>
                    <a:pt x="1677" y="603"/>
                    <a:pt x="1735" y="792"/>
                    <a:pt x="1648" y="937"/>
                  </a:cubicBezTo>
                  <a:lnTo>
                    <a:pt x="1255" y="1725"/>
                  </a:lnTo>
                  <a:cubicBezTo>
                    <a:pt x="1225" y="1813"/>
                    <a:pt x="1152" y="1871"/>
                    <a:pt x="1064" y="1900"/>
                  </a:cubicBezTo>
                  <a:cubicBezTo>
                    <a:pt x="1033" y="1911"/>
                    <a:pt x="1000" y="1915"/>
                    <a:pt x="967" y="1915"/>
                  </a:cubicBezTo>
                  <a:cubicBezTo>
                    <a:pt x="908" y="1915"/>
                    <a:pt x="849" y="1900"/>
                    <a:pt x="802" y="1871"/>
                  </a:cubicBezTo>
                  <a:lnTo>
                    <a:pt x="627" y="1769"/>
                  </a:lnTo>
                  <a:cubicBezTo>
                    <a:pt x="554" y="1725"/>
                    <a:pt x="496" y="1653"/>
                    <a:pt x="481" y="1550"/>
                  </a:cubicBezTo>
                  <a:cubicBezTo>
                    <a:pt x="452" y="1463"/>
                    <a:pt x="467" y="1375"/>
                    <a:pt x="525" y="1303"/>
                  </a:cubicBezTo>
                  <a:lnTo>
                    <a:pt x="1021" y="573"/>
                  </a:lnTo>
                  <a:cubicBezTo>
                    <a:pt x="1080" y="486"/>
                    <a:pt x="1181" y="427"/>
                    <a:pt x="1284" y="427"/>
                  </a:cubicBezTo>
                  <a:close/>
                  <a:moveTo>
                    <a:pt x="1288" y="1"/>
                  </a:moveTo>
                  <a:cubicBezTo>
                    <a:pt x="1045" y="1"/>
                    <a:pt x="807" y="117"/>
                    <a:pt x="656" y="325"/>
                  </a:cubicBezTo>
                  <a:lnTo>
                    <a:pt x="160" y="1054"/>
                  </a:lnTo>
                  <a:cubicBezTo>
                    <a:pt x="43" y="1229"/>
                    <a:pt x="0" y="1449"/>
                    <a:pt x="43" y="1653"/>
                  </a:cubicBezTo>
                  <a:cubicBezTo>
                    <a:pt x="102" y="1857"/>
                    <a:pt x="234" y="2032"/>
                    <a:pt x="409" y="2149"/>
                  </a:cubicBezTo>
                  <a:lnTo>
                    <a:pt x="584" y="2250"/>
                  </a:lnTo>
                  <a:cubicBezTo>
                    <a:pt x="700" y="2309"/>
                    <a:pt x="831" y="2353"/>
                    <a:pt x="963" y="2353"/>
                  </a:cubicBezTo>
                  <a:cubicBezTo>
                    <a:pt x="1035" y="2353"/>
                    <a:pt x="1109" y="2338"/>
                    <a:pt x="1181" y="2324"/>
                  </a:cubicBezTo>
                  <a:cubicBezTo>
                    <a:pt x="1385" y="2250"/>
                    <a:pt x="1560" y="2120"/>
                    <a:pt x="1648" y="1929"/>
                  </a:cubicBezTo>
                  <a:lnTo>
                    <a:pt x="2042" y="1142"/>
                  </a:lnTo>
                  <a:cubicBezTo>
                    <a:pt x="2217" y="778"/>
                    <a:pt x="2085" y="340"/>
                    <a:pt x="1751" y="136"/>
                  </a:cubicBezTo>
                  <a:lnTo>
                    <a:pt x="1677" y="107"/>
                  </a:lnTo>
                  <a:cubicBezTo>
                    <a:pt x="1554" y="35"/>
                    <a:pt x="1420" y="1"/>
                    <a:pt x="1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62"/>
            <p:cNvSpPr/>
            <p:nvPr/>
          </p:nvSpPr>
          <p:spPr>
            <a:xfrm>
              <a:off x="7179738" y="2174075"/>
              <a:ext cx="43775" cy="60175"/>
            </a:xfrm>
            <a:custGeom>
              <a:avLst/>
              <a:gdLst/>
              <a:ahLst/>
              <a:cxnLst/>
              <a:rect l="l" t="t" r="r" b="b"/>
              <a:pathLst>
                <a:path w="1751" h="2407" extrusionOk="0">
                  <a:moveTo>
                    <a:pt x="919" y="438"/>
                  </a:moveTo>
                  <a:cubicBezTo>
                    <a:pt x="1094" y="438"/>
                    <a:pt x="1240" y="568"/>
                    <a:pt x="1240" y="743"/>
                  </a:cubicBezTo>
                  <a:lnTo>
                    <a:pt x="1298" y="1619"/>
                  </a:lnTo>
                  <a:cubicBezTo>
                    <a:pt x="1298" y="1721"/>
                    <a:pt x="1269" y="1809"/>
                    <a:pt x="1210" y="1867"/>
                  </a:cubicBezTo>
                  <a:cubicBezTo>
                    <a:pt x="1152" y="1939"/>
                    <a:pt x="1065" y="1969"/>
                    <a:pt x="963" y="1969"/>
                  </a:cubicBezTo>
                  <a:lnTo>
                    <a:pt x="773" y="1969"/>
                  </a:lnTo>
                  <a:cubicBezTo>
                    <a:pt x="671" y="1969"/>
                    <a:pt x="598" y="1925"/>
                    <a:pt x="525" y="1867"/>
                  </a:cubicBezTo>
                  <a:cubicBezTo>
                    <a:pt x="467" y="1794"/>
                    <a:pt x="438" y="1706"/>
                    <a:pt x="438" y="1619"/>
                  </a:cubicBezTo>
                  <a:lnTo>
                    <a:pt x="510" y="743"/>
                  </a:lnTo>
                  <a:cubicBezTo>
                    <a:pt x="525" y="568"/>
                    <a:pt x="671" y="438"/>
                    <a:pt x="831" y="438"/>
                  </a:cubicBezTo>
                  <a:close/>
                  <a:moveTo>
                    <a:pt x="831" y="0"/>
                  </a:moveTo>
                  <a:cubicBezTo>
                    <a:pt x="438" y="0"/>
                    <a:pt x="102" y="306"/>
                    <a:pt x="73" y="714"/>
                  </a:cubicBezTo>
                  <a:lnTo>
                    <a:pt x="14" y="1589"/>
                  </a:lnTo>
                  <a:cubicBezTo>
                    <a:pt x="0" y="1794"/>
                    <a:pt x="73" y="1998"/>
                    <a:pt x="204" y="2159"/>
                  </a:cubicBezTo>
                  <a:cubicBezTo>
                    <a:pt x="350" y="2319"/>
                    <a:pt x="555" y="2406"/>
                    <a:pt x="759" y="2406"/>
                  </a:cubicBezTo>
                  <a:lnTo>
                    <a:pt x="977" y="2406"/>
                  </a:lnTo>
                  <a:cubicBezTo>
                    <a:pt x="1181" y="2406"/>
                    <a:pt x="1385" y="2319"/>
                    <a:pt x="1531" y="2173"/>
                  </a:cubicBezTo>
                  <a:cubicBezTo>
                    <a:pt x="1663" y="2013"/>
                    <a:pt x="1751" y="1809"/>
                    <a:pt x="1735" y="1605"/>
                  </a:cubicBezTo>
                  <a:lnTo>
                    <a:pt x="1677" y="714"/>
                  </a:lnTo>
                  <a:cubicBezTo>
                    <a:pt x="1648" y="321"/>
                    <a:pt x="1327" y="0"/>
                    <a:pt x="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62"/>
            <p:cNvSpPr/>
            <p:nvPr/>
          </p:nvSpPr>
          <p:spPr>
            <a:xfrm>
              <a:off x="7236238" y="2161950"/>
              <a:ext cx="55100" cy="58825"/>
            </a:xfrm>
            <a:custGeom>
              <a:avLst/>
              <a:gdLst/>
              <a:ahLst/>
              <a:cxnLst/>
              <a:rect l="l" t="t" r="r" b="b"/>
              <a:pathLst>
                <a:path w="2204" h="2353" extrusionOk="0">
                  <a:moveTo>
                    <a:pt x="932" y="440"/>
                  </a:moveTo>
                  <a:cubicBezTo>
                    <a:pt x="1039" y="440"/>
                    <a:pt x="1140" y="491"/>
                    <a:pt x="1197" y="587"/>
                  </a:cubicBezTo>
                  <a:lnTo>
                    <a:pt x="1679" y="1316"/>
                  </a:lnTo>
                  <a:cubicBezTo>
                    <a:pt x="1737" y="1389"/>
                    <a:pt x="1751" y="1491"/>
                    <a:pt x="1737" y="1578"/>
                  </a:cubicBezTo>
                  <a:cubicBezTo>
                    <a:pt x="1708" y="1666"/>
                    <a:pt x="1650" y="1739"/>
                    <a:pt x="1576" y="1783"/>
                  </a:cubicBezTo>
                  <a:lnTo>
                    <a:pt x="1401" y="1885"/>
                  </a:lnTo>
                  <a:cubicBezTo>
                    <a:pt x="1344" y="1913"/>
                    <a:pt x="1287" y="1930"/>
                    <a:pt x="1231" y="1930"/>
                  </a:cubicBezTo>
                  <a:cubicBezTo>
                    <a:pt x="1200" y="1930"/>
                    <a:pt x="1169" y="1925"/>
                    <a:pt x="1138" y="1915"/>
                  </a:cubicBezTo>
                  <a:cubicBezTo>
                    <a:pt x="1051" y="1885"/>
                    <a:pt x="979" y="1827"/>
                    <a:pt x="949" y="1739"/>
                  </a:cubicBezTo>
                  <a:lnTo>
                    <a:pt x="555" y="952"/>
                  </a:lnTo>
                  <a:cubicBezTo>
                    <a:pt x="483" y="791"/>
                    <a:pt x="541" y="602"/>
                    <a:pt x="701" y="514"/>
                  </a:cubicBezTo>
                  <a:lnTo>
                    <a:pt x="759" y="485"/>
                  </a:lnTo>
                  <a:cubicBezTo>
                    <a:pt x="815" y="455"/>
                    <a:pt x="875" y="440"/>
                    <a:pt x="932" y="440"/>
                  </a:cubicBezTo>
                  <a:close/>
                  <a:moveTo>
                    <a:pt x="933" y="1"/>
                  </a:moveTo>
                  <a:cubicBezTo>
                    <a:pt x="803" y="1"/>
                    <a:pt x="672" y="35"/>
                    <a:pt x="555" y="106"/>
                  </a:cubicBezTo>
                  <a:lnTo>
                    <a:pt x="483" y="135"/>
                  </a:lnTo>
                  <a:cubicBezTo>
                    <a:pt x="132" y="339"/>
                    <a:pt x="1" y="777"/>
                    <a:pt x="162" y="1127"/>
                  </a:cubicBezTo>
                  <a:lnTo>
                    <a:pt x="555" y="1929"/>
                  </a:lnTo>
                  <a:cubicBezTo>
                    <a:pt x="642" y="2119"/>
                    <a:pt x="803" y="2265"/>
                    <a:pt x="1008" y="2323"/>
                  </a:cubicBezTo>
                  <a:cubicBezTo>
                    <a:pt x="1080" y="2352"/>
                    <a:pt x="1154" y="2352"/>
                    <a:pt x="1241" y="2352"/>
                  </a:cubicBezTo>
                  <a:cubicBezTo>
                    <a:pt x="1372" y="2352"/>
                    <a:pt x="1504" y="2323"/>
                    <a:pt x="1620" y="2265"/>
                  </a:cubicBezTo>
                  <a:lnTo>
                    <a:pt x="1795" y="2162"/>
                  </a:lnTo>
                  <a:cubicBezTo>
                    <a:pt x="1970" y="2060"/>
                    <a:pt x="2101" y="1885"/>
                    <a:pt x="2159" y="1681"/>
                  </a:cubicBezTo>
                  <a:cubicBezTo>
                    <a:pt x="2204" y="1477"/>
                    <a:pt x="2159" y="1258"/>
                    <a:pt x="2043" y="1082"/>
                  </a:cubicBezTo>
                  <a:lnTo>
                    <a:pt x="1562" y="339"/>
                  </a:lnTo>
                  <a:cubicBezTo>
                    <a:pt x="1419" y="120"/>
                    <a:pt x="1177" y="1"/>
                    <a:pt x="9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0" name="Google Shape;1430;p62"/>
          <p:cNvGrpSpPr/>
          <p:nvPr/>
        </p:nvGrpSpPr>
        <p:grpSpPr>
          <a:xfrm>
            <a:off x="7579000" y="3404625"/>
            <a:ext cx="374900" cy="367600"/>
            <a:chOff x="4008588" y="2993450"/>
            <a:chExt cx="374900" cy="367600"/>
          </a:xfrm>
        </p:grpSpPr>
        <p:sp>
          <p:nvSpPr>
            <p:cNvPr id="1431" name="Google Shape;1431;p62"/>
            <p:cNvSpPr/>
            <p:nvPr/>
          </p:nvSpPr>
          <p:spPr>
            <a:xfrm>
              <a:off x="4163938" y="3240700"/>
              <a:ext cx="42675" cy="80975"/>
            </a:xfrm>
            <a:custGeom>
              <a:avLst/>
              <a:gdLst/>
              <a:ahLst/>
              <a:cxnLst/>
              <a:rect l="l" t="t" r="r" b="b"/>
              <a:pathLst>
                <a:path w="1707" h="3239" extrusionOk="0">
                  <a:moveTo>
                    <a:pt x="831" y="0"/>
                  </a:moveTo>
                  <a:cubicBezTo>
                    <a:pt x="714" y="0"/>
                    <a:pt x="613" y="103"/>
                    <a:pt x="613" y="220"/>
                  </a:cubicBezTo>
                  <a:lnTo>
                    <a:pt x="613" y="336"/>
                  </a:lnTo>
                  <a:lnTo>
                    <a:pt x="584" y="336"/>
                  </a:lnTo>
                  <a:cubicBezTo>
                    <a:pt x="350" y="409"/>
                    <a:pt x="160" y="628"/>
                    <a:pt x="117" y="891"/>
                  </a:cubicBezTo>
                  <a:cubicBezTo>
                    <a:pt x="73" y="1124"/>
                    <a:pt x="146" y="1357"/>
                    <a:pt x="321" y="1488"/>
                  </a:cubicBezTo>
                  <a:cubicBezTo>
                    <a:pt x="467" y="1605"/>
                    <a:pt x="656" y="1692"/>
                    <a:pt x="992" y="1824"/>
                  </a:cubicBezTo>
                  <a:cubicBezTo>
                    <a:pt x="1226" y="1896"/>
                    <a:pt x="1226" y="2087"/>
                    <a:pt x="1210" y="2159"/>
                  </a:cubicBezTo>
                  <a:cubicBezTo>
                    <a:pt x="1181" y="2320"/>
                    <a:pt x="1050" y="2495"/>
                    <a:pt x="831" y="2495"/>
                  </a:cubicBezTo>
                  <a:cubicBezTo>
                    <a:pt x="613" y="2495"/>
                    <a:pt x="539" y="2480"/>
                    <a:pt x="379" y="2378"/>
                  </a:cubicBezTo>
                  <a:cubicBezTo>
                    <a:pt x="341" y="2351"/>
                    <a:pt x="298" y="2337"/>
                    <a:pt x="256" y="2337"/>
                  </a:cubicBezTo>
                  <a:cubicBezTo>
                    <a:pt x="186" y="2337"/>
                    <a:pt x="118" y="2373"/>
                    <a:pt x="73" y="2437"/>
                  </a:cubicBezTo>
                  <a:cubicBezTo>
                    <a:pt x="0" y="2538"/>
                    <a:pt x="29" y="2670"/>
                    <a:pt x="131" y="2728"/>
                  </a:cubicBezTo>
                  <a:cubicBezTo>
                    <a:pt x="321" y="2859"/>
                    <a:pt x="452" y="2904"/>
                    <a:pt x="613" y="2918"/>
                  </a:cubicBezTo>
                  <a:lnTo>
                    <a:pt x="613" y="3034"/>
                  </a:lnTo>
                  <a:cubicBezTo>
                    <a:pt x="613" y="3151"/>
                    <a:pt x="714" y="3238"/>
                    <a:pt x="831" y="3238"/>
                  </a:cubicBezTo>
                  <a:cubicBezTo>
                    <a:pt x="948" y="3238"/>
                    <a:pt x="1050" y="3151"/>
                    <a:pt x="1050" y="3034"/>
                  </a:cubicBezTo>
                  <a:lnTo>
                    <a:pt x="1050" y="2904"/>
                  </a:lnTo>
                  <a:cubicBezTo>
                    <a:pt x="1385" y="2801"/>
                    <a:pt x="1590" y="2524"/>
                    <a:pt x="1648" y="2233"/>
                  </a:cubicBezTo>
                  <a:cubicBezTo>
                    <a:pt x="1706" y="1867"/>
                    <a:pt x="1502" y="1532"/>
                    <a:pt x="1138" y="1401"/>
                  </a:cubicBezTo>
                  <a:cubicBezTo>
                    <a:pt x="934" y="1342"/>
                    <a:pt x="714" y="1255"/>
                    <a:pt x="584" y="1153"/>
                  </a:cubicBezTo>
                  <a:cubicBezTo>
                    <a:pt x="539" y="1109"/>
                    <a:pt x="525" y="1036"/>
                    <a:pt x="539" y="963"/>
                  </a:cubicBezTo>
                  <a:cubicBezTo>
                    <a:pt x="555" y="891"/>
                    <a:pt x="613" y="788"/>
                    <a:pt x="714" y="759"/>
                  </a:cubicBezTo>
                  <a:cubicBezTo>
                    <a:pt x="768" y="743"/>
                    <a:pt x="817" y="737"/>
                    <a:pt x="861" y="737"/>
                  </a:cubicBezTo>
                  <a:cubicBezTo>
                    <a:pt x="1025" y="737"/>
                    <a:pt x="1126" y="820"/>
                    <a:pt x="1138" y="832"/>
                  </a:cubicBezTo>
                  <a:cubicBezTo>
                    <a:pt x="1176" y="864"/>
                    <a:pt x="1222" y="879"/>
                    <a:pt x="1269" y="879"/>
                  </a:cubicBezTo>
                  <a:cubicBezTo>
                    <a:pt x="1331" y="879"/>
                    <a:pt x="1394" y="853"/>
                    <a:pt x="1444" y="803"/>
                  </a:cubicBezTo>
                  <a:cubicBezTo>
                    <a:pt x="1517" y="700"/>
                    <a:pt x="1502" y="570"/>
                    <a:pt x="1415" y="496"/>
                  </a:cubicBezTo>
                  <a:cubicBezTo>
                    <a:pt x="1371" y="467"/>
                    <a:pt x="1240" y="365"/>
                    <a:pt x="1050" y="321"/>
                  </a:cubicBezTo>
                  <a:lnTo>
                    <a:pt x="1050" y="220"/>
                  </a:lnTo>
                  <a:cubicBezTo>
                    <a:pt x="1050" y="103"/>
                    <a:pt x="948" y="0"/>
                    <a:pt x="8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62"/>
            <p:cNvSpPr/>
            <p:nvPr/>
          </p:nvSpPr>
          <p:spPr>
            <a:xfrm>
              <a:off x="4212413" y="3156100"/>
              <a:ext cx="92650" cy="92650"/>
            </a:xfrm>
            <a:custGeom>
              <a:avLst/>
              <a:gdLst/>
              <a:ahLst/>
              <a:cxnLst/>
              <a:rect l="l" t="t" r="r" b="b"/>
              <a:pathLst>
                <a:path w="3706" h="3706" extrusionOk="0">
                  <a:moveTo>
                    <a:pt x="1854" y="438"/>
                  </a:moveTo>
                  <a:cubicBezTo>
                    <a:pt x="2626" y="438"/>
                    <a:pt x="3268" y="1080"/>
                    <a:pt x="3268" y="1853"/>
                  </a:cubicBezTo>
                  <a:cubicBezTo>
                    <a:pt x="3268" y="2641"/>
                    <a:pt x="2626" y="3268"/>
                    <a:pt x="1854" y="3268"/>
                  </a:cubicBezTo>
                  <a:cubicBezTo>
                    <a:pt x="1066" y="3268"/>
                    <a:pt x="438" y="2641"/>
                    <a:pt x="438" y="1853"/>
                  </a:cubicBezTo>
                  <a:cubicBezTo>
                    <a:pt x="438" y="1080"/>
                    <a:pt x="1066" y="438"/>
                    <a:pt x="1854" y="438"/>
                  </a:cubicBezTo>
                  <a:close/>
                  <a:moveTo>
                    <a:pt x="1854" y="0"/>
                  </a:moveTo>
                  <a:cubicBezTo>
                    <a:pt x="833" y="0"/>
                    <a:pt x="1" y="832"/>
                    <a:pt x="1" y="1853"/>
                  </a:cubicBezTo>
                  <a:cubicBezTo>
                    <a:pt x="1" y="2874"/>
                    <a:pt x="833" y="3705"/>
                    <a:pt x="1854" y="3705"/>
                  </a:cubicBezTo>
                  <a:cubicBezTo>
                    <a:pt x="2875" y="3705"/>
                    <a:pt x="3706" y="2874"/>
                    <a:pt x="3706" y="1853"/>
                  </a:cubicBezTo>
                  <a:cubicBezTo>
                    <a:pt x="3706" y="832"/>
                    <a:pt x="2875" y="0"/>
                    <a:pt x="1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62"/>
            <p:cNvSpPr/>
            <p:nvPr/>
          </p:nvSpPr>
          <p:spPr>
            <a:xfrm>
              <a:off x="4010763" y="3129475"/>
              <a:ext cx="372725" cy="231575"/>
            </a:xfrm>
            <a:custGeom>
              <a:avLst/>
              <a:gdLst/>
              <a:ahLst/>
              <a:cxnLst/>
              <a:rect l="l" t="t" r="r" b="b"/>
              <a:pathLst>
                <a:path w="14909" h="9263" extrusionOk="0">
                  <a:moveTo>
                    <a:pt x="7687" y="832"/>
                  </a:moveTo>
                  <a:cubicBezTo>
                    <a:pt x="7746" y="832"/>
                    <a:pt x="7790" y="847"/>
                    <a:pt x="7833" y="861"/>
                  </a:cubicBezTo>
                  <a:cubicBezTo>
                    <a:pt x="7323" y="1386"/>
                    <a:pt x="7002" y="2101"/>
                    <a:pt x="6987" y="2889"/>
                  </a:cubicBezTo>
                  <a:lnTo>
                    <a:pt x="6973" y="2889"/>
                  </a:lnTo>
                  <a:cubicBezTo>
                    <a:pt x="6316" y="2889"/>
                    <a:pt x="5791" y="2364"/>
                    <a:pt x="5791" y="1707"/>
                  </a:cubicBezTo>
                  <a:lnTo>
                    <a:pt x="5791" y="1328"/>
                  </a:lnTo>
                  <a:cubicBezTo>
                    <a:pt x="5791" y="1065"/>
                    <a:pt x="5995" y="847"/>
                    <a:pt x="6258" y="832"/>
                  </a:cubicBezTo>
                  <a:cubicBezTo>
                    <a:pt x="6390" y="832"/>
                    <a:pt x="6520" y="876"/>
                    <a:pt x="6608" y="964"/>
                  </a:cubicBezTo>
                  <a:cubicBezTo>
                    <a:pt x="6696" y="1065"/>
                    <a:pt x="6754" y="1182"/>
                    <a:pt x="6754" y="1314"/>
                  </a:cubicBezTo>
                  <a:cubicBezTo>
                    <a:pt x="6754" y="1430"/>
                    <a:pt x="6857" y="1532"/>
                    <a:pt x="6973" y="1532"/>
                  </a:cubicBezTo>
                  <a:cubicBezTo>
                    <a:pt x="7090" y="1532"/>
                    <a:pt x="7191" y="1430"/>
                    <a:pt x="7191" y="1314"/>
                  </a:cubicBezTo>
                  <a:cubicBezTo>
                    <a:pt x="7191" y="1182"/>
                    <a:pt x="7236" y="1065"/>
                    <a:pt x="7337" y="964"/>
                  </a:cubicBezTo>
                  <a:cubicBezTo>
                    <a:pt x="7425" y="876"/>
                    <a:pt x="7557" y="832"/>
                    <a:pt x="7687" y="832"/>
                  </a:cubicBezTo>
                  <a:close/>
                  <a:moveTo>
                    <a:pt x="3560" y="4202"/>
                  </a:moveTo>
                  <a:cubicBezTo>
                    <a:pt x="3778" y="4202"/>
                    <a:pt x="3968" y="4377"/>
                    <a:pt x="3968" y="4610"/>
                  </a:cubicBezTo>
                  <a:cubicBezTo>
                    <a:pt x="3968" y="4844"/>
                    <a:pt x="3778" y="5033"/>
                    <a:pt x="3560" y="5033"/>
                  </a:cubicBezTo>
                  <a:lnTo>
                    <a:pt x="847" y="5033"/>
                  </a:lnTo>
                  <a:cubicBezTo>
                    <a:pt x="627" y="5033"/>
                    <a:pt x="438" y="4844"/>
                    <a:pt x="438" y="4610"/>
                  </a:cubicBezTo>
                  <a:cubicBezTo>
                    <a:pt x="438" y="4377"/>
                    <a:pt x="627" y="4202"/>
                    <a:pt x="847" y="4202"/>
                  </a:cubicBezTo>
                  <a:close/>
                  <a:moveTo>
                    <a:pt x="12137" y="4814"/>
                  </a:moveTo>
                  <a:lnTo>
                    <a:pt x="12312" y="4974"/>
                  </a:lnTo>
                  <a:lnTo>
                    <a:pt x="11976" y="5310"/>
                  </a:lnTo>
                  <a:lnTo>
                    <a:pt x="11801" y="5149"/>
                  </a:lnTo>
                  <a:cubicBezTo>
                    <a:pt x="11933" y="5048"/>
                    <a:pt x="12034" y="4931"/>
                    <a:pt x="12137" y="4814"/>
                  </a:cubicBezTo>
                  <a:close/>
                  <a:moveTo>
                    <a:pt x="9920" y="438"/>
                  </a:moveTo>
                  <a:cubicBezTo>
                    <a:pt x="11291" y="438"/>
                    <a:pt x="12400" y="1547"/>
                    <a:pt x="12400" y="2918"/>
                  </a:cubicBezTo>
                  <a:cubicBezTo>
                    <a:pt x="12400" y="4289"/>
                    <a:pt x="11291" y="5412"/>
                    <a:pt x="9920" y="5412"/>
                  </a:cubicBezTo>
                  <a:cubicBezTo>
                    <a:pt x="8549" y="5412"/>
                    <a:pt x="7425" y="4289"/>
                    <a:pt x="7425" y="2918"/>
                  </a:cubicBezTo>
                  <a:cubicBezTo>
                    <a:pt x="7425" y="1547"/>
                    <a:pt x="8549" y="438"/>
                    <a:pt x="9920" y="438"/>
                  </a:cubicBezTo>
                  <a:close/>
                  <a:moveTo>
                    <a:pt x="1810" y="5456"/>
                  </a:moveTo>
                  <a:cubicBezTo>
                    <a:pt x="1736" y="5587"/>
                    <a:pt x="1693" y="5733"/>
                    <a:pt x="1693" y="5879"/>
                  </a:cubicBezTo>
                  <a:cubicBezTo>
                    <a:pt x="1693" y="6025"/>
                    <a:pt x="1736" y="6170"/>
                    <a:pt x="1810" y="6287"/>
                  </a:cubicBezTo>
                  <a:lnTo>
                    <a:pt x="847" y="6287"/>
                  </a:lnTo>
                  <a:cubicBezTo>
                    <a:pt x="744" y="6287"/>
                    <a:pt x="643" y="6244"/>
                    <a:pt x="555" y="6170"/>
                  </a:cubicBezTo>
                  <a:cubicBezTo>
                    <a:pt x="482" y="6098"/>
                    <a:pt x="438" y="5995"/>
                    <a:pt x="438" y="5879"/>
                  </a:cubicBezTo>
                  <a:cubicBezTo>
                    <a:pt x="438" y="5645"/>
                    <a:pt x="627" y="5456"/>
                    <a:pt x="847" y="5456"/>
                  </a:cubicBezTo>
                  <a:close/>
                  <a:moveTo>
                    <a:pt x="5252" y="5456"/>
                  </a:moveTo>
                  <a:cubicBezTo>
                    <a:pt x="5485" y="5456"/>
                    <a:pt x="5660" y="5645"/>
                    <a:pt x="5660" y="5879"/>
                  </a:cubicBezTo>
                  <a:cubicBezTo>
                    <a:pt x="5660" y="6112"/>
                    <a:pt x="5485" y="6287"/>
                    <a:pt x="5252" y="6287"/>
                  </a:cubicBezTo>
                  <a:lnTo>
                    <a:pt x="2539" y="6287"/>
                  </a:lnTo>
                  <a:cubicBezTo>
                    <a:pt x="2320" y="6287"/>
                    <a:pt x="2130" y="6112"/>
                    <a:pt x="2130" y="5879"/>
                  </a:cubicBezTo>
                  <a:cubicBezTo>
                    <a:pt x="2130" y="5645"/>
                    <a:pt x="2320" y="5456"/>
                    <a:pt x="2553" y="5456"/>
                  </a:cubicBezTo>
                  <a:close/>
                  <a:moveTo>
                    <a:pt x="12851" y="5135"/>
                  </a:moveTo>
                  <a:cubicBezTo>
                    <a:pt x="12909" y="5135"/>
                    <a:pt x="12968" y="5149"/>
                    <a:pt x="12997" y="5194"/>
                  </a:cubicBezTo>
                  <a:lnTo>
                    <a:pt x="14339" y="6536"/>
                  </a:lnTo>
                  <a:cubicBezTo>
                    <a:pt x="14426" y="6608"/>
                    <a:pt x="14426" y="6740"/>
                    <a:pt x="14339" y="6827"/>
                  </a:cubicBezTo>
                  <a:lnTo>
                    <a:pt x="13814" y="7353"/>
                  </a:lnTo>
                  <a:cubicBezTo>
                    <a:pt x="13778" y="7389"/>
                    <a:pt x="13727" y="7407"/>
                    <a:pt x="13674" y="7407"/>
                  </a:cubicBezTo>
                  <a:cubicBezTo>
                    <a:pt x="13621" y="7407"/>
                    <a:pt x="13566" y="7389"/>
                    <a:pt x="13522" y="7353"/>
                  </a:cubicBezTo>
                  <a:lnTo>
                    <a:pt x="12180" y="6011"/>
                  </a:lnTo>
                  <a:cubicBezTo>
                    <a:pt x="12108" y="5923"/>
                    <a:pt x="12108" y="5806"/>
                    <a:pt x="12180" y="5719"/>
                  </a:cubicBezTo>
                  <a:lnTo>
                    <a:pt x="12720" y="5194"/>
                  </a:lnTo>
                  <a:cubicBezTo>
                    <a:pt x="12750" y="5149"/>
                    <a:pt x="12808" y="5135"/>
                    <a:pt x="12851" y="5135"/>
                  </a:cubicBezTo>
                  <a:close/>
                  <a:moveTo>
                    <a:pt x="1810" y="6725"/>
                  </a:moveTo>
                  <a:cubicBezTo>
                    <a:pt x="1736" y="6857"/>
                    <a:pt x="1693" y="6987"/>
                    <a:pt x="1693" y="7148"/>
                  </a:cubicBezTo>
                  <a:cubicBezTo>
                    <a:pt x="1693" y="7294"/>
                    <a:pt x="1736" y="7440"/>
                    <a:pt x="1810" y="7557"/>
                  </a:cubicBezTo>
                  <a:lnTo>
                    <a:pt x="847" y="7557"/>
                  </a:lnTo>
                  <a:cubicBezTo>
                    <a:pt x="744" y="7557"/>
                    <a:pt x="643" y="7512"/>
                    <a:pt x="555" y="7440"/>
                  </a:cubicBezTo>
                  <a:cubicBezTo>
                    <a:pt x="482" y="7353"/>
                    <a:pt x="438" y="7250"/>
                    <a:pt x="438" y="7148"/>
                  </a:cubicBezTo>
                  <a:cubicBezTo>
                    <a:pt x="438" y="6915"/>
                    <a:pt x="627" y="6725"/>
                    <a:pt x="847" y="6725"/>
                  </a:cubicBezTo>
                  <a:close/>
                  <a:moveTo>
                    <a:pt x="5252" y="6725"/>
                  </a:moveTo>
                  <a:cubicBezTo>
                    <a:pt x="5485" y="6725"/>
                    <a:pt x="5660" y="6915"/>
                    <a:pt x="5660" y="7148"/>
                  </a:cubicBezTo>
                  <a:cubicBezTo>
                    <a:pt x="5660" y="7367"/>
                    <a:pt x="5485" y="7557"/>
                    <a:pt x="5252" y="7557"/>
                  </a:cubicBezTo>
                  <a:lnTo>
                    <a:pt x="2553" y="7557"/>
                  </a:lnTo>
                  <a:cubicBezTo>
                    <a:pt x="2320" y="7557"/>
                    <a:pt x="2130" y="7367"/>
                    <a:pt x="2130" y="7148"/>
                  </a:cubicBezTo>
                  <a:cubicBezTo>
                    <a:pt x="2130" y="6915"/>
                    <a:pt x="2320" y="6725"/>
                    <a:pt x="2553" y="6725"/>
                  </a:cubicBezTo>
                  <a:close/>
                  <a:moveTo>
                    <a:pt x="5252" y="7994"/>
                  </a:moveTo>
                  <a:cubicBezTo>
                    <a:pt x="5485" y="7994"/>
                    <a:pt x="5660" y="8183"/>
                    <a:pt x="5660" y="8403"/>
                  </a:cubicBezTo>
                  <a:cubicBezTo>
                    <a:pt x="5660" y="8636"/>
                    <a:pt x="5485" y="8825"/>
                    <a:pt x="5252" y="8825"/>
                  </a:cubicBezTo>
                  <a:lnTo>
                    <a:pt x="2553" y="8825"/>
                  </a:lnTo>
                  <a:cubicBezTo>
                    <a:pt x="2320" y="8825"/>
                    <a:pt x="2130" y="8636"/>
                    <a:pt x="2130" y="8403"/>
                  </a:cubicBezTo>
                  <a:cubicBezTo>
                    <a:pt x="2130" y="8183"/>
                    <a:pt x="2320" y="7994"/>
                    <a:pt x="2539" y="7994"/>
                  </a:cubicBezTo>
                  <a:close/>
                  <a:moveTo>
                    <a:pt x="7016" y="3327"/>
                  </a:moveTo>
                  <a:cubicBezTo>
                    <a:pt x="7221" y="4741"/>
                    <a:pt x="8446" y="5850"/>
                    <a:pt x="9920" y="5850"/>
                  </a:cubicBezTo>
                  <a:lnTo>
                    <a:pt x="9920" y="5937"/>
                  </a:lnTo>
                  <a:lnTo>
                    <a:pt x="9920" y="7250"/>
                  </a:lnTo>
                  <a:cubicBezTo>
                    <a:pt x="9920" y="7367"/>
                    <a:pt x="10021" y="7469"/>
                    <a:pt x="10138" y="7469"/>
                  </a:cubicBezTo>
                  <a:cubicBezTo>
                    <a:pt x="10313" y="7469"/>
                    <a:pt x="10488" y="7542"/>
                    <a:pt x="10620" y="7673"/>
                  </a:cubicBezTo>
                  <a:cubicBezTo>
                    <a:pt x="10751" y="7790"/>
                    <a:pt x="10824" y="7965"/>
                    <a:pt x="10824" y="8154"/>
                  </a:cubicBezTo>
                  <a:cubicBezTo>
                    <a:pt x="10824" y="8519"/>
                    <a:pt x="10517" y="8825"/>
                    <a:pt x="10138" y="8825"/>
                  </a:cubicBezTo>
                  <a:lnTo>
                    <a:pt x="5995" y="8825"/>
                  </a:lnTo>
                  <a:cubicBezTo>
                    <a:pt x="6054" y="8708"/>
                    <a:pt x="6098" y="8563"/>
                    <a:pt x="6098" y="8403"/>
                  </a:cubicBezTo>
                  <a:cubicBezTo>
                    <a:pt x="6098" y="8154"/>
                    <a:pt x="5995" y="7936"/>
                    <a:pt x="5820" y="7775"/>
                  </a:cubicBezTo>
                  <a:cubicBezTo>
                    <a:pt x="5995" y="7615"/>
                    <a:pt x="6098" y="7396"/>
                    <a:pt x="6098" y="7148"/>
                  </a:cubicBezTo>
                  <a:cubicBezTo>
                    <a:pt x="6098" y="6886"/>
                    <a:pt x="5995" y="6666"/>
                    <a:pt x="5820" y="6506"/>
                  </a:cubicBezTo>
                  <a:cubicBezTo>
                    <a:pt x="5995" y="6361"/>
                    <a:pt x="6098" y="6127"/>
                    <a:pt x="6098" y="5879"/>
                  </a:cubicBezTo>
                  <a:cubicBezTo>
                    <a:pt x="6098" y="5412"/>
                    <a:pt x="5719" y="5033"/>
                    <a:pt x="5252" y="5033"/>
                  </a:cubicBezTo>
                  <a:lnTo>
                    <a:pt x="4303" y="5033"/>
                  </a:lnTo>
                  <a:cubicBezTo>
                    <a:pt x="4362" y="4902"/>
                    <a:pt x="4406" y="4756"/>
                    <a:pt x="4406" y="4610"/>
                  </a:cubicBezTo>
                  <a:lnTo>
                    <a:pt x="4406" y="4566"/>
                  </a:lnTo>
                  <a:cubicBezTo>
                    <a:pt x="4873" y="3807"/>
                    <a:pt x="5719" y="3327"/>
                    <a:pt x="6637" y="3327"/>
                  </a:cubicBezTo>
                  <a:close/>
                  <a:moveTo>
                    <a:pt x="9920" y="1"/>
                  </a:moveTo>
                  <a:cubicBezTo>
                    <a:pt x="9263" y="1"/>
                    <a:pt x="8665" y="205"/>
                    <a:pt x="8183" y="569"/>
                  </a:cubicBezTo>
                  <a:cubicBezTo>
                    <a:pt x="8053" y="468"/>
                    <a:pt x="7878" y="409"/>
                    <a:pt x="7703" y="409"/>
                  </a:cubicBezTo>
                  <a:cubicBezTo>
                    <a:pt x="7684" y="408"/>
                    <a:pt x="7666" y="408"/>
                    <a:pt x="7647" y="408"/>
                  </a:cubicBezTo>
                  <a:cubicBezTo>
                    <a:pt x="7420" y="408"/>
                    <a:pt x="7207" y="495"/>
                    <a:pt x="7032" y="657"/>
                  </a:cubicBezTo>
                  <a:cubicBezTo>
                    <a:pt x="7016" y="672"/>
                    <a:pt x="6987" y="701"/>
                    <a:pt x="6973" y="730"/>
                  </a:cubicBezTo>
                  <a:cubicBezTo>
                    <a:pt x="6958" y="701"/>
                    <a:pt x="6929" y="672"/>
                    <a:pt x="6915" y="657"/>
                  </a:cubicBezTo>
                  <a:cubicBezTo>
                    <a:pt x="6739" y="495"/>
                    <a:pt x="6526" y="408"/>
                    <a:pt x="6299" y="408"/>
                  </a:cubicBezTo>
                  <a:cubicBezTo>
                    <a:pt x="6281" y="408"/>
                    <a:pt x="6262" y="408"/>
                    <a:pt x="6244" y="409"/>
                  </a:cubicBezTo>
                  <a:cubicBezTo>
                    <a:pt x="5748" y="423"/>
                    <a:pt x="5354" y="832"/>
                    <a:pt x="5354" y="1328"/>
                  </a:cubicBezTo>
                  <a:lnTo>
                    <a:pt x="5354" y="1707"/>
                  </a:lnTo>
                  <a:cubicBezTo>
                    <a:pt x="5354" y="2218"/>
                    <a:pt x="5587" y="2670"/>
                    <a:pt x="5966" y="2961"/>
                  </a:cubicBezTo>
                  <a:cubicBezTo>
                    <a:pt x="5266" y="3122"/>
                    <a:pt x="4653" y="3516"/>
                    <a:pt x="4216" y="4085"/>
                  </a:cubicBezTo>
                  <a:cubicBezTo>
                    <a:pt x="4056" y="3881"/>
                    <a:pt x="3823" y="3764"/>
                    <a:pt x="3560" y="3764"/>
                  </a:cubicBezTo>
                  <a:lnTo>
                    <a:pt x="847" y="3764"/>
                  </a:lnTo>
                  <a:cubicBezTo>
                    <a:pt x="380" y="3764"/>
                    <a:pt x="1" y="4143"/>
                    <a:pt x="1" y="4610"/>
                  </a:cubicBezTo>
                  <a:cubicBezTo>
                    <a:pt x="1" y="4858"/>
                    <a:pt x="118" y="5091"/>
                    <a:pt x="293" y="5252"/>
                  </a:cubicBezTo>
                  <a:cubicBezTo>
                    <a:pt x="118" y="5398"/>
                    <a:pt x="1" y="5631"/>
                    <a:pt x="1" y="5879"/>
                  </a:cubicBezTo>
                  <a:cubicBezTo>
                    <a:pt x="1" y="6112"/>
                    <a:pt x="88" y="6316"/>
                    <a:pt x="248" y="6477"/>
                  </a:cubicBezTo>
                  <a:cubicBezTo>
                    <a:pt x="263" y="6491"/>
                    <a:pt x="277" y="6506"/>
                    <a:pt x="293" y="6506"/>
                  </a:cubicBezTo>
                  <a:cubicBezTo>
                    <a:pt x="118" y="6666"/>
                    <a:pt x="1" y="6886"/>
                    <a:pt x="1" y="7148"/>
                  </a:cubicBezTo>
                  <a:cubicBezTo>
                    <a:pt x="1" y="7367"/>
                    <a:pt x="88" y="7586"/>
                    <a:pt x="248" y="7746"/>
                  </a:cubicBezTo>
                  <a:cubicBezTo>
                    <a:pt x="263" y="7761"/>
                    <a:pt x="277" y="7761"/>
                    <a:pt x="293" y="7775"/>
                  </a:cubicBezTo>
                  <a:cubicBezTo>
                    <a:pt x="118" y="7936"/>
                    <a:pt x="1" y="8154"/>
                    <a:pt x="1" y="8403"/>
                  </a:cubicBezTo>
                  <a:cubicBezTo>
                    <a:pt x="1" y="8636"/>
                    <a:pt x="88" y="8854"/>
                    <a:pt x="248" y="9015"/>
                  </a:cubicBezTo>
                  <a:cubicBezTo>
                    <a:pt x="263" y="9029"/>
                    <a:pt x="293" y="9045"/>
                    <a:pt x="307" y="9059"/>
                  </a:cubicBezTo>
                  <a:cubicBezTo>
                    <a:pt x="351" y="9088"/>
                    <a:pt x="394" y="9103"/>
                    <a:pt x="438" y="9103"/>
                  </a:cubicBezTo>
                  <a:cubicBezTo>
                    <a:pt x="511" y="9103"/>
                    <a:pt x="569" y="9088"/>
                    <a:pt x="613" y="9029"/>
                  </a:cubicBezTo>
                  <a:cubicBezTo>
                    <a:pt x="686" y="8942"/>
                    <a:pt x="672" y="8796"/>
                    <a:pt x="584" y="8724"/>
                  </a:cubicBezTo>
                  <a:cubicBezTo>
                    <a:pt x="569" y="8724"/>
                    <a:pt x="569" y="8708"/>
                    <a:pt x="555" y="8708"/>
                  </a:cubicBezTo>
                  <a:cubicBezTo>
                    <a:pt x="482" y="8621"/>
                    <a:pt x="438" y="8519"/>
                    <a:pt x="438" y="8403"/>
                  </a:cubicBezTo>
                  <a:cubicBezTo>
                    <a:pt x="438" y="8183"/>
                    <a:pt x="627" y="7994"/>
                    <a:pt x="847" y="7994"/>
                  </a:cubicBezTo>
                  <a:lnTo>
                    <a:pt x="1810" y="7994"/>
                  </a:lnTo>
                  <a:cubicBezTo>
                    <a:pt x="1736" y="8111"/>
                    <a:pt x="1693" y="8257"/>
                    <a:pt x="1693" y="8403"/>
                  </a:cubicBezTo>
                  <a:cubicBezTo>
                    <a:pt x="1693" y="8563"/>
                    <a:pt x="1736" y="8708"/>
                    <a:pt x="1810" y="8825"/>
                  </a:cubicBezTo>
                  <a:lnTo>
                    <a:pt x="1284" y="8825"/>
                  </a:lnTo>
                  <a:cubicBezTo>
                    <a:pt x="1168" y="8825"/>
                    <a:pt x="1065" y="8928"/>
                    <a:pt x="1065" y="9045"/>
                  </a:cubicBezTo>
                  <a:cubicBezTo>
                    <a:pt x="1065" y="9161"/>
                    <a:pt x="1168" y="9263"/>
                    <a:pt x="1284" y="9263"/>
                  </a:cubicBezTo>
                  <a:lnTo>
                    <a:pt x="10138" y="9263"/>
                  </a:lnTo>
                  <a:cubicBezTo>
                    <a:pt x="10751" y="9263"/>
                    <a:pt x="11247" y="8767"/>
                    <a:pt x="11247" y="8154"/>
                  </a:cubicBezTo>
                  <a:cubicBezTo>
                    <a:pt x="11247" y="7848"/>
                    <a:pt x="11130" y="7571"/>
                    <a:pt x="10926" y="7367"/>
                  </a:cubicBezTo>
                  <a:cubicBezTo>
                    <a:pt x="10766" y="7207"/>
                    <a:pt x="10576" y="7104"/>
                    <a:pt x="10357" y="7061"/>
                  </a:cubicBezTo>
                  <a:lnTo>
                    <a:pt x="10357" y="5937"/>
                  </a:lnTo>
                  <a:lnTo>
                    <a:pt x="10357" y="5806"/>
                  </a:lnTo>
                  <a:cubicBezTo>
                    <a:pt x="10751" y="5748"/>
                    <a:pt x="11116" y="5616"/>
                    <a:pt x="11451" y="5412"/>
                  </a:cubicBezTo>
                  <a:lnTo>
                    <a:pt x="11713" y="5674"/>
                  </a:lnTo>
                  <a:cubicBezTo>
                    <a:pt x="11655" y="5894"/>
                    <a:pt x="11699" y="6141"/>
                    <a:pt x="11874" y="6316"/>
                  </a:cubicBezTo>
                  <a:lnTo>
                    <a:pt x="13216" y="7658"/>
                  </a:lnTo>
                  <a:cubicBezTo>
                    <a:pt x="13347" y="7790"/>
                    <a:pt x="13508" y="7848"/>
                    <a:pt x="13668" y="7848"/>
                  </a:cubicBezTo>
                  <a:cubicBezTo>
                    <a:pt x="13829" y="7848"/>
                    <a:pt x="14004" y="7790"/>
                    <a:pt x="14121" y="7658"/>
                  </a:cubicBezTo>
                  <a:lnTo>
                    <a:pt x="14660" y="7133"/>
                  </a:lnTo>
                  <a:cubicBezTo>
                    <a:pt x="14908" y="6886"/>
                    <a:pt x="14908" y="6477"/>
                    <a:pt x="14660" y="6229"/>
                  </a:cubicBezTo>
                  <a:lnTo>
                    <a:pt x="13304" y="4887"/>
                  </a:lnTo>
                  <a:cubicBezTo>
                    <a:pt x="13187" y="4756"/>
                    <a:pt x="13026" y="4698"/>
                    <a:pt x="12851" y="4698"/>
                  </a:cubicBezTo>
                  <a:cubicBezTo>
                    <a:pt x="12793" y="4698"/>
                    <a:pt x="12734" y="4712"/>
                    <a:pt x="12676" y="4727"/>
                  </a:cubicBezTo>
                  <a:lnTo>
                    <a:pt x="12400" y="4449"/>
                  </a:lnTo>
                  <a:cubicBezTo>
                    <a:pt x="12676" y="4012"/>
                    <a:pt x="12837" y="3486"/>
                    <a:pt x="12837" y="2918"/>
                  </a:cubicBezTo>
                  <a:cubicBezTo>
                    <a:pt x="12837" y="1314"/>
                    <a:pt x="11524" y="1"/>
                    <a:pt x="9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62"/>
            <p:cNvSpPr/>
            <p:nvPr/>
          </p:nvSpPr>
          <p:spPr>
            <a:xfrm>
              <a:off x="4008588" y="2993450"/>
              <a:ext cx="329675" cy="215725"/>
            </a:xfrm>
            <a:custGeom>
              <a:avLst/>
              <a:gdLst/>
              <a:ahLst/>
              <a:cxnLst/>
              <a:rect l="l" t="t" r="r" b="b"/>
              <a:pathLst>
                <a:path w="13187" h="8629" extrusionOk="0">
                  <a:moveTo>
                    <a:pt x="12445" y="1"/>
                  </a:moveTo>
                  <a:cubicBezTo>
                    <a:pt x="12362" y="1"/>
                    <a:pt x="12277" y="16"/>
                    <a:pt x="12195" y="45"/>
                  </a:cubicBezTo>
                  <a:lnTo>
                    <a:pt x="10153" y="774"/>
                  </a:lnTo>
                  <a:cubicBezTo>
                    <a:pt x="9904" y="862"/>
                    <a:pt x="9729" y="1051"/>
                    <a:pt x="9686" y="1313"/>
                  </a:cubicBezTo>
                  <a:cubicBezTo>
                    <a:pt x="9642" y="1562"/>
                    <a:pt x="9729" y="1809"/>
                    <a:pt x="9933" y="1984"/>
                  </a:cubicBezTo>
                  <a:lnTo>
                    <a:pt x="10153" y="2174"/>
                  </a:lnTo>
                  <a:lnTo>
                    <a:pt x="9132" y="3371"/>
                  </a:lnTo>
                  <a:lnTo>
                    <a:pt x="8840" y="3108"/>
                  </a:lnTo>
                  <a:cubicBezTo>
                    <a:pt x="8796" y="3064"/>
                    <a:pt x="8741" y="3042"/>
                    <a:pt x="8686" y="3042"/>
                  </a:cubicBezTo>
                  <a:cubicBezTo>
                    <a:pt x="8632" y="3042"/>
                    <a:pt x="8577" y="3064"/>
                    <a:pt x="8533" y="3108"/>
                  </a:cubicBezTo>
                  <a:cubicBezTo>
                    <a:pt x="8461" y="3196"/>
                    <a:pt x="8461" y="3341"/>
                    <a:pt x="8548" y="3414"/>
                  </a:cubicBezTo>
                  <a:lnTo>
                    <a:pt x="9000" y="3837"/>
                  </a:lnTo>
                  <a:cubicBezTo>
                    <a:pt x="9044" y="3881"/>
                    <a:pt x="9102" y="3896"/>
                    <a:pt x="9161" y="3896"/>
                  </a:cubicBezTo>
                  <a:cubicBezTo>
                    <a:pt x="9219" y="3896"/>
                    <a:pt x="9277" y="3867"/>
                    <a:pt x="9321" y="3822"/>
                  </a:cubicBezTo>
                  <a:lnTo>
                    <a:pt x="10619" y="2291"/>
                  </a:lnTo>
                  <a:cubicBezTo>
                    <a:pt x="10663" y="2247"/>
                    <a:pt x="10678" y="2188"/>
                    <a:pt x="10678" y="2130"/>
                  </a:cubicBezTo>
                  <a:cubicBezTo>
                    <a:pt x="10678" y="2072"/>
                    <a:pt x="10649" y="2013"/>
                    <a:pt x="10604" y="1984"/>
                  </a:cubicBezTo>
                  <a:lnTo>
                    <a:pt x="10211" y="1649"/>
                  </a:lnTo>
                  <a:cubicBezTo>
                    <a:pt x="10094" y="1562"/>
                    <a:pt x="10108" y="1430"/>
                    <a:pt x="10123" y="1387"/>
                  </a:cubicBezTo>
                  <a:cubicBezTo>
                    <a:pt x="10123" y="1342"/>
                    <a:pt x="10167" y="1226"/>
                    <a:pt x="10299" y="1183"/>
                  </a:cubicBezTo>
                  <a:lnTo>
                    <a:pt x="12341" y="453"/>
                  </a:lnTo>
                  <a:cubicBezTo>
                    <a:pt x="12374" y="442"/>
                    <a:pt x="12406" y="437"/>
                    <a:pt x="12436" y="437"/>
                  </a:cubicBezTo>
                  <a:cubicBezTo>
                    <a:pt x="12521" y="437"/>
                    <a:pt x="12585" y="475"/>
                    <a:pt x="12617" y="496"/>
                  </a:cubicBezTo>
                  <a:cubicBezTo>
                    <a:pt x="12646" y="526"/>
                    <a:pt x="12734" y="613"/>
                    <a:pt x="12705" y="759"/>
                  </a:cubicBezTo>
                  <a:lnTo>
                    <a:pt x="12311" y="2904"/>
                  </a:lnTo>
                  <a:cubicBezTo>
                    <a:pt x="12282" y="3035"/>
                    <a:pt x="12180" y="3093"/>
                    <a:pt x="12136" y="3108"/>
                  </a:cubicBezTo>
                  <a:cubicBezTo>
                    <a:pt x="12116" y="3114"/>
                    <a:pt x="12080" y="3124"/>
                    <a:pt x="12036" y="3124"/>
                  </a:cubicBezTo>
                  <a:cubicBezTo>
                    <a:pt x="11985" y="3124"/>
                    <a:pt x="11922" y="3111"/>
                    <a:pt x="11859" y="3064"/>
                  </a:cubicBezTo>
                  <a:lnTo>
                    <a:pt x="11465" y="2729"/>
                  </a:lnTo>
                  <a:cubicBezTo>
                    <a:pt x="11425" y="2688"/>
                    <a:pt x="11375" y="2670"/>
                    <a:pt x="11325" y="2670"/>
                  </a:cubicBezTo>
                  <a:cubicBezTo>
                    <a:pt x="11266" y="2670"/>
                    <a:pt x="11206" y="2696"/>
                    <a:pt x="11159" y="2743"/>
                  </a:cubicBezTo>
                  <a:lnTo>
                    <a:pt x="9466" y="4742"/>
                  </a:lnTo>
                  <a:cubicBezTo>
                    <a:pt x="9408" y="4814"/>
                    <a:pt x="9321" y="4858"/>
                    <a:pt x="9219" y="4858"/>
                  </a:cubicBezTo>
                  <a:cubicBezTo>
                    <a:pt x="9206" y="4860"/>
                    <a:pt x="9193" y="4861"/>
                    <a:pt x="9180" y="4861"/>
                  </a:cubicBezTo>
                  <a:cubicBezTo>
                    <a:pt x="9094" y="4861"/>
                    <a:pt x="9020" y="4822"/>
                    <a:pt x="8957" y="4771"/>
                  </a:cubicBezTo>
                  <a:lnTo>
                    <a:pt x="7016" y="2976"/>
                  </a:lnTo>
                  <a:cubicBezTo>
                    <a:pt x="6980" y="2940"/>
                    <a:pt x="6924" y="2914"/>
                    <a:pt x="6872" y="2914"/>
                  </a:cubicBezTo>
                  <a:cubicBezTo>
                    <a:pt x="6861" y="2914"/>
                    <a:pt x="6851" y="2915"/>
                    <a:pt x="6841" y="2918"/>
                  </a:cubicBezTo>
                  <a:cubicBezTo>
                    <a:pt x="6783" y="2918"/>
                    <a:pt x="6724" y="2962"/>
                    <a:pt x="6681" y="3005"/>
                  </a:cubicBezTo>
                  <a:lnTo>
                    <a:pt x="3472" y="8023"/>
                  </a:lnTo>
                  <a:cubicBezTo>
                    <a:pt x="3414" y="8111"/>
                    <a:pt x="3326" y="8169"/>
                    <a:pt x="3209" y="8184"/>
                  </a:cubicBezTo>
                  <a:cubicBezTo>
                    <a:pt x="3193" y="8186"/>
                    <a:pt x="3176" y="8188"/>
                    <a:pt x="3160" y="8188"/>
                  </a:cubicBezTo>
                  <a:cubicBezTo>
                    <a:pt x="3074" y="8188"/>
                    <a:pt x="2993" y="8157"/>
                    <a:pt x="2932" y="8097"/>
                  </a:cubicBezTo>
                  <a:lnTo>
                    <a:pt x="627" y="5996"/>
                  </a:lnTo>
                  <a:cubicBezTo>
                    <a:pt x="496" y="5864"/>
                    <a:pt x="481" y="5646"/>
                    <a:pt x="613" y="5500"/>
                  </a:cubicBezTo>
                  <a:cubicBezTo>
                    <a:pt x="671" y="5427"/>
                    <a:pt x="759" y="5384"/>
                    <a:pt x="860" y="5384"/>
                  </a:cubicBezTo>
                  <a:cubicBezTo>
                    <a:pt x="948" y="5384"/>
                    <a:pt x="1051" y="5413"/>
                    <a:pt x="1109" y="5471"/>
                  </a:cubicBezTo>
                  <a:lnTo>
                    <a:pt x="2902" y="7119"/>
                  </a:lnTo>
                  <a:cubicBezTo>
                    <a:pt x="2961" y="7163"/>
                    <a:pt x="3019" y="7177"/>
                    <a:pt x="3078" y="7177"/>
                  </a:cubicBezTo>
                  <a:cubicBezTo>
                    <a:pt x="3151" y="7163"/>
                    <a:pt x="3209" y="7119"/>
                    <a:pt x="3239" y="7076"/>
                  </a:cubicBezTo>
                  <a:lnTo>
                    <a:pt x="6462" y="2058"/>
                  </a:lnTo>
                  <a:cubicBezTo>
                    <a:pt x="6520" y="1970"/>
                    <a:pt x="6607" y="1912"/>
                    <a:pt x="6710" y="1897"/>
                  </a:cubicBezTo>
                  <a:cubicBezTo>
                    <a:pt x="6727" y="1894"/>
                    <a:pt x="6743" y="1893"/>
                    <a:pt x="6760" y="1893"/>
                  </a:cubicBezTo>
                  <a:cubicBezTo>
                    <a:pt x="6845" y="1893"/>
                    <a:pt x="6929" y="1924"/>
                    <a:pt x="7002" y="1984"/>
                  </a:cubicBezTo>
                  <a:lnTo>
                    <a:pt x="7906" y="2830"/>
                  </a:lnTo>
                  <a:cubicBezTo>
                    <a:pt x="7947" y="2871"/>
                    <a:pt x="7999" y="2889"/>
                    <a:pt x="8051" y="2889"/>
                  </a:cubicBezTo>
                  <a:cubicBezTo>
                    <a:pt x="8113" y="2889"/>
                    <a:pt x="8173" y="2864"/>
                    <a:pt x="8212" y="2816"/>
                  </a:cubicBezTo>
                  <a:cubicBezTo>
                    <a:pt x="8300" y="2729"/>
                    <a:pt x="8300" y="2597"/>
                    <a:pt x="8212" y="2509"/>
                  </a:cubicBezTo>
                  <a:lnTo>
                    <a:pt x="7294" y="1663"/>
                  </a:lnTo>
                  <a:cubicBezTo>
                    <a:pt x="7144" y="1526"/>
                    <a:pt x="6951" y="1453"/>
                    <a:pt x="6752" y="1453"/>
                  </a:cubicBezTo>
                  <a:cubicBezTo>
                    <a:pt x="6719" y="1453"/>
                    <a:pt x="6685" y="1455"/>
                    <a:pt x="6652" y="1459"/>
                  </a:cubicBezTo>
                  <a:cubicBezTo>
                    <a:pt x="6418" y="1488"/>
                    <a:pt x="6214" y="1620"/>
                    <a:pt x="6098" y="1824"/>
                  </a:cubicBezTo>
                  <a:lnTo>
                    <a:pt x="3005" y="6623"/>
                  </a:lnTo>
                  <a:lnTo>
                    <a:pt x="1401" y="5150"/>
                  </a:lnTo>
                  <a:cubicBezTo>
                    <a:pt x="1252" y="5015"/>
                    <a:pt x="1065" y="4948"/>
                    <a:pt x="878" y="4948"/>
                  </a:cubicBezTo>
                  <a:cubicBezTo>
                    <a:pt x="663" y="4948"/>
                    <a:pt x="448" y="5037"/>
                    <a:pt x="292" y="5208"/>
                  </a:cubicBezTo>
                  <a:cubicBezTo>
                    <a:pt x="0" y="5529"/>
                    <a:pt x="14" y="6025"/>
                    <a:pt x="335" y="6317"/>
                  </a:cubicBezTo>
                  <a:lnTo>
                    <a:pt x="2640" y="8418"/>
                  </a:lnTo>
                  <a:cubicBezTo>
                    <a:pt x="2778" y="8554"/>
                    <a:pt x="2979" y="8628"/>
                    <a:pt x="3172" y="8628"/>
                  </a:cubicBezTo>
                  <a:cubicBezTo>
                    <a:pt x="3204" y="8628"/>
                    <a:pt x="3236" y="8626"/>
                    <a:pt x="3268" y="8622"/>
                  </a:cubicBezTo>
                  <a:cubicBezTo>
                    <a:pt x="3501" y="8593"/>
                    <a:pt x="3705" y="8461"/>
                    <a:pt x="3836" y="8257"/>
                  </a:cubicBezTo>
                  <a:lnTo>
                    <a:pt x="6914" y="3458"/>
                  </a:lnTo>
                  <a:lnTo>
                    <a:pt x="8665" y="5092"/>
                  </a:lnTo>
                  <a:cubicBezTo>
                    <a:pt x="8812" y="5226"/>
                    <a:pt x="8996" y="5298"/>
                    <a:pt x="9195" y="5298"/>
                  </a:cubicBezTo>
                  <a:cubicBezTo>
                    <a:pt x="9213" y="5298"/>
                    <a:pt x="9230" y="5297"/>
                    <a:pt x="9248" y="5296"/>
                  </a:cubicBezTo>
                  <a:cubicBezTo>
                    <a:pt x="9452" y="5281"/>
                    <a:pt x="9657" y="5179"/>
                    <a:pt x="9803" y="5018"/>
                  </a:cubicBezTo>
                  <a:lnTo>
                    <a:pt x="11349" y="3196"/>
                  </a:lnTo>
                  <a:lnTo>
                    <a:pt x="11582" y="3385"/>
                  </a:lnTo>
                  <a:cubicBezTo>
                    <a:pt x="11708" y="3501"/>
                    <a:pt x="11867" y="3560"/>
                    <a:pt x="12033" y="3560"/>
                  </a:cubicBezTo>
                  <a:cubicBezTo>
                    <a:pt x="12116" y="3560"/>
                    <a:pt x="12200" y="3546"/>
                    <a:pt x="12282" y="3516"/>
                  </a:cubicBezTo>
                  <a:cubicBezTo>
                    <a:pt x="12516" y="3429"/>
                    <a:pt x="12691" y="3225"/>
                    <a:pt x="12734" y="2976"/>
                  </a:cubicBezTo>
                  <a:lnTo>
                    <a:pt x="13128" y="847"/>
                  </a:lnTo>
                  <a:cubicBezTo>
                    <a:pt x="13187" y="584"/>
                    <a:pt x="13084" y="337"/>
                    <a:pt x="12895" y="176"/>
                  </a:cubicBezTo>
                  <a:cubicBezTo>
                    <a:pt x="12768" y="59"/>
                    <a:pt x="12610" y="1"/>
                    <a:pt x="12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5" name="Google Shape;1435;p62"/>
          <p:cNvGrpSpPr/>
          <p:nvPr/>
        </p:nvGrpSpPr>
        <p:grpSpPr>
          <a:xfrm>
            <a:off x="3377800" y="3403888"/>
            <a:ext cx="370875" cy="369075"/>
            <a:chOff x="4010038" y="1999750"/>
            <a:chExt cx="370875" cy="369075"/>
          </a:xfrm>
        </p:grpSpPr>
        <p:sp>
          <p:nvSpPr>
            <p:cNvPr id="1436" name="Google Shape;1436;p62"/>
            <p:cNvSpPr/>
            <p:nvPr/>
          </p:nvSpPr>
          <p:spPr>
            <a:xfrm>
              <a:off x="4256188" y="2083975"/>
              <a:ext cx="44500" cy="85350"/>
            </a:xfrm>
            <a:custGeom>
              <a:avLst/>
              <a:gdLst/>
              <a:ahLst/>
              <a:cxnLst/>
              <a:rect l="l" t="t" r="r" b="b"/>
              <a:pathLst>
                <a:path w="1780" h="3414" extrusionOk="0">
                  <a:moveTo>
                    <a:pt x="861" y="1"/>
                  </a:moveTo>
                  <a:cubicBezTo>
                    <a:pt x="745" y="1"/>
                    <a:pt x="642" y="103"/>
                    <a:pt x="642" y="220"/>
                  </a:cubicBezTo>
                  <a:lnTo>
                    <a:pt x="642" y="351"/>
                  </a:lnTo>
                  <a:lnTo>
                    <a:pt x="613" y="351"/>
                  </a:lnTo>
                  <a:cubicBezTo>
                    <a:pt x="365" y="424"/>
                    <a:pt x="175" y="642"/>
                    <a:pt x="117" y="920"/>
                  </a:cubicBezTo>
                  <a:cubicBezTo>
                    <a:pt x="74" y="1167"/>
                    <a:pt x="146" y="1416"/>
                    <a:pt x="336" y="1547"/>
                  </a:cubicBezTo>
                  <a:cubicBezTo>
                    <a:pt x="482" y="1663"/>
                    <a:pt x="686" y="1766"/>
                    <a:pt x="1050" y="1897"/>
                  </a:cubicBezTo>
                  <a:cubicBezTo>
                    <a:pt x="1299" y="1984"/>
                    <a:pt x="1299" y="2189"/>
                    <a:pt x="1284" y="2276"/>
                  </a:cubicBezTo>
                  <a:cubicBezTo>
                    <a:pt x="1255" y="2451"/>
                    <a:pt x="1109" y="2626"/>
                    <a:pt x="861" y="2641"/>
                  </a:cubicBezTo>
                  <a:cubicBezTo>
                    <a:pt x="628" y="2641"/>
                    <a:pt x="554" y="2626"/>
                    <a:pt x="379" y="2509"/>
                  </a:cubicBezTo>
                  <a:cubicBezTo>
                    <a:pt x="341" y="2482"/>
                    <a:pt x="297" y="2469"/>
                    <a:pt x="253" y="2469"/>
                  </a:cubicBezTo>
                  <a:cubicBezTo>
                    <a:pt x="180" y="2469"/>
                    <a:pt x="110" y="2505"/>
                    <a:pt x="74" y="2568"/>
                  </a:cubicBezTo>
                  <a:cubicBezTo>
                    <a:pt x="0" y="2670"/>
                    <a:pt x="29" y="2801"/>
                    <a:pt x="132" y="2875"/>
                  </a:cubicBezTo>
                  <a:cubicBezTo>
                    <a:pt x="336" y="2991"/>
                    <a:pt x="467" y="3050"/>
                    <a:pt x="642" y="3064"/>
                  </a:cubicBezTo>
                  <a:lnTo>
                    <a:pt x="642" y="3196"/>
                  </a:lnTo>
                  <a:cubicBezTo>
                    <a:pt x="642" y="3312"/>
                    <a:pt x="745" y="3414"/>
                    <a:pt x="861" y="3414"/>
                  </a:cubicBezTo>
                  <a:cubicBezTo>
                    <a:pt x="992" y="3414"/>
                    <a:pt x="1080" y="3312"/>
                    <a:pt x="1080" y="3196"/>
                  </a:cubicBezTo>
                  <a:lnTo>
                    <a:pt x="1080" y="3035"/>
                  </a:lnTo>
                  <a:cubicBezTo>
                    <a:pt x="1430" y="2947"/>
                    <a:pt x="1663" y="2641"/>
                    <a:pt x="1707" y="2350"/>
                  </a:cubicBezTo>
                  <a:cubicBezTo>
                    <a:pt x="1780" y="1970"/>
                    <a:pt x="1561" y="1620"/>
                    <a:pt x="1196" y="1488"/>
                  </a:cubicBezTo>
                  <a:cubicBezTo>
                    <a:pt x="978" y="1401"/>
                    <a:pt x="729" y="1313"/>
                    <a:pt x="599" y="1212"/>
                  </a:cubicBezTo>
                  <a:cubicBezTo>
                    <a:pt x="554" y="1167"/>
                    <a:pt x="525" y="1095"/>
                    <a:pt x="540" y="1008"/>
                  </a:cubicBezTo>
                  <a:cubicBezTo>
                    <a:pt x="554" y="905"/>
                    <a:pt x="628" y="803"/>
                    <a:pt x="745" y="774"/>
                  </a:cubicBezTo>
                  <a:cubicBezTo>
                    <a:pt x="805" y="754"/>
                    <a:pt x="860" y="746"/>
                    <a:pt x="910" y="746"/>
                  </a:cubicBezTo>
                  <a:cubicBezTo>
                    <a:pt x="1079" y="746"/>
                    <a:pt x="1185" y="836"/>
                    <a:pt x="1196" y="847"/>
                  </a:cubicBezTo>
                  <a:cubicBezTo>
                    <a:pt x="1234" y="878"/>
                    <a:pt x="1283" y="894"/>
                    <a:pt x="1332" y="894"/>
                  </a:cubicBezTo>
                  <a:cubicBezTo>
                    <a:pt x="1396" y="894"/>
                    <a:pt x="1461" y="867"/>
                    <a:pt x="1503" y="817"/>
                  </a:cubicBezTo>
                  <a:cubicBezTo>
                    <a:pt x="1575" y="730"/>
                    <a:pt x="1561" y="584"/>
                    <a:pt x="1474" y="512"/>
                  </a:cubicBezTo>
                  <a:cubicBezTo>
                    <a:pt x="1430" y="482"/>
                    <a:pt x="1299" y="366"/>
                    <a:pt x="1080" y="337"/>
                  </a:cubicBezTo>
                  <a:lnTo>
                    <a:pt x="1080" y="220"/>
                  </a:lnTo>
                  <a:cubicBezTo>
                    <a:pt x="1080" y="103"/>
                    <a:pt x="992" y="1"/>
                    <a:pt x="8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62"/>
            <p:cNvSpPr/>
            <p:nvPr/>
          </p:nvSpPr>
          <p:spPr>
            <a:xfrm>
              <a:off x="4107038" y="2027100"/>
              <a:ext cx="54725" cy="109075"/>
            </a:xfrm>
            <a:custGeom>
              <a:avLst/>
              <a:gdLst/>
              <a:ahLst/>
              <a:cxnLst/>
              <a:rect l="l" t="t" r="r" b="b"/>
              <a:pathLst>
                <a:path w="2189" h="4363" extrusionOk="0">
                  <a:moveTo>
                    <a:pt x="1065" y="0"/>
                  </a:moveTo>
                  <a:cubicBezTo>
                    <a:pt x="948" y="0"/>
                    <a:pt x="847" y="88"/>
                    <a:pt x="847" y="219"/>
                  </a:cubicBezTo>
                  <a:lnTo>
                    <a:pt x="847" y="438"/>
                  </a:lnTo>
                  <a:cubicBezTo>
                    <a:pt x="818" y="453"/>
                    <a:pt x="773" y="453"/>
                    <a:pt x="744" y="467"/>
                  </a:cubicBezTo>
                  <a:cubicBezTo>
                    <a:pt x="438" y="554"/>
                    <a:pt x="205" y="817"/>
                    <a:pt x="147" y="1153"/>
                  </a:cubicBezTo>
                  <a:cubicBezTo>
                    <a:pt x="88" y="1459"/>
                    <a:pt x="190" y="1750"/>
                    <a:pt x="394" y="1925"/>
                  </a:cubicBezTo>
                  <a:cubicBezTo>
                    <a:pt x="584" y="2071"/>
                    <a:pt x="861" y="2203"/>
                    <a:pt x="1328" y="2363"/>
                  </a:cubicBezTo>
                  <a:cubicBezTo>
                    <a:pt x="1722" y="2509"/>
                    <a:pt x="1693" y="2845"/>
                    <a:pt x="1678" y="2947"/>
                  </a:cubicBezTo>
                  <a:cubicBezTo>
                    <a:pt x="1634" y="3195"/>
                    <a:pt x="1430" y="3472"/>
                    <a:pt x="1065" y="3472"/>
                  </a:cubicBezTo>
                  <a:cubicBezTo>
                    <a:pt x="759" y="3472"/>
                    <a:pt x="627" y="3458"/>
                    <a:pt x="380" y="3297"/>
                  </a:cubicBezTo>
                  <a:cubicBezTo>
                    <a:pt x="341" y="3269"/>
                    <a:pt x="296" y="3257"/>
                    <a:pt x="253" y="3257"/>
                  </a:cubicBezTo>
                  <a:cubicBezTo>
                    <a:pt x="180" y="3257"/>
                    <a:pt x="109" y="3292"/>
                    <a:pt x="73" y="3355"/>
                  </a:cubicBezTo>
                  <a:cubicBezTo>
                    <a:pt x="1" y="3458"/>
                    <a:pt x="30" y="3588"/>
                    <a:pt x="131" y="3662"/>
                  </a:cubicBezTo>
                  <a:cubicBezTo>
                    <a:pt x="409" y="3837"/>
                    <a:pt x="598" y="3895"/>
                    <a:pt x="847" y="3909"/>
                  </a:cubicBezTo>
                  <a:lnTo>
                    <a:pt x="847" y="4143"/>
                  </a:lnTo>
                  <a:cubicBezTo>
                    <a:pt x="847" y="4259"/>
                    <a:pt x="948" y="4362"/>
                    <a:pt x="1065" y="4362"/>
                  </a:cubicBezTo>
                  <a:cubicBezTo>
                    <a:pt x="1182" y="4362"/>
                    <a:pt x="1284" y="4259"/>
                    <a:pt x="1284" y="4143"/>
                  </a:cubicBezTo>
                  <a:lnTo>
                    <a:pt x="1284" y="3895"/>
                  </a:lnTo>
                  <a:cubicBezTo>
                    <a:pt x="1765" y="3793"/>
                    <a:pt x="2043" y="3399"/>
                    <a:pt x="2115" y="3020"/>
                  </a:cubicBezTo>
                  <a:cubicBezTo>
                    <a:pt x="2189" y="2538"/>
                    <a:pt x="1940" y="2116"/>
                    <a:pt x="1473" y="1955"/>
                  </a:cubicBezTo>
                  <a:cubicBezTo>
                    <a:pt x="1182" y="1853"/>
                    <a:pt x="847" y="1721"/>
                    <a:pt x="672" y="1575"/>
                  </a:cubicBezTo>
                  <a:cubicBezTo>
                    <a:pt x="584" y="1517"/>
                    <a:pt x="540" y="1386"/>
                    <a:pt x="569" y="1240"/>
                  </a:cubicBezTo>
                  <a:cubicBezTo>
                    <a:pt x="598" y="1095"/>
                    <a:pt x="686" y="934"/>
                    <a:pt x="876" y="875"/>
                  </a:cubicBezTo>
                  <a:cubicBezTo>
                    <a:pt x="956" y="853"/>
                    <a:pt x="1030" y="844"/>
                    <a:pt x="1098" y="844"/>
                  </a:cubicBezTo>
                  <a:cubicBezTo>
                    <a:pt x="1340" y="844"/>
                    <a:pt x="1501" y="958"/>
                    <a:pt x="1547" y="992"/>
                  </a:cubicBezTo>
                  <a:cubicBezTo>
                    <a:pt x="1585" y="1024"/>
                    <a:pt x="1630" y="1039"/>
                    <a:pt x="1677" y="1039"/>
                  </a:cubicBezTo>
                  <a:cubicBezTo>
                    <a:pt x="1739" y="1039"/>
                    <a:pt x="1803" y="1012"/>
                    <a:pt x="1853" y="963"/>
                  </a:cubicBezTo>
                  <a:cubicBezTo>
                    <a:pt x="1926" y="875"/>
                    <a:pt x="1911" y="729"/>
                    <a:pt x="1823" y="657"/>
                  </a:cubicBezTo>
                  <a:cubicBezTo>
                    <a:pt x="1765" y="613"/>
                    <a:pt x="1576" y="467"/>
                    <a:pt x="1284" y="424"/>
                  </a:cubicBezTo>
                  <a:lnTo>
                    <a:pt x="1284" y="219"/>
                  </a:lnTo>
                  <a:cubicBezTo>
                    <a:pt x="1284" y="88"/>
                    <a:pt x="1182" y="0"/>
                    <a:pt x="1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62"/>
            <p:cNvSpPr/>
            <p:nvPr/>
          </p:nvSpPr>
          <p:spPr>
            <a:xfrm>
              <a:off x="4010038" y="1999750"/>
              <a:ext cx="370875" cy="369075"/>
            </a:xfrm>
            <a:custGeom>
              <a:avLst/>
              <a:gdLst/>
              <a:ahLst/>
              <a:cxnLst/>
              <a:rect l="l" t="t" r="r" b="b"/>
              <a:pathLst>
                <a:path w="14835" h="14763" extrusionOk="0">
                  <a:moveTo>
                    <a:pt x="2014" y="438"/>
                  </a:moveTo>
                  <a:cubicBezTo>
                    <a:pt x="2159" y="438"/>
                    <a:pt x="2276" y="555"/>
                    <a:pt x="2276" y="701"/>
                  </a:cubicBezTo>
                  <a:lnTo>
                    <a:pt x="2276" y="715"/>
                  </a:lnTo>
                  <a:cubicBezTo>
                    <a:pt x="2276" y="1080"/>
                    <a:pt x="2568" y="1372"/>
                    <a:pt x="2932" y="1372"/>
                  </a:cubicBezTo>
                  <a:lnTo>
                    <a:pt x="2947" y="1372"/>
                  </a:lnTo>
                  <a:cubicBezTo>
                    <a:pt x="3020" y="1372"/>
                    <a:pt x="3093" y="1401"/>
                    <a:pt x="3136" y="1459"/>
                  </a:cubicBezTo>
                  <a:cubicBezTo>
                    <a:pt x="3195" y="1502"/>
                    <a:pt x="3224" y="1576"/>
                    <a:pt x="3210" y="1634"/>
                  </a:cubicBezTo>
                  <a:cubicBezTo>
                    <a:pt x="3210" y="1780"/>
                    <a:pt x="3093" y="1897"/>
                    <a:pt x="2961" y="1897"/>
                  </a:cubicBezTo>
                  <a:lnTo>
                    <a:pt x="2932" y="1897"/>
                  </a:lnTo>
                  <a:cubicBezTo>
                    <a:pt x="2568" y="1897"/>
                    <a:pt x="2276" y="2189"/>
                    <a:pt x="2276" y="2553"/>
                  </a:cubicBezTo>
                  <a:lnTo>
                    <a:pt x="2276" y="2568"/>
                  </a:lnTo>
                  <a:cubicBezTo>
                    <a:pt x="2276" y="2714"/>
                    <a:pt x="2159" y="2830"/>
                    <a:pt x="2014" y="2830"/>
                  </a:cubicBezTo>
                  <a:cubicBezTo>
                    <a:pt x="1868" y="2830"/>
                    <a:pt x="1751" y="2714"/>
                    <a:pt x="1751" y="2568"/>
                  </a:cubicBezTo>
                  <a:lnTo>
                    <a:pt x="1751" y="2553"/>
                  </a:lnTo>
                  <a:cubicBezTo>
                    <a:pt x="1751" y="2189"/>
                    <a:pt x="1459" y="1897"/>
                    <a:pt x="1094" y="1897"/>
                  </a:cubicBezTo>
                  <a:lnTo>
                    <a:pt x="1080" y="1897"/>
                  </a:lnTo>
                  <a:cubicBezTo>
                    <a:pt x="934" y="1897"/>
                    <a:pt x="817" y="1780"/>
                    <a:pt x="817" y="1634"/>
                  </a:cubicBezTo>
                  <a:cubicBezTo>
                    <a:pt x="817" y="1576"/>
                    <a:pt x="847" y="1502"/>
                    <a:pt x="890" y="1459"/>
                  </a:cubicBezTo>
                  <a:cubicBezTo>
                    <a:pt x="948" y="1401"/>
                    <a:pt x="1022" y="1372"/>
                    <a:pt x="1094" y="1372"/>
                  </a:cubicBezTo>
                  <a:cubicBezTo>
                    <a:pt x="1459" y="1372"/>
                    <a:pt x="1751" y="1080"/>
                    <a:pt x="1751" y="715"/>
                  </a:cubicBezTo>
                  <a:lnTo>
                    <a:pt x="1751" y="701"/>
                  </a:lnTo>
                  <a:cubicBezTo>
                    <a:pt x="1751" y="555"/>
                    <a:pt x="1868" y="438"/>
                    <a:pt x="2014" y="438"/>
                  </a:cubicBezTo>
                  <a:close/>
                  <a:moveTo>
                    <a:pt x="4960" y="467"/>
                  </a:moveTo>
                  <a:cubicBezTo>
                    <a:pt x="6506" y="467"/>
                    <a:pt x="7761" y="1722"/>
                    <a:pt x="7761" y="3268"/>
                  </a:cubicBezTo>
                  <a:cubicBezTo>
                    <a:pt x="7761" y="4814"/>
                    <a:pt x="6506" y="6069"/>
                    <a:pt x="4960" y="6069"/>
                  </a:cubicBezTo>
                  <a:cubicBezTo>
                    <a:pt x="3414" y="6069"/>
                    <a:pt x="2159" y="4814"/>
                    <a:pt x="2159" y="3268"/>
                  </a:cubicBezTo>
                  <a:lnTo>
                    <a:pt x="2159" y="3253"/>
                  </a:lnTo>
                  <a:cubicBezTo>
                    <a:pt x="2480" y="3181"/>
                    <a:pt x="2714" y="2903"/>
                    <a:pt x="2714" y="2568"/>
                  </a:cubicBezTo>
                  <a:lnTo>
                    <a:pt x="2714" y="2553"/>
                  </a:lnTo>
                  <a:cubicBezTo>
                    <a:pt x="2714" y="2436"/>
                    <a:pt x="2815" y="2334"/>
                    <a:pt x="2932" y="2334"/>
                  </a:cubicBezTo>
                  <a:lnTo>
                    <a:pt x="2961" y="2334"/>
                  </a:lnTo>
                  <a:cubicBezTo>
                    <a:pt x="3326" y="2334"/>
                    <a:pt x="3647" y="2028"/>
                    <a:pt x="3647" y="1648"/>
                  </a:cubicBezTo>
                  <a:cubicBezTo>
                    <a:pt x="3647" y="1459"/>
                    <a:pt x="3589" y="1284"/>
                    <a:pt x="3457" y="1152"/>
                  </a:cubicBezTo>
                  <a:lnTo>
                    <a:pt x="3282" y="1022"/>
                  </a:lnTo>
                  <a:cubicBezTo>
                    <a:pt x="3764" y="672"/>
                    <a:pt x="4347" y="467"/>
                    <a:pt x="4960" y="467"/>
                  </a:cubicBezTo>
                  <a:close/>
                  <a:moveTo>
                    <a:pt x="2465" y="6973"/>
                  </a:moveTo>
                  <a:cubicBezTo>
                    <a:pt x="3399" y="6973"/>
                    <a:pt x="4157" y="7732"/>
                    <a:pt x="4157" y="8665"/>
                  </a:cubicBezTo>
                  <a:lnTo>
                    <a:pt x="4157" y="9453"/>
                  </a:lnTo>
                  <a:lnTo>
                    <a:pt x="3356" y="9453"/>
                  </a:lnTo>
                  <a:cubicBezTo>
                    <a:pt x="2422" y="9453"/>
                    <a:pt x="1678" y="8694"/>
                    <a:pt x="1678" y="7775"/>
                  </a:cubicBezTo>
                  <a:lnTo>
                    <a:pt x="1678" y="6973"/>
                  </a:lnTo>
                  <a:close/>
                  <a:moveTo>
                    <a:pt x="8242" y="6973"/>
                  </a:moveTo>
                  <a:lnTo>
                    <a:pt x="8242" y="7775"/>
                  </a:lnTo>
                  <a:cubicBezTo>
                    <a:pt x="8242" y="8694"/>
                    <a:pt x="7498" y="9453"/>
                    <a:pt x="6565" y="9453"/>
                  </a:cubicBezTo>
                  <a:lnTo>
                    <a:pt x="5777" y="9453"/>
                  </a:lnTo>
                  <a:lnTo>
                    <a:pt x="5777" y="8650"/>
                  </a:lnTo>
                  <a:cubicBezTo>
                    <a:pt x="5777" y="7732"/>
                    <a:pt x="6535" y="6973"/>
                    <a:pt x="7454" y="6973"/>
                  </a:cubicBezTo>
                  <a:close/>
                  <a:moveTo>
                    <a:pt x="8840" y="7936"/>
                  </a:moveTo>
                  <a:cubicBezTo>
                    <a:pt x="9511" y="7936"/>
                    <a:pt x="10065" y="8475"/>
                    <a:pt x="10065" y="9161"/>
                  </a:cubicBezTo>
                  <a:lnTo>
                    <a:pt x="10065" y="9700"/>
                  </a:lnTo>
                  <a:lnTo>
                    <a:pt x="9511" y="9700"/>
                  </a:lnTo>
                  <a:cubicBezTo>
                    <a:pt x="8986" y="9700"/>
                    <a:pt x="8533" y="9379"/>
                    <a:pt x="8358" y="8898"/>
                  </a:cubicBezTo>
                  <a:cubicBezTo>
                    <a:pt x="8533" y="8607"/>
                    <a:pt x="8650" y="8286"/>
                    <a:pt x="8679" y="7936"/>
                  </a:cubicBezTo>
                  <a:close/>
                  <a:moveTo>
                    <a:pt x="13172" y="7936"/>
                  </a:moveTo>
                  <a:lnTo>
                    <a:pt x="13172" y="8475"/>
                  </a:lnTo>
                  <a:cubicBezTo>
                    <a:pt x="13172" y="9161"/>
                    <a:pt x="12618" y="9700"/>
                    <a:pt x="11947" y="9700"/>
                  </a:cubicBezTo>
                  <a:lnTo>
                    <a:pt x="11392" y="9700"/>
                  </a:lnTo>
                  <a:lnTo>
                    <a:pt x="11392" y="9146"/>
                  </a:lnTo>
                  <a:cubicBezTo>
                    <a:pt x="11392" y="8475"/>
                    <a:pt x="11947" y="7936"/>
                    <a:pt x="12618" y="7936"/>
                  </a:cubicBezTo>
                  <a:close/>
                  <a:moveTo>
                    <a:pt x="5339" y="6477"/>
                  </a:moveTo>
                  <a:lnTo>
                    <a:pt x="5339" y="10488"/>
                  </a:lnTo>
                  <a:lnTo>
                    <a:pt x="4581" y="10488"/>
                  </a:lnTo>
                  <a:lnTo>
                    <a:pt x="4581" y="6477"/>
                  </a:lnTo>
                  <a:cubicBezTo>
                    <a:pt x="4712" y="6491"/>
                    <a:pt x="4828" y="6506"/>
                    <a:pt x="4960" y="6506"/>
                  </a:cubicBezTo>
                  <a:cubicBezTo>
                    <a:pt x="5091" y="6506"/>
                    <a:pt x="5208" y="6491"/>
                    <a:pt x="5339" y="6477"/>
                  </a:cubicBezTo>
                  <a:close/>
                  <a:moveTo>
                    <a:pt x="8053" y="9278"/>
                  </a:moveTo>
                  <a:cubicBezTo>
                    <a:pt x="8344" y="9803"/>
                    <a:pt x="8899" y="10138"/>
                    <a:pt x="9511" y="10138"/>
                  </a:cubicBezTo>
                  <a:lnTo>
                    <a:pt x="10065" y="10138"/>
                  </a:lnTo>
                  <a:lnTo>
                    <a:pt x="10065" y="10488"/>
                  </a:lnTo>
                  <a:lnTo>
                    <a:pt x="5777" y="10488"/>
                  </a:lnTo>
                  <a:lnTo>
                    <a:pt x="5777" y="9890"/>
                  </a:lnTo>
                  <a:lnTo>
                    <a:pt x="6565" y="9890"/>
                  </a:lnTo>
                  <a:cubicBezTo>
                    <a:pt x="7148" y="9890"/>
                    <a:pt x="7673" y="9657"/>
                    <a:pt x="8053" y="9278"/>
                  </a:cubicBezTo>
                  <a:close/>
                  <a:moveTo>
                    <a:pt x="10955" y="7570"/>
                  </a:moveTo>
                  <a:lnTo>
                    <a:pt x="10955" y="10488"/>
                  </a:lnTo>
                  <a:lnTo>
                    <a:pt x="10488" y="10488"/>
                  </a:lnTo>
                  <a:lnTo>
                    <a:pt x="10488" y="7570"/>
                  </a:lnTo>
                  <a:close/>
                  <a:moveTo>
                    <a:pt x="13625" y="12413"/>
                  </a:moveTo>
                  <a:lnTo>
                    <a:pt x="13450" y="13508"/>
                  </a:lnTo>
                  <a:cubicBezTo>
                    <a:pt x="13376" y="13975"/>
                    <a:pt x="12968" y="14325"/>
                    <a:pt x="12487" y="14325"/>
                  </a:cubicBezTo>
                  <a:lnTo>
                    <a:pt x="2349" y="14325"/>
                  </a:lnTo>
                  <a:cubicBezTo>
                    <a:pt x="1868" y="14325"/>
                    <a:pt x="1459" y="13975"/>
                    <a:pt x="1386" y="13508"/>
                  </a:cubicBezTo>
                  <a:lnTo>
                    <a:pt x="1211" y="12413"/>
                  </a:lnTo>
                  <a:close/>
                  <a:moveTo>
                    <a:pt x="2014" y="1"/>
                  </a:moveTo>
                  <a:cubicBezTo>
                    <a:pt x="1634" y="1"/>
                    <a:pt x="1327" y="306"/>
                    <a:pt x="1327" y="701"/>
                  </a:cubicBezTo>
                  <a:lnTo>
                    <a:pt x="1327" y="715"/>
                  </a:lnTo>
                  <a:cubicBezTo>
                    <a:pt x="1327" y="847"/>
                    <a:pt x="1226" y="934"/>
                    <a:pt x="1094" y="934"/>
                  </a:cubicBezTo>
                  <a:cubicBezTo>
                    <a:pt x="905" y="934"/>
                    <a:pt x="715" y="1022"/>
                    <a:pt x="584" y="1152"/>
                  </a:cubicBezTo>
                  <a:cubicBezTo>
                    <a:pt x="452" y="1284"/>
                    <a:pt x="380" y="1459"/>
                    <a:pt x="380" y="1648"/>
                  </a:cubicBezTo>
                  <a:cubicBezTo>
                    <a:pt x="394" y="2028"/>
                    <a:pt x="701" y="2334"/>
                    <a:pt x="1080" y="2334"/>
                  </a:cubicBezTo>
                  <a:lnTo>
                    <a:pt x="1094" y="2334"/>
                  </a:lnTo>
                  <a:cubicBezTo>
                    <a:pt x="1226" y="2334"/>
                    <a:pt x="1327" y="2436"/>
                    <a:pt x="1327" y="2553"/>
                  </a:cubicBezTo>
                  <a:lnTo>
                    <a:pt x="1327" y="2568"/>
                  </a:lnTo>
                  <a:cubicBezTo>
                    <a:pt x="1327" y="2860"/>
                    <a:pt x="1488" y="3093"/>
                    <a:pt x="1722" y="3210"/>
                  </a:cubicBezTo>
                  <a:lnTo>
                    <a:pt x="1722" y="3268"/>
                  </a:lnTo>
                  <a:cubicBezTo>
                    <a:pt x="1722" y="4770"/>
                    <a:pt x="2757" y="6039"/>
                    <a:pt x="4157" y="6404"/>
                  </a:cubicBezTo>
                  <a:lnTo>
                    <a:pt x="4157" y="7381"/>
                  </a:lnTo>
                  <a:cubicBezTo>
                    <a:pt x="3764" y="6870"/>
                    <a:pt x="3151" y="6535"/>
                    <a:pt x="2465" y="6535"/>
                  </a:cubicBezTo>
                  <a:lnTo>
                    <a:pt x="1459" y="6535"/>
                  </a:lnTo>
                  <a:cubicBezTo>
                    <a:pt x="1343" y="6535"/>
                    <a:pt x="1240" y="6637"/>
                    <a:pt x="1240" y="6754"/>
                  </a:cubicBezTo>
                  <a:lnTo>
                    <a:pt x="1240" y="7775"/>
                  </a:lnTo>
                  <a:cubicBezTo>
                    <a:pt x="1240" y="8942"/>
                    <a:pt x="2189" y="9890"/>
                    <a:pt x="3356" y="9890"/>
                  </a:cubicBezTo>
                  <a:lnTo>
                    <a:pt x="4157" y="9890"/>
                  </a:lnTo>
                  <a:lnTo>
                    <a:pt x="4157" y="10488"/>
                  </a:lnTo>
                  <a:lnTo>
                    <a:pt x="2889" y="10488"/>
                  </a:lnTo>
                  <a:cubicBezTo>
                    <a:pt x="2772" y="10488"/>
                    <a:pt x="2669" y="10590"/>
                    <a:pt x="2669" y="10707"/>
                  </a:cubicBezTo>
                  <a:cubicBezTo>
                    <a:pt x="2669" y="10824"/>
                    <a:pt x="2772" y="10925"/>
                    <a:pt x="2889" y="10925"/>
                  </a:cubicBezTo>
                  <a:lnTo>
                    <a:pt x="13872" y="10925"/>
                  </a:lnTo>
                  <a:cubicBezTo>
                    <a:pt x="14164" y="10925"/>
                    <a:pt x="14412" y="11159"/>
                    <a:pt x="14412" y="11451"/>
                  </a:cubicBezTo>
                  <a:cubicBezTo>
                    <a:pt x="14412" y="11596"/>
                    <a:pt x="14354" y="11728"/>
                    <a:pt x="14251" y="11830"/>
                  </a:cubicBezTo>
                  <a:cubicBezTo>
                    <a:pt x="14150" y="11917"/>
                    <a:pt x="14018" y="11976"/>
                    <a:pt x="13872" y="11976"/>
                  </a:cubicBezTo>
                  <a:lnTo>
                    <a:pt x="963" y="11976"/>
                  </a:lnTo>
                  <a:cubicBezTo>
                    <a:pt x="672" y="11976"/>
                    <a:pt x="438" y="11742"/>
                    <a:pt x="438" y="11451"/>
                  </a:cubicBezTo>
                  <a:cubicBezTo>
                    <a:pt x="438" y="11305"/>
                    <a:pt x="481" y="11174"/>
                    <a:pt x="584" y="11071"/>
                  </a:cubicBezTo>
                  <a:cubicBezTo>
                    <a:pt x="686" y="10984"/>
                    <a:pt x="817" y="10925"/>
                    <a:pt x="963" y="10925"/>
                  </a:cubicBezTo>
                  <a:lnTo>
                    <a:pt x="2014" y="10925"/>
                  </a:lnTo>
                  <a:cubicBezTo>
                    <a:pt x="2130" y="10925"/>
                    <a:pt x="2232" y="10824"/>
                    <a:pt x="2232" y="10707"/>
                  </a:cubicBezTo>
                  <a:cubicBezTo>
                    <a:pt x="2232" y="10590"/>
                    <a:pt x="2130" y="10488"/>
                    <a:pt x="2014" y="10488"/>
                  </a:cubicBezTo>
                  <a:lnTo>
                    <a:pt x="963" y="10488"/>
                  </a:lnTo>
                  <a:cubicBezTo>
                    <a:pt x="701" y="10488"/>
                    <a:pt x="467" y="10590"/>
                    <a:pt x="277" y="10766"/>
                  </a:cubicBezTo>
                  <a:cubicBezTo>
                    <a:pt x="102" y="10955"/>
                    <a:pt x="1" y="11188"/>
                    <a:pt x="1" y="11451"/>
                  </a:cubicBezTo>
                  <a:cubicBezTo>
                    <a:pt x="1" y="11917"/>
                    <a:pt x="336" y="12312"/>
                    <a:pt x="773" y="12399"/>
                  </a:cubicBezTo>
                  <a:lnTo>
                    <a:pt x="963" y="13566"/>
                  </a:lnTo>
                  <a:cubicBezTo>
                    <a:pt x="1065" y="14266"/>
                    <a:pt x="1648" y="14762"/>
                    <a:pt x="2349" y="14762"/>
                  </a:cubicBezTo>
                  <a:lnTo>
                    <a:pt x="12487" y="14762"/>
                  </a:lnTo>
                  <a:cubicBezTo>
                    <a:pt x="13187" y="14762"/>
                    <a:pt x="13770" y="14266"/>
                    <a:pt x="13887" y="13566"/>
                  </a:cubicBezTo>
                  <a:lnTo>
                    <a:pt x="14062" y="12399"/>
                  </a:lnTo>
                  <a:cubicBezTo>
                    <a:pt x="14251" y="12355"/>
                    <a:pt x="14426" y="12267"/>
                    <a:pt x="14558" y="12137"/>
                  </a:cubicBezTo>
                  <a:cubicBezTo>
                    <a:pt x="14733" y="11946"/>
                    <a:pt x="14835" y="11713"/>
                    <a:pt x="14835" y="11451"/>
                  </a:cubicBezTo>
                  <a:cubicBezTo>
                    <a:pt x="14835" y="10925"/>
                    <a:pt x="14412" y="10488"/>
                    <a:pt x="13872" y="10488"/>
                  </a:cubicBezTo>
                  <a:lnTo>
                    <a:pt x="11392" y="10488"/>
                  </a:lnTo>
                  <a:lnTo>
                    <a:pt x="11392" y="10138"/>
                  </a:lnTo>
                  <a:lnTo>
                    <a:pt x="11947" y="10138"/>
                  </a:lnTo>
                  <a:cubicBezTo>
                    <a:pt x="12851" y="10138"/>
                    <a:pt x="13595" y="9394"/>
                    <a:pt x="13595" y="8475"/>
                  </a:cubicBezTo>
                  <a:lnTo>
                    <a:pt x="13595" y="7716"/>
                  </a:lnTo>
                  <a:cubicBezTo>
                    <a:pt x="13595" y="7600"/>
                    <a:pt x="13508" y="7498"/>
                    <a:pt x="13376" y="7498"/>
                  </a:cubicBezTo>
                  <a:lnTo>
                    <a:pt x="12618" y="7498"/>
                  </a:lnTo>
                  <a:cubicBezTo>
                    <a:pt x="12137" y="7498"/>
                    <a:pt x="11699" y="7702"/>
                    <a:pt x="11392" y="8037"/>
                  </a:cubicBezTo>
                  <a:lnTo>
                    <a:pt x="11392" y="7483"/>
                  </a:lnTo>
                  <a:cubicBezTo>
                    <a:pt x="12458" y="7191"/>
                    <a:pt x="13230" y="6215"/>
                    <a:pt x="13230" y="5077"/>
                  </a:cubicBezTo>
                  <a:cubicBezTo>
                    <a:pt x="13230" y="4785"/>
                    <a:pt x="13187" y="4493"/>
                    <a:pt x="13084" y="4231"/>
                  </a:cubicBezTo>
                  <a:cubicBezTo>
                    <a:pt x="13051" y="4140"/>
                    <a:pt x="12973" y="4085"/>
                    <a:pt x="12885" y="4085"/>
                  </a:cubicBezTo>
                  <a:cubicBezTo>
                    <a:pt x="12860" y="4085"/>
                    <a:pt x="12834" y="4089"/>
                    <a:pt x="12808" y="4099"/>
                  </a:cubicBezTo>
                  <a:cubicBezTo>
                    <a:pt x="12691" y="4143"/>
                    <a:pt x="12633" y="4260"/>
                    <a:pt x="12676" y="4377"/>
                  </a:cubicBezTo>
                  <a:cubicBezTo>
                    <a:pt x="12749" y="4595"/>
                    <a:pt x="12793" y="4828"/>
                    <a:pt x="12793" y="5077"/>
                  </a:cubicBezTo>
                  <a:cubicBezTo>
                    <a:pt x="12793" y="6215"/>
                    <a:pt x="11874" y="7133"/>
                    <a:pt x="10721" y="7133"/>
                  </a:cubicBezTo>
                  <a:cubicBezTo>
                    <a:pt x="9584" y="7133"/>
                    <a:pt x="8665" y="6215"/>
                    <a:pt x="8665" y="5077"/>
                  </a:cubicBezTo>
                  <a:cubicBezTo>
                    <a:pt x="8665" y="3939"/>
                    <a:pt x="9584" y="3005"/>
                    <a:pt x="10721" y="3005"/>
                  </a:cubicBezTo>
                  <a:cubicBezTo>
                    <a:pt x="11320" y="3005"/>
                    <a:pt x="11888" y="3253"/>
                    <a:pt x="12283" y="3706"/>
                  </a:cubicBezTo>
                  <a:cubicBezTo>
                    <a:pt x="12322" y="3753"/>
                    <a:pt x="12382" y="3779"/>
                    <a:pt x="12443" y="3779"/>
                  </a:cubicBezTo>
                  <a:cubicBezTo>
                    <a:pt x="12495" y="3779"/>
                    <a:pt x="12548" y="3760"/>
                    <a:pt x="12588" y="3720"/>
                  </a:cubicBezTo>
                  <a:cubicBezTo>
                    <a:pt x="12676" y="3647"/>
                    <a:pt x="12676" y="3501"/>
                    <a:pt x="12604" y="3414"/>
                  </a:cubicBezTo>
                  <a:cubicBezTo>
                    <a:pt x="12122" y="2874"/>
                    <a:pt x="11451" y="2568"/>
                    <a:pt x="10721" y="2568"/>
                  </a:cubicBezTo>
                  <a:cubicBezTo>
                    <a:pt x="9350" y="2568"/>
                    <a:pt x="8228" y="3690"/>
                    <a:pt x="8228" y="5077"/>
                  </a:cubicBezTo>
                  <a:cubicBezTo>
                    <a:pt x="8228" y="6215"/>
                    <a:pt x="9000" y="7191"/>
                    <a:pt x="10065" y="7483"/>
                  </a:cubicBezTo>
                  <a:lnTo>
                    <a:pt x="10065" y="8037"/>
                  </a:lnTo>
                  <a:cubicBezTo>
                    <a:pt x="9759" y="7702"/>
                    <a:pt x="9321" y="7498"/>
                    <a:pt x="8840" y="7498"/>
                  </a:cubicBezTo>
                  <a:lnTo>
                    <a:pt x="8679" y="7498"/>
                  </a:lnTo>
                  <a:lnTo>
                    <a:pt x="8679" y="6754"/>
                  </a:lnTo>
                  <a:cubicBezTo>
                    <a:pt x="8679" y="6637"/>
                    <a:pt x="8592" y="6535"/>
                    <a:pt x="8461" y="6535"/>
                  </a:cubicBezTo>
                  <a:lnTo>
                    <a:pt x="7454" y="6535"/>
                  </a:lnTo>
                  <a:cubicBezTo>
                    <a:pt x="6769" y="6535"/>
                    <a:pt x="6156" y="6870"/>
                    <a:pt x="5777" y="7381"/>
                  </a:cubicBezTo>
                  <a:lnTo>
                    <a:pt x="5777" y="6404"/>
                  </a:lnTo>
                  <a:cubicBezTo>
                    <a:pt x="7162" y="6039"/>
                    <a:pt x="8198" y="4770"/>
                    <a:pt x="8198" y="3268"/>
                  </a:cubicBezTo>
                  <a:cubicBezTo>
                    <a:pt x="8198" y="1488"/>
                    <a:pt x="6740" y="30"/>
                    <a:pt x="4960" y="30"/>
                  </a:cubicBezTo>
                  <a:cubicBezTo>
                    <a:pt x="4143" y="30"/>
                    <a:pt x="3385" y="336"/>
                    <a:pt x="2786" y="876"/>
                  </a:cubicBezTo>
                  <a:cubicBezTo>
                    <a:pt x="2743" y="831"/>
                    <a:pt x="2714" y="788"/>
                    <a:pt x="2714" y="715"/>
                  </a:cubicBezTo>
                  <a:lnTo>
                    <a:pt x="2714" y="701"/>
                  </a:lnTo>
                  <a:cubicBezTo>
                    <a:pt x="2714" y="306"/>
                    <a:pt x="2407" y="1"/>
                    <a:pt x="2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62"/>
          <p:cNvGrpSpPr/>
          <p:nvPr/>
        </p:nvGrpSpPr>
        <p:grpSpPr>
          <a:xfrm>
            <a:off x="7606900" y="1846975"/>
            <a:ext cx="319100" cy="371250"/>
            <a:chOff x="4788963" y="1500525"/>
            <a:chExt cx="319100" cy="371250"/>
          </a:xfrm>
        </p:grpSpPr>
        <p:sp>
          <p:nvSpPr>
            <p:cNvPr id="1440" name="Google Shape;1440;p62"/>
            <p:cNvSpPr/>
            <p:nvPr/>
          </p:nvSpPr>
          <p:spPr>
            <a:xfrm>
              <a:off x="4788963" y="1500525"/>
              <a:ext cx="319100" cy="371250"/>
            </a:xfrm>
            <a:custGeom>
              <a:avLst/>
              <a:gdLst/>
              <a:ahLst/>
              <a:cxnLst/>
              <a:rect l="l" t="t" r="r" b="b"/>
              <a:pathLst>
                <a:path w="12764" h="14850" extrusionOk="0">
                  <a:moveTo>
                    <a:pt x="3064" y="3530"/>
                  </a:moveTo>
                  <a:cubicBezTo>
                    <a:pt x="3078" y="3793"/>
                    <a:pt x="3122" y="4041"/>
                    <a:pt x="3195" y="4288"/>
                  </a:cubicBezTo>
                  <a:cubicBezTo>
                    <a:pt x="3020" y="4347"/>
                    <a:pt x="2860" y="4449"/>
                    <a:pt x="2743" y="4566"/>
                  </a:cubicBezTo>
                  <a:cubicBezTo>
                    <a:pt x="2582" y="4449"/>
                    <a:pt x="2422" y="4304"/>
                    <a:pt x="2276" y="4172"/>
                  </a:cubicBezTo>
                  <a:cubicBezTo>
                    <a:pt x="2510" y="3938"/>
                    <a:pt x="2772" y="3720"/>
                    <a:pt x="3064" y="3530"/>
                  </a:cubicBezTo>
                  <a:close/>
                  <a:moveTo>
                    <a:pt x="9700" y="3530"/>
                  </a:moveTo>
                  <a:cubicBezTo>
                    <a:pt x="9978" y="3720"/>
                    <a:pt x="10241" y="3938"/>
                    <a:pt x="10488" y="4172"/>
                  </a:cubicBezTo>
                  <a:cubicBezTo>
                    <a:pt x="10328" y="4304"/>
                    <a:pt x="10182" y="4449"/>
                    <a:pt x="10021" y="4566"/>
                  </a:cubicBezTo>
                  <a:lnTo>
                    <a:pt x="10007" y="4566"/>
                  </a:lnTo>
                  <a:cubicBezTo>
                    <a:pt x="9875" y="4434"/>
                    <a:pt x="9730" y="4347"/>
                    <a:pt x="9555" y="4288"/>
                  </a:cubicBezTo>
                  <a:cubicBezTo>
                    <a:pt x="9628" y="4041"/>
                    <a:pt x="9686" y="3793"/>
                    <a:pt x="9700" y="3530"/>
                  </a:cubicBezTo>
                  <a:close/>
                  <a:moveTo>
                    <a:pt x="3356" y="4697"/>
                  </a:moveTo>
                  <a:cubicBezTo>
                    <a:pt x="3574" y="5193"/>
                    <a:pt x="3895" y="5601"/>
                    <a:pt x="4303" y="5937"/>
                  </a:cubicBezTo>
                  <a:lnTo>
                    <a:pt x="3486" y="5937"/>
                  </a:lnTo>
                  <a:cubicBezTo>
                    <a:pt x="3327" y="5937"/>
                    <a:pt x="3166" y="5864"/>
                    <a:pt x="3049" y="5747"/>
                  </a:cubicBezTo>
                  <a:cubicBezTo>
                    <a:pt x="2932" y="5630"/>
                    <a:pt x="2874" y="5471"/>
                    <a:pt x="2874" y="5310"/>
                  </a:cubicBezTo>
                  <a:cubicBezTo>
                    <a:pt x="2874" y="5018"/>
                    <a:pt x="3078" y="4770"/>
                    <a:pt x="3356" y="4697"/>
                  </a:cubicBezTo>
                  <a:close/>
                  <a:moveTo>
                    <a:pt x="6375" y="438"/>
                  </a:moveTo>
                  <a:cubicBezTo>
                    <a:pt x="7965" y="438"/>
                    <a:pt x="9263" y="1736"/>
                    <a:pt x="9263" y="3326"/>
                  </a:cubicBezTo>
                  <a:cubicBezTo>
                    <a:pt x="9263" y="3691"/>
                    <a:pt x="9204" y="4055"/>
                    <a:pt x="9059" y="4391"/>
                  </a:cubicBezTo>
                  <a:cubicBezTo>
                    <a:pt x="9015" y="4508"/>
                    <a:pt x="8957" y="4625"/>
                    <a:pt x="8899" y="4726"/>
                  </a:cubicBezTo>
                  <a:cubicBezTo>
                    <a:pt x="8840" y="4829"/>
                    <a:pt x="8884" y="4975"/>
                    <a:pt x="8986" y="5033"/>
                  </a:cubicBezTo>
                  <a:cubicBezTo>
                    <a:pt x="9017" y="5051"/>
                    <a:pt x="9051" y="5059"/>
                    <a:pt x="9085" y="5059"/>
                  </a:cubicBezTo>
                  <a:cubicBezTo>
                    <a:pt x="9161" y="5059"/>
                    <a:pt x="9237" y="5016"/>
                    <a:pt x="9278" y="4945"/>
                  </a:cubicBezTo>
                  <a:cubicBezTo>
                    <a:pt x="9321" y="4872"/>
                    <a:pt x="9366" y="4784"/>
                    <a:pt x="9409" y="4697"/>
                  </a:cubicBezTo>
                  <a:cubicBezTo>
                    <a:pt x="9511" y="4726"/>
                    <a:pt x="9613" y="4784"/>
                    <a:pt x="9700" y="4872"/>
                  </a:cubicBezTo>
                  <a:cubicBezTo>
                    <a:pt x="9817" y="4989"/>
                    <a:pt x="9891" y="5150"/>
                    <a:pt x="9891" y="5310"/>
                  </a:cubicBezTo>
                  <a:cubicBezTo>
                    <a:pt x="9891" y="5646"/>
                    <a:pt x="9599" y="5937"/>
                    <a:pt x="9263" y="5937"/>
                  </a:cubicBezTo>
                  <a:lnTo>
                    <a:pt x="8446" y="5937"/>
                  </a:lnTo>
                  <a:cubicBezTo>
                    <a:pt x="8533" y="5850"/>
                    <a:pt x="8636" y="5776"/>
                    <a:pt x="8724" y="5689"/>
                  </a:cubicBezTo>
                  <a:cubicBezTo>
                    <a:pt x="8811" y="5601"/>
                    <a:pt x="8811" y="5455"/>
                    <a:pt x="8724" y="5383"/>
                  </a:cubicBezTo>
                  <a:cubicBezTo>
                    <a:pt x="8678" y="5337"/>
                    <a:pt x="8620" y="5315"/>
                    <a:pt x="8562" y="5315"/>
                  </a:cubicBezTo>
                  <a:cubicBezTo>
                    <a:pt x="8510" y="5315"/>
                    <a:pt x="8458" y="5333"/>
                    <a:pt x="8417" y="5368"/>
                  </a:cubicBezTo>
                  <a:cubicBezTo>
                    <a:pt x="8183" y="5601"/>
                    <a:pt x="7921" y="5791"/>
                    <a:pt x="7629" y="5937"/>
                  </a:cubicBezTo>
                  <a:lnTo>
                    <a:pt x="5120" y="5937"/>
                  </a:lnTo>
                  <a:cubicBezTo>
                    <a:pt x="4464" y="5616"/>
                    <a:pt x="3953" y="5076"/>
                    <a:pt x="3691" y="4391"/>
                  </a:cubicBezTo>
                  <a:cubicBezTo>
                    <a:pt x="3560" y="4055"/>
                    <a:pt x="3486" y="3691"/>
                    <a:pt x="3486" y="3326"/>
                  </a:cubicBezTo>
                  <a:cubicBezTo>
                    <a:pt x="3486" y="1736"/>
                    <a:pt x="4785" y="438"/>
                    <a:pt x="6375" y="438"/>
                  </a:cubicBezTo>
                  <a:close/>
                  <a:moveTo>
                    <a:pt x="1969" y="4479"/>
                  </a:moveTo>
                  <a:cubicBezTo>
                    <a:pt x="2145" y="4639"/>
                    <a:pt x="2320" y="4800"/>
                    <a:pt x="2510" y="4945"/>
                  </a:cubicBezTo>
                  <a:cubicBezTo>
                    <a:pt x="2465" y="5047"/>
                    <a:pt x="2436" y="5179"/>
                    <a:pt x="2436" y="5310"/>
                  </a:cubicBezTo>
                  <a:cubicBezTo>
                    <a:pt x="2436" y="5587"/>
                    <a:pt x="2553" y="5864"/>
                    <a:pt x="2743" y="6054"/>
                  </a:cubicBezTo>
                  <a:cubicBezTo>
                    <a:pt x="2932" y="6243"/>
                    <a:pt x="3181" y="6360"/>
                    <a:pt x="3443" y="6360"/>
                  </a:cubicBezTo>
                  <a:cubicBezTo>
                    <a:pt x="3356" y="6972"/>
                    <a:pt x="3297" y="7600"/>
                    <a:pt x="3282" y="8242"/>
                  </a:cubicBezTo>
                  <a:lnTo>
                    <a:pt x="438" y="8242"/>
                  </a:lnTo>
                  <a:cubicBezTo>
                    <a:pt x="468" y="7264"/>
                    <a:pt x="744" y="6301"/>
                    <a:pt x="1240" y="5455"/>
                  </a:cubicBezTo>
                  <a:cubicBezTo>
                    <a:pt x="1460" y="5105"/>
                    <a:pt x="1693" y="4784"/>
                    <a:pt x="1969" y="4479"/>
                  </a:cubicBezTo>
                  <a:close/>
                  <a:moveTo>
                    <a:pt x="8870" y="6360"/>
                  </a:moveTo>
                  <a:cubicBezTo>
                    <a:pt x="8971" y="6972"/>
                    <a:pt x="9029" y="7600"/>
                    <a:pt x="9029" y="8242"/>
                  </a:cubicBezTo>
                  <a:lnTo>
                    <a:pt x="3720" y="8242"/>
                  </a:lnTo>
                  <a:cubicBezTo>
                    <a:pt x="3735" y="7600"/>
                    <a:pt x="3793" y="6972"/>
                    <a:pt x="3895" y="6360"/>
                  </a:cubicBezTo>
                  <a:close/>
                  <a:moveTo>
                    <a:pt x="10780" y="4479"/>
                  </a:moveTo>
                  <a:cubicBezTo>
                    <a:pt x="11058" y="4784"/>
                    <a:pt x="11305" y="5105"/>
                    <a:pt x="11509" y="5455"/>
                  </a:cubicBezTo>
                  <a:cubicBezTo>
                    <a:pt x="12005" y="6301"/>
                    <a:pt x="12283" y="7264"/>
                    <a:pt x="12312" y="8242"/>
                  </a:cubicBezTo>
                  <a:lnTo>
                    <a:pt x="9467" y="8242"/>
                  </a:lnTo>
                  <a:cubicBezTo>
                    <a:pt x="9453" y="7600"/>
                    <a:pt x="9409" y="6972"/>
                    <a:pt x="9307" y="6360"/>
                  </a:cubicBezTo>
                  <a:cubicBezTo>
                    <a:pt x="9861" y="6346"/>
                    <a:pt x="10313" y="5879"/>
                    <a:pt x="10313" y="5310"/>
                  </a:cubicBezTo>
                  <a:cubicBezTo>
                    <a:pt x="10313" y="5179"/>
                    <a:pt x="10299" y="5062"/>
                    <a:pt x="10255" y="4930"/>
                  </a:cubicBezTo>
                  <a:cubicBezTo>
                    <a:pt x="10445" y="4800"/>
                    <a:pt x="10620" y="4639"/>
                    <a:pt x="10780" y="4479"/>
                  </a:cubicBezTo>
                  <a:close/>
                  <a:moveTo>
                    <a:pt x="9029" y="8680"/>
                  </a:moveTo>
                  <a:cubicBezTo>
                    <a:pt x="9015" y="9540"/>
                    <a:pt x="8928" y="10356"/>
                    <a:pt x="8753" y="11101"/>
                  </a:cubicBezTo>
                  <a:cubicBezTo>
                    <a:pt x="8008" y="10809"/>
                    <a:pt x="7207" y="10648"/>
                    <a:pt x="6375" y="10648"/>
                  </a:cubicBezTo>
                  <a:cubicBezTo>
                    <a:pt x="5558" y="10648"/>
                    <a:pt x="4756" y="10809"/>
                    <a:pt x="3998" y="11115"/>
                  </a:cubicBezTo>
                  <a:cubicBezTo>
                    <a:pt x="3823" y="10356"/>
                    <a:pt x="3735" y="9540"/>
                    <a:pt x="3720" y="8680"/>
                  </a:cubicBezTo>
                  <a:close/>
                  <a:moveTo>
                    <a:pt x="12312" y="8680"/>
                  </a:moveTo>
                  <a:cubicBezTo>
                    <a:pt x="12268" y="10123"/>
                    <a:pt x="11699" y="11436"/>
                    <a:pt x="10795" y="12428"/>
                  </a:cubicBezTo>
                  <a:cubicBezTo>
                    <a:pt x="10313" y="11961"/>
                    <a:pt x="9759" y="11568"/>
                    <a:pt x="9161" y="11290"/>
                  </a:cubicBezTo>
                  <a:cubicBezTo>
                    <a:pt x="9350" y="10488"/>
                    <a:pt x="9453" y="9598"/>
                    <a:pt x="9467" y="8680"/>
                  </a:cubicBezTo>
                  <a:close/>
                  <a:moveTo>
                    <a:pt x="3282" y="8680"/>
                  </a:moveTo>
                  <a:cubicBezTo>
                    <a:pt x="3297" y="9598"/>
                    <a:pt x="3399" y="10488"/>
                    <a:pt x="3589" y="11290"/>
                  </a:cubicBezTo>
                  <a:cubicBezTo>
                    <a:pt x="3399" y="11378"/>
                    <a:pt x="3210" y="11494"/>
                    <a:pt x="3020" y="11597"/>
                  </a:cubicBezTo>
                  <a:cubicBezTo>
                    <a:pt x="2918" y="11669"/>
                    <a:pt x="2889" y="11801"/>
                    <a:pt x="2947" y="11903"/>
                  </a:cubicBezTo>
                  <a:cubicBezTo>
                    <a:pt x="2995" y="11970"/>
                    <a:pt x="3068" y="12006"/>
                    <a:pt x="3142" y="12006"/>
                  </a:cubicBezTo>
                  <a:cubicBezTo>
                    <a:pt x="3180" y="12006"/>
                    <a:pt x="3218" y="11996"/>
                    <a:pt x="3253" y="11976"/>
                  </a:cubicBezTo>
                  <a:cubicBezTo>
                    <a:pt x="3399" y="11873"/>
                    <a:pt x="3545" y="11801"/>
                    <a:pt x="3706" y="11714"/>
                  </a:cubicBezTo>
                  <a:cubicBezTo>
                    <a:pt x="3823" y="12151"/>
                    <a:pt x="3968" y="12544"/>
                    <a:pt x="4143" y="12910"/>
                  </a:cubicBezTo>
                  <a:cubicBezTo>
                    <a:pt x="4406" y="13478"/>
                    <a:pt x="4727" y="13945"/>
                    <a:pt x="5062" y="14266"/>
                  </a:cubicBezTo>
                  <a:cubicBezTo>
                    <a:pt x="3998" y="14018"/>
                    <a:pt x="3020" y="13478"/>
                    <a:pt x="2261" y="12749"/>
                  </a:cubicBezTo>
                  <a:cubicBezTo>
                    <a:pt x="2364" y="12647"/>
                    <a:pt x="2465" y="12560"/>
                    <a:pt x="2568" y="12457"/>
                  </a:cubicBezTo>
                  <a:cubicBezTo>
                    <a:pt x="2670" y="12385"/>
                    <a:pt x="2670" y="12253"/>
                    <a:pt x="2597" y="12151"/>
                  </a:cubicBezTo>
                  <a:cubicBezTo>
                    <a:pt x="2555" y="12101"/>
                    <a:pt x="2495" y="12075"/>
                    <a:pt x="2432" y="12075"/>
                  </a:cubicBezTo>
                  <a:cubicBezTo>
                    <a:pt x="2384" y="12075"/>
                    <a:pt x="2335" y="12090"/>
                    <a:pt x="2290" y="12122"/>
                  </a:cubicBezTo>
                  <a:cubicBezTo>
                    <a:pt x="2174" y="12224"/>
                    <a:pt x="2072" y="12326"/>
                    <a:pt x="1955" y="12428"/>
                  </a:cubicBezTo>
                  <a:cubicBezTo>
                    <a:pt x="1051" y="11436"/>
                    <a:pt x="482" y="10123"/>
                    <a:pt x="438" y="8680"/>
                  </a:cubicBezTo>
                  <a:close/>
                  <a:moveTo>
                    <a:pt x="9045" y="11714"/>
                  </a:moveTo>
                  <a:cubicBezTo>
                    <a:pt x="9570" y="11976"/>
                    <a:pt x="10066" y="12326"/>
                    <a:pt x="10503" y="12749"/>
                  </a:cubicBezTo>
                  <a:cubicBezTo>
                    <a:pt x="9730" y="13478"/>
                    <a:pt x="8767" y="14018"/>
                    <a:pt x="7687" y="14266"/>
                  </a:cubicBezTo>
                  <a:cubicBezTo>
                    <a:pt x="8024" y="13945"/>
                    <a:pt x="8344" y="13478"/>
                    <a:pt x="8607" y="12910"/>
                  </a:cubicBezTo>
                  <a:cubicBezTo>
                    <a:pt x="8782" y="12544"/>
                    <a:pt x="8928" y="12151"/>
                    <a:pt x="9045" y="11714"/>
                  </a:cubicBezTo>
                  <a:close/>
                  <a:moveTo>
                    <a:pt x="6375" y="11086"/>
                  </a:moveTo>
                  <a:cubicBezTo>
                    <a:pt x="7178" y="11086"/>
                    <a:pt x="7936" y="11247"/>
                    <a:pt x="8650" y="11539"/>
                  </a:cubicBezTo>
                  <a:cubicBezTo>
                    <a:pt x="8533" y="11961"/>
                    <a:pt x="8388" y="12369"/>
                    <a:pt x="8213" y="12735"/>
                  </a:cubicBezTo>
                  <a:cubicBezTo>
                    <a:pt x="7703" y="13814"/>
                    <a:pt x="7061" y="14412"/>
                    <a:pt x="6375" y="14412"/>
                  </a:cubicBezTo>
                  <a:cubicBezTo>
                    <a:pt x="5704" y="14412"/>
                    <a:pt x="5048" y="13814"/>
                    <a:pt x="4537" y="12735"/>
                  </a:cubicBezTo>
                  <a:cubicBezTo>
                    <a:pt x="4377" y="12369"/>
                    <a:pt x="4231" y="11961"/>
                    <a:pt x="4099" y="11539"/>
                  </a:cubicBezTo>
                  <a:cubicBezTo>
                    <a:pt x="4828" y="11247"/>
                    <a:pt x="5587" y="11086"/>
                    <a:pt x="6375" y="11086"/>
                  </a:cubicBezTo>
                  <a:close/>
                  <a:moveTo>
                    <a:pt x="6375" y="0"/>
                  </a:moveTo>
                  <a:cubicBezTo>
                    <a:pt x="4653" y="0"/>
                    <a:pt x="3224" y="1328"/>
                    <a:pt x="3064" y="3005"/>
                  </a:cubicBezTo>
                  <a:cubicBezTo>
                    <a:pt x="2160" y="3559"/>
                    <a:pt x="1401" y="4333"/>
                    <a:pt x="876" y="5237"/>
                  </a:cubicBezTo>
                  <a:cubicBezTo>
                    <a:pt x="307" y="6214"/>
                    <a:pt x="1" y="7322"/>
                    <a:pt x="1" y="8460"/>
                  </a:cubicBezTo>
                  <a:cubicBezTo>
                    <a:pt x="1" y="10167"/>
                    <a:pt x="657" y="11772"/>
                    <a:pt x="1868" y="12968"/>
                  </a:cubicBezTo>
                  <a:cubicBezTo>
                    <a:pt x="3064" y="14178"/>
                    <a:pt x="4669" y="14849"/>
                    <a:pt x="6375" y="14849"/>
                  </a:cubicBezTo>
                  <a:cubicBezTo>
                    <a:pt x="8082" y="14849"/>
                    <a:pt x="9686" y="14178"/>
                    <a:pt x="10883" y="12968"/>
                  </a:cubicBezTo>
                  <a:cubicBezTo>
                    <a:pt x="12093" y="11772"/>
                    <a:pt x="12764" y="10167"/>
                    <a:pt x="12764" y="8460"/>
                  </a:cubicBezTo>
                  <a:cubicBezTo>
                    <a:pt x="12764" y="7322"/>
                    <a:pt x="12458" y="6214"/>
                    <a:pt x="11888" y="5237"/>
                  </a:cubicBezTo>
                  <a:cubicBezTo>
                    <a:pt x="11349" y="4333"/>
                    <a:pt x="10591" y="3559"/>
                    <a:pt x="9686" y="3005"/>
                  </a:cubicBezTo>
                  <a:cubicBezTo>
                    <a:pt x="9525" y="1328"/>
                    <a:pt x="8111" y="0"/>
                    <a:pt x="6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62"/>
            <p:cNvSpPr/>
            <p:nvPr/>
          </p:nvSpPr>
          <p:spPr>
            <a:xfrm>
              <a:off x="4920988" y="1527875"/>
              <a:ext cx="55800" cy="111625"/>
            </a:xfrm>
            <a:custGeom>
              <a:avLst/>
              <a:gdLst/>
              <a:ahLst/>
              <a:cxnLst/>
              <a:rect l="l" t="t" r="r" b="b"/>
              <a:pathLst>
                <a:path w="2232" h="4465" extrusionOk="0">
                  <a:moveTo>
                    <a:pt x="1080" y="1"/>
                  </a:moveTo>
                  <a:cubicBezTo>
                    <a:pt x="963" y="1"/>
                    <a:pt x="860" y="88"/>
                    <a:pt x="860" y="205"/>
                  </a:cubicBezTo>
                  <a:lnTo>
                    <a:pt x="860" y="452"/>
                  </a:lnTo>
                  <a:cubicBezTo>
                    <a:pt x="831" y="452"/>
                    <a:pt x="788" y="467"/>
                    <a:pt x="759" y="467"/>
                  </a:cubicBezTo>
                  <a:cubicBezTo>
                    <a:pt x="438" y="569"/>
                    <a:pt x="204" y="847"/>
                    <a:pt x="131" y="1182"/>
                  </a:cubicBezTo>
                  <a:cubicBezTo>
                    <a:pt x="73" y="1488"/>
                    <a:pt x="175" y="1794"/>
                    <a:pt x="393" y="1969"/>
                  </a:cubicBezTo>
                  <a:cubicBezTo>
                    <a:pt x="598" y="2115"/>
                    <a:pt x="875" y="2247"/>
                    <a:pt x="1342" y="2422"/>
                  </a:cubicBezTo>
                  <a:cubicBezTo>
                    <a:pt x="1765" y="2568"/>
                    <a:pt x="1735" y="2918"/>
                    <a:pt x="1721" y="3019"/>
                  </a:cubicBezTo>
                  <a:cubicBezTo>
                    <a:pt x="1677" y="3282"/>
                    <a:pt x="1459" y="3574"/>
                    <a:pt x="1080" y="3574"/>
                  </a:cubicBezTo>
                  <a:cubicBezTo>
                    <a:pt x="759" y="3574"/>
                    <a:pt x="627" y="3560"/>
                    <a:pt x="364" y="3385"/>
                  </a:cubicBezTo>
                  <a:cubicBezTo>
                    <a:pt x="329" y="3365"/>
                    <a:pt x="291" y="3355"/>
                    <a:pt x="253" y="3355"/>
                  </a:cubicBezTo>
                  <a:cubicBezTo>
                    <a:pt x="179" y="3355"/>
                    <a:pt x="106" y="3390"/>
                    <a:pt x="59" y="3457"/>
                  </a:cubicBezTo>
                  <a:cubicBezTo>
                    <a:pt x="0" y="3545"/>
                    <a:pt x="29" y="3690"/>
                    <a:pt x="131" y="3749"/>
                  </a:cubicBezTo>
                  <a:cubicBezTo>
                    <a:pt x="409" y="3939"/>
                    <a:pt x="613" y="3997"/>
                    <a:pt x="860" y="4011"/>
                  </a:cubicBezTo>
                  <a:lnTo>
                    <a:pt x="860" y="4260"/>
                  </a:lnTo>
                  <a:cubicBezTo>
                    <a:pt x="860" y="4377"/>
                    <a:pt x="963" y="4464"/>
                    <a:pt x="1080" y="4464"/>
                  </a:cubicBezTo>
                  <a:cubicBezTo>
                    <a:pt x="1196" y="4464"/>
                    <a:pt x="1298" y="4377"/>
                    <a:pt x="1298" y="4260"/>
                  </a:cubicBezTo>
                  <a:lnTo>
                    <a:pt x="1298" y="3982"/>
                  </a:lnTo>
                  <a:cubicBezTo>
                    <a:pt x="1794" y="3895"/>
                    <a:pt x="2086" y="3486"/>
                    <a:pt x="2144" y="3093"/>
                  </a:cubicBezTo>
                  <a:cubicBezTo>
                    <a:pt x="2231" y="2611"/>
                    <a:pt x="1969" y="2173"/>
                    <a:pt x="1488" y="2014"/>
                  </a:cubicBezTo>
                  <a:cubicBezTo>
                    <a:pt x="1196" y="1897"/>
                    <a:pt x="860" y="1765"/>
                    <a:pt x="671" y="1619"/>
                  </a:cubicBezTo>
                  <a:cubicBezTo>
                    <a:pt x="569" y="1547"/>
                    <a:pt x="539" y="1415"/>
                    <a:pt x="569" y="1255"/>
                  </a:cubicBezTo>
                  <a:cubicBezTo>
                    <a:pt x="584" y="1123"/>
                    <a:pt x="685" y="948"/>
                    <a:pt x="875" y="890"/>
                  </a:cubicBezTo>
                  <a:cubicBezTo>
                    <a:pt x="965" y="863"/>
                    <a:pt x="1049" y="852"/>
                    <a:pt x="1124" y="852"/>
                  </a:cubicBezTo>
                  <a:cubicBezTo>
                    <a:pt x="1377" y="852"/>
                    <a:pt x="1541" y="973"/>
                    <a:pt x="1576" y="1006"/>
                  </a:cubicBezTo>
                  <a:cubicBezTo>
                    <a:pt x="1613" y="1038"/>
                    <a:pt x="1662" y="1053"/>
                    <a:pt x="1711" y="1053"/>
                  </a:cubicBezTo>
                  <a:cubicBezTo>
                    <a:pt x="1775" y="1053"/>
                    <a:pt x="1840" y="1027"/>
                    <a:pt x="1881" y="977"/>
                  </a:cubicBezTo>
                  <a:cubicBezTo>
                    <a:pt x="1955" y="890"/>
                    <a:pt x="1940" y="744"/>
                    <a:pt x="1852" y="672"/>
                  </a:cubicBezTo>
                  <a:cubicBezTo>
                    <a:pt x="1794" y="627"/>
                    <a:pt x="1605" y="481"/>
                    <a:pt x="1298" y="423"/>
                  </a:cubicBezTo>
                  <a:lnTo>
                    <a:pt x="1298" y="205"/>
                  </a:lnTo>
                  <a:cubicBezTo>
                    <a:pt x="1298" y="88"/>
                    <a:pt x="1196" y="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2" name="Google Shape;1442;p62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443" name="Google Shape;1443;p62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444" name="Google Shape;1444;p62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9" name="Google Shape;1449;p63"/>
          <p:cNvCxnSpPr>
            <a:stCxn id="1450" idx="3"/>
          </p:cNvCxnSpPr>
          <p:nvPr/>
        </p:nvCxnSpPr>
        <p:spPr>
          <a:xfrm>
            <a:off x="2531525" y="3714393"/>
            <a:ext cx="90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1" name="Google Shape;1451;p63"/>
          <p:cNvCxnSpPr>
            <a:endCxn id="1452" idx="1"/>
          </p:cNvCxnSpPr>
          <p:nvPr/>
        </p:nvCxnSpPr>
        <p:spPr>
          <a:xfrm>
            <a:off x="5731375" y="3714389"/>
            <a:ext cx="88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3" name="Google Shape;1453;p63"/>
          <p:cNvCxnSpPr>
            <a:stCxn id="1454" idx="3"/>
          </p:cNvCxnSpPr>
          <p:nvPr/>
        </p:nvCxnSpPr>
        <p:spPr>
          <a:xfrm>
            <a:off x="2531525" y="2035441"/>
            <a:ext cx="90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5" name="Google Shape;1455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Goods and </a:t>
            </a:r>
            <a:r>
              <a:rPr lang="en" i="1"/>
              <a:t>services flow</a:t>
            </a:r>
            <a:endParaRPr i="1"/>
          </a:p>
        </p:txBody>
      </p:sp>
      <p:grpSp>
        <p:nvGrpSpPr>
          <p:cNvPr id="1456" name="Google Shape;1456;p63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457" name="Google Shape;1457;p63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8" name="Google Shape;1458;p63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9" name="Google Shape;1459;p63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60" name="Google Shape;1460;p63"/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461" name="Google Shape;1461;p63"/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462" name="Google Shape;1462;p63"/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  <p:grpSp>
        <p:nvGrpSpPr>
          <p:cNvPr id="1463" name="Google Shape;1463;p63"/>
          <p:cNvGrpSpPr/>
          <p:nvPr/>
        </p:nvGrpSpPr>
        <p:grpSpPr>
          <a:xfrm rot="10800000">
            <a:off x="4542849" y="611375"/>
            <a:ext cx="3887410" cy="240000"/>
            <a:chOff x="4542849" y="611375"/>
            <a:chExt cx="3887410" cy="240000"/>
          </a:xfrm>
        </p:grpSpPr>
        <p:cxnSp>
          <p:nvCxnSpPr>
            <p:cNvPr id="1464" name="Google Shape;1464;p63"/>
            <p:cNvCxnSpPr>
              <a:stCxn id="1465" idx="6"/>
              <a:endCxn id="1466" idx="6"/>
            </p:cNvCxnSpPr>
            <p:nvPr/>
          </p:nvCxnSpPr>
          <p:spPr>
            <a:xfrm>
              <a:off x="4621149" y="731375"/>
              <a:ext cx="356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65" name="Google Shape;1465;p63"/>
            <p:cNvSpPr/>
            <p:nvPr/>
          </p:nvSpPr>
          <p:spPr>
            <a:xfrm>
              <a:off x="45428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7" name="Google Shape;1467;p63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466" name="Google Shape;1466;p63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63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69" name="Google Shape;1469;p63"/>
          <p:cNvSpPr/>
          <p:nvPr/>
        </p:nvSpPr>
        <p:spPr>
          <a:xfrm>
            <a:off x="3137700" y="1440476"/>
            <a:ext cx="2868600" cy="28689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0" name="Google Shape;1470;p63"/>
          <p:cNvSpPr txBox="1">
            <a:spLocks noGrp="1"/>
          </p:cNvSpPr>
          <p:nvPr>
            <p:ph type="title" idx="4294967295"/>
          </p:nvPr>
        </p:nvSpPr>
        <p:spPr>
          <a:xfrm>
            <a:off x="3865050" y="1254150"/>
            <a:ext cx="1413900" cy="708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Product market</a:t>
            </a:r>
            <a:endParaRPr sz="2200"/>
          </a:p>
        </p:txBody>
      </p:sp>
      <p:sp>
        <p:nvSpPr>
          <p:cNvPr id="1471" name="Google Shape;1471;p63"/>
          <p:cNvSpPr txBox="1">
            <a:spLocks noGrp="1"/>
          </p:cNvSpPr>
          <p:nvPr>
            <p:ph type="title" idx="4294967295"/>
          </p:nvPr>
        </p:nvSpPr>
        <p:spPr>
          <a:xfrm>
            <a:off x="5372675" y="2520626"/>
            <a:ext cx="1413900" cy="708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Firms Businesses</a:t>
            </a:r>
            <a:endParaRPr sz="2200"/>
          </a:p>
        </p:txBody>
      </p:sp>
      <p:sp>
        <p:nvSpPr>
          <p:cNvPr id="1472" name="Google Shape;1472;p63"/>
          <p:cNvSpPr txBox="1">
            <a:spLocks noGrp="1"/>
          </p:cNvSpPr>
          <p:nvPr>
            <p:ph type="title" idx="4294967295"/>
          </p:nvPr>
        </p:nvSpPr>
        <p:spPr>
          <a:xfrm>
            <a:off x="3865050" y="3760225"/>
            <a:ext cx="1413900" cy="708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Factor market</a:t>
            </a:r>
            <a:endParaRPr sz="2200"/>
          </a:p>
        </p:txBody>
      </p:sp>
      <p:sp>
        <p:nvSpPr>
          <p:cNvPr id="1473" name="Google Shape;1473;p63"/>
          <p:cNvSpPr txBox="1">
            <a:spLocks noGrp="1"/>
          </p:cNvSpPr>
          <p:nvPr>
            <p:ph type="title" idx="4294967295"/>
          </p:nvPr>
        </p:nvSpPr>
        <p:spPr>
          <a:xfrm>
            <a:off x="2357450" y="2520626"/>
            <a:ext cx="1413900" cy="708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Households labor</a:t>
            </a:r>
            <a:endParaRPr sz="2200"/>
          </a:p>
        </p:txBody>
      </p:sp>
      <p:sp>
        <p:nvSpPr>
          <p:cNvPr id="1474" name="Google Shape;1474;p63"/>
          <p:cNvSpPr txBox="1">
            <a:spLocks noGrp="1"/>
          </p:cNvSpPr>
          <p:nvPr>
            <p:ph type="subTitle" idx="4294967295"/>
          </p:nvPr>
        </p:nvSpPr>
        <p:spPr>
          <a:xfrm>
            <a:off x="6612475" y="1793041"/>
            <a:ext cx="181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closest planet to the Sun</a:t>
            </a:r>
            <a:endParaRPr/>
          </a:p>
        </p:txBody>
      </p:sp>
      <p:sp>
        <p:nvSpPr>
          <p:cNvPr id="1452" name="Google Shape;1452;p63"/>
          <p:cNvSpPr txBox="1">
            <a:spLocks noGrp="1"/>
          </p:cNvSpPr>
          <p:nvPr>
            <p:ph type="subTitle" idx="4294967295"/>
          </p:nvPr>
        </p:nvSpPr>
        <p:spPr>
          <a:xfrm>
            <a:off x="6612475" y="3471989"/>
            <a:ext cx="181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1450" name="Google Shape;1450;p63"/>
          <p:cNvSpPr txBox="1">
            <a:spLocks noGrp="1"/>
          </p:cNvSpPr>
          <p:nvPr>
            <p:ph type="subTitle" idx="4294967295"/>
          </p:nvPr>
        </p:nvSpPr>
        <p:spPr>
          <a:xfrm>
            <a:off x="720125" y="3471993"/>
            <a:ext cx="181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very cold place</a:t>
            </a:r>
            <a:endParaRPr/>
          </a:p>
        </p:txBody>
      </p:sp>
      <p:sp>
        <p:nvSpPr>
          <p:cNvPr id="1454" name="Google Shape;1454;p63"/>
          <p:cNvSpPr txBox="1">
            <a:spLocks noGrp="1"/>
          </p:cNvSpPr>
          <p:nvPr>
            <p:ph type="subTitle" idx="4294967295"/>
          </p:nvPr>
        </p:nvSpPr>
        <p:spPr>
          <a:xfrm>
            <a:off x="720125" y="1793041"/>
            <a:ext cx="181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farthest planet from the Sun</a:t>
            </a:r>
            <a:endParaRPr/>
          </a:p>
        </p:txBody>
      </p:sp>
      <p:cxnSp>
        <p:nvCxnSpPr>
          <p:cNvPr id="1475" name="Google Shape;1475;p63"/>
          <p:cNvCxnSpPr>
            <a:endCxn id="1474" idx="1"/>
          </p:cNvCxnSpPr>
          <p:nvPr/>
        </p:nvCxnSpPr>
        <p:spPr>
          <a:xfrm>
            <a:off x="5731375" y="2035441"/>
            <a:ext cx="88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6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the factors </a:t>
            </a:r>
            <a:r>
              <a:rPr lang="en" i="1"/>
              <a:t>of production</a:t>
            </a:r>
            <a:endParaRPr i="1"/>
          </a:p>
        </p:txBody>
      </p:sp>
      <p:grpSp>
        <p:nvGrpSpPr>
          <p:cNvPr id="1481" name="Google Shape;1481;p64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482" name="Google Shape;1482;p64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64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4" name="Google Shape;1484;p64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85" name="Google Shape;1485;p64"/>
          <p:cNvGrpSpPr/>
          <p:nvPr/>
        </p:nvGrpSpPr>
        <p:grpSpPr>
          <a:xfrm>
            <a:off x="5533449" y="611375"/>
            <a:ext cx="2896810" cy="240000"/>
            <a:chOff x="5533449" y="611375"/>
            <a:chExt cx="2896810" cy="240000"/>
          </a:xfrm>
        </p:grpSpPr>
        <p:cxnSp>
          <p:nvCxnSpPr>
            <p:cNvPr id="1486" name="Google Shape;1486;p64"/>
            <p:cNvCxnSpPr>
              <a:stCxn id="1487" idx="6"/>
              <a:endCxn id="1488" idx="6"/>
            </p:cNvCxnSpPr>
            <p:nvPr/>
          </p:nvCxnSpPr>
          <p:spPr>
            <a:xfrm>
              <a:off x="5611749" y="731375"/>
              <a:ext cx="2578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87" name="Google Shape;1487;p64"/>
            <p:cNvSpPr/>
            <p:nvPr/>
          </p:nvSpPr>
          <p:spPr>
            <a:xfrm>
              <a:off x="5533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9" name="Google Shape;1489;p64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488" name="Google Shape;1488;p64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64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1491" name="Google Shape;1491;p64"/>
          <p:cNvGraphicFramePr/>
          <p:nvPr/>
        </p:nvGraphicFramePr>
        <p:xfrm>
          <a:off x="1250850" y="1336176"/>
          <a:ext cx="6642300" cy="3011505"/>
        </p:xfrm>
        <a:graphic>
          <a:graphicData uri="http://schemas.openxmlformats.org/drawingml/2006/table">
            <a:tbl>
              <a:tblPr>
                <a:noFill/>
                <a:tableStyleId>{E3FA6EE5-0EDF-4B38-BBE1-023BEDDE903A}</a:tableStyleId>
              </a:tblPr>
              <a:tblGrid>
                <a:gridCol w="420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Scenario</a:t>
                      </a:r>
                      <a:endParaRPr sz="22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Libre Caslon Display"/>
                          <a:ea typeface="Libre Caslon Display"/>
                          <a:cs typeface="Libre Caslon Display"/>
                          <a:sym typeface="Libre Caslon Display"/>
                        </a:rPr>
                        <a:t>Factor of production</a:t>
                      </a:r>
                      <a:endParaRPr sz="2200">
                        <a:solidFill>
                          <a:schemeClr val="dk1"/>
                        </a:solidFill>
                        <a:latin typeface="Libre Caslon Display"/>
                        <a:ea typeface="Libre Caslon Display"/>
                        <a:cs typeface="Libre Caslon Display"/>
                        <a:sym typeface="Libre Caslon Displ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Neptune is the farthest planet from the Sun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 to add text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Mars is actually a very cold place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 to add text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Jupiter is the closest planet to the Sun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 to add text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Venus is the second planet from the Sun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 to add text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Earth is the place where we live on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 to add text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92" name="Google Shape;1492;p64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493" name="Google Shape;1493;p64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494" name="Google Shape;1494;p64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65"/>
          <p:cNvSpPr/>
          <p:nvPr/>
        </p:nvSpPr>
        <p:spPr>
          <a:xfrm>
            <a:off x="7487553" y="1966475"/>
            <a:ext cx="1884900" cy="1884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0" name="Google Shape;1500;p6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Assignments</a:t>
            </a:r>
            <a:endParaRPr/>
          </a:p>
        </p:txBody>
      </p:sp>
      <p:sp>
        <p:nvSpPr>
          <p:cNvPr id="1501" name="Google Shape;1501;p65"/>
          <p:cNvSpPr txBox="1">
            <a:spLocks noGrp="1"/>
          </p:cNvSpPr>
          <p:nvPr>
            <p:ph type="body" idx="1"/>
          </p:nvPr>
        </p:nvSpPr>
        <p:spPr>
          <a:xfrm>
            <a:off x="1218875" y="1847750"/>
            <a:ext cx="4260000" cy="20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This is a list of homework to learn the topic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This is a list of homework to learn the topic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This is a list of homework to learn the topic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This is a list of homework to learn the topic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This is a list of homework to learn the topic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This is a list of homework to learn the topic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This is a list of homework to learn the topic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This is a list of homework to learn the topic</a:t>
            </a:r>
            <a:endParaRPr/>
          </a:p>
        </p:txBody>
      </p:sp>
      <p:grpSp>
        <p:nvGrpSpPr>
          <p:cNvPr id="1502" name="Google Shape;1502;p65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503" name="Google Shape;1503;p65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4" name="Google Shape;1504;p65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5" name="Google Shape;1505;p65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06" name="Google Shape;1506;p65"/>
          <p:cNvGrpSpPr/>
          <p:nvPr/>
        </p:nvGrpSpPr>
        <p:grpSpPr>
          <a:xfrm rot="10800000">
            <a:off x="2866449" y="611375"/>
            <a:ext cx="5563810" cy="240000"/>
            <a:chOff x="2866449" y="611375"/>
            <a:chExt cx="5563810" cy="240000"/>
          </a:xfrm>
        </p:grpSpPr>
        <p:cxnSp>
          <p:nvCxnSpPr>
            <p:cNvPr id="1507" name="Google Shape;1507;p65"/>
            <p:cNvCxnSpPr>
              <a:stCxn id="1508" idx="6"/>
              <a:endCxn id="1509" idx="6"/>
            </p:cNvCxnSpPr>
            <p:nvPr/>
          </p:nvCxnSpPr>
          <p:spPr>
            <a:xfrm>
              <a:off x="2944749" y="731375"/>
              <a:ext cx="524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8" name="Google Shape;1508;p65"/>
            <p:cNvSpPr/>
            <p:nvPr/>
          </p:nvSpPr>
          <p:spPr>
            <a:xfrm>
              <a:off x="2866449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0" name="Google Shape;1510;p65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509" name="Google Shape;1509;p65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65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12" name="Google Shape;1512;p65"/>
          <p:cNvGrpSpPr/>
          <p:nvPr/>
        </p:nvGrpSpPr>
        <p:grpSpPr>
          <a:xfrm rot="10800000">
            <a:off x="719999" y="1323650"/>
            <a:ext cx="7749935" cy="240000"/>
            <a:chOff x="680324" y="611375"/>
            <a:chExt cx="7749935" cy="240000"/>
          </a:xfrm>
        </p:grpSpPr>
        <p:cxnSp>
          <p:nvCxnSpPr>
            <p:cNvPr id="1513" name="Google Shape;1513;p65"/>
            <p:cNvCxnSpPr>
              <a:stCxn id="1514" idx="6"/>
              <a:endCxn id="1515" idx="6"/>
            </p:cNvCxnSpPr>
            <p:nvPr/>
          </p:nvCxnSpPr>
          <p:spPr>
            <a:xfrm>
              <a:off x="758624" y="731375"/>
              <a:ext cx="7431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4" name="Google Shape;1514;p65"/>
            <p:cNvSpPr/>
            <p:nvPr/>
          </p:nvSpPr>
          <p:spPr>
            <a:xfrm>
              <a:off x="680324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6" name="Google Shape;1516;p65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515" name="Google Shape;1515;p65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65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18" name="Google Shape;1518;p65"/>
          <p:cNvGrpSpPr/>
          <p:nvPr/>
        </p:nvGrpSpPr>
        <p:grpSpPr>
          <a:xfrm>
            <a:off x="717525" y="4170050"/>
            <a:ext cx="7712734" cy="240000"/>
            <a:chOff x="717525" y="611375"/>
            <a:chExt cx="7712734" cy="240000"/>
          </a:xfrm>
        </p:grpSpPr>
        <p:cxnSp>
          <p:nvCxnSpPr>
            <p:cNvPr id="1519" name="Google Shape;1519;p65"/>
            <p:cNvCxnSpPr>
              <a:stCxn id="1520" idx="6"/>
              <a:endCxn id="1521" idx="6"/>
            </p:cNvCxnSpPr>
            <p:nvPr/>
          </p:nvCxnSpPr>
          <p:spPr>
            <a:xfrm>
              <a:off x="795825" y="731375"/>
              <a:ext cx="7394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0" name="Google Shape;1520;p65"/>
            <p:cNvSpPr/>
            <p:nvPr/>
          </p:nvSpPr>
          <p:spPr>
            <a:xfrm>
              <a:off x="717525" y="692225"/>
              <a:ext cx="78300" cy="78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lt1"/>
                </a:gs>
              </a:gsLst>
              <a:lin ang="5400012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22" name="Google Shape;1522;p65"/>
            <p:cNvGrpSpPr/>
            <p:nvPr/>
          </p:nvGrpSpPr>
          <p:grpSpPr>
            <a:xfrm rot="10800000">
              <a:off x="8190259" y="611375"/>
              <a:ext cx="240000" cy="240000"/>
              <a:chOff x="2500450" y="1108425"/>
              <a:chExt cx="240000" cy="240000"/>
            </a:xfrm>
          </p:grpSpPr>
          <p:sp>
            <p:nvSpPr>
              <p:cNvPr id="1521" name="Google Shape;1521;p65"/>
              <p:cNvSpPr/>
              <p:nvPr/>
            </p:nvSpPr>
            <p:spPr>
              <a:xfrm>
                <a:off x="2500450" y="1108425"/>
                <a:ext cx="240000" cy="2400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65"/>
              <p:cNvSpPr/>
              <p:nvPr/>
            </p:nvSpPr>
            <p:spPr>
              <a:xfrm>
                <a:off x="2500450" y="1110975"/>
                <a:ext cx="117600" cy="234900"/>
              </a:xfrm>
              <a:prstGeom prst="moon">
                <a:avLst>
                  <a:gd name="adj" fmla="val 87500"/>
                </a:avLst>
              </a:pr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2"/>
                  </a:gs>
                </a:gsLst>
                <a:lin ang="2700006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4" name="Google Shape;1524;p65"/>
          <p:cNvSpPr/>
          <p:nvPr/>
        </p:nvSpPr>
        <p:spPr>
          <a:xfrm>
            <a:off x="6686500" y="1164575"/>
            <a:ext cx="3488700" cy="3488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5" name="Google Shape;1525;p65"/>
          <p:cNvGrpSpPr/>
          <p:nvPr/>
        </p:nvGrpSpPr>
        <p:grpSpPr>
          <a:xfrm rot="10800000">
            <a:off x="7156402" y="2558970"/>
            <a:ext cx="699749" cy="699749"/>
            <a:chOff x="2003086" y="-373829"/>
            <a:chExt cx="438000" cy="438000"/>
          </a:xfrm>
        </p:grpSpPr>
        <p:sp>
          <p:nvSpPr>
            <p:cNvPr id="1526" name="Google Shape;1526;p65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65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28" name="Google Shape;1528;p65"/>
          <p:cNvCxnSpPr>
            <a:stCxn id="1526" idx="1"/>
            <a:endCxn id="1524" idx="6"/>
          </p:cNvCxnSpPr>
          <p:nvPr/>
        </p:nvCxnSpPr>
        <p:spPr>
          <a:xfrm>
            <a:off x="7753602" y="2908957"/>
            <a:ext cx="2421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9" name="Google Shape;1529;p65"/>
          <p:cNvSpPr/>
          <p:nvPr/>
        </p:nvSpPr>
        <p:spPr>
          <a:xfrm>
            <a:off x="8310850" y="2788850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65"/>
          <p:cNvSpPr/>
          <p:nvPr/>
        </p:nvSpPr>
        <p:spPr>
          <a:xfrm>
            <a:off x="8184550" y="2662550"/>
            <a:ext cx="492600" cy="492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65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532" name="Google Shape;1532;p65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533" name="Google Shape;1533;p65">
            <a:hlinkClick r:id="rId5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8" name="Google Shape;1538;p66"/>
          <p:cNvCxnSpPr>
            <a:stCxn id="1539" idx="7"/>
          </p:cNvCxnSpPr>
          <p:nvPr/>
        </p:nvCxnSpPr>
        <p:spPr>
          <a:xfrm>
            <a:off x="5794442" y="1349202"/>
            <a:ext cx="3363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0" name="Google Shape;1540;p66"/>
          <p:cNvSpPr/>
          <p:nvPr/>
        </p:nvSpPr>
        <p:spPr>
          <a:xfrm>
            <a:off x="5946650" y="1761300"/>
            <a:ext cx="1620900" cy="162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1" name="Google Shape;1541;p66"/>
          <p:cNvSpPr/>
          <p:nvPr/>
        </p:nvSpPr>
        <p:spPr>
          <a:xfrm>
            <a:off x="1576800" y="1761300"/>
            <a:ext cx="1620900" cy="162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42" name="Google Shape;1542;p66"/>
          <p:cNvCxnSpPr/>
          <p:nvPr/>
        </p:nvCxnSpPr>
        <p:spPr>
          <a:xfrm>
            <a:off x="752550" y="2571750"/>
            <a:ext cx="7638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9" name="Google Shape;1539;p66"/>
          <p:cNvSpPr/>
          <p:nvPr/>
        </p:nvSpPr>
        <p:spPr>
          <a:xfrm>
            <a:off x="2843025" y="842775"/>
            <a:ext cx="3457800" cy="34581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66"/>
          <p:cNvSpPr/>
          <p:nvPr/>
        </p:nvSpPr>
        <p:spPr>
          <a:xfrm>
            <a:off x="4401375" y="4056700"/>
            <a:ext cx="345900" cy="345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66"/>
          <p:cNvSpPr/>
          <p:nvPr/>
        </p:nvSpPr>
        <p:spPr>
          <a:xfrm>
            <a:off x="7074850" y="2325450"/>
            <a:ext cx="492600" cy="492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66"/>
          <p:cNvSpPr/>
          <p:nvPr/>
        </p:nvSpPr>
        <p:spPr>
          <a:xfrm>
            <a:off x="1576800" y="2325450"/>
            <a:ext cx="492600" cy="492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66"/>
          <p:cNvSpPr/>
          <p:nvPr/>
        </p:nvSpPr>
        <p:spPr>
          <a:xfrm>
            <a:off x="1475300" y="2451750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66"/>
          <p:cNvSpPr/>
          <p:nvPr/>
        </p:nvSpPr>
        <p:spPr>
          <a:xfrm>
            <a:off x="7428950" y="2451750"/>
            <a:ext cx="240000" cy="240000"/>
          </a:xfrm>
          <a:prstGeom prst="ellipse">
            <a:avLst/>
          </a:prstGeom>
          <a:gradFill>
            <a:gsLst>
              <a:gs pos="0">
                <a:schemeClr val="dk1"/>
              </a:gs>
              <a:gs pos="5000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8" name="Google Shape;1548;p66"/>
          <p:cNvGrpSpPr/>
          <p:nvPr/>
        </p:nvGrpSpPr>
        <p:grpSpPr>
          <a:xfrm>
            <a:off x="8275898" y="2416871"/>
            <a:ext cx="309754" cy="309754"/>
            <a:chOff x="2003086" y="-373829"/>
            <a:chExt cx="438000" cy="438000"/>
          </a:xfrm>
        </p:grpSpPr>
        <p:sp>
          <p:nvSpPr>
            <p:cNvPr id="1549" name="Google Shape;1549;p66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66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51" name="Google Shape;1551;p66"/>
          <p:cNvCxnSpPr>
            <a:stCxn id="1543" idx="4"/>
          </p:cNvCxnSpPr>
          <p:nvPr/>
        </p:nvCxnSpPr>
        <p:spPr>
          <a:xfrm>
            <a:off x="4574325" y="4402600"/>
            <a:ext cx="0" cy="75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2" name="Google Shape;1552;p66"/>
          <p:cNvCxnSpPr>
            <a:stCxn id="1553" idx="0"/>
          </p:cNvCxnSpPr>
          <p:nvPr/>
        </p:nvCxnSpPr>
        <p:spPr>
          <a:xfrm rot="10800000">
            <a:off x="4574325" y="-6612"/>
            <a:ext cx="0" cy="6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4" name="Google Shape;1554;p66"/>
          <p:cNvCxnSpPr>
            <a:stCxn id="1539" idx="5"/>
          </p:cNvCxnSpPr>
          <p:nvPr/>
        </p:nvCxnSpPr>
        <p:spPr>
          <a:xfrm>
            <a:off x="5794442" y="3794448"/>
            <a:ext cx="3369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55" name="Google Shape;1555;p66"/>
          <p:cNvGrpSpPr/>
          <p:nvPr/>
        </p:nvGrpSpPr>
        <p:grpSpPr>
          <a:xfrm>
            <a:off x="558348" y="2416871"/>
            <a:ext cx="309754" cy="309754"/>
            <a:chOff x="2003086" y="-373829"/>
            <a:chExt cx="438000" cy="438000"/>
          </a:xfrm>
        </p:grpSpPr>
        <p:sp>
          <p:nvSpPr>
            <p:cNvPr id="1556" name="Google Shape;1556;p66"/>
            <p:cNvSpPr/>
            <p:nvPr/>
          </p:nvSpPr>
          <p:spPr>
            <a:xfrm>
              <a:off x="2067275" y="-309700"/>
              <a:ext cx="309600" cy="3096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66"/>
            <p:cNvSpPr/>
            <p:nvPr/>
          </p:nvSpPr>
          <p:spPr>
            <a:xfrm rot="2700000">
              <a:off x="2067229" y="-309685"/>
              <a:ext cx="309713" cy="309713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8" name="Google Shape;1558;p66"/>
          <p:cNvSpPr txBox="1">
            <a:spLocks noGrp="1"/>
          </p:cNvSpPr>
          <p:nvPr>
            <p:ph type="ctrTitle"/>
          </p:nvPr>
        </p:nvSpPr>
        <p:spPr>
          <a:xfrm>
            <a:off x="3036750" y="1619963"/>
            <a:ext cx="3070500" cy="7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59" name="Google Shape;1559;p66"/>
          <p:cNvSpPr txBox="1">
            <a:spLocks noGrp="1"/>
          </p:cNvSpPr>
          <p:nvPr>
            <p:ph type="subTitle" idx="1"/>
          </p:nvPr>
        </p:nvSpPr>
        <p:spPr>
          <a:xfrm>
            <a:off x="3036750" y="2485836"/>
            <a:ext cx="3070500" cy="10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ibre Caslon Display"/>
                <a:ea typeface="Libre Caslon Display"/>
                <a:cs typeface="Libre Caslon Display"/>
                <a:sym typeface="Libre Caslon Display"/>
              </a:rPr>
              <a:t>Do you have any questions?</a:t>
            </a:r>
            <a:endParaRPr sz="2200">
              <a:latin typeface="Libre Caslon Display"/>
              <a:ea typeface="Libre Caslon Display"/>
              <a:cs typeface="Libre Caslon Display"/>
              <a:sym typeface="Libre Caslon Display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youremail@freepik.com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+91  620 421 838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yourcompany.com</a:t>
            </a:r>
            <a:endParaRPr/>
          </a:p>
        </p:txBody>
      </p:sp>
      <p:sp>
        <p:nvSpPr>
          <p:cNvPr id="1560" name="Google Shape;1560;p66"/>
          <p:cNvSpPr txBox="1"/>
          <p:nvPr/>
        </p:nvSpPr>
        <p:spPr>
          <a:xfrm>
            <a:off x="5725775" y="4114700"/>
            <a:ext cx="2705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Please keep this slide for attribution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61" name="Google Shape;1561;p66"/>
          <p:cNvGrpSpPr/>
          <p:nvPr/>
        </p:nvGrpSpPr>
        <p:grpSpPr>
          <a:xfrm>
            <a:off x="713418" y="382805"/>
            <a:ext cx="240011" cy="78245"/>
            <a:chOff x="3693225" y="456825"/>
            <a:chExt cx="356100" cy="116125"/>
          </a:xfrm>
        </p:grpSpPr>
        <p:cxnSp>
          <p:nvCxnSpPr>
            <p:cNvPr id="1562" name="Google Shape;1562;p66"/>
            <p:cNvCxnSpPr/>
            <p:nvPr/>
          </p:nvCxnSpPr>
          <p:spPr>
            <a:xfrm>
              <a:off x="3693225" y="456825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3" name="Google Shape;1563;p66"/>
            <p:cNvCxnSpPr/>
            <p:nvPr/>
          </p:nvCxnSpPr>
          <p:spPr>
            <a:xfrm>
              <a:off x="3693225" y="514023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4" name="Google Shape;1564;p66"/>
            <p:cNvCxnSpPr/>
            <p:nvPr/>
          </p:nvCxnSpPr>
          <p:spPr>
            <a:xfrm>
              <a:off x="3693225" y="572950"/>
              <a:ext cx="3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65" name="Google Shape;1565;p66"/>
          <p:cNvSpPr/>
          <p:nvPr/>
        </p:nvSpPr>
        <p:spPr>
          <a:xfrm>
            <a:off x="4399168" y="4056636"/>
            <a:ext cx="345674" cy="346056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3" name="Google Shape;1553;p66"/>
          <p:cNvSpPr/>
          <p:nvPr/>
        </p:nvSpPr>
        <p:spPr>
          <a:xfrm>
            <a:off x="4401375" y="670188"/>
            <a:ext cx="345900" cy="345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6" name="Google Shape;1566;p66"/>
          <p:cNvGrpSpPr/>
          <p:nvPr/>
        </p:nvGrpSpPr>
        <p:grpSpPr>
          <a:xfrm>
            <a:off x="4398964" y="670377"/>
            <a:ext cx="346056" cy="345674"/>
            <a:chOff x="2238181" y="4120624"/>
            <a:chExt cx="346056" cy="345674"/>
          </a:xfrm>
        </p:grpSpPr>
        <p:grpSp>
          <p:nvGrpSpPr>
            <p:cNvPr id="1567" name="Google Shape;1567;p66"/>
            <p:cNvGrpSpPr/>
            <p:nvPr/>
          </p:nvGrpSpPr>
          <p:grpSpPr>
            <a:xfrm>
              <a:off x="2309155" y="4177413"/>
              <a:ext cx="203862" cy="231903"/>
              <a:chOff x="1512725" y="258500"/>
              <a:chExt cx="4570900" cy="5199625"/>
            </a:xfrm>
          </p:grpSpPr>
          <p:sp>
            <p:nvSpPr>
              <p:cNvPr id="1568" name="Google Shape;1568;p66"/>
              <p:cNvSpPr/>
              <p:nvPr/>
            </p:nvSpPr>
            <p:spPr>
              <a:xfrm>
                <a:off x="1512725" y="2700900"/>
                <a:ext cx="2654475" cy="2757225"/>
              </a:xfrm>
              <a:custGeom>
                <a:avLst/>
                <a:gdLst/>
                <a:ahLst/>
                <a:cxnLst/>
                <a:rect l="l" t="t" r="r" b="b"/>
                <a:pathLst>
                  <a:path w="106179" h="110289" extrusionOk="0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66"/>
              <p:cNvSpPr/>
              <p:nvPr/>
            </p:nvSpPr>
            <p:spPr>
              <a:xfrm>
                <a:off x="2323325" y="258500"/>
                <a:ext cx="3760300" cy="4390225"/>
              </a:xfrm>
              <a:custGeom>
                <a:avLst/>
                <a:gdLst/>
                <a:ahLst/>
                <a:cxnLst/>
                <a:rect l="l" t="t" r="r" b="b"/>
                <a:pathLst>
                  <a:path w="150412" h="175609" extrusionOk="0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70" name="Google Shape;1570;p66"/>
            <p:cNvSpPr/>
            <p:nvPr/>
          </p:nvSpPr>
          <p:spPr>
            <a:xfrm>
              <a:off x="2238181" y="4120624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1" name="Google Shape;1571;p66"/>
          <p:cNvSpPr/>
          <p:nvPr/>
        </p:nvSpPr>
        <p:spPr>
          <a:xfrm>
            <a:off x="2664725" y="2398788"/>
            <a:ext cx="345900" cy="345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66"/>
          <p:cNvSpPr/>
          <p:nvPr/>
        </p:nvSpPr>
        <p:spPr>
          <a:xfrm>
            <a:off x="6133375" y="2398788"/>
            <a:ext cx="345900" cy="345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3" name="Google Shape;1573;p66"/>
          <p:cNvGrpSpPr/>
          <p:nvPr/>
        </p:nvGrpSpPr>
        <p:grpSpPr>
          <a:xfrm>
            <a:off x="6133377" y="2398927"/>
            <a:ext cx="346056" cy="345674"/>
            <a:chOff x="3303268" y="3817349"/>
            <a:chExt cx="346056" cy="345674"/>
          </a:xfrm>
        </p:grpSpPr>
        <p:sp>
          <p:nvSpPr>
            <p:cNvPr id="1574" name="Google Shape;1574;p6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6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6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6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8" name="Google Shape;1578;p66"/>
          <p:cNvGrpSpPr/>
          <p:nvPr/>
        </p:nvGrpSpPr>
        <p:grpSpPr>
          <a:xfrm>
            <a:off x="2664566" y="2398915"/>
            <a:ext cx="346056" cy="345674"/>
            <a:chOff x="3752358" y="3817349"/>
            <a:chExt cx="346056" cy="345674"/>
          </a:xfrm>
        </p:grpSpPr>
        <p:sp>
          <p:nvSpPr>
            <p:cNvPr id="1579" name="Google Shape;1579;p6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6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6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6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3" name="Google Shape;1583;p66"/>
          <p:cNvCxnSpPr>
            <a:endCxn id="1539" idx="3"/>
          </p:cNvCxnSpPr>
          <p:nvPr/>
        </p:nvCxnSpPr>
        <p:spPr>
          <a:xfrm>
            <a:off x="-92" y="3794448"/>
            <a:ext cx="3349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4" name="Google Shape;1584;p66"/>
          <p:cNvCxnSpPr>
            <a:endCxn id="1539" idx="1"/>
          </p:cNvCxnSpPr>
          <p:nvPr/>
        </p:nvCxnSpPr>
        <p:spPr>
          <a:xfrm>
            <a:off x="-92" y="1349202"/>
            <a:ext cx="3349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5" name="Google Shape;1585;p66">
            <a:hlinkClick r:id="rId3" action="ppaction://hlinksldjump"/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06275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1 </a:t>
            </a:r>
            <a:endParaRPr sz="1400"/>
          </a:p>
        </p:txBody>
      </p:sp>
      <p:sp>
        <p:nvSpPr>
          <p:cNvPr id="1586" name="Google Shape;1586;p66">
            <a:hlinkClick r:id="rId4" action="ppaction://hlinksldjump"/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842398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2 </a:t>
            </a:r>
            <a:endParaRPr sz="1400"/>
          </a:p>
        </p:txBody>
      </p:sp>
      <p:sp>
        <p:nvSpPr>
          <p:cNvPr id="1587" name="Google Shape;1587;p66">
            <a:hlinkClick r:id="rId5" action="ppaction://hlinksldjump"/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678520" y="304500"/>
            <a:ext cx="7524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Topic 3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Academia Aesthetic for Middle School's Economics Subject by Slidesgo">
  <a:themeElements>
    <a:clrScheme name="Simple Light">
      <a:dk1>
        <a:srgbClr val="E2C578"/>
      </a:dk1>
      <a:lt1>
        <a:srgbClr val="B08E65"/>
      </a:lt1>
      <a:dk2>
        <a:srgbClr val="1A0803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2C57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1455</Words>
  <Application>Microsoft Office PowerPoint</Application>
  <PresentationFormat>Экран (16:9)</PresentationFormat>
  <Paragraphs>363</Paragraphs>
  <Slides>35</Slides>
  <Notes>35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1" baseType="lpstr">
      <vt:lpstr>Anaheim</vt:lpstr>
      <vt:lpstr>Roboto</vt:lpstr>
      <vt:lpstr>Bai Jamjuree</vt:lpstr>
      <vt:lpstr>Arial</vt:lpstr>
      <vt:lpstr>Libre Caslon Display</vt:lpstr>
      <vt:lpstr>Dark Academia Aesthetic for Middle School's Economics Subject by Slidesgo</vt:lpstr>
      <vt:lpstr>Dark Academia Aesthetic for Middle School</vt:lpstr>
      <vt:lpstr>Contents of this template</vt:lpstr>
      <vt:lpstr>01</vt:lpstr>
      <vt:lpstr>Objectives</vt:lpstr>
      <vt:lpstr>Whoa!</vt:lpstr>
      <vt:lpstr>Introduction</vt:lpstr>
      <vt:lpstr>Types of economies</vt:lpstr>
      <vt:lpstr>Three capital goods</vt:lpstr>
      <vt:lpstr>Market economy</vt:lpstr>
      <vt:lpstr>Natural resources</vt:lpstr>
      <vt:lpstr>Awesome Words</vt:lpstr>
      <vt:lpstr>—Someone famous</vt:lpstr>
      <vt:lpstr>A picture is worth a thousand words</vt:lpstr>
      <vt:lpstr>A picture always reinforces the concept</vt:lpstr>
      <vt:lpstr>1,988 m2 </vt:lpstr>
      <vt:lpstr>9H 55M 23S</vt:lpstr>
      <vt:lpstr>13%</vt:lpstr>
      <vt:lpstr>Desktop Software</vt:lpstr>
      <vt:lpstr>Tablet App</vt:lpstr>
      <vt:lpstr>Mobile Web</vt:lpstr>
      <vt:lpstr>Our team</vt:lpstr>
      <vt:lpstr>Create your business</vt:lpstr>
      <vt:lpstr>Meet our centers</vt:lpstr>
      <vt:lpstr>Business starting process</vt:lpstr>
      <vt:lpstr>Overview diagram</vt:lpstr>
      <vt:lpstr>Effectiveness of this method</vt:lpstr>
      <vt:lpstr>Economic system</vt:lpstr>
      <vt:lpstr>Goals: growth</vt:lpstr>
      <vt:lpstr>Role of government</vt:lpstr>
      <vt:lpstr>Redistribution of income</vt:lpstr>
      <vt:lpstr>Factors of production</vt:lpstr>
      <vt:lpstr>Goods and services flow</vt:lpstr>
      <vt:lpstr>Name the factors of production</vt:lpstr>
      <vt:lpstr>Assignments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Academia Aesthetic for Middle School</dc:title>
  <cp:lastModifiedBy>я</cp:lastModifiedBy>
  <cp:revision>2</cp:revision>
  <dcterms:modified xsi:type="dcterms:W3CDTF">2026-02-17T13:39:48Z</dcterms:modified>
</cp:coreProperties>
</file>